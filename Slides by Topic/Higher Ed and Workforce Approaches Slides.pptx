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9228" r:id="rId2"/>
    <p:sldId id="9683" r:id="rId3"/>
    <p:sldId id="9684" r:id="rId4"/>
    <p:sldId id="4238" r:id="rId5"/>
    <p:sldId id="9450" r:id="rId6"/>
    <p:sldId id="9465" r:id="rId7"/>
    <p:sldId id="9458" r:id="rId8"/>
    <p:sldId id="9119" r:id="rId9"/>
    <p:sldId id="9163" r:id="rId10"/>
    <p:sldId id="9452" r:id="rId11"/>
    <p:sldId id="9685" r:id="rId12"/>
    <p:sldId id="9387" r:id="rId13"/>
    <p:sldId id="9385" r:id="rId14"/>
    <p:sldId id="9386" r:id="rId15"/>
    <p:sldId id="9378" r:id="rId16"/>
    <p:sldId id="9377" r:id="rId17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Lucida Bright" panose="02040602050505020304" pitchFamily="18" charset="0"/>
      <p:regular r:id="rId22"/>
      <p:bold r:id="rId23"/>
      <p:italic r:id="rId24"/>
      <p:boldItalic r:id="rId25"/>
    </p:embeddedFont>
    <p:embeddedFont>
      <p:font typeface="Lucida Sans" panose="020B0602030504020204" pitchFamily="34" charset="0"/>
      <p:regular r:id="rId26"/>
      <p:bold r:id="rId27"/>
      <p:italic r:id="rId28"/>
      <p:boldItalic r:id="rId29"/>
    </p:embeddedFont>
    <p:embeddedFont>
      <p:font typeface="Lucida Sans Typewriter" panose="020B0509030504030204" pitchFamily="49" charset="0"/>
      <p:regular r:id="rId30"/>
      <p:bold r:id="rId31"/>
      <p:italic r:id="rId32"/>
      <p:boldItalic r:id="rId33"/>
    </p:embeddedFont>
    <p:embeddedFont>
      <p:font typeface="Wingdings 3" panose="05040102010807070707" pitchFamily="18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A2CC1-6DC3-4045-BCD7-8EC5C1442D1C}" v="10" dt="2025-05-29T11:26:36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219" autoAdjust="0"/>
  </p:normalViewPr>
  <p:slideViewPr>
    <p:cSldViewPr snapToGrid="0">
      <p:cViewPr varScale="1">
        <p:scale>
          <a:sx n="43" d="100"/>
          <a:sy n="43" d="100"/>
        </p:scale>
        <p:origin x="1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microsoft.com/office/2016/11/relationships/changesInfo" Target="changesInfos/changesInfo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ff, Emily C" userId="bd8dcee0-2e5a-4398-9aec-89b2bd080e78" providerId="ADAL" clId="{F9FA2CC1-6DC3-4045-BCD7-8EC5C1442D1C}"/>
    <pc:docChg chg="addSld modSld">
      <pc:chgData name="Leff, Emily C" userId="bd8dcee0-2e5a-4398-9aec-89b2bd080e78" providerId="ADAL" clId="{F9FA2CC1-6DC3-4045-BCD7-8EC5C1442D1C}" dt="2025-05-29T11:26:36.730" v="26"/>
      <pc:docMkLst>
        <pc:docMk/>
      </pc:docMkLst>
      <pc:sldChg chg="add">
        <pc:chgData name="Leff, Emily C" userId="bd8dcee0-2e5a-4398-9aec-89b2bd080e78" providerId="ADAL" clId="{F9FA2CC1-6DC3-4045-BCD7-8EC5C1442D1C}" dt="2025-05-29T10:40:10.034" v="0"/>
        <pc:sldMkLst>
          <pc:docMk/>
          <pc:sldMk cId="1660834022" sldId="9119"/>
        </pc:sldMkLst>
      </pc:sldChg>
      <pc:sldChg chg="add">
        <pc:chgData name="Leff, Emily C" userId="bd8dcee0-2e5a-4398-9aec-89b2bd080e78" providerId="ADAL" clId="{F9FA2CC1-6DC3-4045-BCD7-8EC5C1442D1C}" dt="2025-05-29T11:26:31.090" v="25"/>
        <pc:sldMkLst>
          <pc:docMk/>
          <pc:sldMk cId="1000524209" sldId="9163"/>
        </pc:sldMkLst>
      </pc:sldChg>
      <pc:sldChg chg="addSp modSp mod">
        <pc:chgData name="Leff, Emily C" userId="bd8dcee0-2e5a-4398-9aec-89b2bd080e78" providerId="ADAL" clId="{F9FA2CC1-6DC3-4045-BCD7-8EC5C1442D1C}" dt="2025-05-29T11:22:43.198" v="22" actId="1076"/>
        <pc:sldMkLst>
          <pc:docMk/>
          <pc:sldMk cId="2446013402" sldId="9450"/>
        </pc:sldMkLst>
        <pc:spChg chg="add mod">
          <ac:chgData name="Leff, Emily C" userId="bd8dcee0-2e5a-4398-9aec-89b2bd080e78" providerId="ADAL" clId="{F9FA2CC1-6DC3-4045-BCD7-8EC5C1442D1C}" dt="2025-05-29T11:22:43.198" v="22" actId="1076"/>
          <ac:spMkLst>
            <pc:docMk/>
            <pc:sldMk cId="2446013402" sldId="9450"/>
            <ac:spMk id="5" creationId="{31D430F9-313C-BCFD-B7E9-F564AD9B995E}"/>
          </ac:spMkLst>
        </pc:spChg>
      </pc:sldChg>
      <pc:sldChg chg="addSp modSp add">
        <pc:chgData name="Leff, Emily C" userId="bd8dcee0-2e5a-4398-9aec-89b2bd080e78" providerId="ADAL" clId="{F9FA2CC1-6DC3-4045-BCD7-8EC5C1442D1C}" dt="2025-05-29T11:26:36.730" v="26"/>
        <pc:sldMkLst>
          <pc:docMk/>
          <pc:sldMk cId="2788768810" sldId="9452"/>
        </pc:sldMkLst>
        <pc:spChg chg="add mod">
          <ac:chgData name="Leff, Emily C" userId="bd8dcee0-2e5a-4398-9aec-89b2bd080e78" providerId="ADAL" clId="{F9FA2CC1-6DC3-4045-BCD7-8EC5C1442D1C}" dt="2025-05-29T11:26:36.730" v="26"/>
          <ac:spMkLst>
            <pc:docMk/>
            <pc:sldMk cId="2788768810" sldId="9452"/>
            <ac:spMk id="3" creationId="{21D1B890-E172-BB41-48DD-BD4CB3F4E832}"/>
          </ac:spMkLst>
        </pc:spChg>
      </pc:sldChg>
      <pc:sldChg chg="addSp modSp">
        <pc:chgData name="Leff, Emily C" userId="bd8dcee0-2e5a-4398-9aec-89b2bd080e78" providerId="ADAL" clId="{F9FA2CC1-6DC3-4045-BCD7-8EC5C1442D1C}" dt="2025-05-29T11:22:46.019" v="24"/>
        <pc:sldMkLst>
          <pc:docMk/>
          <pc:sldMk cId="1848288941" sldId="9458"/>
        </pc:sldMkLst>
        <pc:spChg chg="add mod">
          <ac:chgData name="Leff, Emily C" userId="bd8dcee0-2e5a-4398-9aec-89b2bd080e78" providerId="ADAL" clId="{F9FA2CC1-6DC3-4045-BCD7-8EC5C1442D1C}" dt="2025-05-29T11:22:46.019" v="24"/>
          <ac:spMkLst>
            <pc:docMk/>
            <pc:sldMk cId="1848288941" sldId="9458"/>
            <ac:spMk id="8" creationId="{4FD809F2-5941-E887-C4AD-3D9EDF5A1018}"/>
          </ac:spMkLst>
        </pc:spChg>
      </pc:sldChg>
      <pc:sldChg chg="addSp modSp">
        <pc:chgData name="Leff, Emily C" userId="bd8dcee0-2e5a-4398-9aec-89b2bd080e78" providerId="ADAL" clId="{F9FA2CC1-6DC3-4045-BCD7-8EC5C1442D1C}" dt="2025-05-29T11:22:44.727" v="23"/>
        <pc:sldMkLst>
          <pc:docMk/>
          <pc:sldMk cId="3606032951" sldId="9465"/>
        </pc:sldMkLst>
        <pc:spChg chg="add mod">
          <ac:chgData name="Leff, Emily C" userId="bd8dcee0-2e5a-4398-9aec-89b2bd080e78" providerId="ADAL" clId="{F9FA2CC1-6DC3-4045-BCD7-8EC5C1442D1C}" dt="2025-05-29T11:22:44.727" v="23"/>
          <ac:spMkLst>
            <pc:docMk/>
            <pc:sldMk cId="3606032951" sldId="9465"/>
            <ac:spMk id="8" creationId="{71CA809A-57EE-8825-9078-77848DD97BA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u-my.sharepoint.com/personal/emilyleff_fas_harvard_edu/Documents/Documents/Speaking%20Engagements/MRC%20-%20Scat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u-my.sharepoint.com/personal/emilyleff_fas_harvard_edu/Documents/Documents/Speaking%20Engagements/MRC%20-%20Scat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757608119059379E-2"/>
          <c:y val="3.6430418763634412E-2"/>
          <c:w val="0.89073900544041917"/>
          <c:h val="0.82556074667906065"/>
        </c:manualLayout>
      </c:layout>
      <c:scatterChart>
        <c:scatterStyle val="lineMarker"/>
        <c:varyColors val="0"/>
        <c:ser>
          <c:idx val="0"/>
          <c:order val="0"/>
          <c:tx>
            <c:v>All Schools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bg1">
                  <a:lumMod val="75000"/>
                  <a:alpha val="60000"/>
                </a:schemeClr>
              </a:solidFill>
              <a:ln w="9525">
                <a:noFill/>
              </a:ln>
              <a:effectLst/>
            </c:spPr>
          </c:marker>
          <c:trendline>
            <c:spPr>
              <a:ln w="38100" cap="rnd">
                <a:solidFill>
                  <a:schemeClr val="bg1">
                    <a:lumMod val="75000"/>
                  </a:schemeClr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xVal>
            <c:numRef>
              <c:f>Braven!$B$2:$B$2203</c:f>
              <c:numCache>
                <c:formatCode>General</c:formatCode>
                <c:ptCount val="2202"/>
                <c:pt idx="0">
                  <c:v>3.2558031000000001</c:v>
                </c:pt>
                <c:pt idx="1">
                  <c:v>10.234574</c:v>
                </c:pt>
                <c:pt idx="2">
                  <c:v>3.9403557999999999</c:v>
                </c:pt>
                <c:pt idx="3">
                  <c:v>5.9269118000000001</c:v>
                </c:pt>
                <c:pt idx="4">
                  <c:v>2.8360941</c:v>
                </c:pt>
                <c:pt idx="5">
                  <c:v>2.5902088000000001</c:v>
                </c:pt>
                <c:pt idx="6">
                  <c:v>4.1647800999999998</c:v>
                </c:pt>
                <c:pt idx="7">
                  <c:v>3.9317533999999998</c:v>
                </c:pt>
                <c:pt idx="8">
                  <c:v>4.3338102999999997</c:v>
                </c:pt>
                <c:pt idx="9">
                  <c:v>4.1080918000000004</c:v>
                </c:pt>
                <c:pt idx="10">
                  <c:v>3.2200335999999998</c:v>
                </c:pt>
                <c:pt idx="11">
                  <c:v>5.1078739000000004</c:v>
                </c:pt>
                <c:pt idx="12">
                  <c:v>4.8102688999999996</c:v>
                </c:pt>
                <c:pt idx="13">
                  <c:v>2.0432553000000002</c:v>
                </c:pt>
                <c:pt idx="14">
                  <c:v>4.7184252999999998</c:v>
                </c:pt>
                <c:pt idx="15">
                  <c:v>3.8899349999999999</c:v>
                </c:pt>
                <c:pt idx="16">
                  <c:v>10.139068</c:v>
                </c:pt>
                <c:pt idx="17">
                  <c:v>2.4959581000000002</c:v>
                </c:pt>
                <c:pt idx="18">
                  <c:v>5.3269253000000001</c:v>
                </c:pt>
                <c:pt idx="19">
                  <c:v>3.5795205000000001</c:v>
                </c:pt>
                <c:pt idx="20">
                  <c:v>9.2331686000000008</c:v>
                </c:pt>
                <c:pt idx="21">
                  <c:v>6.8676247999999998</c:v>
                </c:pt>
                <c:pt idx="22">
                  <c:v>1.4379559</c:v>
                </c:pt>
                <c:pt idx="23">
                  <c:v>3.42082</c:v>
                </c:pt>
                <c:pt idx="24">
                  <c:v>3.6217711000000001</c:v>
                </c:pt>
                <c:pt idx="25">
                  <c:v>3.2541201000000002</c:v>
                </c:pt>
                <c:pt idx="26">
                  <c:v>5.0208130000000004</c:v>
                </c:pt>
                <c:pt idx="27">
                  <c:v>3.1886190999999999</c:v>
                </c:pt>
                <c:pt idx="28">
                  <c:v>1.4857688</c:v>
                </c:pt>
                <c:pt idx="29">
                  <c:v>1.2670391999999999</c:v>
                </c:pt>
                <c:pt idx="30">
                  <c:v>4.855969</c:v>
                </c:pt>
                <c:pt idx="31">
                  <c:v>6.0009459999999999</c:v>
                </c:pt>
                <c:pt idx="32">
                  <c:v>3.8505598999999999</c:v>
                </c:pt>
                <c:pt idx="33">
                  <c:v>4.8977412999999999</c:v>
                </c:pt>
                <c:pt idx="34">
                  <c:v>2.4821993999999998</c:v>
                </c:pt>
                <c:pt idx="35">
                  <c:v>1.7423150999999999</c:v>
                </c:pt>
                <c:pt idx="36">
                  <c:v>3.6704926000000002</c:v>
                </c:pt>
                <c:pt idx="37">
                  <c:v>2.7788992000000001</c:v>
                </c:pt>
                <c:pt idx="38">
                  <c:v>3.5353341</c:v>
                </c:pt>
                <c:pt idx="39">
                  <c:v>2.2712094999999999</c:v>
                </c:pt>
                <c:pt idx="40">
                  <c:v>2.1719658000000002</c:v>
                </c:pt>
                <c:pt idx="41">
                  <c:v>3.0466166000000001</c:v>
                </c:pt>
                <c:pt idx="42">
                  <c:v>3.2330996999999999</c:v>
                </c:pt>
                <c:pt idx="43">
                  <c:v>3.6328011</c:v>
                </c:pt>
                <c:pt idx="44">
                  <c:v>3.2861902999999999</c:v>
                </c:pt>
                <c:pt idx="45">
                  <c:v>4.0804567</c:v>
                </c:pt>
                <c:pt idx="46">
                  <c:v>2.2225801999999999</c:v>
                </c:pt>
                <c:pt idx="47">
                  <c:v>2.8515625</c:v>
                </c:pt>
                <c:pt idx="48">
                  <c:v>15.173292</c:v>
                </c:pt>
                <c:pt idx="49">
                  <c:v>12.246905</c:v>
                </c:pt>
                <c:pt idx="50">
                  <c:v>8.8423376000000005</c:v>
                </c:pt>
                <c:pt idx="51">
                  <c:v>3.0700424000000002</c:v>
                </c:pt>
                <c:pt idx="52">
                  <c:v>2.6475985</c:v>
                </c:pt>
                <c:pt idx="53">
                  <c:v>8.7772349999999992</c:v>
                </c:pt>
                <c:pt idx="54">
                  <c:v>3.2713771</c:v>
                </c:pt>
                <c:pt idx="55">
                  <c:v>10.242689</c:v>
                </c:pt>
                <c:pt idx="56">
                  <c:v>2.3217954999999999</c:v>
                </c:pt>
                <c:pt idx="57">
                  <c:v>3.6446055999999998</c:v>
                </c:pt>
                <c:pt idx="58">
                  <c:v>7.2092438000000003</c:v>
                </c:pt>
                <c:pt idx="59">
                  <c:v>2.2410416999999998</c:v>
                </c:pt>
                <c:pt idx="60">
                  <c:v>9.4252949000000008</c:v>
                </c:pt>
                <c:pt idx="61">
                  <c:v>1.9974635999999999</c:v>
                </c:pt>
                <c:pt idx="62">
                  <c:v>2.9851424999999998</c:v>
                </c:pt>
                <c:pt idx="63">
                  <c:v>4.1973852999999997</c:v>
                </c:pt>
                <c:pt idx="64">
                  <c:v>1.9383473</c:v>
                </c:pt>
                <c:pt idx="65">
                  <c:v>2.9984152000000002</c:v>
                </c:pt>
                <c:pt idx="66">
                  <c:v>4.1113147999999997</c:v>
                </c:pt>
                <c:pt idx="67">
                  <c:v>2.9180807999999998</c:v>
                </c:pt>
                <c:pt idx="68">
                  <c:v>5.5987391000000004</c:v>
                </c:pt>
                <c:pt idx="69">
                  <c:v>3.6810483999999999</c:v>
                </c:pt>
                <c:pt idx="70">
                  <c:v>2.5803707</c:v>
                </c:pt>
                <c:pt idx="71">
                  <c:v>6.5402598000000003</c:v>
                </c:pt>
                <c:pt idx="72">
                  <c:v>3.8180860999999999</c:v>
                </c:pt>
                <c:pt idx="73">
                  <c:v>6.0711908000000001</c:v>
                </c:pt>
                <c:pt idx="74">
                  <c:v>5.7357917</c:v>
                </c:pt>
                <c:pt idx="75">
                  <c:v>3.5010750000000002</c:v>
                </c:pt>
                <c:pt idx="76">
                  <c:v>4.4593905999999999</c:v>
                </c:pt>
                <c:pt idx="77">
                  <c:v>6.9385424000000002</c:v>
                </c:pt>
                <c:pt idx="78">
                  <c:v>3.0293937</c:v>
                </c:pt>
                <c:pt idx="79">
                  <c:v>7.6365904999999996</c:v>
                </c:pt>
                <c:pt idx="80">
                  <c:v>2.8213162000000001</c:v>
                </c:pt>
                <c:pt idx="81">
                  <c:v>8.5837573999999996</c:v>
                </c:pt>
                <c:pt idx="82">
                  <c:v>6.3269166999999999</c:v>
                </c:pt>
                <c:pt idx="83">
                  <c:v>8.2825211999999997</c:v>
                </c:pt>
                <c:pt idx="84">
                  <c:v>5.6894026000000002</c:v>
                </c:pt>
                <c:pt idx="85">
                  <c:v>4.3647723000000003</c:v>
                </c:pt>
                <c:pt idx="86">
                  <c:v>16.416623999999999</c:v>
                </c:pt>
                <c:pt idx="87">
                  <c:v>7.3299570000000003</c:v>
                </c:pt>
                <c:pt idx="88">
                  <c:v>1.1189625999999999</c:v>
                </c:pt>
                <c:pt idx="89">
                  <c:v>4.0012894000000001</c:v>
                </c:pt>
                <c:pt idx="90">
                  <c:v>3.1054906999999998</c:v>
                </c:pt>
                <c:pt idx="91">
                  <c:v>4.0002326999999998</c:v>
                </c:pt>
                <c:pt idx="92">
                  <c:v>3.1803748999999999</c:v>
                </c:pt>
                <c:pt idx="93">
                  <c:v>2.9959381</c:v>
                </c:pt>
                <c:pt idx="94">
                  <c:v>6.1455530999999999</c:v>
                </c:pt>
                <c:pt idx="95">
                  <c:v>3.763957</c:v>
                </c:pt>
                <c:pt idx="96">
                  <c:v>3.6100194000000001</c:v>
                </c:pt>
                <c:pt idx="97">
                  <c:v>3.6272639999999998</c:v>
                </c:pt>
                <c:pt idx="98">
                  <c:v>8.5527391000000001</c:v>
                </c:pt>
                <c:pt idx="99">
                  <c:v>2.7713934999999998</c:v>
                </c:pt>
                <c:pt idx="100">
                  <c:v>6.6638764999999998</c:v>
                </c:pt>
                <c:pt idx="101">
                  <c:v>6.2115030000000004</c:v>
                </c:pt>
                <c:pt idx="102">
                  <c:v>13.452871999999999</c:v>
                </c:pt>
                <c:pt idx="103">
                  <c:v>5.1244063000000004</c:v>
                </c:pt>
                <c:pt idx="104">
                  <c:v>4.6533375000000001</c:v>
                </c:pt>
                <c:pt idx="105">
                  <c:v>7.0276627999999999</c:v>
                </c:pt>
                <c:pt idx="106">
                  <c:v>3.2903128000000001</c:v>
                </c:pt>
                <c:pt idx="107">
                  <c:v>2.0545232000000002</c:v>
                </c:pt>
                <c:pt idx="108">
                  <c:v>1.8561232999999999</c:v>
                </c:pt>
                <c:pt idx="109">
                  <c:v>3.2071450000000001</c:v>
                </c:pt>
                <c:pt idx="110">
                  <c:v>7.5897069000000004</c:v>
                </c:pt>
                <c:pt idx="111">
                  <c:v>7.2243504999999999</c:v>
                </c:pt>
                <c:pt idx="112">
                  <c:v>4.5562281999999996</c:v>
                </c:pt>
                <c:pt idx="113">
                  <c:v>2.4858359999999999</c:v>
                </c:pt>
                <c:pt idx="114">
                  <c:v>3.6516389999999999</c:v>
                </c:pt>
                <c:pt idx="115">
                  <c:v>2.5961447</c:v>
                </c:pt>
                <c:pt idx="116">
                  <c:v>2.4545145000000002</c:v>
                </c:pt>
                <c:pt idx="117">
                  <c:v>2.1009655</c:v>
                </c:pt>
                <c:pt idx="118">
                  <c:v>8.3693522999999992</c:v>
                </c:pt>
                <c:pt idx="119">
                  <c:v>3.7609880000000002</c:v>
                </c:pt>
                <c:pt idx="120">
                  <c:v>4.5758194999999997</c:v>
                </c:pt>
                <c:pt idx="121">
                  <c:v>3.1594985000000002</c:v>
                </c:pt>
                <c:pt idx="122">
                  <c:v>2.8448774999999999</c:v>
                </c:pt>
                <c:pt idx="123">
                  <c:v>14.343631999999999</c:v>
                </c:pt>
                <c:pt idx="124">
                  <c:v>5.1461114999999999</c:v>
                </c:pt>
                <c:pt idx="125">
                  <c:v>2.9791181</c:v>
                </c:pt>
                <c:pt idx="126">
                  <c:v>4.2368031000000004</c:v>
                </c:pt>
                <c:pt idx="127">
                  <c:v>2.1307478</c:v>
                </c:pt>
                <c:pt idx="128">
                  <c:v>27.632242000000002</c:v>
                </c:pt>
                <c:pt idx="129">
                  <c:v>3.6613486000000002</c:v>
                </c:pt>
                <c:pt idx="130">
                  <c:v>4.1971350000000003</c:v>
                </c:pt>
                <c:pt idx="131">
                  <c:v>4.9255176000000001</c:v>
                </c:pt>
                <c:pt idx="132">
                  <c:v>3.7419126</c:v>
                </c:pt>
                <c:pt idx="133">
                  <c:v>2.2099354</c:v>
                </c:pt>
                <c:pt idx="134">
                  <c:v>4.2215958000000002</c:v>
                </c:pt>
                <c:pt idx="135">
                  <c:v>3.3177302000000002</c:v>
                </c:pt>
                <c:pt idx="136">
                  <c:v>5.8639431000000002</c:v>
                </c:pt>
                <c:pt idx="137">
                  <c:v>5.3599129000000003</c:v>
                </c:pt>
                <c:pt idx="138">
                  <c:v>14.929721000000001</c:v>
                </c:pt>
                <c:pt idx="139">
                  <c:v>7.5922793999999998</c:v>
                </c:pt>
                <c:pt idx="140">
                  <c:v>5.3789549000000001</c:v>
                </c:pt>
                <c:pt idx="141">
                  <c:v>2.046726</c:v>
                </c:pt>
                <c:pt idx="142">
                  <c:v>2.1645346000000001</c:v>
                </c:pt>
                <c:pt idx="143">
                  <c:v>4.3047915000000003</c:v>
                </c:pt>
                <c:pt idx="144">
                  <c:v>6.1517223999999997</c:v>
                </c:pt>
                <c:pt idx="145">
                  <c:v>4.2998194999999999</c:v>
                </c:pt>
                <c:pt idx="146">
                  <c:v>36.477882000000001</c:v>
                </c:pt>
                <c:pt idx="147">
                  <c:v>4.3771119000000001</c:v>
                </c:pt>
                <c:pt idx="148">
                  <c:v>6.4467296999999997</c:v>
                </c:pt>
                <c:pt idx="149">
                  <c:v>3.2128136</c:v>
                </c:pt>
                <c:pt idx="150">
                  <c:v>4.9989672000000001</c:v>
                </c:pt>
                <c:pt idx="151">
                  <c:v>4.4441804999999999</c:v>
                </c:pt>
                <c:pt idx="152">
                  <c:v>5.5782976</c:v>
                </c:pt>
                <c:pt idx="153">
                  <c:v>3.9661982</c:v>
                </c:pt>
                <c:pt idx="154">
                  <c:v>9.8883428999999996</c:v>
                </c:pt>
                <c:pt idx="155">
                  <c:v>1.8628127999999999</c:v>
                </c:pt>
                <c:pt idx="156">
                  <c:v>6.7293630000000002</c:v>
                </c:pt>
                <c:pt idx="157">
                  <c:v>5.5223360000000001</c:v>
                </c:pt>
                <c:pt idx="158">
                  <c:v>3.8571521999999998</c:v>
                </c:pt>
                <c:pt idx="159">
                  <c:v>6.3993840000000004</c:v>
                </c:pt>
                <c:pt idx="160">
                  <c:v>8.3287802000000006</c:v>
                </c:pt>
                <c:pt idx="161">
                  <c:v>5.6902714000000003</c:v>
                </c:pt>
                <c:pt idx="162">
                  <c:v>4.6043577000000004</c:v>
                </c:pt>
                <c:pt idx="163">
                  <c:v>6.0082664000000001</c:v>
                </c:pt>
                <c:pt idx="164">
                  <c:v>4.3150820999999997</c:v>
                </c:pt>
                <c:pt idx="165">
                  <c:v>6.6376404999999998</c:v>
                </c:pt>
                <c:pt idx="166">
                  <c:v>5.6419801999999999</c:v>
                </c:pt>
                <c:pt idx="167">
                  <c:v>5.8833399000000002</c:v>
                </c:pt>
                <c:pt idx="168">
                  <c:v>6.0965686000000003</c:v>
                </c:pt>
                <c:pt idx="169">
                  <c:v>4.2639775000000002</c:v>
                </c:pt>
                <c:pt idx="170">
                  <c:v>4.7852062999999996</c:v>
                </c:pt>
                <c:pt idx="171">
                  <c:v>3.3031497000000001</c:v>
                </c:pt>
                <c:pt idx="172">
                  <c:v>2.0543463000000002</c:v>
                </c:pt>
                <c:pt idx="173">
                  <c:v>12.973523</c:v>
                </c:pt>
                <c:pt idx="174">
                  <c:v>2.0878508</c:v>
                </c:pt>
                <c:pt idx="175">
                  <c:v>8.9892778</c:v>
                </c:pt>
                <c:pt idx="176">
                  <c:v>8.1726016999999995</c:v>
                </c:pt>
                <c:pt idx="177">
                  <c:v>5.2811570000000003</c:v>
                </c:pt>
                <c:pt idx="178">
                  <c:v>7.0405015999999998</c:v>
                </c:pt>
                <c:pt idx="179">
                  <c:v>5.1041559999999997</c:v>
                </c:pt>
                <c:pt idx="180">
                  <c:v>7.5406461</c:v>
                </c:pt>
                <c:pt idx="181">
                  <c:v>5.1794523999999997</c:v>
                </c:pt>
                <c:pt idx="182">
                  <c:v>3.1615229</c:v>
                </c:pt>
                <c:pt idx="183">
                  <c:v>4.6373091000000004</c:v>
                </c:pt>
                <c:pt idx="184">
                  <c:v>5.7812104</c:v>
                </c:pt>
                <c:pt idx="185">
                  <c:v>5.0846786000000002</c:v>
                </c:pt>
                <c:pt idx="186">
                  <c:v>1.8505208</c:v>
                </c:pt>
                <c:pt idx="187">
                  <c:v>2.7533338000000001</c:v>
                </c:pt>
                <c:pt idx="188">
                  <c:v>2.3297701000000002</c:v>
                </c:pt>
                <c:pt idx="189">
                  <c:v>2.6358967</c:v>
                </c:pt>
                <c:pt idx="190">
                  <c:v>8.4173411999999992</c:v>
                </c:pt>
                <c:pt idx="191">
                  <c:v>4.1523313999999996</c:v>
                </c:pt>
                <c:pt idx="192">
                  <c:v>1.8359207</c:v>
                </c:pt>
                <c:pt idx="193">
                  <c:v>4.2281747000000003</c:v>
                </c:pt>
                <c:pt idx="194">
                  <c:v>3.8272103999999998</c:v>
                </c:pt>
                <c:pt idx="195">
                  <c:v>3.8575313000000002</c:v>
                </c:pt>
                <c:pt idx="196">
                  <c:v>3.5332447999999999</c:v>
                </c:pt>
                <c:pt idx="197">
                  <c:v>8.0073813999999999</c:v>
                </c:pt>
                <c:pt idx="198">
                  <c:v>14.668723999999999</c:v>
                </c:pt>
                <c:pt idx="199">
                  <c:v>2.8914626000000001</c:v>
                </c:pt>
                <c:pt idx="200">
                  <c:v>3.5018630000000002</c:v>
                </c:pt>
                <c:pt idx="201">
                  <c:v>5.6845350000000003</c:v>
                </c:pt>
                <c:pt idx="202">
                  <c:v>8.9785795000000004</c:v>
                </c:pt>
                <c:pt idx="203">
                  <c:v>2.6910777000000001</c:v>
                </c:pt>
                <c:pt idx="204">
                  <c:v>2.7568902999999998</c:v>
                </c:pt>
                <c:pt idx="205">
                  <c:v>10.351506000000001</c:v>
                </c:pt>
                <c:pt idx="206">
                  <c:v>1.8523921999999999</c:v>
                </c:pt>
                <c:pt idx="207">
                  <c:v>6.5602964999999998</c:v>
                </c:pt>
                <c:pt idx="208">
                  <c:v>1.7875916999999999</c:v>
                </c:pt>
                <c:pt idx="209">
                  <c:v>4.7202916000000004</c:v>
                </c:pt>
                <c:pt idx="210">
                  <c:v>2.9080324000000002</c:v>
                </c:pt>
                <c:pt idx="211">
                  <c:v>6.2429747999999998</c:v>
                </c:pt>
                <c:pt idx="212">
                  <c:v>20.257362000000001</c:v>
                </c:pt>
                <c:pt idx="213">
                  <c:v>10.674747</c:v>
                </c:pt>
                <c:pt idx="214">
                  <c:v>7.4726261999999997</c:v>
                </c:pt>
                <c:pt idx="215">
                  <c:v>1.6884406000000001</c:v>
                </c:pt>
                <c:pt idx="216">
                  <c:v>4.4499464</c:v>
                </c:pt>
                <c:pt idx="217">
                  <c:v>3.0970447000000001</c:v>
                </c:pt>
                <c:pt idx="218">
                  <c:v>4.3702493000000002</c:v>
                </c:pt>
                <c:pt idx="219">
                  <c:v>12.116247</c:v>
                </c:pt>
                <c:pt idx="220">
                  <c:v>5.7600904000000002</c:v>
                </c:pt>
                <c:pt idx="221">
                  <c:v>6.5644444999999996</c:v>
                </c:pt>
                <c:pt idx="222">
                  <c:v>4.5679740999999998</c:v>
                </c:pt>
                <c:pt idx="223">
                  <c:v>1.6432583000000001</c:v>
                </c:pt>
                <c:pt idx="224">
                  <c:v>7.7935553000000004</c:v>
                </c:pt>
                <c:pt idx="225">
                  <c:v>5.8328785999999999</c:v>
                </c:pt>
                <c:pt idx="226">
                  <c:v>8.5336227000000004</c:v>
                </c:pt>
                <c:pt idx="227">
                  <c:v>6.6957331</c:v>
                </c:pt>
                <c:pt idx="228">
                  <c:v>2.2330892000000002</c:v>
                </c:pt>
                <c:pt idx="229">
                  <c:v>4.7175326000000002</c:v>
                </c:pt>
                <c:pt idx="230">
                  <c:v>1.346071</c:v>
                </c:pt>
                <c:pt idx="231">
                  <c:v>5.5578580000000004</c:v>
                </c:pt>
                <c:pt idx="232">
                  <c:v>4.0683455000000004</c:v>
                </c:pt>
                <c:pt idx="233">
                  <c:v>4.2376636999999997</c:v>
                </c:pt>
                <c:pt idx="234">
                  <c:v>13.10263</c:v>
                </c:pt>
                <c:pt idx="235">
                  <c:v>4.2440600000000002</c:v>
                </c:pt>
                <c:pt idx="236">
                  <c:v>3.2132386999999998</c:v>
                </c:pt>
                <c:pt idx="237">
                  <c:v>11.606012</c:v>
                </c:pt>
                <c:pt idx="238">
                  <c:v>2.1016385999999998</c:v>
                </c:pt>
                <c:pt idx="239">
                  <c:v>6.3387117000000002</c:v>
                </c:pt>
                <c:pt idx="240">
                  <c:v>13.445237000000001</c:v>
                </c:pt>
                <c:pt idx="241">
                  <c:v>4.3402076000000003</c:v>
                </c:pt>
                <c:pt idx="242">
                  <c:v>5.4560876</c:v>
                </c:pt>
                <c:pt idx="243">
                  <c:v>8.0174017000000006</c:v>
                </c:pt>
                <c:pt idx="244">
                  <c:v>2.9397817000000002</c:v>
                </c:pt>
                <c:pt idx="245">
                  <c:v>4.5886779000000004</c:v>
                </c:pt>
                <c:pt idx="246">
                  <c:v>4.8108205999999996</c:v>
                </c:pt>
                <c:pt idx="247">
                  <c:v>3.1747334</c:v>
                </c:pt>
                <c:pt idx="248">
                  <c:v>6.9826335999999998</c:v>
                </c:pt>
                <c:pt idx="249">
                  <c:v>3.7606850000000001</c:v>
                </c:pt>
                <c:pt idx="250">
                  <c:v>4.1138864000000002</c:v>
                </c:pt>
                <c:pt idx="251">
                  <c:v>8.1878080000000004</c:v>
                </c:pt>
                <c:pt idx="252">
                  <c:v>7.3746986000000003</c:v>
                </c:pt>
                <c:pt idx="253">
                  <c:v>7.8898010000000003</c:v>
                </c:pt>
                <c:pt idx="254">
                  <c:v>5.0264382000000003</c:v>
                </c:pt>
                <c:pt idx="255">
                  <c:v>5.8408837</c:v>
                </c:pt>
                <c:pt idx="256">
                  <c:v>8.7048024999999996</c:v>
                </c:pt>
                <c:pt idx="257">
                  <c:v>2.4250989000000001</c:v>
                </c:pt>
                <c:pt idx="258">
                  <c:v>2.7070837000000001</c:v>
                </c:pt>
                <c:pt idx="259">
                  <c:v>9.8972025000000006</c:v>
                </c:pt>
                <c:pt idx="260">
                  <c:v>4.1544651999999997</c:v>
                </c:pt>
                <c:pt idx="261">
                  <c:v>10.792967000000001</c:v>
                </c:pt>
                <c:pt idx="262">
                  <c:v>1.7365809999999999</c:v>
                </c:pt>
                <c:pt idx="263">
                  <c:v>14.60806</c:v>
                </c:pt>
                <c:pt idx="264">
                  <c:v>3.4607052999999999</c:v>
                </c:pt>
                <c:pt idx="265">
                  <c:v>10.072253</c:v>
                </c:pt>
                <c:pt idx="266">
                  <c:v>1.7676985999999999</c:v>
                </c:pt>
                <c:pt idx="267">
                  <c:v>1.7229258999999999</c:v>
                </c:pt>
                <c:pt idx="268">
                  <c:v>2.3923681000000001</c:v>
                </c:pt>
                <c:pt idx="269">
                  <c:v>7.2459841000000003</c:v>
                </c:pt>
                <c:pt idx="270">
                  <c:v>3.3713829999999998</c:v>
                </c:pt>
                <c:pt idx="271">
                  <c:v>8.5088176999999998</c:v>
                </c:pt>
                <c:pt idx="272">
                  <c:v>3.5309113999999999</c:v>
                </c:pt>
                <c:pt idx="273">
                  <c:v>7.2785453999999996</c:v>
                </c:pt>
                <c:pt idx="274">
                  <c:v>5.7736897000000003</c:v>
                </c:pt>
                <c:pt idx="275">
                  <c:v>3.8133667</c:v>
                </c:pt>
                <c:pt idx="276">
                  <c:v>6.5978937000000002</c:v>
                </c:pt>
                <c:pt idx="277">
                  <c:v>9.7608461000000002</c:v>
                </c:pt>
                <c:pt idx="278">
                  <c:v>5.1576018000000001</c:v>
                </c:pt>
                <c:pt idx="279">
                  <c:v>7.2166281000000003</c:v>
                </c:pt>
                <c:pt idx="280">
                  <c:v>3.7381232</c:v>
                </c:pt>
                <c:pt idx="281">
                  <c:v>10.021361000000001</c:v>
                </c:pt>
                <c:pt idx="282">
                  <c:v>9.5781384000000003</c:v>
                </c:pt>
                <c:pt idx="283">
                  <c:v>6.1278762999999996</c:v>
                </c:pt>
                <c:pt idx="284">
                  <c:v>27.158950999999998</c:v>
                </c:pt>
                <c:pt idx="285">
                  <c:v>21.163613999999999</c:v>
                </c:pt>
                <c:pt idx="286">
                  <c:v>9.2837180999999998</c:v>
                </c:pt>
                <c:pt idx="287">
                  <c:v>3.6840259999999998</c:v>
                </c:pt>
                <c:pt idx="288">
                  <c:v>6.2417159</c:v>
                </c:pt>
                <c:pt idx="289">
                  <c:v>3.7499937999999999</c:v>
                </c:pt>
                <c:pt idx="290">
                  <c:v>5.1360954999999997</c:v>
                </c:pt>
                <c:pt idx="291">
                  <c:v>20.142741999999998</c:v>
                </c:pt>
                <c:pt idx="292">
                  <c:v>3.1607940000000001</c:v>
                </c:pt>
                <c:pt idx="293">
                  <c:v>5.1568918000000004</c:v>
                </c:pt>
                <c:pt idx="294">
                  <c:v>6.1656737000000001</c:v>
                </c:pt>
                <c:pt idx="295">
                  <c:v>3.0116081000000001</c:v>
                </c:pt>
                <c:pt idx="296">
                  <c:v>4.8714952</c:v>
                </c:pt>
                <c:pt idx="297">
                  <c:v>2.3503954</c:v>
                </c:pt>
                <c:pt idx="298">
                  <c:v>2.9181178000000001</c:v>
                </c:pt>
                <c:pt idx="299">
                  <c:v>7.1806010999999996</c:v>
                </c:pt>
                <c:pt idx="300">
                  <c:v>4.7116984999999998</c:v>
                </c:pt>
                <c:pt idx="301">
                  <c:v>7.6737270000000004</c:v>
                </c:pt>
                <c:pt idx="302">
                  <c:v>9.5446501000000001</c:v>
                </c:pt>
                <c:pt idx="303">
                  <c:v>15.013785</c:v>
                </c:pt>
                <c:pt idx="304">
                  <c:v>4.5188227000000003</c:v>
                </c:pt>
                <c:pt idx="305">
                  <c:v>23.247004</c:v>
                </c:pt>
                <c:pt idx="306">
                  <c:v>3.6437020000000002</c:v>
                </c:pt>
                <c:pt idx="307">
                  <c:v>4.7963165999999999</c:v>
                </c:pt>
                <c:pt idx="308">
                  <c:v>5.5966829999999996</c:v>
                </c:pt>
                <c:pt idx="309">
                  <c:v>6.4369573999999998</c:v>
                </c:pt>
                <c:pt idx="310">
                  <c:v>3.5303122999999998</c:v>
                </c:pt>
                <c:pt idx="311">
                  <c:v>2.7147356999999999</c:v>
                </c:pt>
                <c:pt idx="312">
                  <c:v>5.0166392000000002</c:v>
                </c:pt>
                <c:pt idx="313">
                  <c:v>3.7419307000000002</c:v>
                </c:pt>
                <c:pt idx="314">
                  <c:v>6.3315511000000004</c:v>
                </c:pt>
                <c:pt idx="315">
                  <c:v>4.0205301999999996</c:v>
                </c:pt>
                <c:pt idx="316">
                  <c:v>4.0640593000000003</c:v>
                </c:pt>
                <c:pt idx="317">
                  <c:v>18.690574999999999</c:v>
                </c:pt>
                <c:pt idx="318">
                  <c:v>4.0750685000000004</c:v>
                </c:pt>
                <c:pt idx="319">
                  <c:v>6.0530480999999998</c:v>
                </c:pt>
                <c:pt idx="320">
                  <c:v>4.0914697999999996</c:v>
                </c:pt>
                <c:pt idx="321">
                  <c:v>5.5309252999999998</c:v>
                </c:pt>
                <c:pt idx="322">
                  <c:v>5.0080613999999999</c:v>
                </c:pt>
                <c:pt idx="323">
                  <c:v>4.6992501999999998</c:v>
                </c:pt>
                <c:pt idx="324">
                  <c:v>8.2054548</c:v>
                </c:pt>
                <c:pt idx="325">
                  <c:v>4.5976318999999997</c:v>
                </c:pt>
                <c:pt idx="326">
                  <c:v>3.2154522000000001</c:v>
                </c:pt>
                <c:pt idx="327">
                  <c:v>9.4593858999999991</c:v>
                </c:pt>
                <c:pt idx="328">
                  <c:v>3.3749826000000001</c:v>
                </c:pt>
                <c:pt idx="329">
                  <c:v>3.5816401999999998</c:v>
                </c:pt>
                <c:pt idx="330">
                  <c:v>5.7861662000000003</c:v>
                </c:pt>
                <c:pt idx="331">
                  <c:v>3.4589846</c:v>
                </c:pt>
                <c:pt idx="332">
                  <c:v>8.5422601999999994</c:v>
                </c:pt>
                <c:pt idx="333">
                  <c:v>6.0739812999999998</c:v>
                </c:pt>
                <c:pt idx="334">
                  <c:v>3.7007682000000002</c:v>
                </c:pt>
                <c:pt idx="335">
                  <c:v>7.1293144000000002</c:v>
                </c:pt>
                <c:pt idx="336">
                  <c:v>1.8797311999999999</c:v>
                </c:pt>
                <c:pt idx="337">
                  <c:v>6.6485949</c:v>
                </c:pt>
                <c:pt idx="338">
                  <c:v>4.5168157000000004</c:v>
                </c:pt>
                <c:pt idx="339">
                  <c:v>2.8114697999999998</c:v>
                </c:pt>
                <c:pt idx="340">
                  <c:v>5.1573491000000002</c:v>
                </c:pt>
                <c:pt idx="341">
                  <c:v>7.119669</c:v>
                </c:pt>
                <c:pt idx="342">
                  <c:v>2.7092018000000002</c:v>
                </c:pt>
                <c:pt idx="343">
                  <c:v>14.064996000000001</c:v>
                </c:pt>
                <c:pt idx="344">
                  <c:v>5.0318747000000004</c:v>
                </c:pt>
                <c:pt idx="345">
                  <c:v>6.1238340999999998</c:v>
                </c:pt>
                <c:pt idx="346">
                  <c:v>7.1958207999999999</c:v>
                </c:pt>
                <c:pt idx="347">
                  <c:v>3.9217689</c:v>
                </c:pt>
                <c:pt idx="348">
                  <c:v>3.3592290999999999</c:v>
                </c:pt>
                <c:pt idx="349">
                  <c:v>4.1140803999999997</c:v>
                </c:pt>
                <c:pt idx="350">
                  <c:v>2.6079178000000001</c:v>
                </c:pt>
                <c:pt idx="351">
                  <c:v>8.1401214999999993</c:v>
                </c:pt>
                <c:pt idx="352">
                  <c:v>6.0648211999999999</c:v>
                </c:pt>
                <c:pt idx="353">
                  <c:v>2.2764660999999999</c:v>
                </c:pt>
                <c:pt idx="354">
                  <c:v>2.9453580000000001</c:v>
                </c:pt>
                <c:pt idx="355">
                  <c:v>5.3098478</c:v>
                </c:pt>
                <c:pt idx="356">
                  <c:v>4.2800096999999999</c:v>
                </c:pt>
                <c:pt idx="357">
                  <c:v>10.497926</c:v>
                </c:pt>
                <c:pt idx="358">
                  <c:v>8.7964382000000008</c:v>
                </c:pt>
                <c:pt idx="359">
                  <c:v>3.4014158000000001</c:v>
                </c:pt>
                <c:pt idx="360">
                  <c:v>6.0856566000000001</c:v>
                </c:pt>
                <c:pt idx="361">
                  <c:v>7.6454968000000001</c:v>
                </c:pt>
                <c:pt idx="362">
                  <c:v>4.0241984999999998</c:v>
                </c:pt>
                <c:pt idx="363">
                  <c:v>3.0563246999999998</c:v>
                </c:pt>
                <c:pt idx="364">
                  <c:v>3.1409197</c:v>
                </c:pt>
                <c:pt idx="365">
                  <c:v>4.9298476999999998</c:v>
                </c:pt>
                <c:pt idx="366">
                  <c:v>3.3321195000000001</c:v>
                </c:pt>
                <c:pt idx="367">
                  <c:v>3.5094128000000002</c:v>
                </c:pt>
                <c:pt idx="368">
                  <c:v>19.794104000000001</c:v>
                </c:pt>
                <c:pt idx="369">
                  <c:v>10.452874</c:v>
                </c:pt>
                <c:pt idx="370">
                  <c:v>5.3395605000000002</c:v>
                </c:pt>
                <c:pt idx="371">
                  <c:v>4.6895918999999999</c:v>
                </c:pt>
                <c:pt idx="372">
                  <c:v>8.3341989999999999</c:v>
                </c:pt>
                <c:pt idx="373">
                  <c:v>13.039255000000001</c:v>
                </c:pt>
                <c:pt idx="374">
                  <c:v>3.0876393000000002</c:v>
                </c:pt>
                <c:pt idx="375">
                  <c:v>4.8732699999999998</c:v>
                </c:pt>
                <c:pt idx="376">
                  <c:v>4.7652149000000001</c:v>
                </c:pt>
                <c:pt idx="377">
                  <c:v>4.2567462999999996</c:v>
                </c:pt>
                <c:pt idx="378">
                  <c:v>9.8648890999999992</c:v>
                </c:pt>
                <c:pt idx="379">
                  <c:v>5.7397089000000001</c:v>
                </c:pt>
                <c:pt idx="380">
                  <c:v>5.2211514000000001</c:v>
                </c:pt>
                <c:pt idx="381">
                  <c:v>5.6858778000000001</c:v>
                </c:pt>
                <c:pt idx="382">
                  <c:v>3.3656134999999998</c:v>
                </c:pt>
                <c:pt idx="383">
                  <c:v>7.8476600999999997</c:v>
                </c:pt>
                <c:pt idx="384">
                  <c:v>5.0687541999999999</c:v>
                </c:pt>
                <c:pt idx="385">
                  <c:v>3.1833344000000001</c:v>
                </c:pt>
                <c:pt idx="386">
                  <c:v>5.4246359000000002</c:v>
                </c:pt>
                <c:pt idx="387">
                  <c:v>16.702759</c:v>
                </c:pt>
                <c:pt idx="388">
                  <c:v>3.7601515999999999</c:v>
                </c:pt>
                <c:pt idx="389">
                  <c:v>4.3146348000000003</c:v>
                </c:pt>
                <c:pt idx="390">
                  <c:v>4.3899102000000001</c:v>
                </c:pt>
                <c:pt idx="391">
                  <c:v>7.7243475999999998</c:v>
                </c:pt>
                <c:pt idx="392">
                  <c:v>8.9114933000000001</c:v>
                </c:pt>
                <c:pt idx="393">
                  <c:v>3.0137698999999998</c:v>
                </c:pt>
                <c:pt idx="394">
                  <c:v>2.2132640000000001</c:v>
                </c:pt>
                <c:pt idx="395">
                  <c:v>15.731335</c:v>
                </c:pt>
                <c:pt idx="396">
                  <c:v>4.3147096999999999</c:v>
                </c:pt>
                <c:pt idx="397">
                  <c:v>9.3039865000000006</c:v>
                </c:pt>
                <c:pt idx="398">
                  <c:v>14.097720000000001</c:v>
                </c:pt>
                <c:pt idx="399">
                  <c:v>3.1252667999999999</c:v>
                </c:pt>
                <c:pt idx="400">
                  <c:v>2.1438348</c:v>
                </c:pt>
                <c:pt idx="401">
                  <c:v>5.4876298999999999</c:v>
                </c:pt>
                <c:pt idx="402">
                  <c:v>10.617122</c:v>
                </c:pt>
                <c:pt idx="403">
                  <c:v>3.6043763000000002</c:v>
                </c:pt>
                <c:pt idx="404">
                  <c:v>7.6455859999999998</c:v>
                </c:pt>
                <c:pt idx="405">
                  <c:v>6.7651329000000002</c:v>
                </c:pt>
                <c:pt idx="406">
                  <c:v>5.6541304999999999</c:v>
                </c:pt>
                <c:pt idx="407">
                  <c:v>4.9204983999999996</c:v>
                </c:pt>
                <c:pt idx="408">
                  <c:v>3.1959205000000002</c:v>
                </c:pt>
                <c:pt idx="409">
                  <c:v>2.0629591999999999</c:v>
                </c:pt>
                <c:pt idx="410">
                  <c:v>3.7171357</c:v>
                </c:pt>
                <c:pt idx="411">
                  <c:v>11.098741</c:v>
                </c:pt>
                <c:pt idx="412">
                  <c:v>5.5614843</c:v>
                </c:pt>
                <c:pt idx="413">
                  <c:v>3.9542000000000002</c:v>
                </c:pt>
                <c:pt idx="414">
                  <c:v>3.6872406</c:v>
                </c:pt>
                <c:pt idx="415">
                  <c:v>14.908856</c:v>
                </c:pt>
                <c:pt idx="416">
                  <c:v>5.8698496999999996</c:v>
                </c:pt>
                <c:pt idx="417">
                  <c:v>9.7160186999999993</c:v>
                </c:pt>
                <c:pt idx="418">
                  <c:v>5.9995336999999997</c:v>
                </c:pt>
                <c:pt idx="419">
                  <c:v>3.8323159000000002</c:v>
                </c:pt>
                <c:pt idx="420">
                  <c:v>5.6574273000000002</c:v>
                </c:pt>
                <c:pt idx="421">
                  <c:v>6.3189191999999998</c:v>
                </c:pt>
                <c:pt idx="422">
                  <c:v>16.336199000000001</c:v>
                </c:pt>
                <c:pt idx="423">
                  <c:v>4.3521419000000003</c:v>
                </c:pt>
                <c:pt idx="424">
                  <c:v>4.2028327000000001</c:v>
                </c:pt>
                <c:pt idx="425">
                  <c:v>5.827394</c:v>
                </c:pt>
                <c:pt idx="426">
                  <c:v>4.4609307999999999</c:v>
                </c:pt>
                <c:pt idx="427">
                  <c:v>4.9865427000000002</c:v>
                </c:pt>
                <c:pt idx="428">
                  <c:v>3.1097684000000001</c:v>
                </c:pt>
                <c:pt idx="429">
                  <c:v>2.1347713000000001</c:v>
                </c:pt>
                <c:pt idx="430">
                  <c:v>21.239695000000001</c:v>
                </c:pt>
                <c:pt idx="431">
                  <c:v>2.2652307</c:v>
                </c:pt>
                <c:pt idx="432">
                  <c:v>25.033553999999999</c:v>
                </c:pt>
                <c:pt idx="433">
                  <c:v>4.5202875000000002</c:v>
                </c:pt>
                <c:pt idx="434">
                  <c:v>12.084085999999999</c:v>
                </c:pt>
                <c:pt idx="435">
                  <c:v>6.3375978000000002</c:v>
                </c:pt>
                <c:pt idx="436">
                  <c:v>4.9032425999999996</c:v>
                </c:pt>
                <c:pt idx="437">
                  <c:v>33.116928000000001</c:v>
                </c:pt>
                <c:pt idx="438">
                  <c:v>4.3601521999999999</c:v>
                </c:pt>
                <c:pt idx="439">
                  <c:v>4.1793933000000001</c:v>
                </c:pt>
                <c:pt idx="440">
                  <c:v>10.116467999999999</c:v>
                </c:pt>
                <c:pt idx="441">
                  <c:v>4.5161762000000003</c:v>
                </c:pt>
                <c:pt idx="442">
                  <c:v>6.4112387000000002</c:v>
                </c:pt>
                <c:pt idx="443">
                  <c:v>18.595896</c:v>
                </c:pt>
                <c:pt idx="444">
                  <c:v>3.9157424000000001</c:v>
                </c:pt>
                <c:pt idx="445">
                  <c:v>2.6983921999999998</c:v>
                </c:pt>
                <c:pt idx="446">
                  <c:v>1.3816976999999999</c:v>
                </c:pt>
                <c:pt idx="447">
                  <c:v>12.763434</c:v>
                </c:pt>
                <c:pt idx="448">
                  <c:v>7.2564373</c:v>
                </c:pt>
                <c:pt idx="449">
                  <c:v>4.2821654999999996</c:v>
                </c:pt>
                <c:pt idx="450">
                  <c:v>7.9483328000000002</c:v>
                </c:pt>
                <c:pt idx="451">
                  <c:v>7.3527956000000003</c:v>
                </c:pt>
                <c:pt idx="452">
                  <c:v>2.2001561999999999</c:v>
                </c:pt>
                <c:pt idx="453">
                  <c:v>13.897126999999999</c:v>
                </c:pt>
                <c:pt idx="454">
                  <c:v>11.186931</c:v>
                </c:pt>
                <c:pt idx="455">
                  <c:v>3.2509304999999999</c:v>
                </c:pt>
                <c:pt idx="456">
                  <c:v>3.7199787999999998</c:v>
                </c:pt>
                <c:pt idx="457">
                  <c:v>7.6429853000000003</c:v>
                </c:pt>
                <c:pt idx="458">
                  <c:v>4.7605947999999998</c:v>
                </c:pt>
                <c:pt idx="459">
                  <c:v>11.640731000000001</c:v>
                </c:pt>
                <c:pt idx="460">
                  <c:v>5.9194760000000004</c:v>
                </c:pt>
                <c:pt idx="461">
                  <c:v>11.43111</c:v>
                </c:pt>
                <c:pt idx="462">
                  <c:v>5.1736088000000002</c:v>
                </c:pt>
                <c:pt idx="463">
                  <c:v>4.8773331999999998</c:v>
                </c:pt>
                <c:pt idx="464">
                  <c:v>3.4533064000000002</c:v>
                </c:pt>
                <c:pt idx="465">
                  <c:v>5.7250562</c:v>
                </c:pt>
                <c:pt idx="466">
                  <c:v>7.1223802999999997</c:v>
                </c:pt>
                <c:pt idx="467">
                  <c:v>6.5142936999999996</c:v>
                </c:pt>
                <c:pt idx="468">
                  <c:v>5.2175865000000003</c:v>
                </c:pt>
                <c:pt idx="469">
                  <c:v>10.896926000000001</c:v>
                </c:pt>
                <c:pt idx="470">
                  <c:v>13.350467999999999</c:v>
                </c:pt>
                <c:pt idx="471">
                  <c:v>14.325194</c:v>
                </c:pt>
                <c:pt idx="472">
                  <c:v>3.2666116000000001</c:v>
                </c:pt>
                <c:pt idx="473">
                  <c:v>5.4181023000000001</c:v>
                </c:pt>
                <c:pt idx="474">
                  <c:v>4.4165568000000004</c:v>
                </c:pt>
                <c:pt idx="475">
                  <c:v>9.5504475000000006</c:v>
                </c:pt>
                <c:pt idx="476">
                  <c:v>5.0610360999999999</c:v>
                </c:pt>
                <c:pt idx="477">
                  <c:v>2.6083628999999999</c:v>
                </c:pt>
                <c:pt idx="478">
                  <c:v>5.8328747999999999</c:v>
                </c:pt>
                <c:pt idx="479">
                  <c:v>3.0670012999999998</c:v>
                </c:pt>
                <c:pt idx="480">
                  <c:v>4.593699</c:v>
                </c:pt>
                <c:pt idx="481">
                  <c:v>4.1126646999999998</c:v>
                </c:pt>
                <c:pt idx="482">
                  <c:v>13.677046000000001</c:v>
                </c:pt>
                <c:pt idx="483">
                  <c:v>7.4876250999999998</c:v>
                </c:pt>
                <c:pt idx="484">
                  <c:v>5.9767346000000003</c:v>
                </c:pt>
                <c:pt idx="485">
                  <c:v>4.0885714999999996</c:v>
                </c:pt>
                <c:pt idx="486">
                  <c:v>5.7522954999999998</c:v>
                </c:pt>
                <c:pt idx="487">
                  <c:v>23.652473000000001</c:v>
                </c:pt>
                <c:pt idx="488">
                  <c:v>3.4117753999999998</c:v>
                </c:pt>
                <c:pt idx="489">
                  <c:v>5.5178146000000003</c:v>
                </c:pt>
                <c:pt idx="490">
                  <c:v>5.3291287000000001</c:v>
                </c:pt>
                <c:pt idx="491">
                  <c:v>5.4411573000000004</c:v>
                </c:pt>
                <c:pt idx="492">
                  <c:v>12.86495</c:v>
                </c:pt>
                <c:pt idx="493">
                  <c:v>5.1683105999999999</c:v>
                </c:pt>
                <c:pt idx="494">
                  <c:v>8.9489651000000006</c:v>
                </c:pt>
                <c:pt idx="495">
                  <c:v>3.6779424999999999</c:v>
                </c:pt>
                <c:pt idx="496">
                  <c:v>5.8302683999999996</c:v>
                </c:pt>
                <c:pt idx="497">
                  <c:v>6.8264975999999997</c:v>
                </c:pt>
                <c:pt idx="498">
                  <c:v>6.5455861000000004</c:v>
                </c:pt>
                <c:pt idx="499">
                  <c:v>8.6719150999999997</c:v>
                </c:pt>
                <c:pt idx="500">
                  <c:v>2.7586439</c:v>
                </c:pt>
                <c:pt idx="501">
                  <c:v>18.653946000000001</c:v>
                </c:pt>
                <c:pt idx="502">
                  <c:v>8.4604911999999999</c:v>
                </c:pt>
                <c:pt idx="503">
                  <c:v>14.159825</c:v>
                </c:pt>
                <c:pt idx="504">
                  <c:v>2.8814237</c:v>
                </c:pt>
                <c:pt idx="505">
                  <c:v>7.3180598999999997</c:v>
                </c:pt>
                <c:pt idx="506">
                  <c:v>6.7841401000000001</c:v>
                </c:pt>
                <c:pt idx="507">
                  <c:v>6.7839966</c:v>
                </c:pt>
                <c:pt idx="508">
                  <c:v>5.8268656999999999</c:v>
                </c:pt>
                <c:pt idx="509">
                  <c:v>36.707489000000002</c:v>
                </c:pt>
                <c:pt idx="510">
                  <c:v>5.6313000000000004</c:v>
                </c:pt>
                <c:pt idx="511">
                  <c:v>9.3281983999999998</c:v>
                </c:pt>
                <c:pt idx="512">
                  <c:v>4.7576466000000002</c:v>
                </c:pt>
                <c:pt idx="513">
                  <c:v>3.4799809000000002</c:v>
                </c:pt>
                <c:pt idx="514">
                  <c:v>11.929653</c:v>
                </c:pt>
                <c:pt idx="515">
                  <c:v>5.4169897999999996</c:v>
                </c:pt>
                <c:pt idx="516">
                  <c:v>7.4241280999999999</c:v>
                </c:pt>
                <c:pt idx="517">
                  <c:v>14.047748</c:v>
                </c:pt>
                <c:pt idx="518">
                  <c:v>2.5133078000000002</c:v>
                </c:pt>
                <c:pt idx="519">
                  <c:v>3.9237924</c:v>
                </c:pt>
                <c:pt idx="520">
                  <c:v>7.0403665999999996</c:v>
                </c:pt>
                <c:pt idx="521">
                  <c:v>5.2441354000000002</c:v>
                </c:pt>
                <c:pt idx="522">
                  <c:v>8.6101971000000006</c:v>
                </c:pt>
                <c:pt idx="523">
                  <c:v>7.8222880000000004</c:v>
                </c:pt>
                <c:pt idx="524">
                  <c:v>6.2232890000000003</c:v>
                </c:pt>
                <c:pt idx="525">
                  <c:v>8.6421031999999993</c:v>
                </c:pt>
                <c:pt idx="526">
                  <c:v>8.9184503999999993</c:v>
                </c:pt>
                <c:pt idx="527">
                  <c:v>3.6849563000000001</c:v>
                </c:pt>
                <c:pt idx="528">
                  <c:v>10.642795</c:v>
                </c:pt>
                <c:pt idx="529">
                  <c:v>6.2247405000000002</c:v>
                </c:pt>
                <c:pt idx="530">
                  <c:v>5.0351238</c:v>
                </c:pt>
                <c:pt idx="531">
                  <c:v>9.7330588999999996</c:v>
                </c:pt>
                <c:pt idx="532">
                  <c:v>7.0848345999999998</c:v>
                </c:pt>
                <c:pt idx="533">
                  <c:v>4.2067385000000002</c:v>
                </c:pt>
                <c:pt idx="534">
                  <c:v>9.3652735000000007</c:v>
                </c:pt>
                <c:pt idx="535">
                  <c:v>5.1745076000000001</c:v>
                </c:pt>
                <c:pt idx="536">
                  <c:v>2.8875594000000002</c:v>
                </c:pt>
                <c:pt idx="537">
                  <c:v>5.3097295999999998</c:v>
                </c:pt>
                <c:pt idx="538">
                  <c:v>7.3941454999999996</c:v>
                </c:pt>
                <c:pt idx="539">
                  <c:v>7.9551892000000004</c:v>
                </c:pt>
                <c:pt idx="540">
                  <c:v>20.468720999999999</c:v>
                </c:pt>
                <c:pt idx="541">
                  <c:v>14.433408</c:v>
                </c:pt>
                <c:pt idx="542">
                  <c:v>4.4364543000000003</c:v>
                </c:pt>
                <c:pt idx="543">
                  <c:v>4.5676436000000002</c:v>
                </c:pt>
                <c:pt idx="544">
                  <c:v>5.1434021000000003</c:v>
                </c:pt>
                <c:pt idx="545">
                  <c:v>11.58799</c:v>
                </c:pt>
                <c:pt idx="546">
                  <c:v>5.1261606000000004</c:v>
                </c:pt>
                <c:pt idx="547">
                  <c:v>7.5679622000000002</c:v>
                </c:pt>
                <c:pt idx="548">
                  <c:v>3.5016623</c:v>
                </c:pt>
                <c:pt idx="549">
                  <c:v>9.4434509000000002</c:v>
                </c:pt>
                <c:pt idx="550">
                  <c:v>11.623571999999999</c:v>
                </c:pt>
                <c:pt idx="551">
                  <c:v>4.2984857999999999</c:v>
                </c:pt>
                <c:pt idx="552">
                  <c:v>4.6451076999999996</c:v>
                </c:pt>
                <c:pt idx="553">
                  <c:v>15.951231</c:v>
                </c:pt>
                <c:pt idx="554">
                  <c:v>6.2112502999999997</c:v>
                </c:pt>
                <c:pt idx="555">
                  <c:v>2.4701792999999999</c:v>
                </c:pt>
                <c:pt idx="556">
                  <c:v>5.4093980999999998</c:v>
                </c:pt>
                <c:pt idx="557">
                  <c:v>3.0879799999999999</c:v>
                </c:pt>
                <c:pt idx="558">
                  <c:v>8.4972343000000006</c:v>
                </c:pt>
                <c:pt idx="559">
                  <c:v>6.4028381999999997</c:v>
                </c:pt>
                <c:pt idx="560">
                  <c:v>20.409745999999998</c:v>
                </c:pt>
                <c:pt idx="561">
                  <c:v>4.4805583999999996</c:v>
                </c:pt>
                <c:pt idx="562">
                  <c:v>6.2428751</c:v>
                </c:pt>
                <c:pt idx="563">
                  <c:v>2.9913023000000001</c:v>
                </c:pt>
                <c:pt idx="564">
                  <c:v>9.6939715999999994</c:v>
                </c:pt>
                <c:pt idx="565">
                  <c:v>6.9322809999999997</c:v>
                </c:pt>
                <c:pt idx="566">
                  <c:v>5.6201901000000003</c:v>
                </c:pt>
                <c:pt idx="567">
                  <c:v>3.7304859000000001</c:v>
                </c:pt>
                <c:pt idx="568">
                  <c:v>5.5832682</c:v>
                </c:pt>
                <c:pt idx="569">
                  <c:v>13.459417999999999</c:v>
                </c:pt>
                <c:pt idx="570">
                  <c:v>4.2920055000000001</c:v>
                </c:pt>
                <c:pt idx="571">
                  <c:v>9.3424969000000004</c:v>
                </c:pt>
                <c:pt idx="572">
                  <c:v>14.019026</c:v>
                </c:pt>
                <c:pt idx="573">
                  <c:v>7.7227072999999997</c:v>
                </c:pt>
                <c:pt idx="574">
                  <c:v>5.8389734999999998</c:v>
                </c:pt>
                <c:pt idx="575">
                  <c:v>18.844024999999998</c:v>
                </c:pt>
                <c:pt idx="576">
                  <c:v>4.0379151999999996</c:v>
                </c:pt>
                <c:pt idx="577">
                  <c:v>7.0166230000000001</c:v>
                </c:pt>
                <c:pt idx="578">
                  <c:v>9.1998719999999992</c:v>
                </c:pt>
                <c:pt idx="579">
                  <c:v>8.9604958999999997</c:v>
                </c:pt>
                <c:pt idx="580">
                  <c:v>6.2556890999999997</c:v>
                </c:pt>
                <c:pt idx="581">
                  <c:v>4.2475176000000001</c:v>
                </c:pt>
                <c:pt idx="582">
                  <c:v>17.495850000000001</c:v>
                </c:pt>
                <c:pt idx="583">
                  <c:v>8.2645531000000005</c:v>
                </c:pt>
                <c:pt idx="584">
                  <c:v>31.893792999999999</c:v>
                </c:pt>
                <c:pt idx="585">
                  <c:v>3.1525121</c:v>
                </c:pt>
                <c:pt idx="586">
                  <c:v>5.0688719999999998</c:v>
                </c:pt>
                <c:pt idx="587">
                  <c:v>6.7312330999999999</c:v>
                </c:pt>
                <c:pt idx="588">
                  <c:v>3.9272387000000002</c:v>
                </c:pt>
                <c:pt idx="589">
                  <c:v>4.5932902999999996</c:v>
                </c:pt>
                <c:pt idx="590">
                  <c:v>12.699437</c:v>
                </c:pt>
                <c:pt idx="591">
                  <c:v>4.5872760000000001</c:v>
                </c:pt>
                <c:pt idx="592">
                  <c:v>5.4754863</c:v>
                </c:pt>
                <c:pt idx="593">
                  <c:v>6.5462718000000004</c:v>
                </c:pt>
                <c:pt idx="594">
                  <c:v>2.8684683</c:v>
                </c:pt>
                <c:pt idx="595">
                  <c:v>5.8752798999999998</c:v>
                </c:pt>
                <c:pt idx="596">
                  <c:v>10.096105</c:v>
                </c:pt>
                <c:pt idx="597">
                  <c:v>6.4959635999999996</c:v>
                </c:pt>
                <c:pt idx="598">
                  <c:v>3.5137136</c:v>
                </c:pt>
                <c:pt idx="599">
                  <c:v>6.6028447000000003</c:v>
                </c:pt>
                <c:pt idx="600">
                  <c:v>9.0509395999999995</c:v>
                </c:pt>
                <c:pt idx="601">
                  <c:v>5.8835039</c:v>
                </c:pt>
                <c:pt idx="602">
                  <c:v>8.6616973999999995</c:v>
                </c:pt>
                <c:pt idx="603">
                  <c:v>8.2869185999999999</c:v>
                </c:pt>
                <c:pt idx="604">
                  <c:v>7.1677027000000004</c:v>
                </c:pt>
                <c:pt idx="605">
                  <c:v>7.9837069999999999</c:v>
                </c:pt>
                <c:pt idx="606">
                  <c:v>3.1312696999999998</c:v>
                </c:pt>
                <c:pt idx="607">
                  <c:v>20.588211000000001</c:v>
                </c:pt>
                <c:pt idx="608">
                  <c:v>5.1639771000000003</c:v>
                </c:pt>
                <c:pt idx="609">
                  <c:v>5.1140194000000001</c:v>
                </c:pt>
                <c:pt idx="610">
                  <c:v>10.543723</c:v>
                </c:pt>
                <c:pt idx="611">
                  <c:v>9.6529255000000003</c:v>
                </c:pt>
                <c:pt idx="612">
                  <c:v>6.1302003999999997</c:v>
                </c:pt>
                <c:pt idx="613">
                  <c:v>6.1181760000000001</c:v>
                </c:pt>
                <c:pt idx="614">
                  <c:v>28.001380999999999</c:v>
                </c:pt>
                <c:pt idx="615">
                  <c:v>10.910876999999999</c:v>
                </c:pt>
                <c:pt idx="616">
                  <c:v>10.222199</c:v>
                </c:pt>
                <c:pt idx="617">
                  <c:v>5.6664504999999998</c:v>
                </c:pt>
                <c:pt idx="618">
                  <c:v>17.623380999999998</c:v>
                </c:pt>
                <c:pt idx="619">
                  <c:v>12.322879</c:v>
                </c:pt>
                <c:pt idx="620">
                  <c:v>9.5024853</c:v>
                </c:pt>
                <c:pt idx="621">
                  <c:v>4.7720102999999998</c:v>
                </c:pt>
                <c:pt idx="622">
                  <c:v>6.7531691</c:v>
                </c:pt>
                <c:pt idx="623">
                  <c:v>9.8910350999999999</c:v>
                </c:pt>
                <c:pt idx="624">
                  <c:v>7.6111002000000001</c:v>
                </c:pt>
                <c:pt idx="625">
                  <c:v>4.756094</c:v>
                </c:pt>
                <c:pt idx="626">
                  <c:v>5.8748573999999998</c:v>
                </c:pt>
                <c:pt idx="627">
                  <c:v>13.516560999999999</c:v>
                </c:pt>
                <c:pt idx="628">
                  <c:v>8.3449820999999993</c:v>
                </c:pt>
                <c:pt idx="629">
                  <c:v>7.7357440000000004</c:v>
                </c:pt>
                <c:pt idx="630">
                  <c:v>5.5950221999999998</c:v>
                </c:pt>
                <c:pt idx="631">
                  <c:v>4.9236794000000002</c:v>
                </c:pt>
                <c:pt idx="632">
                  <c:v>15.079901</c:v>
                </c:pt>
                <c:pt idx="633">
                  <c:v>7.6825422999999997</c:v>
                </c:pt>
                <c:pt idx="634">
                  <c:v>3.6054472999999998</c:v>
                </c:pt>
                <c:pt idx="635">
                  <c:v>3.7870954999999999</c:v>
                </c:pt>
                <c:pt idx="636">
                  <c:v>4.8893747000000003</c:v>
                </c:pt>
                <c:pt idx="637">
                  <c:v>9.6550168999999997</c:v>
                </c:pt>
                <c:pt idx="638">
                  <c:v>7.3788533000000003</c:v>
                </c:pt>
                <c:pt idx="639">
                  <c:v>6.4205160000000001</c:v>
                </c:pt>
                <c:pt idx="640">
                  <c:v>11.373046</c:v>
                </c:pt>
                <c:pt idx="641">
                  <c:v>6.9760584999999997</c:v>
                </c:pt>
                <c:pt idx="642">
                  <c:v>4.3737320999999998</c:v>
                </c:pt>
                <c:pt idx="643">
                  <c:v>35.256515999999998</c:v>
                </c:pt>
                <c:pt idx="644">
                  <c:v>6.4892878999999999</c:v>
                </c:pt>
                <c:pt idx="645">
                  <c:v>10.090327</c:v>
                </c:pt>
                <c:pt idx="646">
                  <c:v>4.4847355000000002</c:v>
                </c:pt>
                <c:pt idx="647">
                  <c:v>4.7024736000000003</c:v>
                </c:pt>
                <c:pt idx="648">
                  <c:v>4.6340952</c:v>
                </c:pt>
                <c:pt idx="649">
                  <c:v>6.0727091</c:v>
                </c:pt>
                <c:pt idx="650">
                  <c:v>3.3914095999999998</c:v>
                </c:pt>
                <c:pt idx="651">
                  <c:v>9.0011168000000001</c:v>
                </c:pt>
                <c:pt idx="652">
                  <c:v>5.9579692</c:v>
                </c:pt>
                <c:pt idx="653">
                  <c:v>5.0117992999999998</c:v>
                </c:pt>
                <c:pt idx="654">
                  <c:v>13.784988999999999</c:v>
                </c:pt>
                <c:pt idx="655">
                  <c:v>4.1145243999999996</c:v>
                </c:pt>
                <c:pt idx="656">
                  <c:v>9.9666938999999992</c:v>
                </c:pt>
                <c:pt idx="657">
                  <c:v>7.3835373000000004</c:v>
                </c:pt>
                <c:pt idx="658">
                  <c:v>5.3078007999999999</c:v>
                </c:pt>
                <c:pt idx="659">
                  <c:v>11.998915</c:v>
                </c:pt>
                <c:pt idx="660">
                  <c:v>3.3205740000000001</c:v>
                </c:pt>
                <c:pt idx="661">
                  <c:v>15.535042000000001</c:v>
                </c:pt>
                <c:pt idx="662">
                  <c:v>6.6530652000000003</c:v>
                </c:pt>
                <c:pt idx="663">
                  <c:v>4.4979310000000003</c:v>
                </c:pt>
                <c:pt idx="664">
                  <c:v>6.4948902000000004</c:v>
                </c:pt>
                <c:pt idx="665">
                  <c:v>4.8073949999999996</c:v>
                </c:pt>
                <c:pt idx="666">
                  <c:v>3.9406270999999999</c:v>
                </c:pt>
                <c:pt idx="667">
                  <c:v>13.102926</c:v>
                </c:pt>
                <c:pt idx="668">
                  <c:v>6.4119830000000002</c:v>
                </c:pt>
                <c:pt idx="669">
                  <c:v>12.804703999999999</c:v>
                </c:pt>
                <c:pt idx="670">
                  <c:v>13.333451999999999</c:v>
                </c:pt>
                <c:pt idx="671">
                  <c:v>8.8197489000000004</c:v>
                </c:pt>
                <c:pt idx="672">
                  <c:v>3.4568813</c:v>
                </c:pt>
                <c:pt idx="673">
                  <c:v>20.727978</c:v>
                </c:pt>
                <c:pt idx="674">
                  <c:v>5.6338572999999998</c:v>
                </c:pt>
                <c:pt idx="675">
                  <c:v>5.0678286999999997</c:v>
                </c:pt>
                <c:pt idx="676">
                  <c:v>13.5021</c:v>
                </c:pt>
                <c:pt idx="677">
                  <c:v>9.0871247999999998</c:v>
                </c:pt>
                <c:pt idx="678">
                  <c:v>4.2147183000000004</c:v>
                </c:pt>
                <c:pt idx="679">
                  <c:v>6.5330887000000004</c:v>
                </c:pt>
                <c:pt idx="680">
                  <c:v>4.7092638000000004</c:v>
                </c:pt>
                <c:pt idx="681">
                  <c:v>4.6872591999999997</c:v>
                </c:pt>
                <c:pt idx="682">
                  <c:v>12.713490999999999</c:v>
                </c:pt>
                <c:pt idx="683">
                  <c:v>14.085454</c:v>
                </c:pt>
                <c:pt idx="684">
                  <c:v>11.184900000000001</c:v>
                </c:pt>
                <c:pt idx="685">
                  <c:v>2.7858174</c:v>
                </c:pt>
                <c:pt idx="686">
                  <c:v>8.8970079000000002</c:v>
                </c:pt>
                <c:pt idx="687">
                  <c:v>26.851262999999999</c:v>
                </c:pt>
                <c:pt idx="688">
                  <c:v>9.1978436000000006</c:v>
                </c:pt>
                <c:pt idx="689">
                  <c:v>9.3659353000000003</c:v>
                </c:pt>
                <c:pt idx="690">
                  <c:v>7.1676425999999998</c:v>
                </c:pt>
                <c:pt idx="691">
                  <c:v>6.4722910000000002</c:v>
                </c:pt>
                <c:pt idx="692">
                  <c:v>10.306915</c:v>
                </c:pt>
                <c:pt idx="693">
                  <c:v>9.3061904999999996</c:v>
                </c:pt>
                <c:pt idx="694">
                  <c:v>8.4213448</c:v>
                </c:pt>
                <c:pt idx="695">
                  <c:v>14.308093</c:v>
                </c:pt>
                <c:pt idx="696">
                  <c:v>7.6551580000000001</c:v>
                </c:pt>
                <c:pt idx="697">
                  <c:v>30.660443999999998</c:v>
                </c:pt>
                <c:pt idx="698">
                  <c:v>5.024559</c:v>
                </c:pt>
                <c:pt idx="699">
                  <c:v>23.651513999999999</c:v>
                </c:pt>
                <c:pt idx="700">
                  <c:v>5.8400011000000003</c:v>
                </c:pt>
                <c:pt idx="701">
                  <c:v>9.0290537000000004</c:v>
                </c:pt>
                <c:pt idx="702">
                  <c:v>4.0353918000000002</c:v>
                </c:pt>
                <c:pt idx="703">
                  <c:v>3.9766306999999999</c:v>
                </c:pt>
                <c:pt idx="704">
                  <c:v>14.912630999999999</c:v>
                </c:pt>
                <c:pt idx="705">
                  <c:v>8.8761892000000007</c:v>
                </c:pt>
                <c:pt idx="706">
                  <c:v>6.5569625</c:v>
                </c:pt>
                <c:pt idx="707">
                  <c:v>6.7110224000000001</c:v>
                </c:pt>
                <c:pt idx="708">
                  <c:v>14.348197000000001</c:v>
                </c:pt>
                <c:pt idx="709">
                  <c:v>4.4043922000000002</c:v>
                </c:pt>
                <c:pt idx="710">
                  <c:v>14.718456</c:v>
                </c:pt>
                <c:pt idx="711">
                  <c:v>3.3380735000000001</c:v>
                </c:pt>
                <c:pt idx="712">
                  <c:v>32.359211000000002</c:v>
                </c:pt>
                <c:pt idx="713">
                  <c:v>2.4385824</c:v>
                </c:pt>
                <c:pt idx="714">
                  <c:v>13.375214</c:v>
                </c:pt>
                <c:pt idx="715">
                  <c:v>15.715286000000001</c:v>
                </c:pt>
                <c:pt idx="716">
                  <c:v>9.3943577000000005</c:v>
                </c:pt>
                <c:pt idx="717">
                  <c:v>4.9734363999999998</c:v>
                </c:pt>
                <c:pt idx="718">
                  <c:v>5.3536505999999999</c:v>
                </c:pt>
                <c:pt idx="719">
                  <c:v>5.7591318999999999</c:v>
                </c:pt>
                <c:pt idx="720">
                  <c:v>7.4326753999999999</c:v>
                </c:pt>
                <c:pt idx="721">
                  <c:v>8.6761923000000003</c:v>
                </c:pt>
                <c:pt idx="722">
                  <c:v>5.1063719000000001</c:v>
                </c:pt>
                <c:pt idx="723">
                  <c:v>5.7862887000000001</c:v>
                </c:pt>
                <c:pt idx="724">
                  <c:v>10.617213</c:v>
                </c:pt>
                <c:pt idx="725">
                  <c:v>9.0629968999999999</c:v>
                </c:pt>
                <c:pt idx="726">
                  <c:v>5.0972742999999996</c:v>
                </c:pt>
                <c:pt idx="727">
                  <c:v>2.4616365</c:v>
                </c:pt>
                <c:pt idx="728">
                  <c:v>5.0670542999999997</c:v>
                </c:pt>
                <c:pt idx="729">
                  <c:v>2.8484463999999998</c:v>
                </c:pt>
                <c:pt idx="730">
                  <c:v>7.6165146999999997</c:v>
                </c:pt>
                <c:pt idx="731">
                  <c:v>12.749578</c:v>
                </c:pt>
                <c:pt idx="732">
                  <c:v>5.9180831999999999</c:v>
                </c:pt>
                <c:pt idx="733">
                  <c:v>13.572988</c:v>
                </c:pt>
                <c:pt idx="734">
                  <c:v>3.0979123</c:v>
                </c:pt>
                <c:pt idx="735">
                  <c:v>26.318241</c:v>
                </c:pt>
                <c:pt idx="736">
                  <c:v>18.132534</c:v>
                </c:pt>
                <c:pt idx="737">
                  <c:v>18.29908</c:v>
                </c:pt>
                <c:pt idx="738">
                  <c:v>15.397835000000001</c:v>
                </c:pt>
                <c:pt idx="739">
                  <c:v>8.1431197999999991</c:v>
                </c:pt>
                <c:pt idx="740">
                  <c:v>6.8104056999999996</c:v>
                </c:pt>
                <c:pt idx="741">
                  <c:v>4.4491605999999999</c:v>
                </c:pt>
                <c:pt idx="742">
                  <c:v>12.48451</c:v>
                </c:pt>
                <c:pt idx="743">
                  <c:v>7.40482</c:v>
                </c:pt>
                <c:pt idx="744">
                  <c:v>6.4393324999999999</c:v>
                </c:pt>
                <c:pt idx="745">
                  <c:v>8.7925415000000005</c:v>
                </c:pt>
                <c:pt idx="746">
                  <c:v>27.447081000000001</c:v>
                </c:pt>
                <c:pt idx="747">
                  <c:v>8.2739028999999995</c:v>
                </c:pt>
                <c:pt idx="748">
                  <c:v>11.808811</c:v>
                </c:pt>
                <c:pt idx="749">
                  <c:v>7.1854310000000003</c:v>
                </c:pt>
                <c:pt idx="750">
                  <c:v>7.0655865999999996</c:v>
                </c:pt>
                <c:pt idx="751">
                  <c:v>5.9073352999999997</c:v>
                </c:pt>
                <c:pt idx="752">
                  <c:v>27.616358000000002</c:v>
                </c:pt>
                <c:pt idx="753">
                  <c:v>3.0722051000000001</c:v>
                </c:pt>
                <c:pt idx="754">
                  <c:v>6.9819293</c:v>
                </c:pt>
                <c:pt idx="755">
                  <c:v>11.994018000000001</c:v>
                </c:pt>
                <c:pt idx="756">
                  <c:v>25.405338</c:v>
                </c:pt>
                <c:pt idx="757">
                  <c:v>7.0339932000000003</c:v>
                </c:pt>
                <c:pt idx="758">
                  <c:v>4.9985862000000001</c:v>
                </c:pt>
                <c:pt idx="759">
                  <c:v>16.203935999999999</c:v>
                </c:pt>
                <c:pt idx="760">
                  <c:v>13.607913</c:v>
                </c:pt>
                <c:pt idx="761">
                  <c:v>12.205757</c:v>
                </c:pt>
                <c:pt idx="762">
                  <c:v>10.710855</c:v>
                </c:pt>
                <c:pt idx="763">
                  <c:v>10.390026000000001</c:v>
                </c:pt>
                <c:pt idx="764">
                  <c:v>7.7346453999999998</c:v>
                </c:pt>
                <c:pt idx="765">
                  <c:v>7.7891054000000004</c:v>
                </c:pt>
                <c:pt idx="766">
                  <c:v>18.072001</c:v>
                </c:pt>
                <c:pt idx="767">
                  <c:v>16.317603999999999</c:v>
                </c:pt>
                <c:pt idx="768">
                  <c:v>11.069468000000001</c:v>
                </c:pt>
                <c:pt idx="769">
                  <c:v>6.9336995999999997</c:v>
                </c:pt>
                <c:pt idx="770">
                  <c:v>6.1223663999999998</c:v>
                </c:pt>
                <c:pt idx="771">
                  <c:v>7.8882174000000003</c:v>
                </c:pt>
                <c:pt idx="772">
                  <c:v>11.157076</c:v>
                </c:pt>
                <c:pt idx="773">
                  <c:v>5.2310490999999999</c:v>
                </c:pt>
                <c:pt idx="774">
                  <c:v>7.7254744000000004</c:v>
                </c:pt>
                <c:pt idx="775">
                  <c:v>4.3335347000000004</c:v>
                </c:pt>
                <c:pt idx="776">
                  <c:v>7.2003044999999997</c:v>
                </c:pt>
                <c:pt idx="777">
                  <c:v>3.7649441000000001</c:v>
                </c:pt>
                <c:pt idx="778">
                  <c:v>5.6805152999999997</c:v>
                </c:pt>
                <c:pt idx="779">
                  <c:v>3.6034856</c:v>
                </c:pt>
                <c:pt idx="780">
                  <c:v>5.9030665999999998</c:v>
                </c:pt>
                <c:pt idx="781">
                  <c:v>11.958838</c:v>
                </c:pt>
                <c:pt idx="782">
                  <c:v>10.496195999999999</c:v>
                </c:pt>
                <c:pt idx="783">
                  <c:v>8.7002134000000009</c:v>
                </c:pt>
                <c:pt idx="784">
                  <c:v>6.3569240999999996</c:v>
                </c:pt>
                <c:pt idx="785">
                  <c:v>24.772984000000001</c:v>
                </c:pt>
                <c:pt idx="786">
                  <c:v>20.639191</c:v>
                </c:pt>
                <c:pt idx="787">
                  <c:v>4.3887377000000001</c:v>
                </c:pt>
                <c:pt idx="788">
                  <c:v>6.1773848999999998</c:v>
                </c:pt>
                <c:pt idx="789">
                  <c:v>4.1673346000000002</c:v>
                </c:pt>
                <c:pt idx="790">
                  <c:v>7.6347836999999998</c:v>
                </c:pt>
                <c:pt idx="791">
                  <c:v>14.213049</c:v>
                </c:pt>
                <c:pt idx="792">
                  <c:v>9.9265127</c:v>
                </c:pt>
                <c:pt idx="793">
                  <c:v>13.466993</c:v>
                </c:pt>
                <c:pt idx="794">
                  <c:v>3.5116892000000002</c:v>
                </c:pt>
                <c:pt idx="795">
                  <c:v>27.576022999999999</c:v>
                </c:pt>
                <c:pt idx="796">
                  <c:v>4.6444092000000001</c:v>
                </c:pt>
                <c:pt idx="797">
                  <c:v>19.217538999999999</c:v>
                </c:pt>
                <c:pt idx="798">
                  <c:v>6.0957799000000001</c:v>
                </c:pt>
                <c:pt idx="799">
                  <c:v>4.9956851000000002</c:v>
                </c:pt>
                <c:pt idx="800">
                  <c:v>4.7357902999999997</c:v>
                </c:pt>
                <c:pt idx="801">
                  <c:v>6.1002644999999998</c:v>
                </c:pt>
                <c:pt idx="802">
                  <c:v>6.0815377000000002</c:v>
                </c:pt>
                <c:pt idx="803">
                  <c:v>12.792899999999999</c:v>
                </c:pt>
                <c:pt idx="804">
                  <c:v>9.5909376000000002</c:v>
                </c:pt>
                <c:pt idx="805">
                  <c:v>12.377005</c:v>
                </c:pt>
                <c:pt idx="806">
                  <c:v>40.302402000000001</c:v>
                </c:pt>
                <c:pt idx="807">
                  <c:v>6.7475490999999996</c:v>
                </c:pt>
                <c:pt idx="808">
                  <c:v>2.9190464</c:v>
                </c:pt>
                <c:pt idx="809">
                  <c:v>10.891716000000001</c:v>
                </c:pt>
                <c:pt idx="810">
                  <c:v>38.702601999999999</c:v>
                </c:pt>
                <c:pt idx="811">
                  <c:v>7.8433298999999996</c:v>
                </c:pt>
                <c:pt idx="812">
                  <c:v>3.6087096000000001</c:v>
                </c:pt>
                <c:pt idx="813">
                  <c:v>15.953134</c:v>
                </c:pt>
                <c:pt idx="814">
                  <c:v>22.042318000000002</c:v>
                </c:pt>
                <c:pt idx="815">
                  <c:v>12.964211000000001</c:v>
                </c:pt>
                <c:pt idx="816">
                  <c:v>21.289909000000002</c:v>
                </c:pt>
                <c:pt idx="817">
                  <c:v>18.398703000000001</c:v>
                </c:pt>
                <c:pt idx="818">
                  <c:v>6.2969222</c:v>
                </c:pt>
                <c:pt idx="819">
                  <c:v>11.972666</c:v>
                </c:pt>
                <c:pt idx="820">
                  <c:v>3.6679510999999998</c:v>
                </c:pt>
                <c:pt idx="821">
                  <c:v>4.2634224999999999</c:v>
                </c:pt>
                <c:pt idx="822">
                  <c:v>7.4415244999999999</c:v>
                </c:pt>
                <c:pt idx="823">
                  <c:v>24.282091000000001</c:v>
                </c:pt>
                <c:pt idx="824">
                  <c:v>6.7540474000000001</c:v>
                </c:pt>
                <c:pt idx="825">
                  <c:v>10.33121</c:v>
                </c:pt>
                <c:pt idx="826">
                  <c:v>3.3273168000000002</c:v>
                </c:pt>
                <c:pt idx="827">
                  <c:v>11.091972</c:v>
                </c:pt>
                <c:pt idx="828">
                  <c:v>14.577154999999999</c:v>
                </c:pt>
                <c:pt idx="829">
                  <c:v>12.600835999999999</c:v>
                </c:pt>
                <c:pt idx="830">
                  <c:v>8.6741524000000005</c:v>
                </c:pt>
                <c:pt idx="831">
                  <c:v>8.7949228000000002</c:v>
                </c:pt>
                <c:pt idx="832">
                  <c:v>6.1542443999999996</c:v>
                </c:pt>
                <c:pt idx="833">
                  <c:v>11.236469</c:v>
                </c:pt>
                <c:pt idx="834">
                  <c:v>9.0323905999999994</c:v>
                </c:pt>
                <c:pt idx="835">
                  <c:v>22.690757999999999</c:v>
                </c:pt>
                <c:pt idx="836">
                  <c:v>9.4731178000000007</c:v>
                </c:pt>
                <c:pt idx="837">
                  <c:v>8.4000359000000007</c:v>
                </c:pt>
                <c:pt idx="838">
                  <c:v>20.836932999999998</c:v>
                </c:pt>
                <c:pt idx="839">
                  <c:v>15.518421999999999</c:v>
                </c:pt>
                <c:pt idx="840">
                  <c:v>7.7854828999999999</c:v>
                </c:pt>
                <c:pt idx="841">
                  <c:v>7.8621521000000003</c:v>
                </c:pt>
                <c:pt idx="842">
                  <c:v>5.7647561999999999</c:v>
                </c:pt>
                <c:pt idx="843">
                  <c:v>7.8206644000000001</c:v>
                </c:pt>
                <c:pt idx="844">
                  <c:v>10.816110999999999</c:v>
                </c:pt>
                <c:pt idx="845">
                  <c:v>3.5594914000000002</c:v>
                </c:pt>
                <c:pt idx="846">
                  <c:v>13.186677</c:v>
                </c:pt>
                <c:pt idx="847">
                  <c:v>6.8703741999999997</c:v>
                </c:pt>
                <c:pt idx="848">
                  <c:v>9.23034</c:v>
                </c:pt>
                <c:pt idx="849">
                  <c:v>10.919309999999999</c:v>
                </c:pt>
                <c:pt idx="850">
                  <c:v>5.2225251000000004</c:v>
                </c:pt>
                <c:pt idx="851">
                  <c:v>8.0150041999999999</c:v>
                </c:pt>
                <c:pt idx="852">
                  <c:v>18.977495000000001</c:v>
                </c:pt>
                <c:pt idx="853">
                  <c:v>13.317076999999999</c:v>
                </c:pt>
                <c:pt idx="854">
                  <c:v>19.599943</c:v>
                </c:pt>
                <c:pt idx="855">
                  <c:v>8.8269900999999997</c:v>
                </c:pt>
                <c:pt idx="856">
                  <c:v>15.408872000000001</c:v>
                </c:pt>
                <c:pt idx="857">
                  <c:v>16.421403999999999</c:v>
                </c:pt>
                <c:pt idx="858">
                  <c:v>6.8834280999999997</c:v>
                </c:pt>
                <c:pt idx="859">
                  <c:v>9.2373133000000003</c:v>
                </c:pt>
                <c:pt idx="860">
                  <c:v>12.820392</c:v>
                </c:pt>
                <c:pt idx="861">
                  <c:v>6.1472072999999998</c:v>
                </c:pt>
                <c:pt idx="862">
                  <c:v>19.1098</c:v>
                </c:pt>
                <c:pt idx="863">
                  <c:v>16.425104000000001</c:v>
                </c:pt>
                <c:pt idx="864">
                  <c:v>13.119617</c:v>
                </c:pt>
                <c:pt idx="865">
                  <c:v>6.8387789999999997</c:v>
                </c:pt>
                <c:pt idx="866">
                  <c:v>6.2089604999999999</c:v>
                </c:pt>
                <c:pt idx="867">
                  <c:v>8.9580698000000005</c:v>
                </c:pt>
                <c:pt idx="868">
                  <c:v>8.4367943000000007</c:v>
                </c:pt>
                <c:pt idx="869">
                  <c:v>5.7179235999999998</c:v>
                </c:pt>
                <c:pt idx="870">
                  <c:v>8.4483298999999992</c:v>
                </c:pt>
                <c:pt idx="871">
                  <c:v>5.2151956999999998</c:v>
                </c:pt>
                <c:pt idx="872">
                  <c:v>10.60483</c:v>
                </c:pt>
                <c:pt idx="873">
                  <c:v>9.8327521999999998</c:v>
                </c:pt>
                <c:pt idx="874">
                  <c:v>17.408611000000001</c:v>
                </c:pt>
                <c:pt idx="875">
                  <c:v>3.5503290000000001</c:v>
                </c:pt>
                <c:pt idx="876">
                  <c:v>8.2088546999999998</c:v>
                </c:pt>
                <c:pt idx="877">
                  <c:v>15.255252</c:v>
                </c:pt>
                <c:pt idx="878">
                  <c:v>7.2559155999999998</c:v>
                </c:pt>
                <c:pt idx="879">
                  <c:v>7.149292</c:v>
                </c:pt>
                <c:pt idx="880">
                  <c:v>9.9515171000000002</c:v>
                </c:pt>
                <c:pt idx="881">
                  <c:v>19.454643000000001</c:v>
                </c:pt>
                <c:pt idx="882">
                  <c:v>7.1568117000000004</c:v>
                </c:pt>
                <c:pt idx="883">
                  <c:v>3.9980921999999999</c:v>
                </c:pt>
                <c:pt idx="884">
                  <c:v>6.7847729000000001</c:v>
                </c:pt>
                <c:pt idx="885">
                  <c:v>9.6530761999999992</c:v>
                </c:pt>
                <c:pt idx="886">
                  <c:v>4.6681556999999998</c:v>
                </c:pt>
                <c:pt idx="887">
                  <c:v>5.4100055999999999</c:v>
                </c:pt>
                <c:pt idx="888">
                  <c:v>9.7965745999999996</c:v>
                </c:pt>
                <c:pt idx="889">
                  <c:v>5.9250755000000002</c:v>
                </c:pt>
                <c:pt idx="890">
                  <c:v>6.1025929000000003</c:v>
                </c:pt>
                <c:pt idx="891">
                  <c:v>9.1469401999999995</c:v>
                </c:pt>
                <c:pt idx="892">
                  <c:v>6.5652752000000003</c:v>
                </c:pt>
                <c:pt idx="893">
                  <c:v>4.9795851999999998</c:v>
                </c:pt>
                <c:pt idx="894">
                  <c:v>6.1524744</c:v>
                </c:pt>
                <c:pt idx="895">
                  <c:v>16.552917000000001</c:v>
                </c:pt>
                <c:pt idx="896">
                  <c:v>12.546828</c:v>
                </c:pt>
                <c:pt idx="897">
                  <c:v>17.830929000000001</c:v>
                </c:pt>
                <c:pt idx="898">
                  <c:v>17.934622000000001</c:v>
                </c:pt>
                <c:pt idx="899">
                  <c:v>6.5730003999999997</c:v>
                </c:pt>
                <c:pt idx="900">
                  <c:v>14.55442</c:v>
                </c:pt>
                <c:pt idx="901">
                  <c:v>17.545877000000001</c:v>
                </c:pt>
                <c:pt idx="902">
                  <c:v>10.758088000000001</c:v>
                </c:pt>
                <c:pt idx="903">
                  <c:v>10.578897</c:v>
                </c:pt>
                <c:pt idx="904">
                  <c:v>18.924633</c:v>
                </c:pt>
                <c:pt idx="905">
                  <c:v>8.8256043999999996</c:v>
                </c:pt>
                <c:pt idx="906">
                  <c:v>6.1830802</c:v>
                </c:pt>
                <c:pt idx="907">
                  <c:v>27.106010000000001</c:v>
                </c:pt>
                <c:pt idx="908">
                  <c:v>17.666834000000001</c:v>
                </c:pt>
                <c:pt idx="909">
                  <c:v>8.5614156999999995</c:v>
                </c:pt>
                <c:pt idx="910">
                  <c:v>5.719481</c:v>
                </c:pt>
                <c:pt idx="911">
                  <c:v>16.578572999999999</c:v>
                </c:pt>
                <c:pt idx="912">
                  <c:v>11.007941000000001</c:v>
                </c:pt>
                <c:pt idx="913">
                  <c:v>5.7753911000000002</c:v>
                </c:pt>
                <c:pt idx="914">
                  <c:v>9.6791763</c:v>
                </c:pt>
                <c:pt idx="915">
                  <c:v>4.1382079000000003</c:v>
                </c:pt>
                <c:pt idx="916">
                  <c:v>7.6472987999999997</c:v>
                </c:pt>
                <c:pt idx="917">
                  <c:v>11.967288999999999</c:v>
                </c:pt>
                <c:pt idx="918">
                  <c:v>5.9223986000000002</c:v>
                </c:pt>
                <c:pt idx="919">
                  <c:v>5.3601928000000001</c:v>
                </c:pt>
                <c:pt idx="920">
                  <c:v>11.666122</c:v>
                </c:pt>
                <c:pt idx="921">
                  <c:v>6.8655609999999996</c:v>
                </c:pt>
                <c:pt idx="922">
                  <c:v>13.526306999999999</c:v>
                </c:pt>
                <c:pt idx="923">
                  <c:v>20.35144</c:v>
                </c:pt>
                <c:pt idx="924">
                  <c:v>10.266733</c:v>
                </c:pt>
                <c:pt idx="925">
                  <c:v>7.5052222999999998</c:v>
                </c:pt>
                <c:pt idx="926">
                  <c:v>9.3693408999999992</c:v>
                </c:pt>
                <c:pt idx="927">
                  <c:v>9.7083454000000007</c:v>
                </c:pt>
                <c:pt idx="928">
                  <c:v>10.774391</c:v>
                </c:pt>
                <c:pt idx="929">
                  <c:v>11.976120999999999</c:v>
                </c:pt>
                <c:pt idx="930">
                  <c:v>11.944084999999999</c:v>
                </c:pt>
                <c:pt idx="931">
                  <c:v>14.916778000000001</c:v>
                </c:pt>
                <c:pt idx="932">
                  <c:v>8.2583113000000008</c:v>
                </c:pt>
                <c:pt idx="933">
                  <c:v>8.7940167999999996</c:v>
                </c:pt>
                <c:pt idx="934">
                  <c:v>19.235935000000001</c:v>
                </c:pt>
                <c:pt idx="935">
                  <c:v>5.8901091000000001</c:v>
                </c:pt>
                <c:pt idx="936">
                  <c:v>12.792821</c:v>
                </c:pt>
                <c:pt idx="937">
                  <c:v>5.3851918999999997</c:v>
                </c:pt>
                <c:pt idx="938">
                  <c:v>13.540597</c:v>
                </c:pt>
                <c:pt idx="939">
                  <c:v>17.891995999999999</c:v>
                </c:pt>
                <c:pt idx="940">
                  <c:v>21.898758000000001</c:v>
                </c:pt>
                <c:pt idx="941">
                  <c:v>11.085213</c:v>
                </c:pt>
                <c:pt idx="942">
                  <c:v>15.730708999999999</c:v>
                </c:pt>
                <c:pt idx="943">
                  <c:v>8.1016320999999998</c:v>
                </c:pt>
                <c:pt idx="944">
                  <c:v>11.904278</c:v>
                </c:pt>
                <c:pt idx="945">
                  <c:v>41.312564999999999</c:v>
                </c:pt>
                <c:pt idx="946">
                  <c:v>15.033281000000001</c:v>
                </c:pt>
                <c:pt idx="947">
                  <c:v>8.0211792000000006</c:v>
                </c:pt>
                <c:pt idx="948">
                  <c:v>16.697123999999999</c:v>
                </c:pt>
                <c:pt idx="949">
                  <c:v>31.601172999999999</c:v>
                </c:pt>
                <c:pt idx="950">
                  <c:v>11.757648</c:v>
                </c:pt>
                <c:pt idx="951">
                  <c:v>14.982035</c:v>
                </c:pt>
                <c:pt idx="952">
                  <c:v>7.5436167999999997</c:v>
                </c:pt>
                <c:pt idx="953">
                  <c:v>19.020721000000002</c:v>
                </c:pt>
                <c:pt idx="954">
                  <c:v>9.4283552000000004</c:v>
                </c:pt>
                <c:pt idx="955">
                  <c:v>6.2238498</c:v>
                </c:pt>
                <c:pt idx="956">
                  <c:v>8.7637433999999992</c:v>
                </c:pt>
                <c:pt idx="957">
                  <c:v>17.962790999999999</c:v>
                </c:pt>
                <c:pt idx="958">
                  <c:v>10.85148</c:v>
                </c:pt>
                <c:pt idx="959">
                  <c:v>35.075352000000002</c:v>
                </c:pt>
                <c:pt idx="960">
                  <c:v>9.3524236999999992</c:v>
                </c:pt>
                <c:pt idx="961">
                  <c:v>6.9825210999999996</c:v>
                </c:pt>
                <c:pt idx="962">
                  <c:v>11.645994</c:v>
                </c:pt>
                <c:pt idx="963">
                  <c:v>15.268545</c:v>
                </c:pt>
                <c:pt idx="964">
                  <c:v>16.568729000000001</c:v>
                </c:pt>
                <c:pt idx="965">
                  <c:v>22.266489</c:v>
                </c:pt>
                <c:pt idx="966">
                  <c:v>5.2903256000000001</c:v>
                </c:pt>
                <c:pt idx="967">
                  <c:v>5.2737160000000003</c:v>
                </c:pt>
                <c:pt idx="968">
                  <c:v>11.226148</c:v>
                </c:pt>
                <c:pt idx="969">
                  <c:v>10.020569</c:v>
                </c:pt>
                <c:pt idx="970">
                  <c:v>24.598879</c:v>
                </c:pt>
                <c:pt idx="971">
                  <c:v>6.4957199000000001</c:v>
                </c:pt>
                <c:pt idx="972">
                  <c:v>24.356117000000001</c:v>
                </c:pt>
                <c:pt idx="973">
                  <c:v>6.18431</c:v>
                </c:pt>
                <c:pt idx="974">
                  <c:v>3.1823223</c:v>
                </c:pt>
                <c:pt idx="975">
                  <c:v>6.0675502000000003</c:v>
                </c:pt>
                <c:pt idx="976">
                  <c:v>18.364094000000001</c:v>
                </c:pt>
                <c:pt idx="977">
                  <c:v>7.5513139000000002</c:v>
                </c:pt>
                <c:pt idx="978">
                  <c:v>27.937716000000002</c:v>
                </c:pt>
                <c:pt idx="979">
                  <c:v>17.239675999999999</c:v>
                </c:pt>
                <c:pt idx="980">
                  <c:v>5.2423754000000002</c:v>
                </c:pt>
                <c:pt idx="981">
                  <c:v>4.093502</c:v>
                </c:pt>
                <c:pt idx="982">
                  <c:v>3.4027311999999998</c:v>
                </c:pt>
                <c:pt idx="983">
                  <c:v>5.5919042000000001</c:v>
                </c:pt>
                <c:pt idx="984">
                  <c:v>8.7119645999999999</c:v>
                </c:pt>
                <c:pt idx="985">
                  <c:v>7.4792608999999999</c:v>
                </c:pt>
                <c:pt idx="986">
                  <c:v>7.7550321000000002</c:v>
                </c:pt>
                <c:pt idx="987">
                  <c:v>4.5373359000000004</c:v>
                </c:pt>
                <c:pt idx="988">
                  <c:v>6.4635819999999997</c:v>
                </c:pt>
                <c:pt idx="989">
                  <c:v>9.4203338999999993</c:v>
                </c:pt>
                <c:pt idx="990">
                  <c:v>5.5762996999999999</c:v>
                </c:pt>
                <c:pt idx="991">
                  <c:v>8.4188642999999992</c:v>
                </c:pt>
                <c:pt idx="992">
                  <c:v>6.9196596000000001</c:v>
                </c:pt>
                <c:pt idx="993">
                  <c:v>7.1082501000000002</c:v>
                </c:pt>
                <c:pt idx="994">
                  <c:v>3.6558275</c:v>
                </c:pt>
                <c:pt idx="995">
                  <c:v>9.1885270999999999</c:v>
                </c:pt>
                <c:pt idx="996">
                  <c:v>12.525315000000001</c:v>
                </c:pt>
                <c:pt idx="997">
                  <c:v>9.3080949999999998</c:v>
                </c:pt>
                <c:pt idx="998">
                  <c:v>10.673183999999999</c:v>
                </c:pt>
                <c:pt idx="999">
                  <c:v>12.657895999999999</c:v>
                </c:pt>
                <c:pt idx="1000">
                  <c:v>5.0378708999999997</c:v>
                </c:pt>
                <c:pt idx="1001">
                  <c:v>11.734048</c:v>
                </c:pt>
                <c:pt idx="1002">
                  <c:v>12.156185000000001</c:v>
                </c:pt>
                <c:pt idx="1003">
                  <c:v>3.8503441999999999</c:v>
                </c:pt>
                <c:pt idx="1004">
                  <c:v>7.4572143999999998</c:v>
                </c:pt>
                <c:pt idx="1005">
                  <c:v>12.217592</c:v>
                </c:pt>
                <c:pt idx="1006">
                  <c:v>9.2919216000000002</c:v>
                </c:pt>
                <c:pt idx="1007">
                  <c:v>5.0092077000000002</c:v>
                </c:pt>
                <c:pt idx="1008">
                  <c:v>8.6514521000000002</c:v>
                </c:pt>
                <c:pt idx="1009">
                  <c:v>3.6046790999999998</c:v>
                </c:pt>
                <c:pt idx="1010">
                  <c:v>11.727148</c:v>
                </c:pt>
                <c:pt idx="1011">
                  <c:v>20.608868000000001</c:v>
                </c:pt>
                <c:pt idx="1012">
                  <c:v>17.644911</c:v>
                </c:pt>
                <c:pt idx="1013">
                  <c:v>4.6605696999999999</c:v>
                </c:pt>
                <c:pt idx="1014">
                  <c:v>10.63613</c:v>
                </c:pt>
                <c:pt idx="1015">
                  <c:v>26.87678</c:v>
                </c:pt>
                <c:pt idx="1016">
                  <c:v>17.636351000000001</c:v>
                </c:pt>
                <c:pt idx="1017">
                  <c:v>8.5638980999999994</c:v>
                </c:pt>
                <c:pt idx="1018">
                  <c:v>7.9546479999999997</c:v>
                </c:pt>
                <c:pt idx="1019">
                  <c:v>9.7167206000000004</c:v>
                </c:pt>
                <c:pt idx="1020">
                  <c:v>10.397141</c:v>
                </c:pt>
                <c:pt idx="1021">
                  <c:v>6.7824349000000002</c:v>
                </c:pt>
                <c:pt idx="1022">
                  <c:v>18.898329</c:v>
                </c:pt>
                <c:pt idx="1023">
                  <c:v>10.458976</c:v>
                </c:pt>
                <c:pt idx="1024">
                  <c:v>5.1035069999999996</c:v>
                </c:pt>
                <c:pt idx="1025">
                  <c:v>9.0004377000000009</c:v>
                </c:pt>
                <c:pt idx="1026">
                  <c:v>2.5576184</c:v>
                </c:pt>
                <c:pt idx="1027">
                  <c:v>15.97264</c:v>
                </c:pt>
                <c:pt idx="1028">
                  <c:v>30.484687999999998</c:v>
                </c:pt>
                <c:pt idx="1029">
                  <c:v>10.780430000000001</c:v>
                </c:pt>
                <c:pt idx="1030">
                  <c:v>8.8813762999999994</c:v>
                </c:pt>
                <c:pt idx="1031">
                  <c:v>8.7404709</c:v>
                </c:pt>
                <c:pt idx="1032">
                  <c:v>7.7942276000000001</c:v>
                </c:pt>
                <c:pt idx="1033">
                  <c:v>5.7288364999999999</c:v>
                </c:pt>
                <c:pt idx="1034">
                  <c:v>17.367225999999999</c:v>
                </c:pt>
                <c:pt idx="1035">
                  <c:v>7.4549478999999996</c:v>
                </c:pt>
                <c:pt idx="1036">
                  <c:v>7.0234059999999996</c:v>
                </c:pt>
                <c:pt idx="1037">
                  <c:v>9.9417667000000005</c:v>
                </c:pt>
                <c:pt idx="1038">
                  <c:v>36.779636000000004</c:v>
                </c:pt>
                <c:pt idx="1039">
                  <c:v>8.8503208000000004</c:v>
                </c:pt>
                <c:pt idx="1040">
                  <c:v>4.8723688000000003</c:v>
                </c:pt>
                <c:pt idx="1041">
                  <c:v>6.6900282000000004</c:v>
                </c:pt>
                <c:pt idx="1042">
                  <c:v>11.168692999999999</c:v>
                </c:pt>
                <c:pt idx="1043">
                  <c:v>5.9629935999999999</c:v>
                </c:pt>
                <c:pt idx="1044">
                  <c:v>22.380438000000002</c:v>
                </c:pt>
                <c:pt idx="1045">
                  <c:v>12.728192</c:v>
                </c:pt>
                <c:pt idx="1046">
                  <c:v>11.397042000000001</c:v>
                </c:pt>
                <c:pt idx="1047">
                  <c:v>20.852246999999998</c:v>
                </c:pt>
                <c:pt idx="1048">
                  <c:v>9.2134427999999993</c:v>
                </c:pt>
                <c:pt idx="1049">
                  <c:v>20.534586000000001</c:v>
                </c:pt>
                <c:pt idx="1050">
                  <c:v>7.3298192000000002</c:v>
                </c:pt>
                <c:pt idx="1051">
                  <c:v>24.721367000000001</c:v>
                </c:pt>
                <c:pt idx="1052">
                  <c:v>22.076452</c:v>
                </c:pt>
                <c:pt idx="1053">
                  <c:v>4.7088618000000002</c:v>
                </c:pt>
                <c:pt idx="1054">
                  <c:v>7.8739404999999998</c:v>
                </c:pt>
                <c:pt idx="1055">
                  <c:v>7.7693194999999999</c:v>
                </c:pt>
                <c:pt idx="1056">
                  <c:v>10.804315000000001</c:v>
                </c:pt>
                <c:pt idx="1057">
                  <c:v>10.032527999999999</c:v>
                </c:pt>
                <c:pt idx="1058">
                  <c:v>12.018879999999999</c:v>
                </c:pt>
                <c:pt idx="1059">
                  <c:v>18.183444999999999</c:v>
                </c:pt>
                <c:pt idx="1060">
                  <c:v>9.4424876999999992</c:v>
                </c:pt>
                <c:pt idx="1061">
                  <c:v>3.0818748</c:v>
                </c:pt>
                <c:pt idx="1062">
                  <c:v>10.428528999999999</c:v>
                </c:pt>
                <c:pt idx="1063">
                  <c:v>6.3909067999999998</c:v>
                </c:pt>
                <c:pt idx="1064">
                  <c:v>3.7686419</c:v>
                </c:pt>
                <c:pt idx="1065">
                  <c:v>7.6488418999999999</c:v>
                </c:pt>
                <c:pt idx="1066">
                  <c:v>15.828723999999999</c:v>
                </c:pt>
                <c:pt idx="1067">
                  <c:v>8.0228442999999992</c:v>
                </c:pt>
                <c:pt idx="1068">
                  <c:v>16.525846000000001</c:v>
                </c:pt>
                <c:pt idx="1069">
                  <c:v>5.3356070999999998</c:v>
                </c:pt>
                <c:pt idx="1070">
                  <c:v>14.344189999999999</c:v>
                </c:pt>
                <c:pt idx="1071">
                  <c:v>13.342734999999999</c:v>
                </c:pt>
                <c:pt idx="1072">
                  <c:v>6.5756411999999997</c:v>
                </c:pt>
                <c:pt idx="1073">
                  <c:v>21.610005999999998</c:v>
                </c:pt>
                <c:pt idx="1074">
                  <c:v>14.039106</c:v>
                </c:pt>
                <c:pt idx="1075">
                  <c:v>6.7021550999999997</c:v>
                </c:pt>
                <c:pt idx="1076">
                  <c:v>8.7761393000000005</c:v>
                </c:pt>
                <c:pt idx="1077">
                  <c:v>28.582836</c:v>
                </c:pt>
                <c:pt idx="1078">
                  <c:v>6.2615027000000003</c:v>
                </c:pt>
                <c:pt idx="1079">
                  <c:v>8.5252351999999991</c:v>
                </c:pt>
                <c:pt idx="1080">
                  <c:v>20.821583</c:v>
                </c:pt>
                <c:pt idx="1081">
                  <c:v>8.2456750999999997</c:v>
                </c:pt>
                <c:pt idx="1082">
                  <c:v>2.7987962</c:v>
                </c:pt>
                <c:pt idx="1083">
                  <c:v>4.4532069999999999</c:v>
                </c:pt>
                <c:pt idx="1084">
                  <c:v>6.5327710999999997</c:v>
                </c:pt>
                <c:pt idx="1085">
                  <c:v>18.150911000000001</c:v>
                </c:pt>
                <c:pt idx="1086">
                  <c:v>17.100090000000002</c:v>
                </c:pt>
                <c:pt idx="1087">
                  <c:v>7.9248133000000003</c:v>
                </c:pt>
                <c:pt idx="1088">
                  <c:v>6.8991689999999997</c:v>
                </c:pt>
                <c:pt idx="1089">
                  <c:v>4.1364136</c:v>
                </c:pt>
                <c:pt idx="1090">
                  <c:v>8.7992620000000006</c:v>
                </c:pt>
                <c:pt idx="1091">
                  <c:v>12.235296999999999</c:v>
                </c:pt>
                <c:pt idx="1092">
                  <c:v>5.7620639999999996</c:v>
                </c:pt>
                <c:pt idx="1093">
                  <c:v>8.0985545999999999</c:v>
                </c:pt>
                <c:pt idx="1094">
                  <c:v>7.032896</c:v>
                </c:pt>
                <c:pt idx="1095">
                  <c:v>8.7299451999999995</c:v>
                </c:pt>
                <c:pt idx="1096">
                  <c:v>17.229799</c:v>
                </c:pt>
                <c:pt idx="1097">
                  <c:v>7.6337999999999999</c:v>
                </c:pt>
                <c:pt idx="1098">
                  <c:v>22.385522999999999</c:v>
                </c:pt>
                <c:pt idx="1099">
                  <c:v>7.8219108999999998</c:v>
                </c:pt>
                <c:pt idx="1100">
                  <c:v>6.0760287999999996</c:v>
                </c:pt>
                <c:pt idx="1101">
                  <c:v>8.4555778999999998</c:v>
                </c:pt>
                <c:pt idx="1102">
                  <c:v>13.475391999999999</c:v>
                </c:pt>
                <c:pt idx="1103">
                  <c:v>8.7445765000000009</c:v>
                </c:pt>
                <c:pt idx="1104">
                  <c:v>12.073207999999999</c:v>
                </c:pt>
                <c:pt idx="1105">
                  <c:v>10.46481</c:v>
                </c:pt>
                <c:pt idx="1106">
                  <c:v>10.320207999999999</c:v>
                </c:pt>
                <c:pt idx="1107">
                  <c:v>5.3990893</c:v>
                </c:pt>
                <c:pt idx="1108">
                  <c:v>7.3824047999999998</c:v>
                </c:pt>
                <c:pt idx="1109">
                  <c:v>9.8921986000000004</c:v>
                </c:pt>
                <c:pt idx="1110">
                  <c:v>17.821079000000001</c:v>
                </c:pt>
                <c:pt idx="1111">
                  <c:v>11.738681</c:v>
                </c:pt>
                <c:pt idx="1112">
                  <c:v>9.2783765999999996</c:v>
                </c:pt>
                <c:pt idx="1113">
                  <c:v>13.950105000000001</c:v>
                </c:pt>
                <c:pt idx="1114">
                  <c:v>10.901017</c:v>
                </c:pt>
                <c:pt idx="1115">
                  <c:v>43.076659999999997</c:v>
                </c:pt>
                <c:pt idx="1116">
                  <c:v>7.7974825000000001</c:v>
                </c:pt>
                <c:pt idx="1117">
                  <c:v>6.5674329</c:v>
                </c:pt>
                <c:pt idx="1118">
                  <c:v>17.469495999999999</c:v>
                </c:pt>
                <c:pt idx="1119">
                  <c:v>8.4313106999999992</c:v>
                </c:pt>
                <c:pt idx="1120">
                  <c:v>11.510088</c:v>
                </c:pt>
                <c:pt idx="1121">
                  <c:v>43.691811000000001</c:v>
                </c:pt>
                <c:pt idx="1122">
                  <c:v>6.7513560999999997</c:v>
                </c:pt>
                <c:pt idx="1123">
                  <c:v>12.017737</c:v>
                </c:pt>
                <c:pt idx="1124">
                  <c:v>19.686426000000001</c:v>
                </c:pt>
                <c:pt idx="1125">
                  <c:v>5.6638001999999998</c:v>
                </c:pt>
                <c:pt idx="1126">
                  <c:v>14.470831</c:v>
                </c:pt>
                <c:pt idx="1127">
                  <c:v>18.121919999999999</c:v>
                </c:pt>
                <c:pt idx="1128">
                  <c:v>8.0179062000000005</c:v>
                </c:pt>
                <c:pt idx="1129">
                  <c:v>24.706467</c:v>
                </c:pt>
                <c:pt idx="1130">
                  <c:v>6.4875350000000003</c:v>
                </c:pt>
                <c:pt idx="1131">
                  <c:v>13.103683999999999</c:v>
                </c:pt>
                <c:pt idx="1132">
                  <c:v>12.420161</c:v>
                </c:pt>
                <c:pt idx="1133">
                  <c:v>22.689423000000001</c:v>
                </c:pt>
                <c:pt idx="1134">
                  <c:v>5.9900703000000002</c:v>
                </c:pt>
                <c:pt idx="1135">
                  <c:v>6.4376888000000001</c:v>
                </c:pt>
                <c:pt idx="1136">
                  <c:v>17.298912000000001</c:v>
                </c:pt>
                <c:pt idx="1137">
                  <c:v>3.5452352</c:v>
                </c:pt>
                <c:pt idx="1138">
                  <c:v>12.718341000000001</c:v>
                </c:pt>
                <c:pt idx="1139">
                  <c:v>15.262705</c:v>
                </c:pt>
                <c:pt idx="1140">
                  <c:v>5.1085257999999998</c:v>
                </c:pt>
                <c:pt idx="1141">
                  <c:v>9.4523639999999993</c:v>
                </c:pt>
                <c:pt idx="1142">
                  <c:v>6.9060911999999997</c:v>
                </c:pt>
                <c:pt idx="1143">
                  <c:v>11.808619</c:v>
                </c:pt>
                <c:pt idx="1144">
                  <c:v>15.588654</c:v>
                </c:pt>
                <c:pt idx="1145">
                  <c:v>3.6533825000000002</c:v>
                </c:pt>
                <c:pt idx="1146">
                  <c:v>10.325623999999999</c:v>
                </c:pt>
                <c:pt idx="1147">
                  <c:v>19.122995</c:v>
                </c:pt>
                <c:pt idx="1148">
                  <c:v>7.3102483999999999</c:v>
                </c:pt>
                <c:pt idx="1149">
                  <c:v>11.92876</c:v>
                </c:pt>
                <c:pt idx="1150">
                  <c:v>6.8141179000000003</c:v>
                </c:pt>
                <c:pt idx="1151">
                  <c:v>13.179299</c:v>
                </c:pt>
                <c:pt idx="1152">
                  <c:v>10.379833</c:v>
                </c:pt>
                <c:pt idx="1153">
                  <c:v>13.551674999999999</c:v>
                </c:pt>
                <c:pt idx="1154">
                  <c:v>7.3590220999999998</c:v>
                </c:pt>
                <c:pt idx="1155">
                  <c:v>5.5705847999999998</c:v>
                </c:pt>
                <c:pt idx="1156">
                  <c:v>15.505877</c:v>
                </c:pt>
                <c:pt idx="1157">
                  <c:v>12.577263</c:v>
                </c:pt>
                <c:pt idx="1158">
                  <c:v>19.784144999999999</c:v>
                </c:pt>
                <c:pt idx="1159">
                  <c:v>12.211747000000001</c:v>
                </c:pt>
                <c:pt idx="1160">
                  <c:v>11.588706</c:v>
                </c:pt>
                <c:pt idx="1161">
                  <c:v>11.893584000000001</c:v>
                </c:pt>
                <c:pt idx="1162">
                  <c:v>18.032533999999998</c:v>
                </c:pt>
                <c:pt idx="1163">
                  <c:v>5.4974685000000001</c:v>
                </c:pt>
                <c:pt idx="1164">
                  <c:v>4.5272350000000001</c:v>
                </c:pt>
                <c:pt idx="1165">
                  <c:v>8.7068166999999992</c:v>
                </c:pt>
                <c:pt idx="1166">
                  <c:v>18.218278999999999</c:v>
                </c:pt>
                <c:pt idx="1167">
                  <c:v>15.929385999999999</c:v>
                </c:pt>
                <c:pt idx="1168">
                  <c:v>10.86647</c:v>
                </c:pt>
                <c:pt idx="1169">
                  <c:v>11.529408999999999</c:v>
                </c:pt>
                <c:pt idx="1170">
                  <c:v>8.4834289999999992</c:v>
                </c:pt>
                <c:pt idx="1171">
                  <c:v>6.5962033</c:v>
                </c:pt>
                <c:pt idx="1172">
                  <c:v>6.3178763</c:v>
                </c:pt>
                <c:pt idx="1173">
                  <c:v>5.2782526000000001</c:v>
                </c:pt>
                <c:pt idx="1174">
                  <c:v>4.2069239999999999</c:v>
                </c:pt>
                <c:pt idx="1175">
                  <c:v>11.661103000000001</c:v>
                </c:pt>
                <c:pt idx="1176">
                  <c:v>10.289052999999999</c:v>
                </c:pt>
                <c:pt idx="1177">
                  <c:v>11.937841000000001</c:v>
                </c:pt>
                <c:pt idx="1178">
                  <c:v>5.4833531000000004</c:v>
                </c:pt>
                <c:pt idx="1179">
                  <c:v>13.668558000000001</c:v>
                </c:pt>
                <c:pt idx="1180">
                  <c:v>17.143034</c:v>
                </c:pt>
                <c:pt idx="1181">
                  <c:v>13.390734999999999</c:v>
                </c:pt>
                <c:pt idx="1182">
                  <c:v>11.775727</c:v>
                </c:pt>
                <c:pt idx="1183">
                  <c:v>13.050967</c:v>
                </c:pt>
                <c:pt idx="1184">
                  <c:v>5.1814736999999997</c:v>
                </c:pt>
                <c:pt idx="1185">
                  <c:v>31.510421999999998</c:v>
                </c:pt>
                <c:pt idx="1186">
                  <c:v>5.4846611000000003</c:v>
                </c:pt>
                <c:pt idx="1187">
                  <c:v>8.7870369000000004</c:v>
                </c:pt>
                <c:pt idx="1188">
                  <c:v>5.7515596999999996</c:v>
                </c:pt>
                <c:pt idx="1189">
                  <c:v>12.922439000000001</c:v>
                </c:pt>
                <c:pt idx="1190">
                  <c:v>21.175609999999999</c:v>
                </c:pt>
                <c:pt idx="1191">
                  <c:v>15.430868</c:v>
                </c:pt>
                <c:pt idx="1192">
                  <c:v>5.7081628000000002</c:v>
                </c:pt>
                <c:pt idx="1193">
                  <c:v>14.061030000000001</c:v>
                </c:pt>
                <c:pt idx="1194">
                  <c:v>9.4415101999999997</c:v>
                </c:pt>
                <c:pt idx="1195">
                  <c:v>10.348190000000001</c:v>
                </c:pt>
                <c:pt idx="1196">
                  <c:v>14.471367000000001</c:v>
                </c:pt>
                <c:pt idx="1197">
                  <c:v>7.8339109000000002</c:v>
                </c:pt>
                <c:pt idx="1198">
                  <c:v>6.8545179000000003</c:v>
                </c:pt>
                <c:pt idx="1199">
                  <c:v>21.012121</c:v>
                </c:pt>
                <c:pt idx="1200">
                  <c:v>15.435266</c:v>
                </c:pt>
                <c:pt idx="1201">
                  <c:v>18.634378000000002</c:v>
                </c:pt>
                <c:pt idx="1202">
                  <c:v>6.5365232999999998</c:v>
                </c:pt>
                <c:pt idx="1203">
                  <c:v>40.972701999999998</c:v>
                </c:pt>
                <c:pt idx="1204">
                  <c:v>9.3525419000000003</c:v>
                </c:pt>
                <c:pt idx="1205">
                  <c:v>9.7396364000000002</c:v>
                </c:pt>
                <c:pt idx="1206">
                  <c:v>28.322422</c:v>
                </c:pt>
                <c:pt idx="1207">
                  <c:v>12.495281</c:v>
                </c:pt>
                <c:pt idx="1208">
                  <c:v>8.4329567000000001</c:v>
                </c:pt>
                <c:pt idx="1209">
                  <c:v>10.603443</c:v>
                </c:pt>
                <c:pt idx="1210">
                  <c:v>10.852973</c:v>
                </c:pt>
                <c:pt idx="1211">
                  <c:v>6.7093924999999999</c:v>
                </c:pt>
                <c:pt idx="1212">
                  <c:v>11.681075</c:v>
                </c:pt>
                <c:pt idx="1213">
                  <c:v>11.282829</c:v>
                </c:pt>
                <c:pt idx="1214">
                  <c:v>43.211060000000003</c:v>
                </c:pt>
                <c:pt idx="1215">
                  <c:v>6.0822114999999997</c:v>
                </c:pt>
                <c:pt idx="1216">
                  <c:v>12.875249</c:v>
                </c:pt>
                <c:pt idx="1217">
                  <c:v>21.975967000000001</c:v>
                </c:pt>
                <c:pt idx="1218">
                  <c:v>7.1889647999999999</c:v>
                </c:pt>
                <c:pt idx="1219">
                  <c:v>45.826003999999998</c:v>
                </c:pt>
                <c:pt idx="1220">
                  <c:v>5.9168601000000001</c:v>
                </c:pt>
                <c:pt idx="1221">
                  <c:v>19.551701999999999</c:v>
                </c:pt>
                <c:pt idx="1222">
                  <c:v>15.452711000000001</c:v>
                </c:pt>
                <c:pt idx="1223">
                  <c:v>23.391293000000001</c:v>
                </c:pt>
                <c:pt idx="1224">
                  <c:v>10.276013000000001</c:v>
                </c:pt>
                <c:pt idx="1225">
                  <c:v>6.6254616000000004</c:v>
                </c:pt>
                <c:pt idx="1226">
                  <c:v>10.914198000000001</c:v>
                </c:pt>
                <c:pt idx="1227">
                  <c:v>10.691411</c:v>
                </c:pt>
                <c:pt idx="1228">
                  <c:v>15.996877</c:v>
                </c:pt>
                <c:pt idx="1229">
                  <c:v>6.8848447999999998</c:v>
                </c:pt>
                <c:pt idx="1230">
                  <c:v>6.3360162000000004</c:v>
                </c:pt>
                <c:pt idx="1231">
                  <c:v>6.0231829000000001</c:v>
                </c:pt>
                <c:pt idx="1232">
                  <c:v>11.530239999999999</c:v>
                </c:pt>
                <c:pt idx="1233">
                  <c:v>47.349705</c:v>
                </c:pt>
                <c:pt idx="1234">
                  <c:v>8.5361471000000009</c:v>
                </c:pt>
                <c:pt idx="1235">
                  <c:v>7.5402564999999999</c:v>
                </c:pt>
                <c:pt idx="1236">
                  <c:v>6.8726777999999999</c:v>
                </c:pt>
                <c:pt idx="1237">
                  <c:v>11.790532000000001</c:v>
                </c:pt>
                <c:pt idx="1238">
                  <c:v>5.7326240999999998</c:v>
                </c:pt>
                <c:pt idx="1239">
                  <c:v>34.119484</c:v>
                </c:pt>
                <c:pt idx="1240">
                  <c:v>7.5623177999999998</c:v>
                </c:pt>
                <c:pt idx="1241">
                  <c:v>14.025079</c:v>
                </c:pt>
                <c:pt idx="1242">
                  <c:v>10.71303</c:v>
                </c:pt>
                <c:pt idx="1243">
                  <c:v>31.241489000000001</c:v>
                </c:pt>
                <c:pt idx="1244">
                  <c:v>6.9633178999999998</c:v>
                </c:pt>
                <c:pt idx="1245">
                  <c:v>13.242981</c:v>
                </c:pt>
                <c:pt idx="1246">
                  <c:v>3.8989251</c:v>
                </c:pt>
                <c:pt idx="1247">
                  <c:v>15.930955000000001</c:v>
                </c:pt>
                <c:pt idx="1248">
                  <c:v>11.296272</c:v>
                </c:pt>
                <c:pt idx="1249">
                  <c:v>14.598457</c:v>
                </c:pt>
                <c:pt idx="1250">
                  <c:v>14.08916</c:v>
                </c:pt>
                <c:pt idx="1251">
                  <c:v>16.261434999999999</c:v>
                </c:pt>
                <c:pt idx="1252">
                  <c:v>10.621342</c:v>
                </c:pt>
                <c:pt idx="1253">
                  <c:v>15.430664999999999</c:v>
                </c:pt>
                <c:pt idx="1254">
                  <c:v>8.5124884000000005</c:v>
                </c:pt>
                <c:pt idx="1255">
                  <c:v>28.458994000000001</c:v>
                </c:pt>
                <c:pt idx="1256">
                  <c:v>15.082945</c:v>
                </c:pt>
                <c:pt idx="1257">
                  <c:v>6.9530238999999998</c:v>
                </c:pt>
                <c:pt idx="1258">
                  <c:v>14.949626</c:v>
                </c:pt>
                <c:pt idx="1259">
                  <c:v>6.8185948999999999</c:v>
                </c:pt>
                <c:pt idx="1260">
                  <c:v>10.512459</c:v>
                </c:pt>
                <c:pt idx="1261">
                  <c:v>6.0558890999999999</c:v>
                </c:pt>
                <c:pt idx="1262">
                  <c:v>13.118115</c:v>
                </c:pt>
                <c:pt idx="1263">
                  <c:v>18.134975000000001</c:v>
                </c:pt>
                <c:pt idx="1264">
                  <c:v>10.346772</c:v>
                </c:pt>
                <c:pt idx="1265">
                  <c:v>18.245932</c:v>
                </c:pt>
                <c:pt idx="1266">
                  <c:v>24.16667</c:v>
                </c:pt>
                <c:pt idx="1267">
                  <c:v>17.013390000000001</c:v>
                </c:pt>
                <c:pt idx="1268">
                  <c:v>7.9303597999999997</c:v>
                </c:pt>
                <c:pt idx="1269">
                  <c:v>10.951409999999999</c:v>
                </c:pt>
                <c:pt idx="1270">
                  <c:v>6.2704654</c:v>
                </c:pt>
                <c:pt idx="1271">
                  <c:v>15.688421</c:v>
                </c:pt>
                <c:pt idx="1272">
                  <c:v>25.964409</c:v>
                </c:pt>
                <c:pt idx="1273">
                  <c:v>10.337527</c:v>
                </c:pt>
                <c:pt idx="1274">
                  <c:v>9.4685296999999995</c:v>
                </c:pt>
                <c:pt idx="1275">
                  <c:v>8.7681141</c:v>
                </c:pt>
                <c:pt idx="1276">
                  <c:v>10.633958</c:v>
                </c:pt>
                <c:pt idx="1277">
                  <c:v>18.513245000000001</c:v>
                </c:pt>
                <c:pt idx="1278">
                  <c:v>3.6984176999999998</c:v>
                </c:pt>
                <c:pt idx="1279">
                  <c:v>5.2718629999999997</c:v>
                </c:pt>
                <c:pt idx="1280">
                  <c:v>7.5429773000000004</c:v>
                </c:pt>
                <c:pt idx="1281">
                  <c:v>12.620264000000001</c:v>
                </c:pt>
                <c:pt idx="1282">
                  <c:v>7.3035679</c:v>
                </c:pt>
                <c:pt idx="1283">
                  <c:v>14.775846</c:v>
                </c:pt>
                <c:pt idx="1284">
                  <c:v>5.7614608</c:v>
                </c:pt>
                <c:pt idx="1285">
                  <c:v>13.621354</c:v>
                </c:pt>
                <c:pt idx="1286">
                  <c:v>15.107430000000001</c:v>
                </c:pt>
                <c:pt idx="1287">
                  <c:v>8.8939141999999993</c:v>
                </c:pt>
                <c:pt idx="1288">
                  <c:v>7.0961245999999996</c:v>
                </c:pt>
                <c:pt idx="1289">
                  <c:v>6.8165674000000003</c:v>
                </c:pt>
                <c:pt idx="1290">
                  <c:v>12.081306</c:v>
                </c:pt>
                <c:pt idx="1291">
                  <c:v>15.196209</c:v>
                </c:pt>
                <c:pt idx="1292">
                  <c:v>9.3142490000000002</c:v>
                </c:pt>
                <c:pt idx="1293">
                  <c:v>21.139999</c:v>
                </c:pt>
                <c:pt idx="1294">
                  <c:v>34.357506000000001</c:v>
                </c:pt>
                <c:pt idx="1295">
                  <c:v>35.884326999999999</c:v>
                </c:pt>
                <c:pt idx="1296">
                  <c:v>14.780179</c:v>
                </c:pt>
                <c:pt idx="1297">
                  <c:v>9.5110501999999997</c:v>
                </c:pt>
                <c:pt idx="1298">
                  <c:v>23.116116999999999</c:v>
                </c:pt>
                <c:pt idx="1299">
                  <c:v>20.838663</c:v>
                </c:pt>
                <c:pt idx="1300">
                  <c:v>15.445296000000001</c:v>
                </c:pt>
                <c:pt idx="1301">
                  <c:v>13.870798000000001</c:v>
                </c:pt>
                <c:pt idx="1302">
                  <c:v>42.978164999999997</c:v>
                </c:pt>
                <c:pt idx="1303">
                  <c:v>15.143770999999999</c:v>
                </c:pt>
                <c:pt idx="1304">
                  <c:v>8.4670886999999997</c:v>
                </c:pt>
                <c:pt idx="1305">
                  <c:v>18.908470000000001</c:v>
                </c:pt>
                <c:pt idx="1306">
                  <c:v>6.0364256000000003</c:v>
                </c:pt>
                <c:pt idx="1307">
                  <c:v>16.912642000000002</c:v>
                </c:pt>
                <c:pt idx="1308">
                  <c:v>8.3080063000000006</c:v>
                </c:pt>
                <c:pt idx="1309">
                  <c:v>11.66567</c:v>
                </c:pt>
                <c:pt idx="1310">
                  <c:v>4.5012007000000001</c:v>
                </c:pt>
                <c:pt idx="1311">
                  <c:v>18.641794000000001</c:v>
                </c:pt>
                <c:pt idx="1312">
                  <c:v>52.360695</c:v>
                </c:pt>
                <c:pt idx="1313">
                  <c:v>22.349018000000001</c:v>
                </c:pt>
                <c:pt idx="1314">
                  <c:v>4.9041895999999996</c:v>
                </c:pt>
                <c:pt idx="1315">
                  <c:v>9.6004000000000005</c:v>
                </c:pt>
                <c:pt idx="1316">
                  <c:v>19.574379</c:v>
                </c:pt>
                <c:pt idx="1317">
                  <c:v>5.2165160000000004</c:v>
                </c:pt>
                <c:pt idx="1318">
                  <c:v>15.239432000000001</c:v>
                </c:pt>
                <c:pt idx="1319">
                  <c:v>8.9148835999999996</c:v>
                </c:pt>
                <c:pt idx="1320">
                  <c:v>9.0870914000000003</c:v>
                </c:pt>
                <c:pt idx="1321">
                  <c:v>8.8228922000000001</c:v>
                </c:pt>
                <c:pt idx="1322">
                  <c:v>10.659318000000001</c:v>
                </c:pt>
                <c:pt idx="1323">
                  <c:v>20.166422000000001</c:v>
                </c:pt>
                <c:pt idx="1324">
                  <c:v>25.286118999999999</c:v>
                </c:pt>
                <c:pt idx="1325">
                  <c:v>24.684334</c:v>
                </c:pt>
                <c:pt idx="1326">
                  <c:v>35.539444000000003</c:v>
                </c:pt>
                <c:pt idx="1327">
                  <c:v>5.7154360000000004</c:v>
                </c:pt>
                <c:pt idx="1328">
                  <c:v>22.490618000000001</c:v>
                </c:pt>
                <c:pt idx="1329">
                  <c:v>6.7232976000000004</c:v>
                </c:pt>
                <c:pt idx="1330">
                  <c:v>14.136457</c:v>
                </c:pt>
                <c:pt idx="1331">
                  <c:v>7.2296313999999997</c:v>
                </c:pt>
                <c:pt idx="1332">
                  <c:v>20.884381999999999</c:v>
                </c:pt>
                <c:pt idx="1333">
                  <c:v>6.3089222999999999</c:v>
                </c:pt>
                <c:pt idx="1334">
                  <c:v>15.584023999999999</c:v>
                </c:pt>
                <c:pt idx="1335">
                  <c:v>12.293932</c:v>
                </c:pt>
                <c:pt idx="1336">
                  <c:v>13.263247</c:v>
                </c:pt>
                <c:pt idx="1337">
                  <c:v>13.352288</c:v>
                </c:pt>
                <c:pt idx="1338">
                  <c:v>4.9383416000000002</c:v>
                </c:pt>
                <c:pt idx="1339">
                  <c:v>22.092524999999998</c:v>
                </c:pt>
                <c:pt idx="1340">
                  <c:v>7.8910879999999999</c:v>
                </c:pt>
                <c:pt idx="1341">
                  <c:v>16.422865000000002</c:v>
                </c:pt>
                <c:pt idx="1342">
                  <c:v>6.5850010000000001</c:v>
                </c:pt>
                <c:pt idx="1343">
                  <c:v>14.246029999999999</c:v>
                </c:pt>
                <c:pt idx="1344">
                  <c:v>5.7322426000000002</c:v>
                </c:pt>
                <c:pt idx="1345">
                  <c:v>14.494021999999999</c:v>
                </c:pt>
                <c:pt idx="1346">
                  <c:v>8.4145555000000005</c:v>
                </c:pt>
                <c:pt idx="1347">
                  <c:v>13.429487999999999</c:v>
                </c:pt>
                <c:pt idx="1348">
                  <c:v>5.2830323999999997</c:v>
                </c:pt>
                <c:pt idx="1349">
                  <c:v>12.712028</c:v>
                </c:pt>
                <c:pt idx="1350">
                  <c:v>10.780267</c:v>
                </c:pt>
                <c:pt idx="1351">
                  <c:v>13.555699000000001</c:v>
                </c:pt>
                <c:pt idx="1352">
                  <c:v>6.5572619000000003</c:v>
                </c:pt>
                <c:pt idx="1353">
                  <c:v>7.7214660999999998</c:v>
                </c:pt>
                <c:pt idx="1354">
                  <c:v>6.6521224999999999</c:v>
                </c:pt>
                <c:pt idx="1355">
                  <c:v>7.8210873999999997</c:v>
                </c:pt>
                <c:pt idx="1356">
                  <c:v>18.575292999999999</c:v>
                </c:pt>
                <c:pt idx="1357">
                  <c:v>15.134592</c:v>
                </c:pt>
                <c:pt idx="1358">
                  <c:v>8.5311298000000004</c:v>
                </c:pt>
                <c:pt idx="1359">
                  <c:v>11.04374</c:v>
                </c:pt>
                <c:pt idx="1360">
                  <c:v>13.836558999999999</c:v>
                </c:pt>
                <c:pt idx="1361">
                  <c:v>14.185852000000001</c:v>
                </c:pt>
                <c:pt idx="1362">
                  <c:v>11.777587</c:v>
                </c:pt>
                <c:pt idx="1363">
                  <c:v>15.657393000000001</c:v>
                </c:pt>
                <c:pt idx="1364">
                  <c:v>8.1679028999999996</c:v>
                </c:pt>
                <c:pt idx="1365">
                  <c:v>14.728204</c:v>
                </c:pt>
                <c:pt idx="1366">
                  <c:v>12.047299000000001</c:v>
                </c:pt>
                <c:pt idx="1367">
                  <c:v>12.698648</c:v>
                </c:pt>
                <c:pt idx="1368">
                  <c:v>7.8344263999999999</c:v>
                </c:pt>
                <c:pt idx="1369">
                  <c:v>15.335971000000001</c:v>
                </c:pt>
                <c:pt idx="1370">
                  <c:v>19.660526000000001</c:v>
                </c:pt>
                <c:pt idx="1371">
                  <c:v>12.081274000000001</c:v>
                </c:pt>
                <c:pt idx="1372">
                  <c:v>16.730318</c:v>
                </c:pt>
                <c:pt idx="1373">
                  <c:v>12.447993</c:v>
                </c:pt>
                <c:pt idx="1374">
                  <c:v>9.7994193999999997</c:v>
                </c:pt>
                <c:pt idx="1375">
                  <c:v>8.0327491999999996</c:v>
                </c:pt>
                <c:pt idx="1376">
                  <c:v>15.701525</c:v>
                </c:pt>
                <c:pt idx="1377">
                  <c:v>8.1304703000000007</c:v>
                </c:pt>
                <c:pt idx="1378">
                  <c:v>5.6571832000000004</c:v>
                </c:pt>
                <c:pt idx="1379">
                  <c:v>10.40217</c:v>
                </c:pt>
                <c:pt idx="1380">
                  <c:v>6.8242678999999997</c:v>
                </c:pt>
                <c:pt idx="1381">
                  <c:v>14.195026</c:v>
                </c:pt>
                <c:pt idx="1382">
                  <c:v>14.413707</c:v>
                </c:pt>
                <c:pt idx="1383">
                  <c:v>13.131535</c:v>
                </c:pt>
                <c:pt idx="1384">
                  <c:v>5.5161223000000001</c:v>
                </c:pt>
                <c:pt idx="1385">
                  <c:v>17.717338999999999</c:v>
                </c:pt>
                <c:pt idx="1386">
                  <c:v>17.621155000000002</c:v>
                </c:pt>
                <c:pt idx="1387">
                  <c:v>10.180609</c:v>
                </c:pt>
                <c:pt idx="1388">
                  <c:v>9.1174420999999999</c:v>
                </c:pt>
                <c:pt idx="1389">
                  <c:v>14.824372</c:v>
                </c:pt>
                <c:pt idx="1390">
                  <c:v>28.281466000000002</c:v>
                </c:pt>
                <c:pt idx="1391">
                  <c:v>16.059484000000001</c:v>
                </c:pt>
                <c:pt idx="1392">
                  <c:v>4.8945755999999996</c:v>
                </c:pt>
                <c:pt idx="1393">
                  <c:v>11.228621</c:v>
                </c:pt>
                <c:pt idx="1394">
                  <c:v>14.582406000000001</c:v>
                </c:pt>
                <c:pt idx="1395">
                  <c:v>11.660809</c:v>
                </c:pt>
                <c:pt idx="1396">
                  <c:v>19.608747000000001</c:v>
                </c:pt>
                <c:pt idx="1397">
                  <c:v>19.369475999999999</c:v>
                </c:pt>
                <c:pt idx="1398">
                  <c:v>14.693485000000001</c:v>
                </c:pt>
                <c:pt idx="1399">
                  <c:v>13.267526</c:v>
                </c:pt>
                <c:pt idx="1400">
                  <c:v>17.720585</c:v>
                </c:pt>
                <c:pt idx="1401">
                  <c:v>32.103270999999999</c:v>
                </c:pt>
                <c:pt idx="1402">
                  <c:v>13.729217</c:v>
                </c:pt>
                <c:pt idx="1403">
                  <c:v>15.357054</c:v>
                </c:pt>
                <c:pt idx="1404">
                  <c:v>14.693554000000001</c:v>
                </c:pt>
                <c:pt idx="1405">
                  <c:v>22.814903000000001</c:v>
                </c:pt>
                <c:pt idx="1406">
                  <c:v>16.241900999999999</c:v>
                </c:pt>
                <c:pt idx="1407">
                  <c:v>22.418828999999999</c:v>
                </c:pt>
                <c:pt idx="1408">
                  <c:v>15.402278000000001</c:v>
                </c:pt>
                <c:pt idx="1409">
                  <c:v>16.229347000000001</c:v>
                </c:pt>
                <c:pt idx="1410">
                  <c:v>14.400798</c:v>
                </c:pt>
                <c:pt idx="1411">
                  <c:v>23.707380000000001</c:v>
                </c:pt>
                <c:pt idx="1412">
                  <c:v>21.010860000000001</c:v>
                </c:pt>
                <c:pt idx="1413">
                  <c:v>14.627684</c:v>
                </c:pt>
                <c:pt idx="1414">
                  <c:v>24.111799000000001</c:v>
                </c:pt>
                <c:pt idx="1415">
                  <c:v>13.474824</c:v>
                </c:pt>
                <c:pt idx="1416">
                  <c:v>11.487776</c:v>
                </c:pt>
                <c:pt idx="1417">
                  <c:v>12.722815000000001</c:v>
                </c:pt>
                <c:pt idx="1418">
                  <c:v>7.7616043000000001</c:v>
                </c:pt>
                <c:pt idx="1419">
                  <c:v>8.3583660000000002</c:v>
                </c:pt>
                <c:pt idx="1420">
                  <c:v>20.366848000000001</c:v>
                </c:pt>
                <c:pt idx="1421">
                  <c:v>11.552469</c:v>
                </c:pt>
                <c:pt idx="1422">
                  <c:v>14.442285</c:v>
                </c:pt>
                <c:pt idx="1423">
                  <c:v>24.111737999999999</c:v>
                </c:pt>
                <c:pt idx="1424">
                  <c:v>20.210163000000001</c:v>
                </c:pt>
                <c:pt idx="1425">
                  <c:v>60.977477999999998</c:v>
                </c:pt>
                <c:pt idx="1426">
                  <c:v>9.9833221000000005</c:v>
                </c:pt>
                <c:pt idx="1427">
                  <c:v>13.379996999999999</c:v>
                </c:pt>
                <c:pt idx="1428">
                  <c:v>8.0275687999999992</c:v>
                </c:pt>
                <c:pt idx="1429">
                  <c:v>16.401859000000002</c:v>
                </c:pt>
                <c:pt idx="1430">
                  <c:v>11.644681</c:v>
                </c:pt>
                <c:pt idx="1431">
                  <c:v>11.261027</c:v>
                </c:pt>
                <c:pt idx="1432">
                  <c:v>18.795791999999999</c:v>
                </c:pt>
                <c:pt idx="1433">
                  <c:v>19.400054999999998</c:v>
                </c:pt>
                <c:pt idx="1434">
                  <c:v>9.7364634999999993</c:v>
                </c:pt>
                <c:pt idx="1435">
                  <c:v>14.622973999999999</c:v>
                </c:pt>
                <c:pt idx="1436">
                  <c:v>5.7938518999999999</c:v>
                </c:pt>
                <c:pt idx="1437">
                  <c:v>40.920174000000003</c:v>
                </c:pt>
                <c:pt idx="1438">
                  <c:v>22.535126000000002</c:v>
                </c:pt>
                <c:pt idx="1439">
                  <c:v>19.409195</c:v>
                </c:pt>
                <c:pt idx="1440">
                  <c:v>14.062416000000001</c:v>
                </c:pt>
                <c:pt idx="1441">
                  <c:v>12.679707000000001</c:v>
                </c:pt>
                <c:pt idx="1442">
                  <c:v>21.755768</c:v>
                </c:pt>
                <c:pt idx="1443">
                  <c:v>14.857265999999999</c:v>
                </c:pt>
                <c:pt idx="1444">
                  <c:v>9.3963736999999998</c:v>
                </c:pt>
                <c:pt idx="1445">
                  <c:v>7.3559599000000002</c:v>
                </c:pt>
                <c:pt idx="1446">
                  <c:v>20.666222000000001</c:v>
                </c:pt>
                <c:pt idx="1447">
                  <c:v>6.9232779000000004</c:v>
                </c:pt>
                <c:pt idx="1448">
                  <c:v>9.4358187000000004</c:v>
                </c:pt>
                <c:pt idx="1449">
                  <c:v>9.6266526999999993</c:v>
                </c:pt>
                <c:pt idx="1450">
                  <c:v>4.8849330000000002</c:v>
                </c:pt>
                <c:pt idx="1451">
                  <c:v>20.398448999999999</c:v>
                </c:pt>
                <c:pt idx="1452">
                  <c:v>5.2586117000000003</c:v>
                </c:pt>
                <c:pt idx="1453">
                  <c:v>17.077572</c:v>
                </c:pt>
                <c:pt idx="1454">
                  <c:v>11.998721</c:v>
                </c:pt>
                <c:pt idx="1455">
                  <c:v>11.065168</c:v>
                </c:pt>
                <c:pt idx="1456">
                  <c:v>15.875215000000001</c:v>
                </c:pt>
                <c:pt idx="1457">
                  <c:v>10.642555</c:v>
                </c:pt>
                <c:pt idx="1458">
                  <c:v>13.382569</c:v>
                </c:pt>
                <c:pt idx="1459">
                  <c:v>13.642414</c:v>
                </c:pt>
                <c:pt idx="1460">
                  <c:v>6.7761921999999997</c:v>
                </c:pt>
                <c:pt idx="1461">
                  <c:v>8.9429464000000003</c:v>
                </c:pt>
                <c:pt idx="1462">
                  <c:v>13.748595999999999</c:v>
                </c:pt>
                <c:pt idx="1463">
                  <c:v>31.608564000000001</c:v>
                </c:pt>
                <c:pt idx="1464">
                  <c:v>17.009343999999999</c:v>
                </c:pt>
                <c:pt idx="1465">
                  <c:v>13.158196999999999</c:v>
                </c:pt>
                <c:pt idx="1466">
                  <c:v>10.305495000000001</c:v>
                </c:pt>
                <c:pt idx="1467">
                  <c:v>20.428453000000001</c:v>
                </c:pt>
                <c:pt idx="1468">
                  <c:v>16.455266999999999</c:v>
                </c:pt>
                <c:pt idx="1469">
                  <c:v>7.6569871999999997</c:v>
                </c:pt>
                <c:pt idx="1470">
                  <c:v>5.5091242999999999</c:v>
                </c:pt>
                <c:pt idx="1471">
                  <c:v>12.812673</c:v>
                </c:pt>
                <c:pt idx="1472">
                  <c:v>23.353476000000001</c:v>
                </c:pt>
                <c:pt idx="1473">
                  <c:v>10.921099</c:v>
                </c:pt>
                <c:pt idx="1474">
                  <c:v>9.8830232999999996</c:v>
                </c:pt>
                <c:pt idx="1475">
                  <c:v>24.719194000000002</c:v>
                </c:pt>
                <c:pt idx="1476">
                  <c:v>8.1021699999999992</c:v>
                </c:pt>
                <c:pt idx="1477">
                  <c:v>11.905647</c:v>
                </c:pt>
                <c:pt idx="1478">
                  <c:v>6.0932608000000004</c:v>
                </c:pt>
                <c:pt idx="1479">
                  <c:v>9.8761387000000003</c:v>
                </c:pt>
                <c:pt idx="1480">
                  <c:v>13.90433</c:v>
                </c:pt>
                <c:pt idx="1481">
                  <c:v>21.751642</c:v>
                </c:pt>
                <c:pt idx="1482">
                  <c:v>10.743838</c:v>
                </c:pt>
                <c:pt idx="1483">
                  <c:v>10.170622</c:v>
                </c:pt>
                <c:pt idx="1484">
                  <c:v>12.578649</c:v>
                </c:pt>
                <c:pt idx="1485">
                  <c:v>7.6292290999999999</c:v>
                </c:pt>
                <c:pt idx="1486">
                  <c:v>11.542479999999999</c:v>
                </c:pt>
                <c:pt idx="1487">
                  <c:v>14.293604</c:v>
                </c:pt>
                <c:pt idx="1488">
                  <c:v>8.7740402</c:v>
                </c:pt>
                <c:pt idx="1489">
                  <c:v>13.190046000000001</c:v>
                </c:pt>
                <c:pt idx="1490">
                  <c:v>11.547808</c:v>
                </c:pt>
                <c:pt idx="1491">
                  <c:v>16.405173999999999</c:v>
                </c:pt>
                <c:pt idx="1492">
                  <c:v>15.208188</c:v>
                </c:pt>
                <c:pt idx="1493">
                  <c:v>18.986471000000002</c:v>
                </c:pt>
                <c:pt idx="1494">
                  <c:v>17.846781</c:v>
                </c:pt>
                <c:pt idx="1495">
                  <c:v>8.2019844000000006</c:v>
                </c:pt>
                <c:pt idx="1496">
                  <c:v>11.019837000000001</c:v>
                </c:pt>
                <c:pt idx="1497">
                  <c:v>23.301081</c:v>
                </c:pt>
                <c:pt idx="1498">
                  <c:v>11.20102</c:v>
                </c:pt>
                <c:pt idx="1499">
                  <c:v>12.873239</c:v>
                </c:pt>
                <c:pt idx="1500">
                  <c:v>13.697609</c:v>
                </c:pt>
                <c:pt idx="1501">
                  <c:v>30.844814</c:v>
                </c:pt>
                <c:pt idx="1502">
                  <c:v>5.5242323999999998</c:v>
                </c:pt>
                <c:pt idx="1503">
                  <c:v>12.968643</c:v>
                </c:pt>
                <c:pt idx="1504">
                  <c:v>7.0790709999999999</c:v>
                </c:pt>
                <c:pt idx="1505">
                  <c:v>18.689361999999999</c:v>
                </c:pt>
                <c:pt idx="1506">
                  <c:v>15.181823</c:v>
                </c:pt>
                <c:pt idx="1507">
                  <c:v>7.7750893000000003</c:v>
                </c:pt>
                <c:pt idx="1508">
                  <c:v>18.190564999999999</c:v>
                </c:pt>
                <c:pt idx="1509">
                  <c:v>36.264918999999999</c:v>
                </c:pt>
                <c:pt idx="1510">
                  <c:v>9.4194344999999995</c:v>
                </c:pt>
                <c:pt idx="1511">
                  <c:v>20.629695999999999</c:v>
                </c:pt>
                <c:pt idx="1512">
                  <c:v>16.308281000000001</c:v>
                </c:pt>
                <c:pt idx="1513">
                  <c:v>12.042068</c:v>
                </c:pt>
                <c:pt idx="1514">
                  <c:v>13.123419999999999</c:v>
                </c:pt>
                <c:pt idx="1515">
                  <c:v>14.090839000000001</c:v>
                </c:pt>
                <c:pt idx="1516">
                  <c:v>13.637572</c:v>
                </c:pt>
                <c:pt idx="1517">
                  <c:v>26.645309000000001</c:v>
                </c:pt>
                <c:pt idx="1518">
                  <c:v>11.62115</c:v>
                </c:pt>
                <c:pt idx="1519">
                  <c:v>16.684823999999999</c:v>
                </c:pt>
                <c:pt idx="1520">
                  <c:v>4.8052029999999997</c:v>
                </c:pt>
                <c:pt idx="1521">
                  <c:v>24.759533000000001</c:v>
                </c:pt>
                <c:pt idx="1522">
                  <c:v>12.505362999999999</c:v>
                </c:pt>
                <c:pt idx="1523">
                  <c:v>16.82085</c:v>
                </c:pt>
                <c:pt idx="1524">
                  <c:v>4.2095875999999999</c:v>
                </c:pt>
                <c:pt idx="1525">
                  <c:v>22.163830000000001</c:v>
                </c:pt>
                <c:pt idx="1526">
                  <c:v>14.272831</c:v>
                </c:pt>
                <c:pt idx="1527">
                  <c:v>13.433078</c:v>
                </c:pt>
                <c:pt idx="1528">
                  <c:v>15.650648</c:v>
                </c:pt>
                <c:pt idx="1529">
                  <c:v>8.8206805999999993</c:v>
                </c:pt>
                <c:pt idx="1530">
                  <c:v>19.770063</c:v>
                </c:pt>
                <c:pt idx="1531">
                  <c:v>13.913014</c:v>
                </c:pt>
                <c:pt idx="1532">
                  <c:v>14.080455000000001</c:v>
                </c:pt>
                <c:pt idx="1533">
                  <c:v>7.7071756999999996</c:v>
                </c:pt>
                <c:pt idx="1534">
                  <c:v>15.837218999999999</c:v>
                </c:pt>
                <c:pt idx="1535">
                  <c:v>11.202067</c:v>
                </c:pt>
                <c:pt idx="1536">
                  <c:v>28.728708000000001</c:v>
                </c:pt>
                <c:pt idx="1537">
                  <c:v>19.091159999999999</c:v>
                </c:pt>
                <c:pt idx="1538">
                  <c:v>26.003281000000001</c:v>
                </c:pt>
                <c:pt idx="1539">
                  <c:v>9.4035206000000002</c:v>
                </c:pt>
                <c:pt idx="1540">
                  <c:v>11.866968999999999</c:v>
                </c:pt>
                <c:pt idx="1541">
                  <c:v>24.446348</c:v>
                </c:pt>
                <c:pt idx="1542">
                  <c:v>9.2716484000000001</c:v>
                </c:pt>
                <c:pt idx="1543">
                  <c:v>18.195710999999999</c:v>
                </c:pt>
                <c:pt idx="1544">
                  <c:v>10.030961</c:v>
                </c:pt>
                <c:pt idx="1545">
                  <c:v>14.849774</c:v>
                </c:pt>
                <c:pt idx="1546">
                  <c:v>19.131513999999999</c:v>
                </c:pt>
                <c:pt idx="1547">
                  <c:v>8.6093329999999995</c:v>
                </c:pt>
                <c:pt idx="1548">
                  <c:v>13.002007000000001</c:v>
                </c:pt>
                <c:pt idx="1549">
                  <c:v>5.5818896000000002</c:v>
                </c:pt>
                <c:pt idx="1550">
                  <c:v>15.839278999999999</c:v>
                </c:pt>
                <c:pt idx="1551">
                  <c:v>18.774162</c:v>
                </c:pt>
                <c:pt idx="1552">
                  <c:v>18.811121</c:v>
                </c:pt>
                <c:pt idx="1553">
                  <c:v>19.733506999999999</c:v>
                </c:pt>
                <c:pt idx="1554">
                  <c:v>24.232807000000001</c:v>
                </c:pt>
                <c:pt idx="1555">
                  <c:v>28.816744</c:v>
                </c:pt>
                <c:pt idx="1556">
                  <c:v>18.644136</c:v>
                </c:pt>
                <c:pt idx="1557">
                  <c:v>7.7094263999999999</c:v>
                </c:pt>
                <c:pt idx="1558">
                  <c:v>18.955449999999999</c:v>
                </c:pt>
                <c:pt idx="1559">
                  <c:v>29.389938000000001</c:v>
                </c:pt>
                <c:pt idx="1560">
                  <c:v>15.893533</c:v>
                </c:pt>
                <c:pt idx="1561">
                  <c:v>30.418410999999999</c:v>
                </c:pt>
                <c:pt idx="1562">
                  <c:v>12.134389000000001</c:v>
                </c:pt>
                <c:pt idx="1563">
                  <c:v>12.06156</c:v>
                </c:pt>
                <c:pt idx="1564">
                  <c:v>6.1657928999999996</c:v>
                </c:pt>
                <c:pt idx="1565">
                  <c:v>9.4580287999999992</c:v>
                </c:pt>
                <c:pt idx="1566">
                  <c:v>12.860688</c:v>
                </c:pt>
                <c:pt idx="1567">
                  <c:v>23.352008999999999</c:v>
                </c:pt>
                <c:pt idx="1568">
                  <c:v>12.68723</c:v>
                </c:pt>
                <c:pt idx="1569">
                  <c:v>13.592371</c:v>
                </c:pt>
                <c:pt idx="1570">
                  <c:v>10.918794999999999</c:v>
                </c:pt>
                <c:pt idx="1571">
                  <c:v>10.632455999999999</c:v>
                </c:pt>
                <c:pt idx="1572">
                  <c:v>14.137162</c:v>
                </c:pt>
                <c:pt idx="1573">
                  <c:v>11.653803</c:v>
                </c:pt>
                <c:pt idx="1574">
                  <c:v>11.042752</c:v>
                </c:pt>
                <c:pt idx="1575">
                  <c:v>4.5662421999999996</c:v>
                </c:pt>
                <c:pt idx="1576">
                  <c:v>16.004508999999999</c:v>
                </c:pt>
                <c:pt idx="1577">
                  <c:v>12.672192000000001</c:v>
                </c:pt>
                <c:pt idx="1578">
                  <c:v>18.082961999999998</c:v>
                </c:pt>
                <c:pt idx="1579">
                  <c:v>31.81024</c:v>
                </c:pt>
                <c:pt idx="1580">
                  <c:v>17.613765999999998</c:v>
                </c:pt>
                <c:pt idx="1581">
                  <c:v>24.423919999999999</c:v>
                </c:pt>
                <c:pt idx="1582">
                  <c:v>9.0844173000000001</c:v>
                </c:pt>
                <c:pt idx="1583">
                  <c:v>6.0712356999999999</c:v>
                </c:pt>
                <c:pt idx="1584">
                  <c:v>19.562695000000001</c:v>
                </c:pt>
                <c:pt idx="1585">
                  <c:v>6.8494349000000003</c:v>
                </c:pt>
                <c:pt idx="1586">
                  <c:v>10.402072</c:v>
                </c:pt>
                <c:pt idx="1587">
                  <c:v>13.832948</c:v>
                </c:pt>
                <c:pt idx="1588">
                  <c:v>24.661276000000001</c:v>
                </c:pt>
                <c:pt idx="1589">
                  <c:v>13.289244999999999</c:v>
                </c:pt>
                <c:pt idx="1590">
                  <c:v>4.3079162000000002</c:v>
                </c:pt>
                <c:pt idx="1591">
                  <c:v>8.9792556999999995</c:v>
                </c:pt>
                <c:pt idx="1592">
                  <c:v>9.1063250999999994</c:v>
                </c:pt>
                <c:pt idx="1593">
                  <c:v>14.239504</c:v>
                </c:pt>
                <c:pt idx="1594">
                  <c:v>8.9990158000000005</c:v>
                </c:pt>
                <c:pt idx="1595">
                  <c:v>26.033289</c:v>
                </c:pt>
                <c:pt idx="1596">
                  <c:v>6.2507910999999998</c:v>
                </c:pt>
                <c:pt idx="1597">
                  <c:v>11.951364999999999</c:v>
                </c:pt>
                <c:pt idx="1598">
                  <c:v>8.4936360999999998</c:v>
                </c:pt>
                <c:pt idx="1599">
                  <c:v>6.9714841999999999</c:v>
                </c:pt>
                <c:pt idx="1600">
                  <c:v>16.157105999999999</c:v>
                </c:pt>
                <c:pt idx="1601">
                  <c:v>18.94791</c:v>
                </c:pt>
                <c:pt idx="1602">
                  <c:v>25.652569</c:v>
                </c:pt>
                <c:pt idx="1603">
                  <c:v>14.6599</c:v>
                </c:pt>
                <c:pt idx="1604">
                  <c:v>25.470054999999999</c:v>
                </c:pt>
                <c:pt idx="1605">
                  <c:v>14.397456999999999</c:v>
                </c:pt>
                <c:pt idx="1606">
                  <c:v>6.2092413999999998</c:v>
                </c:pt>
                <c:pt idx="1607">
                  <c:v>16.150478</c:v>
                </c:pt>
                <c:pt idx="1608">
                  <c:v>18.624438999999999</c:v>
                </c:pt>
                <c:pt idx="1609">
                  <c:v>21.668657</c:v>
                </c:pt>
                <c:pt idx="1610">
                  <c:v>19.918741000000001</c:v>
                </c:pt>
                <c:pt idx="1611">
                  <c:v>12.521098</c:v>
                </c:pt>
                <c:pt idx="1612">
                  <c:v>18.892748000000001</c:v>
                </c:pt>
                <c:pt idx="1613">
                  <c:v>14.657028</c:v>
                </c:pt>
                <c:pt idx="1614">
                  <c:v>9.8598470999999996</c:v>
                </c:pt>
                <c:pt idx="1615">
                  <c:v>13.518418</c:v>
                </c:pt>
                <c:pt idx="1616">
                  <c:v>14.193307000000001</c:v>
                </c:pt>
                <c:pt idx="1617">
                  <c:v>27.733671000000001</c:v>
                </c:pt>
                <c:pt idx="1618">
                  <c:v>18.489557000000001</c:v>
                </c:pt>
                <c:pt idx="1619">
                  <c:v>14.520652999999999</c:v>
                </c:pt>
                <c:pt idx="1620">
                  <c:v>18.396315000000001</c:v>
                </c:pt>
                <c:pt idx="1621">
                  <c:v>10.266444999999999</c:v>
                </c:pt>
                <c:pt idx="1622">
                  <c:v>13.165775</c:v>
                </c:pt>
                <c:pt idx="1623">
                  <c:v>10.845382000000001</c:v>
                </c:pt>
                <c:pt idx="1624">
                  <c:v>19.945550999999998</c:v>
                </c:pt>
                <c:pt idx="1625">
                  <c:v>8.9666557000000005</c:v>
                </c:pt>
                <c:pt idx="1626">
                  <c:v>15.742569</c:v>
                </c:pt>
                <c:pt idx="1627">
                  <c:v>30.505579000000001</c:v>
                </c:pt>
                <c:pt idx="1628">
                  <c:v>14.861902000000001</c:v>
                </c:pt>
                <c:pt idx="1629">
                  <c:v>41.853999999999999</c:v>
                </c:pt>
                <c:pt idx="1630">
                  <c:v>33.179057999999998</c:v>
                </c:pt>
                <c:pt idx="1631">
                  <c:v>13.962171</c:v>
                </c:pt>
                <c:pt idx="1632">
                  <c:v>10.415753</c:v>
                </c:pt>
                <c:pt idx="1633">
                  <c:v>16.430081999999999</c:v>
                </c:pt>
                <c:pt idx="1634">
                  <c:v>16.793673999999999</c:v>
                </c:pt>
                <c:pt idx="1635">
                  <c:v>7.2931261000000003</c:v>
                </c:pt>
                <c:pt idx="1636">
                  <c:v>25.220098</c:v>
                </c:pt>
                <c:pt idx="1637">
                  <c:v>12.720069000000001</c:v>
                </c:pt>
                <c:pt idx="1638">
                  <c:v>7.9094829999999998</c:v>
                </c:pt>
                <c:pt idx="1639">
                  <c:v>22.531696</c:v>
                </c:pt>
                <c:pt idx="1640">
                  <c:v>15.455515999999999</c:v>
                </c:pt>
                <c:pt idx="1641">
                  <c:v>15.903665999999999</c:v>
                </c:pt>
                <c:pt idx="1642">
                  <c:v>28.75808</c:v>
                </c:pt>
                <c:pt idx="1643">
                  <c:v>6.5921240000000001</c:v>
                </c:pt>
                <c:pt idx="1644">
                  <c:v>22.382048000000001</c:v>
                </c:pt>
                <c:pt idx="1645">
                  <c:v>12.680697</c:v>
                </c:pt>
                <c:pt idx="1646">
                  <c:v>9.3802117999999997</c:v>
                </c:pt>
                <c:pt idx="1647">
                  <c:v>12.366497000000001</c:v>
                </c:pt>
                <c:pt idx="1648">
                  <c:v>14.717254000000001</c:v>
                </c:pt>
                <c:pt idx="1649">
                  <c:v>17.737400000000001</c:v>
                </c:pt>
                <c:pt idx="1650">
                  <c:v>14.014797</c:v>
                </c:pt>
                <c:pt idx="1651">
                  <c:v>13.87811</c:v>
                </c:pt>
                <c:pt idx="1652">
                  <c:v>23.999721999999998</c:v>
                </c:pt>
                <c:pt idx="1653">
                  <c:v>24.994206999999999</c:v>
                </c:pt>
                <c:pt idx="1654">
                  <c:v>37.862129000000003</c:v>
                </c:pt>
                <c:pt idx="1655">
                  <c:v>30.330680999999998</c:v>
                </c:pt>
                <c:pt idx="1656">
                  <c:v>11.986499</c:v>
                </c:pt>
                <c:pt idx="1657">
                  <c:v>13.535511</c:v>
                </c:pt>
                <c:pt idx="1658">
                  <c:v>22.633379000000001</c:v>
                </c:pt>
                <c:pt idx="1659">
                  <c:v>24.745939</c:v>
                </c:pt>
                <c:pt idx="1660">
                  <c:v>15.991968</c:v>
                </c:pt>
                <c:pt idx="1661">
                  <c:v>11.625132000000001</c:v>
                </c:pt>
                <c:pt idx="1662">
                  <c:v>10.345914</c:v>
                </c:pt>
                <c:pt idx="1663">
                  <c:v>13.103221</c:v>
                </c:pt>
                <c:pt idx="1664">
                  <c:v>4.5202422000000002</c:v>
                </c:pt>
                <c:pt idx="1665">
                  <c:v>22.807525999999999</c:v>
                </c:pt>
                <c:pt idx="1666">
                  <c:v>31.473413000000001</c:v>
                </c:pt>
                <c:pt idx="1667">
                  <c:v>10.548632</c:v>
                </c:pt>
                <c:pt idx="1668">
                  <c:v>11.28309</c:v>
                </c:pt>
                <c:pt idx="1669">
                  <c:v>9.8997554999999995</c:v>
                </c:pt>
                <c:pt idx="1670">
                  <c:v>18.939312000000001</c:v>
                </c:pt>
                <c:pt idx="1671">
                  <c:v>15.893093</c:v>
                </c:pt>
                <c:pt idx="1672">
                  <c:v>22.959557</c:v>
                </c:pt>
                <c:pt idx="1673">
                  <c:v>28.944212</c:v>
                </c:pt>
                <c:pt idx="1674">
                  <c:v>13.732438999999999</c:v>
                </c:pt>
                <c:pt idx="1675">
                  <c:v>5.2338958</c:v>
                </c:pt>
                <c:pt idx="1676">
                  <c:v>18.117073000000001</c:v>
                </c:pt>
                <c:pt idx="1677">
                  <c:v>11.479627000000001</c:v>
                </c:pt>
                <c:pt idx="1678">
                  <c:v>24.656441000000001</c:v>
                </c:pt>
                <c:pt idx="1679">
                  <c:v>9.3972777999999995</c:v>
                </c:pt>
                <c:pt idx="1680">
                  <c:v>23.405242999999999</c:v>
                </c:pt>
                <c:pt idx="1681">
                  <c:v>15.331045</c:v>
                </c:pt>
                <c:pt idx="1682">
                  <c:v>10.2898</c:v>
                </c:pt>
                <c:pt idx="1683">
                  <c:v>12.863873</c:v>
                </c:pt>
                <c:pt idx="1684">
                  <c:v>21.211887000000001</c:v>
                </c:pt>
                <c:pt idx="1685">
                  <c:v>8.2948198000000009</c:v>
                </c:pt>
                <c:pt idx="1686">
                  <c:v>10.36098</c:v>
                </c:pt>
                <c:pt idx="1687">
                  <c:v>12.483184</c:v>
                </c:pt>
                <c:pt idx="1688">
                  <c:v>16.775780000000001</c:v>
                </c:pt>
                <c:pt idx="1689">
                  <c:v>6.3338026999999997</c:v>
                </c:pt>
                <c:pt idx="1690">
                  <c:v>21.325842000000002</c:v>
                </c:pt>
                <c:pt idx="1691">
                  <c:v>8.8888005999999997</c:v>
                </c:pt>
                <c:pt idx="1692">
                  <c:v>10.256921999999999</c:v>
                </c:pt>
                <c:pt idx="1693">
                  <c:v>21.97381</c:v>
                </c:pt>
                <c:pt idx="1694">
                  <c:v>11.852233</c:v>
                </c:pt>
                <c:pt idx="1695">
                  <c:v>13.640115</c:v>
                </c:pt>
                <c:pt idx="1696">
                  <c:v>3.7580971999999999</c:v>
                </c:pt>
                <c:pt idx="1697">
                  <c:v>12.406409</c:v>
                </c:pt>
                <c:pt idx="1698">
                  <c:v>22.416376</c:v>
                </c:pt>
                <c:pt idx="1699">
                  <c:v>17.086839999999999</c:v>
                </c:pt>
                <c:pt idx="1700">
                  <c:v>11.280151999999999</c:v>
                </c:pt>
                <c:pt idx="1701">
                  <c:v>10.054461</c:v>
                </c:pt>
                <c:pt idx="1702">
                  <c:v>11.875201000000001</c:v>
                </c:pt>
                <c:pt idx="1703">
                  <c:v>13.501753000000001</c:v>
                </c:pt>
                <c:pt idx="1704">
                  <c:v>8.4647769999999998</c:v>
                </c:pt>
                <c:pt idx="1705">
                  <c:v>32.559699999999999</c:v>
                </c:pt>
                <c:pt idx="1706">
                  <c:v>13.457369999999999</c:v>
                </c:pt>
                <c:pt idx="1707">
                  <c:v>15.279491999999999</c:v>
                </c:pt>
                <c:pt idx="1708">
                  <c:v>21.807285</c:v>
                </c:pt>
                <c:pt idx="1709">
                  <c:v>9.1334362000000002</c:v>
                </c:pt>
                <c:pt idx="1710">
                  <c:v>14.573449</c:v>
                </c:pt>
                <c:pt idx="1711">
                  <c:v>8.4492969999999996</c:v>
                </c:pt>
                <c:pt idx="1712">
                  <c:v>10.411155000000001</c:v>
                </c:pt>
                <c:pt idx="1713">
                  <c:v>15.353462</c:v>
                </c:pt>
                <c:pt idx="1714">
                  <c:v>13.825664</c:v>
                </c:pt>
                <c:pt idx="1715">
                  <c:v>30.399054</c:v>
                </c:pt>
                <c:pt idx="1716">
                  <c:v>10.202144000000001</c:v>
                </c:pt>
                <c:pt idx="1717">
                  <c:v>17.309457999999999</c:v>
                </c:pt>
                <c:pt idx="1718">
                  <c:v>15.881800999999999</c:v>
                </c:pt>
                <c:pt idx="1719">
                  <c:v>27.479175999999999</c:v>
                </c:pt>
                <c:pt idx="1720">
                  <c:v>7.6562872000000004</c:v>
                </c:pt>
                <c:pt idx="1721">
                  <c:v>23.756598</c:v>
                </c:pt>
                <c:pt idx="1722">
                  <c:v>13.463691000000001</c:v>
                </c:pt>
                <c:pt idx="1723">
                  <c:v>9.6555394999999997</c:v>
                </c:pt>
                <c:pt idx="1724">
                  <c:v>13.033276000000001</c:v>
                </c:pt>
                <c:pt idx="1725">
                  <c:v>6.6563629999999998</c:v>
                </c:pt>
                <c:pt idx="1726">
                  <c:v>19.810991000000001</c:v>
                </c:pt>
                <c:pt idx="1727">
                  <c:v>14.910209999999999</c:v>
                </c:pt>
                <c:pt idx="1728">
                  <c:v>14.519116</c:v>
                </c:pt>
                <c:pt idx="1729">
                  <c:v>19.730598000000001</c:v>
                </c:pt>
                <c:pt idx="1730">
                  <c:v>9.9369812</c:v>
                </c:pt>
                <c:pt idx="1731">
                  <c:v>17.203071999999999</c:v>
                </c:pt>
                <c:pt idx="1732">
                  <c:v>26.211666000000001</c:v>
                </c:pt>
                <c:pt idx="1733">
                  <c:v>20.022525999999999</c:v>
                </c:pt>
                <c:pt idx="1734">
                  <c:v>32.268349000000001</c:v>
                </c:pt>
                <c:pt idx="1735">
                  <c:v>18.119841000000001</c:v>
                </c:pt>
                <c:pt idx="1736">
                  <c:v>43.616084999999998</c:v>
                </c:pt>
                <c:pt idx="1737">
                  <c:v>7.8901567000000004</c:v>
                </c:pt>
                <c:pt idx="1738">
                  <c:v>9.5145903000000001</c:v>
                </c:pt>
                <c:pt idx="1739">
                  <c:v>8.4948578000000001</c:v>
                </c:pt>
                <c:pt idx="1740">
                  <c:v>8.2334727999999995</c:v>
                </c:pt>
                <c:pt idx="1741">
                  <c:v>11.428819000000001</c:v>
                </c:pt>
                <c:pt idx="1742">
                  <c:v>19.480758999999999</c:v>
                </c:pt>
                <c:pt idx="1743">
                  <c:v>11.851851999999999</c:v>
                </c:pt>
                <c:pt idx="1744">
                  <c:v>21.66733</c:v>
                </c:pt>
                <c:pt idx="1745">
                  <c:v>45.458762999999998</c:v>
                </c:pt>
                <c:pt idx="1746">
                  <c:v>12.676841</c:v>
                </c:pt>
                <c:pt idx="1747">
                  <c:v>6.4911060000000003</c:v>
                </c:pt>
                <c:pt idx="1748">
                  <c:v>16.457712000000001</c:v>
                </c:pt>
                <c:pt idx="1749">
                  <c:v>17.682510000000001</c:v>
                </c:pt>
                <c:pt idx="1750">
                  <c:v>9.6104298000000004</c:v>
                </c:pt>
                <c:pt idx="1751">
                  <c:v>9.0564774999999997</c:v>
                </c:pt>
                <c:pt idx="1752">
                  <c:v>23.948643000000001</c:v>
                </c:pt>
                <c:pt idx="1753">
                  <c:v>11.966722000000001</c:v>
                </c:pt>
                <c:pt idx="1754">
                  <c:v>15.054027</c:v>
                </c:pt>
                <c:pt idx="1755">
                  <c:v>13.990190999999999</c:v>
                </c:pt>
                <c:pt idx="1756">
                  <c:v>9.6413554999999995</c:v>
                </c:pt>
                <c:pt idx="1757">
                  <c:v>10.476068</c:v>
                </c:pt>
                <c:pt idx="1758">
                  <c:v>11.316989</c:v>
                </c:pt>
                <c:pt idx="1759">
                  <c:v>4.1456531999999999</c:v>
                </c:pt>
                <c:pt idx="1760">
                  <c:v>8.8373594000000004</c:v>
                </c:pt>
                <c:pt idx="1761">
                  <c:v>15.476563000000001</c:v>
                </c:pt>
                <c:pt idx="1762">
                  <c:v>19.436831000000002</c:v>
                </c:pt>
                <c:pt idx="1763">
                  <c:v>7.1229243000000002</c:v>
                </c:pt>
                <c:pt idx="1764">
                  <c:v>11.678901</c:v>
                </c:pt>
                <c:pt idx="1765">
                  <c:v>30.573346999999998</c:v>
                </c:pt>
                <c:pt idx="1766">
                  <c:v>20.115341000000001</c:v>
                </c:pt>
                <c:pt idx="1767">
                  <c:v>12.642148000000001</c:v>
                </c:pt>
                <c:pt idx="1768">
                  <c:v>11.180320999999999</c:v>
                </c:pt>
                <c:pt idx="1769">
                  <c:v>8.9690971000000008</c:v>
                </c:pt>
                <c:pt idx="1770">
                  <c:v>7.7305250000000001</c:v>
                </c:pt>
                <c:pt idx="1771">
                  <c:v>14.462954</c:v>
                </c:pt>
                <c:pt idx="1772">
                  <c:v>10.150753</c:v>
                </c:pt>
                <c:pt idx="1773">
                  <c:v>7.7402325000000003</c:v>
                </c:pt>
                <c:pt idx="1774">
                  <c:v>5.4493708999999999</c:v>
                </c:pt>
                <c:pt idx="1775">
                  <c:v>16.081139</c:v>
                </c:pt>
                <c:pt idx="1776">
                  <c:v>21.799783999999999</c:v>
                </c:pt>
                <c:pt idx="1777">
                  <c:v>9.9125566000000003</c:v>
                </c:pt>
                <c:pt idx="1778">
                  <c:v>11.744399</c:v>
                </c:pt>
                <c:pt idx="1779">
                  <c:v>27.093050000000002</c:v>
                </c:pt>
                <c:pt idx="1780">
                  <c:v>23.593820999999998</c:v>
                </c:pt>
                <c:pt idx="1781">
                  <c:v>4.1185802999999996</c:v>
                </c:pt>
                <c:pt idx="1782">
                  <c:v>38.327796999999997</c:v>
                </c:pt>
                <c:pt idx="1783">
                  <c:v>15.158607999999999</c:v>
                </c:pt>
                <c:pt idx="1784">
                  <c:v>9.0701818000000003</c:v>
                </c:pt>
                <c:pt idx="1785">
                  <c:v>3.9505210000000002</c:v>
                </c:pt>
                <c:pt idx="1786">
                  <c:v>14.997766</c:v>
                </c:pt>
                <c:pt idx="1787">
                  <c:v>29.450026000000001</c:v>
                </c:pt>
                <c:pt idx="1788">
                  <c:v>19.552154999999999</c:v>
                </c:pt>
                <c:pt idx="1789">
                  <c:v>44.500973000000002</c:v>
                </c:pt>
                <c:pt idx="1790">
                  <c:v>14.266531000000001</c:v>
                </c:pt>
                <c:pt idx="1791">
                  <c:v>4.9927334999999999</c:v>
                </c:pt>
                <c:pt idx="1792">
                  <c:v>14.749363000000001</c:v>
                </c:pt>
                <c:pt idx="1793">
                  <c:v>10.590322</c:v>
                </c:pt>
                <c:pt idx="1794">
                  <c:v>6.1544499000000004</c:v>
                </c:pt>
                <c:pt idx="1795">
                  <c:v>11.723371</c:v>
                </c:pt>
                <c:pt idx="1796">
                  <c:v>6.2306179999999998</c:v>
                </c:pt>
                <c:pt idx="1797">
                  <c:v>11.933194</c:v>
                </c:pt>
                <c:pt idx="1798">
                  <c:v>19.760933000000001</c:v>
                </c:pt>
                <c:pt idx="1799">
                  <c:v>11.109529</c:v>
                </c:pt>
                <c:pt idx="1800">
                  <c:v>27.863061999999999</c:v>
                </c:pt>
                <c:pt idx="1801">
                  <c:v>14.796117000000001</c:v>
                </c:pt>
                <c:pt idx="1802">
                  <c:v>17.025509</c:v>
                </c:pt>
                <c:pt idx="1803">
                  <c:v>10.906810999999999</c:v>
                </c:pt>
                <c:pt idx="1804">
                  <c:v>18.316030999999999</c:v>
                </c:pt>
                <c:pt idx="1805">
                  <c:v>10.861122</c:v>
                </c:pt>
                <c:pt idx="1806">
                  <c:v>14.731147</c:v>
                </c:pt>
                <c:pt idx="1807">
                  <c:v>21.626379</c:v>
                </c:pt>
                <c:pt idx="1808">
                  <c:v>16.876051</c:v>
                </c:pt>
                <c:pt idx="1809">
                  <c:v>17.275091</c:v>
                </c:pt>
                <c:pt idx="1810">
                  <c:v>6.5208554000000003</c:v>
                </c:pt>
                <c:pt idx="1811">
                  <c:v>14.708339</c:v>
                </c:pt>
                <c:pt idx="1812">
                  <c:v>8.8708667999999999</c:v>
                </c:pt>
                <c:pt idx="1813">
                  <c:v>22.807444</c:v>
                </c:pt>
                <c:pt idx="1814">
                  <c:v>43.620117</c:v>
                </c:pt>
                <c:pt idx="1815">
                  <c:v>10.105523</c:v>
                </c:pt>
                <c:pt idx="1816">
                  <c:v>13.857174000000001</c:v>
                </c:pt>
                <c:pt idx="1817">
                  <c:v>31.662732999999999</c:v>
                </c:pt>
                <c:pt idx="1818">
                  <c:v>9.4538163999999991</c:v>
                </c:pt>
                <c:pt idx="1819">
                  <c:v>13.440970999999999</c:v>
                </c:pt>
                <c:pt idx="1820">
                  <c:v>10.642654</c:v>
                </c:pt>
                <c:pt idx="1821">
                  <c:v>5.2850852000000001</c:v>
                </c:pt>
                <c:pt idx="1822">
                  <c:v>11.806889</c:v>
                </c:pt>
                <c:pt idx="1823">
                  <c:v>12.490254</c:v>
                </c:pt>
                <c:pt idx="1824">
                  <c:v>34.789119999999997</c:v>
                </c:pt>
                <c:pt idx="1825">
                  <c:v>17.791499999999999</c:v>
                </c:pt>
                <c:pt idx="1826">
                  <c:v>14.478325999999999</c:v>
                </c:pt>
                <c:pt idx="1827">
                  <c:v>20.341426999999999</c:v>
                </c:pt>
                <c:pt idx="1828">
                  <c:v>20.492889000000002</c:v>
                </c:pt>
                <c:pt idx="1829">
                  <c:v>5.0282520999999996</c:v>
                </c:pt>
                <c:pt idx="1830">
                  <c:v>28.917555</c:v>
                </c:pt>
                <c:pt idx="1831">
                  <c:v>46.651519999999998</c:v>
                </c:pt>
                <c:pt idx="1832">
                  <c:v>17.159607000000001</c:v>
                </c:pt>
                <c:pt idx="1833">
                  <c:v>17.982717999999998</c:v>
                </c:pt>
                <c:pt idx="1834">
                  <c:v>17.755177</c:v>
                </c:pt>
                <c:pt idx="1835">
                  <c:v>6.6182417999999998</c:v>
                </c:pt>
                <c:pt idx="1836">
                  <c:v>8.2090712000000003</c:v>
                </c:pt>
                <c:pt idx="1837">
                  <c:v>17.193847999999999</c:v>
                </c:pt>
                <c:pt idx="1838">
                  <c:v>10.558002999999999</c:v>
                </c:pt>
                <c:pt idx="1839">
                  <c:v>20.491990999999999</c:v>
                </c:pt>
                <c:pt idx="1840">
                  <c:v>22.000612</c:v>
                </c:pt>
                <c:pt idx="1841">
                  <c:v>7.1046233000000001</c:v>
                </c:pt>
                <c:pt idx="1842">
                  <c:v>23.548165999999998</c:v>
                </c:pt>
                <c:pt idx="1843">
                  <c:v>22.605264999999999</c:v>
                </c:pt>
                <c:pt idx="1844">
                  <c:v>10.486931999999999</c:v>
                </c:pt>
                <c:pt idx="1845">
                  <c:v>18.301676</c:v>
                </c:pt>
                <c:pt idx="1846">
                  <c:v>18.040158999999999</c:v>
                </c:pt>
                <c:pt idx="1847">
                  <c:v>12.902353</c:v>
                </c:pt>
                <c:pt idx="1848">
                  <c:v>25.191858</c:v>
                </c:pt>
                <c:pt idx="1849">
                  <c:v>41.270695000000003</c:v>
                </c:pt>
                <c:pt idx="1850">
                  <c:v>18.767489999999999</c:v>
                </c:pt>
                <c:pt idx="1851">
                  <c:v>13.151332999999999</c:v>
                </c:pt>
                <c:pt idx="1852">
                  <c:v>47.105648000000002</c:v>
                </c:pt>
                <c:pt idx="1853">
                  <c:v>12.039075</c:v>
                </c:pt>
                <c:pt idx="1854">
                  <c:v>28.750584</c:v>
                </c:pt>
                <c:pt idx="1855">
                  <c:v>8.5245446999999999</c:v>
                </c:pt>
                <c:pt idx="1856">
                  <c:v>17.657923</c:v>
                </c:pt>
                <c:pt idx="1857">
                  <c:v>19.610479000000002</c:v>
                </c:pt>
                <c:pt idx="1858">
                  <c:v>22.749025</c:v>
                </c:pt>
                <c:pt idx="1859">
                  <c:v>13.201554</c:v>
                </c:pt>
                <c:pt idx="1860">
                  <c:v>6.4277182000000002</c:v>
                </c:pt>
                <c:pt idx="1861">
                  <c:v>14.59878</c:v>
                </c:pt>
                <c:pt idx="1862">
                  <c:v>16.561274999999998</c:v>
                </c:pt>
                <c:pt idx="1863">
                  <c:v>23.722721</c:v>
                </c:pt>
                <c:pt idx="1864">
                  <c:v>17.610392000000001</c:v>
                </c:pt>
                <c:pt idx="1865">
                  <c:v>20.136934</c:v>
                </c:pt>
                <c:pt idx="1866">
                  <c:v>21.860142</c:v>
                </c:pt>
                <c:pt idx="1867">
                  <c:v>13.90253</c:v>
                </c:pt>
                <c:pt idx="1868">
                  <c:v>12.285538000000001</c:v>
                </c:pt>
                <c:pt idx="1869">
                  <c:v>18.339510000000001</c:v>
                </c:pt>
                <c:pt idx="1870">
                  <c:v>7.4892855000000003</c:v>
                </c:pt>
                <c:pt idx="1871">
                  <c:v>15.149243999999999</c:v>
                </c:pt>
                <c:pt idx="1872">
                  <c:v>27.282232</c:v>
                </c:pt>
                <c:pt idx="1873">
                  <c:v>13.043497</c:v>
                </c:pt>
                <c:pt idx="1874">
                  <c:v>27.294142000000001</c:v>
                </c:pt>
                <c:pt idx="1875">
                  <c:v>12.492699999999999</c:v>
                </c:pt>
                <c:pt idx="1876">
                  <c:v>21.113291</c:v>
                </c:pt>
                <c:pt idx="1877">
                  <c:v>20.315418000000001</c:v>
                </c:pt>
                <c:pt idx="1878">
                  <c:v>14.788185</c:v>
                </c:pt>
                <c:pt idx="1879">
                  <c:v>14.178184999999999</c:v>
                </c:pt>
                <c:pt idx="1880">
                  <c:v>27.70327</c:v>
                </c:pt>
                <c:pt idx="1881">
                  <c:v>13.406292000000001</c:v>
                </c:pt>
                <c:pt idx="1882">
                  <c:v>8.1789626999999996</c:v>
                </c:pt>
                <c:pt idx="1883">
                  <c:v>24.197271000000001</c:v>
                </c:pt>
                <c:pt idx="1884">
                  <c:v>7.7160091</c:v>
                </c:pt>
                <c:pt idx="1885">
                  <c:v>7.1625991000000004</c:v>
                </c:pt>
                <c:pt idx="1886">
                  <c:v>11.962216</c:v>
                </c:pt>
                <c:pt idx="1887">
                  <c:v>14.091855000000001</c:v>
                </c:pt>
                <c:pt idx="1888">
                  <c:v>17.122982</c:v>
                </c:pt>
                <c:pt idx="1889">
                  <c:v>12.194675</c:v>
                </c:pt>
                <c:pt idx="1890">
                  <c:v>38.964942999999998</c:v>
                </c:pt>
                <c:pt idx="1891">
                  <c:v>24.452605999999999</c:v>
                </c:pt>
                <c:pt idx="1892">
                  <c:v>17.471700999999999</c:v>
                </c:pt>
                <c:pt idx="1893">
                  <c:v>21.306757000000001</c:v>
                </c:pt>
                <c:pt idx="1894">
                  <c:v>12.835333</c:v>
                </c:pt>
                <c:pt idx="1895">
                  <c:v>19.285115999999999</c:v>
                </c:pt>
                <c:pt idx="1896">
                  <c:v>37.020294</c:v>
                </c:pt>
                <c:pt idx="1897">
                  <c:v>11.572461000000001</c:v>
                </c:pt>
                <c:pt idx="1898">
                  <c:v>14.923367000000001</c:v>
                </c:pt>
                <c:pt idx="1899">
                  <c:v>25.540393999999999</c:v>
                </c:pt>
                <c:pt idx="1900">
                  <c:v>14.585254000000001</c:v>
                </c:pt>
                <c:pt idx="1901">
                  <c:v>27.233093</c:v>
                </c:pt>
                <c:pt idx="1902">
                  <c:v>15.881727</c:v>
                </c:pt>
                <c:pt idx="1903">
                  <c:v>30.951981</c:v>
                </c:pt>
                <c:pt idx="1904">
                  <c:v>13.01207</c:v>
                </c:pt>
                <c:pt idx="1905">
                  <c:v>26.413273</c:v>
                </c:pt>
                <c:pt idx="1906">
                  <c:v>29.319191</c:v>
                </c:pt>
                <c:pt idx="1907">
                  <c:v>13.48293</c:v>
                </c:pt>
                <c:pt idx="1908">
                  <c:v>30.075237000000001</c:v>
                </c:pt>
                <c:pt idx="1909">
                  <c:v>16.667162000000001</c:v>
                </c:pt>
                <c:pt idx="1910">
                  <c:v>13.933393000000001</c:v>
                </c:pt>
                <c:pt idx="1911">
                  <c:v>16.673318999999999</c:v>
                </c:pt>
                <c:pt idx="1912">
                  <c:v>16.480404</c:v>
                </c:pt>
                <c:pt idx="1913">
                  <c:v>11.854203</c:v>
                </c:pt>
                <c:pt idx="1914">
                  <c:v>15.415058999999999</c:v>
                </c:pt>
                <c:pt idx="1915">
                  <c:v>15.632856</c:v>
                </c:pt>
                <c:pt idx="1916">
                  <c:v>26.944928999999998</c:v>
                </c:pt>
                <c:pt idx="1917">
                  <c:v>28.596041</c:v>
                </c:pt>
                <c:pt idx="1918">
                  <c:v>6.5569934999999999</c:v>
                </c:pt>
                <c:pt idx="1919">
                  <c:v>36.564762000000002</c:v>
                </c:pt>
                <c:pt idx="1920">
                  <c:v>4.3951634999999998</c:v>
                </c:pt>
                <c:pt idx="1921">
                  <c:v>35.506019999999999</c:v>
                </c:pt>
                <c:pt idx="1922">
                  <c:v>11.482605</c:v>
                </c:pt>
                <c:pt idx="1923">
                  <c:v>11.50939</c:v>
                </c:pt>
                <c:pt idx="1924">
                  <c:v>20.128626000000001</c:v>
                </c:pt>
                <c:pt idx="1925">
                  <c:v>11.838694</c:v>
                </c:pt>
                <c:pt idx="1926">
                  <c:v>13.049450999999999</c:v>
                </c:pt>
                <c:pt idx="1927">
                  <c:v>21.354727</c:v>
                </c:pt>
                <c:pt idx="1928">
                  <c:v>17.860945000000001</c:v>
                </c:pt>
                <c:pt idx="1929">
                  <c:v>18.389631000000001</c:v>
                </c:pt>
                <c:pt idx="1930">
                  <c:v>23.964210999999999</c:v>
                </c:pt>
                <c:pt idx="1931">
                  <c:v>21.464956000000001</c:v>
                </c:pt>
                <c:pt idx="1932">
                  <c:v>9.1100034999999995</c:v>
                </c:pt>
                <c:pt idx="1933">
                  <c:v>27.393356000000001</c:v>
                </c:pt>
                <c:pt idx="1934">
                  <c:v>12.730539</c:v>
                </c:pt>
                <c:pt idx="1935">
                  <c:v>14.193609</c:v>
                </c:pt>
                <c:pt idx="1936">
                  <c:v>14.711546999999999</c:v>
                </c:pt>
                <c:pt idx="1937">
                  <c:v>25.281815999999999</c:v>
                </c:pt>
                <c:pt idx="1938">
                  <c:v>18.398105999999999</c:v>
                </c:pt>
                <c:pt idx="1939">
                  <c:v>12.845675</c:v>
                </c:pt>
                <c:pt idx="1940">
                  <c:v>24.289311999999999</c:v>
                </c:pt>
                <c:pt idx="1941">
                  <c:v>5.1301351000000004</c:v>
                </c:pt>
                <c:pt idx="1942">
                  <c:v>16.178944000000001</c:v>
                </c:pt>
                <c:pt idx="1943">
                  <c:v>18.147964000000002</c:v>
                </c:pt>
                <c:pt idx="1944">
                  <c:v>20.949515999999999</c:v>
                </c:pt>
                <c:pt idx="1945">
                  <c:v>10.964057</c:v>
                </c:pt>
                <c:pt idx="1946">
                  <c:v>24.620090000000001</c:v>
                </c:pt>
                <c:pt idx="1947">
                  <c:v>16.968952000000002</c:v>
                </c:pt>
                <c:pt idx="1948">
                  <c:v>21.225586</c:v>
                </c:pt>
                <c:pt idx="1949">
                  <c:v>23.416257999999999</c:v>
                </c:pt>
                <c:pt idx="1950">
                  <c:v>30.816421999999999</c:v>
                </c:pt>
                <c:pt idx="1951">
                  <c:v>18.055681</c:v>
                </c:pt>
                <c:pt idx="1952">
                  <c:v>10.462377999999999</c:v>
                </c:pt>
                <c:pt idx="1953">
                  <c:v>37.032307000000003</c:v>
                </c:pt>
                <c:pt idx="1954">
                  <c:v>11.880222</c:v>
                </c:pt>
                <c:pt idx="1955">
                  <c:v>4.6395679000000003</c:v>
                </c:pt>
                <c:pt idx="1956">
                  <c:v>39.672375000000002</c:v>
                </c:pt>
                <c:pt idx="1957">
                  <c:v>16.253283</c:v>
                </c:pt>
                <c:pt idx="1958">
                  <c:v>29.838460999999999</c:v>
                </c:pt>
                <c:pt idx="1959">
                  <c:v>20.412642000000002</c:v>
                </c:pt>
                <c:pt idx="1960">
                  <c:v>24.746866000000001</c:v>
                </c:pt>
                <c:pt idx="1961">
                  <c:v>17.583347</c:v>
                </c:pt>
                <c:pt idx="1962">
                  <c:v>13.399538</c:v>
                </c:pt>
                <c:pt idx="1963">
                  <c:v>26.741658999999999</c:v>
                </c:pt>
                <c:pt idx="1964">
                  <c:v>30.857503999999999</c:v>
                </c:pt>
                <c:pt idx="1965">
                  <c:v>27.108843</c:v>
                </c:pt>
                <c:pt idx="1966">
                  <c:v>28.642420000000001</c:v>
                </c:pt>
                <c:pt idx="1967">
                  <c:v>13.264789</c:v>
                </c:pt>
                <c:pt idx="1968">
                  <c:v>20.973600000000001</c:v>
                </c:pt>
                <c:pt idx="1969">
                  <c:v>25.769711000000001</c:v>
                </c:pt>
                <c:pt idx="1970">
                  <c:v>9.2644023999999998</c:v>
                </c:pt>
                <c:pt idx="1971">
                  <c:v>14.68197</c:v>
                </c:pt>
                <c:pt idx="1972">
                  <c:v>20.456305</c:v>
                </c:pt>
                <c:pt idx="1973">
                  <c:v>25.216055000000001</c:v>
                </c:pt>
                <c:pt idx="1974">
                  <c:v>10.04285</c:v>
                </c:pt>
                <c:pt idx="1975">
                  <c:v>33.329287999999998</c:v>
                </c:pt>
                <c:pt idx="1976">
                  <c:v>36.673824000000003</c:v>
                </c:pt>
                <c:pt idx="1977">
                  <c:v>12.63378</c:v>
                </c:pt>
                <c:pt idx="1978">
                  <c:v>5.6847738999999997</c:v>
                </c:pt>
                <c:pt idx="1979">
                  <c:v>24.921607999999999</c:v>
                </c:pt>
                <c:pt idx="1980">
                  <c:v>11.707708</c:v>
                </c:pt>
                <c:pt idx="1981">
                  <c:v>32.922759999999997</c:v>
                </c:pt>
                <c:pt idx="1982">
                  <c:v>27.762053999999999</c:v>
                </c:pt>
                <c:pt idx="1983">
                  <c:v>10.455439999999999</c:v>
                </c:pt>
                <c:pt idx="1984">
                  <c:v>30.391607</c:v>
                </c:pt>
                <c:pt idx="1985">
                  <c:v>30.77692</c:v>
                </c:pt>
                <c:pt idx="1986">
                  <c:v>32.824939999999998</c:v>
                </c:pt>
                <c:pt idx="1987">
                  <c:v>11.736682999999999</c:v>
                </c:pt>
                <c:pt idx="1988">
                  <c:v>34.596859000000002</c:v>
                </c:pt>
                <c:pt idx="1989">
                  <c:v>19.288440999999999</c:v>
                </c:pt>
                <c:pt idx="1990">
                  <c:v>6.5313844999999997</c:v>
                </c:pt>
                <c:pt idx="1991">
                  <c:v>12.702496999999999</c:v>
                </c:pt>
                <c:pt idx="1992">
                  <c:v>11.279654000000001</c:v>
                </c:pt>
                <c:pt idx="1993">
                  <c:v>17.952957000000001</c:v>
                </c:pt>
                <c:pt idx="1994">
                  <c:v>17.290641999999998</c:v>
                </c:pt>
                <c:pt idx="1995">
                  <c:v>16.631768999999998</c:v>
                </c:pt>
                <c:pt idx="1996">
                  <c:v>23.519335000000002</c:v>
                </c:pt>
                <c:pt idx="1997">
                  <c:v>13.436407000000001</c:v>
                </c:pt>
                <c:pt idx="1998">
                  <c:v>23.893004999999999</c:v>
                </c:pt>
                <c:pt idx="1999">
                  <c:v>31.386398</c:v>
                </c:pt>
                <c:pt idx="2000">
                  <c:v>40.879359999999998</c:v>
                </c:pt>
                <c:pt idx="2001">
                  <c:v>23.458113000000001</c:v>
                </c:pt>
                <c:pt idx="2002">
                  <c:v>24.873813999999999</c:v>
                </c:pt>
                <c:pt idx="2003">
                  <c:v>18.232771</c:v>
                </c:pt>
                <c:pt idx="2004">
                  <c:v>17.251747000000002</c:v>
                </c:pt>
                <c:pt idx="2005">
                  <c:v>24.932859000000001</c:v>
                </c:pt>
                <c:pt idx="2006">
                  <c:v>12.10416</c:v>
                </c:pt>
                <c:pt idx="2007">
                  <c:v>13.9335</c:v>
                </c:pt>
                <c:pt idx="2008">
                  <c:v>25.633018</c:v>
                </c:pt>
                <c:pt idx="2009">
                  <c:v>27.596340000000001</c:v>
                </c:pt>
                <c:pt idx="2010">
                  <c:v>10.376383000000001</c:v>
                </c:pt>
                <c:pt idx="2011">
                  <c:v>24.266953999999998</c:v>
                </c:pt>
                <c:pt idx="2012">
                  <c:v>16.952463000000002</c:v>
                </c:pt>
                <c:pt idx="2013">
                  <c:v>19.236383</c:v>
                </c:pt>
                <c:pt idx="2014">
                  <c:v>42.369816</c:v>
                </c:pt>
                <c:pt idx="2015">
                  <c:v>16.4041</c:v>
                </c:pt>
                <c:pt idx="2016">
                  <c:v>23.465465999999999</c:v>
                </c:pt>
                <c:pt idx="2017">
                  <c:v>25.930278999999999</c:v>
                </c:pt>
                <c:pt idx="2018">
                  <c:v>27.874915999999999</c:v>
                </c:pt>
                <c:pt idx="2019">
                  <c:v>26.990497999999999</c:v>
                </c:pt>
                <c:pt idx="2020">
                  <c:v>32.546596999999998</c:v>
                </c:pt>
                <c:pt idx="2021">
                  <c:v>11.959387</c:v>
                </c:pt>
                <c:pt idx="2022">
                  <c:v>24.309835</c:v>
                </c:pt>
                <c:pt idx="2023">
                  <c:v>14.004035</c:v>
                </c:pt>
                <c:pt idx="2024">
                  <c:v>2.9008986999999999</c:v>
                </c:pt>
                <c:pt idx="2025">
                  <c:v>12.882262000000001</c:v>
                </c:pt>
                <c:pt idx="2026">
                  <c:v>26.634315000000001</c:v>
                </c:pt>
                <c:pt idx="2027">
                  <c:v>16.924216999999999</c:v>
                </c:pt>
                <c:pt idx="2028">
                  <c:v>10.979949</c:v>
                </c:pt>
                <c:pt idx="2029">
                  <c:v>24.564378999999999</c:v>
                </c:pt>
                <c:pt idx="2030">
                  <c:v>17.113344000000001</c:v>
                </c:pt>
                <c:pt idx="2031">
                  <c:v>26.849910999999999</c:v>
                </c:pt>
                <c:pt idx="2032">
                  <c:v>18.263527</c:v>
                </c:pt>
                <c:pt idx="2033">
                  <c:v>15.946486</c:v>
                </c:pt>
                <c:pt idx="2034">
                  <c:v>17.846043000000002</c:v>
                </c:pt>
                <c:pt idx="2035">
                  <c:v>11.05644</c:v>
                </c:pt>
                <c:pt idx="2036">
                  <c:v>32.756332</c:v>
                </c:pt>
                <c:pt idx="2037">
                  <c:v>26.990732000000001</c:v>
                </c:pt>
                <c:pt idx="2038">
                  <c:v>16.237929999999999</c:v>
                </c:pt>
                <c:pt idx="2039">
                  <c:v>27.081097</c:v>
                </c:pt>
                <c:pt idx="2040">
                  <c:v>5.0809902999999998</c:v>
                </c:pt>
                <c:pt idx="2041">
                  <c:v>20.309564999999999</c:v>
                </c:pt>
                <c:pt idx="2042">
                  <c:v>18.131716000000001</c:v>
                </c:pt>
                <c:pt idx="2043">
                  <c:v>17.745438</c:v>
                </c:pt>
                <c:pt idx="2044">
                  <c:v>41.461433</c:v>
                </c:pt>
                <c:pt idx="2045">
                  <c:v>20.553111999999999</c:v>
                </c:pt>
                <c:pt idx="2046">
                  <c:v>14.342722</c:v>
                </c:pt>
                <c:pt idx="2047">
                  <c:v>29.622326000000001</c:v>
                </c:pt>
                <c:pt idx="2048">
                  <c:v>23.560676999999998</c:v>
                </c:pt>
                <c:pt idx="2049">
                  <c:v>11.952283</c:v>
                </c:pt>
                <c:pt idx="2050">
                  <c:v>13.551086</c:v>
                </c:pt>
                <c:pt idx="2051">
                  <c:v>30.121289999999998</c:v>
                </c:pt>
                <c:pt idx="2052">
                  <c:v>16.014446</c:v>
                </c:pt>
                <c:pt idx="2053">
                  <c:v>9.3483725</c:v>
                </c:pt>
                <c:pt idx="2054">
                  <c:v>34.441161999999998</c:v>
                </c:pt>
                <c:pt idx="2055">
                  <c:v>44.357517000000001</c:v>
                </c:pt>
                <c:pt idx="2056">
                  <c:v>16.234960999999998</c:v>
                </c:pt>
                <c:pt idx="2057">
                  <c:v>30.542013000000001</c:v>
                </c:pt>
                <c:pt idx="2058">
                  <c:v>16.254694000000001</c:v>
                </c:pt>
                <c:pt idx="2059">
                  <c:v>20.306678999999999</c:v>
                </c:pt>
                <c:pt idx="2060">
                  <c:v>13.185442999999999</c:v>
                </c:pt>
                <c:pt idx="2061">
                  <c:v>38.550536999999998</c:v>
                </c:pt>
                <c:pt idx="2062">
                  <c:v>49.979461999999998</c:v>
                </c:pt>
                <c:pt idx="2063">
                  <c:v>29.896608000000001</c:v>
                </c:pt>
                <c:pt idx="2064">
                  <c:v>23.135164</c:v>
                </c:pt>
                <c:pt idx="2065">
                  <c:v>36.769367000000003</c:v>
                </c:pt>
                <c:pt idx="2066">
                  <c:v>24.832293</c:v>
                </c:pt>
                <c:pt idx="2067">
                  <c:v>33.353141999999998</c:v>
                </c:pt>
                <c:pt idx="2068">
                  <c:v>16.603237</c:v>
                </c:pt>
                <c:pt idx="2069">
                  <c:v>34.405360999999999</c:v>
                </c:pt>
                <c:pt idx="2070">
                  <c:v>23.831306000000001</c:v>
                </c:pt>
                <c:pt idx="2071">
                  <c:v>18.235668</c:v>
                </c:pt>
                <c:pt idx="2072">
                  <c:v>20.017375999999999</c:v>
                </c:pt>
                <c:pt idx="2073">
                  <c:v>15.506712</c:v>
                </c:pt>
                <c:pt idx="2074">
                  <c:v>36.170394999999999</c:v>
                </c:pt>
                <c:pt idx="2075">
                  <c:v>9.8716021000000005</c:v>
                </c:pt>
                <c:pt idx="2076">
                  <c:v>25.968101999999998</c:v>
                </c:pt>
                <c:pt idx="2077">
                  <c:v>26.611944000000001</c:v>
                </c:pt>
                <c:pt idx="2078">
                  <c:v>14.090469000000001</c:v>
                </c:pt>
                <c:pt idx="2079">
                  <c:v>38.912917999999998</c:v>
                </c:pt>
                <c:pt idx="2080">
                  <c:v>20.092472000000001</c:v>
                </c:pt>
                <c:pt idx="2081">
                  <c:v>35.970024000000002</c:v>
                </c:pt>
                <c:pt idx="2082">
                  <c:v>14.346779</c:v>
                </c:pt>
                <c:pt idx="2083">
                  <c:v>21.384508</c:v>
                </c:pt>
                <c:pt idx="2084">
                  <c:v>43.360264000000001</c:v>
                </c:pt>
                <c:pt idx="2085">
                  <c:v>34.111496000000002</c:v>
                </c:pt>
                <c:pt idx="2086">
                  <c:v>13.071287999999999</c:v>
                </c:pt>
                <c:pt idx="2087">
                  <c:v>34.511451999999998</c:v>
                </c:pt>
                <c:pt idx="2088">
                  <c:v>8.0635653000000005</c:v>
                </c:pt>
                <c:pt idx="2089">
                  <c:v>25.937097999999999</c:v>
                </c:pt>
                <c:pt idx="2090">
                  <c:v>8.3520842000000002</c:v>
                </c:pt>
                <c:pt idx="2091">
                  <c:v>9.4810084999999997</c:v>
                </c:pt>
                <c:pt idx="2092">
                  <c:v>27.657212999999999</c:v>
                </c:pt>
                <c:pt idx="2093">
                  <c:v>36.924666999999999</c:v>
                </c:pt>
                <c:pt idx="2094">
                  <c:v>14.158376000000001</c:v>
                </c:pt>
                <c:pt idx="2095">
                  <c:v>24.189851999999998</c:v>
                </c:pt>
                <c:pt idx="2096">
                  <c:v>12.287741</c:v>
                </c:pt>
                <c:pt idx="2097">
                  <c:v>27.205006000000001</c:v>
                </c:pt>
                <c:pt idx="2098">
                  <c:v>11.073136999999999</c:v>
                </c:pt>
                <c:pt idx="2099">
                  <c:v>43.463160999999999</c:v>
                </c:pt>
                <c:pt idx="2100">
                  <c:v>36.871085999999998</c:v>
                </c:pt>
                <c:pt idx="2101">
                  <c:v>35.985484999999997</c:v>
                </c:pt>
                <c:pt idx="2102">
                  <c:v>32.667788999999999</c:v>
                </c:pt>
                <c:pt idx="2103">
                  <c:v>38.512340999999999</c:v>
                </c:pt>
                <c:pt idx="2104">
                  <c:v>25.379759</c:v>
                </c:pt>
                <c:pt idx="2105">
                  <c:v>36.277641000000003</c:v>
                </c:pt>
                <c:pt idx="2106">
                  <c:v>5.0858487999999999</c:v>
                </c:pt>
                <c:pt idx="2107">
                  <c:v>13.409744</c:v>
                </c:pt>
                <c:pt idx="2108">
                  <c:v>29.305914000000001</c:v>
                </c:pt>
                <c:pt idx="2109">
                  <c:v>33.776015999999998</c:v>
                </c:pt>
                <c:pt idx="2110">
                  <c:v>32.777752</c:v>
                </c:pt>
                <c:pt idx="2111">
                  <c:v>44.530650999999999</c:v>
                </c:pt>
                <c:pt idx="2112">
                  <c:v>8.8216105000000002</c:v>
                </c:pt>
                <c:pt idx="2113">
                  <c:v>15.152165</c:v>
                </c:pt>
                <c:pt idx="2114">
                  <c:v>26.411942</c:v>
                </c:pt>
                <c:pt idx="2115">
                  <c:v>26.603285</c:v>
                </c:pt>
                <c:pt idx="2116">
                  <c:v>25.395589999999999</c:v>
                </c:pt>
                <c:pt idx="2117">
                  <c:v>46.426375999999998</c:v>
                </c:pt>
                <c:pt idx="2118">
                  <c:v>22.251684000000001</c:v>
                </c:pt>
                <c:pt idx="2119">
                  <c:v>19.975767000000001</c:v>
                </c:pt>
                <c:pt idx="2120">
                  <c:v>35.123336999999999</c:v>
                </c:pt>
                <c:pt idx="2121">
                  <c:v>35.311774999999997</c:v>
                </c:pt>
                <c:pt idx="2122">
                  <c:v>16.971281000000001</c:v>
                </c:pt>
                <c:pt idx="2123">
                  <c:v>17.776806000000001</c:v>
                </c:pt>
                <c:pt idx="2124">
                  <c:v>42.773963999999999</c:v>
                </c:pt>
                <c:pt idx="2125">
                  <c:v>46.069682999999998</c:v>
                </c:pt>
                <c:pt idx="2126">
                  <c:v>5.7901049000000002</c:v>
                </c:pt>
                <c:pt idx="2127">
                  <c:v>12.364993</c:v>
                </c:pt>
                <c:pt idx="2128">
                  <c:v>39.385162000000001</c:v>
                </c:pt>
                <c:pt idx="2129">
                  <c:v>33.771908000000003</c:v>
                </c:pt>
                <c:pt idx="2130">
                  <c:v>6.7412190000000001</c:v>
                </c:pt>
                <c:pt idx="2131">
                  <c:v>36.186619</c:v>
                </c:pt>
                <c:pt idx="2132">
                  <c:v>13.802942</c:v>
                </c:pt>
                <c:pt idx="2133">
                  <c:v>21.967047000000001</c:v>
                </c:pt>
                <c:pt idx="2134">
                  <c:v>19.427855000000001</c:v>
                </c:pt>
                <c:pt idx="2135">
                  <c:v>21.916224</c:v>
                </c:pt>
                <c:pt idx="2136">
                  <c:v>28.684000000000001</c:v>
                </c:pt>
                <c:pt idx="2137">
                  <c:v>20.859172999999998</c:v>
                </c:pt>
                <c:pt idx="2138">
                  <c:v>13.646386</c:v>
                </c:pt>
                <c:pt idx="2139">
                  <c:v>28.016748</c:v>
                </c:pt>
                <c:pt idx="2140">
                  <c:v>30.698633000000001</c:v>
                </c:pt>
                <c:pt idx="2141">
                  <c:v>30.423603</c:v>
                </c:pt>
                <c:pt idx="2142">
                  <c:v>27.534182000000001</c:v>
                </c:pt>
                <c:pt idx="2143">
                  <c:v>29.403099000000001</c:v>
                </c:pt>
                <c:pt idx="2144">
                  <c:v>21.489429000000001</c:v>
                </c:pt>
                <c:pt idx="2145">
                  <c:v>11.088269</c:v>
                </c:pt>
                <c:pt idx="2146">
                  <c:v>27.648672000000001</c:v>
                </c:pt>
                <c:pt idx="2147">
                  <c:v>30.501656000000001</c:v>
                </c:pt>
                <c:pt idx="2148">
                  <c:v>28.171602</c:v>
                </c:pt>
                <c:pt idx="2149">
                  <c:v>19.926960000000001</c:v>
                </c:pt>
                <c:pt idx="2150">
                  <c:v>24.312878000000001</c:v>
                </c:pt>
                <c:pt idx="2151">
                  <c:v>28.87154</c:v>
                </c:pt>
                <c:pt idx="2152">
                  <c:v>9.1675348000000003</c:v>
                </c:pt>
                <c:pt idx="2153">
                  <c:v>6.6442595000000004</c:v>
                </c:pt>
                <c:pt idx="2154">
                  <c:v>20.053820000000002</c:v>
                </c:pt>
                <c:pt idx="2155">
                  <c:v>22.491512</c:v>
                </c:pt>
                <c:pt idx="2156">
                  <c:v>24.415569000000001</c:v>
                </c:pt>
                <c:pt idx="2157">
                  <c:v>30.384060000000002</c:v>
                </c:pt>
                <c:pt idx="2158">
                  <c:v>11.83475</c:v>
                </c:pt>
                <c:pt idx="2159">
                  <c:v>41.119553000000003</c:v>
                </c:pt>
                <c:pt idx="2160">
                  <c:v>42.113822999999996</c:v>
                </c:pt>
                <c:pt idx="2161">
                  <c:v>3.3618624000000001</c:v>
                </c:pt>
                <c:pt idx="2162">
                  <c:v>4.0714869</c:v>
                </c:pt>
                <c:pt idx="2163">
                  <c:v>33.804099999999998</c:v>
                </c:pt>
                <c:pt idx="2164">
                  <c:v>20.994506999999999</c:v>
                </c:pt>
                <c:pt idx="2165">
                  <c:v>27.297705000000001</c:v>
                </c:pt>
                <c:pt idx="2166">
                  <c:v>40.457523000000002</c:v>
                </c:pt>
                <c:pt idx="2167">
                  <c:v>16.816572000000001</c:v>
                </c:pt>
                <c:pt idx="2168">
                  <c:v>9.2986345000000004</c:v>
                </c:pt>
                <c:pt idx="2169">
                  <c:v>25.77515</c:v>
                </c:pt>
                <c:pt idx="2170">
                  <c:v>8.5807438000000005</c:v>
                </c:pt>
                <c:pt idx="2171">
                  <c:v>22.952992999999999</c:v>
                </c:pt>
                <c:pt idx="2172">
                  <c:v>7.4696750999999999</c:v>
                </c:pt>
                <c:pt idx="2173">
                  <c:v>14.94955</c:v>
                </c:pt>
                <c:pt idx="2174">
                  <c:v>8.2780085000000003</c:v>
                </c:pt>
                <c:pt idx="2175">
                  <c:v>8.3857327000000002</c:v>
                </c:pt>
                <c:pt idx="2176">
                  <c:v>5.9675412000000003</c:v>
                </c:pt>
                <c:pt idx="2177">
                  <c:v>20.162210000000002</c:v>
                </c:pt>
                <c:pt idx="2178">
                  <c:v>22.166903999999999</c:v>
                </c:pt>
                <c:pt idx="2179">
                  <c:v>8.7379227000000004</c:v>
                </c:pt>
                <c:pt idx="2180">
                  <c:v>7.8288077999999999</c:v>
                </c:pt>
                <c:pt idx="2181">
                  <c:v>27.978601000000001</c:v>
                </c:pt>
                <c:pt idx="2182">
                  <c:v>3.8717706000000001</c:v>
                </c:pt>
                <c:pt idx="2183">
                  <c:v>2.6890589999999999</c:v>
                </c:pt>
                <c:pt idx="2184">
                  <c:v>8.5227012999999996</c:v>
                </c:pt>
                <c:pt idx="2185">
                  <c:v>5.4501042000000002</c:v>
                </c:pt>
                <c:pt idx="2186">
                  <c:v>21.827776</c:v>
                </c:pt>
                <c:pt idx="2187">
                  <c:v>26.970231999999999</c:v>
                </c:pt>
                <c:pt idx="2188">
                  <c:v>21.503703999999999</c:v>
                </c:pt>
                <c:pt idx="2189">
                  <c:v>37.570076</c:v>
                </c:pt>
                <c:pt idx="2190">
                  <c:v>13.678578999999999</c:v>
                </c:pt>
                <c:pt idx="2191">
                  <c:v>3.173054</c:v>
                </c:pt>
                <c:pt idx="2192">
                  <c:v>31.265207</c:v>
                </c:pt>
                <c:pt idx="2193">
                  <c:v>10.138923</c:v>
                </c:pt>
                <c:pt idx="2194">
                  <c:v>18.323869999999999</c:v>
                </c:pt>
                <c:pt idx="2195">
                  <c:v>5.3890184999999997</c:v>
                </c:pt>
                <c:pt idx="2196">
                  <c:v>7.9205556000000001</c:v>
                </c:pt>
                <c:pt idx="2197">
                  <c:v>9.4288510999999993</c:v>
                </c:pt>
                <c:pt idx="2198">
                  <c:v>10.07141</c:v>
                </c:pt>
                <c:pt idx="2199">
                  <c:v>11.658612</c:v>
                </c:pt>
                <c:pt idx="2200">
                  <c:v>25.747425</c:v>
                </c:pt>
                <c:pt idx="2201">
                  <c:v>32.546474000000003</c:v>
                </c:pt>
              </c:numCache>
            </c:numRef>
          </c:xVal>
          <c:yVal>
            <c:numRef>
              <c:f>Braven!$C$2:$C$2203</c:f>
              <c:numCache>
                <c:formatCode>General</c:formatCode>
                <c:ptCount val="2202"/>
                <c:pt idx="0">
                  <c:v>91.929314000000005</c:v>
                </c:pt>
                <c:pt idx="1">
                  <c:v>91.293564000000003</c:v>
                </c:pt>
                <c:pt idx="2">
                  <c:v>85.208884999999995</c:v>
                </c:pt>
                <c:pt idx="3">
                  <c:v>84.974731000000006</c:v>
                </c:pt>
                <c:pt idx="4">
                  <c:v>78.208527000000004</c:v>
                </c:pt>
                <c:pt idx="5">
                  <c:v>77.881293999999997</c:v>
                </c:pt>
                <c:pt idx="6">
                  <c:v>74.689376999999993</c:v>
                </c:pt>
                <c:pt idx="7">
                  <c:v>74.350357000000002</c:v>
                </c:pt>
                <c:pt idx="8">
                  <c:v>68.282814000000002</c:v>
                </c:pt>
                <c:pt idx="9">
                  <c:v>68.151627000000005</c:v>
                </c:pt>
                <c:pt idx="10">
                  <c:v>67.571967999999998</c:v>
                </c:pt>
                <c:pt idx="11">
                  <c:v>66.528678999999997</c:v>
                </c:pt>
                <c:pt idx="12">
                  <c:v>66.062186999999994</c:v>
                </c:pt>
                <c:pt idx="13">
                  <c:v>65.865234000000001</c:v>
                </c:pt>
                <c:pt idx="14">
                  <c:v>64.620743000000004</c:v>
                </c:pt>
                <c:pt idx="15">
                  <c:v>64.041259999999994</c:v>
                </c:pt>
                <c:pt idx="16">
                  <c:v>63.790905000000002</c:v>
                </c:pt>
                <c:pt idx="17">
                  <c:v>63.194358999999999</c:v>
                </c:pt>
                <c:pt idx="18">
                  <c:v>62.914597000000001</c:v>
                </c:pt>
                <c:pt idx="19">
                  <c:v>62.739227</c:v>
                </c:pt>
                <c:pt idx="20">
                  <c:v>62.638950000000001</c:v>
                </c:pt>
                <c:pt idx="21">
                  <c:v>62.470393999999999</c:v>
                </c:pt>
                <c:pt idx="22">
                  <c:v>62.399189</c:v>
                </c:pt>
                <c:pt idx="23">
                  <c:v>62.166511999999997</c:v>
                </c:pt>
                <c:pt idx="24">
                  <c:v>62.036003000000001</c:v>
                </c:pt>
                <c:pt idx="25">
                  <c:v>61.262118999999998</c:v>
                </c:pt>
                <c:pt idx="26">
                  <c:v>61.217044999999999</c:v>
                </c:pt>
                <c:pt idx="27">
                  <c:v>61.020271000000001</c:v>
                </c:pt>
                <c:pt idx="28">
                  <c:v>60.828105999999998</c:v>
                </c:pt>
                <c:pt idx="29">
                  <c:v>60.731059999999999</c:v>
                </c:pt>
                <c:pt idx="30">
                  <c:v>60.582417</c:v>
                </c:pt>
                <c:pt idx="31">
                  <c:v>60.558743</c:v>
                </c:pt>
                <c:pt idx="32">
                  <c:v>59.781792000000003</c:v>
                </c:pt>
                <c:pt idx="33">
                  <c:v>59.354370000000003</c:v>
                </c:pt>
                <c:pt idx="34">
                  <c:v>59.296081999999998</c:v>
                </c:pt>
                <c:pt idx="35">
                  <c:v>58.879513000000003</c:v>
                </c:pt>
                <c:pt idx="36">
                  <c:v>58.615566000000001</c:v>
                </c:pt>
                <c:pt idx="37">
                  <c:v>58.545597000000001</c:v>
                </c:pt>
                <c:pt idx="38">
                  <c:v>58.056877</c:v>
                </c:pt>
                <c:pt idx="39">
                  <c:v>58.039921</c:v>
                </c:pt>
                <c:pt idx="40">
                  <c:v>57.892882999999998</c:v>
                </c:pt>
                <c:pt idx="41">
                  <c:v>57.741692</c:v>
                </c:pt>
                <c:pt idx="42">
                  <c:v>57.458832000000001</c:v>
                </c:pt>
                <c:pt idx="43">
                  <c:v>57.303077999999999</c:v>
                </c:pt>
                <c:pt idx="44">
                  <c:v>57.026767999999997</c:v>
                </c:pt>
                <c:pt idx="45">
                  <c:v>56.508552999999999</c:v>
                </c:pt>
                <c:pt idx="46">
                  <c:v>56.465912000000003</c:v>
                </c:pt>
                <c:pt idx="47">
                  <c:v>56.210754000000001</c:v>
                </c:pt>
                <c:pt idx="48">
                  <c:v>55.575592</c:v>
                </c:pt>
                <c:pt idx="49">
                  <c:v>55.264693999999999</c:v>
                </c:pt>
                <c:pt idx="50">
                  <c:v>55.246651</c:v>
                </c:pt>
                <c:pt idx="51">
                  <c:v>55.186343999999998</c:v>
                </c:pt>
                <c:pt idx="52">
                  <c:v>55.149799000000002</c:v>
                </c:pt>
                <c:pt idx="53">
                  <c:v>55.060004999999997</c:v>
                </c:pt>
                <c:pt idx="54">
                  <c:v>54.677315</c:v>
                </c:pt>
                <c:pt idx="55">
                  <c:v>54.636555000000001</c:v>
                </c:pt>
                <c:pt idx="56">
                  <c:v>54.600014000000002</c:v>
                </c:pt>
                <c:pt idx="57">
                  <c:v>54.563170999999997</c:v>
                </c:pt>
                <c:pt idx="58">
                  <c:v>54.554592</c:v>
                </c:pt>
                <c:pt idx="59">
                  <c:v>53.980750999999998</c:v>
                </c:pt>
                <c:pt idx="60">
                  <c:v>53.978476999999998</c:v>
                </c:pt>
                <c:pt idx="61">
                  <c:v>53.914982000000002</c:v>
                </c:pt>
                <c:pt idx="62">
                  <c:v>53.712643</c:v>
                </c:pt>
                <c:pt idx="63">
                  <c:v>53.568725999999998</c:v>
                </c:pt>
                <c:pt idx="64">
                  <c:v>53.508262999999999</c:v>
                </c:pt>
                <c:pt idx="65">
                  <c:v>53.443874000000001</c:v>
                </c:pt>
                <c:pt idx="66">
                  <c:v>53.203963999999999</c:v>
                </c:pt>
                <c:pt idx="67">
                  <c:v>53.072048000000002</c:v>
                </c:pt>
                <c:pt idx="68">
                  <c:v>52.994030000000002</c:v>
                </c:pt>
                <c:pt idx="69">
                  <c:v>52.981017999999999</c:v>
                </c:pt>
                <c:pt idx="70">
                  <c:v>52.945464999999999</c:v>
                </c:pt>
                <c:pt idx="71">
                  <c:v>52.820205999999999</c:v>
                </c:pt>
                <c:pt idx="72">
                  <c:v>52.819980999999999</c:v>
                </c:pt>
                <c:pt idx="73">
                  <c:v>52.676445000000001</c:v>
                </c:pt>
                <c:pt idx="74">
                  <c:v>52.672905</c:v>
                </c:pt>
                <c:pt idx="75">
                  <c:v>52.419452999999997</c:v>
                </c:pt>
                <c:pt idx="76">
                  <c:v>52.332180000000001</c:v>
                </c:pt>
                <c:pt idx="77">
                  <c:v>52.27713</c:v>
                </c:pt>
                <c:pt idx="78">
                  <c:v>52.099303999999997</c:v>
                </c:pt>
                <c:pt idx="79">
                  <c:v>52.093887000000002</c:v>
                </c:pt>
                <c:pt idx="80">
                  <c:v>51.817711000000003</c:v>
                </c:pt>
                <c:pt idx="81">
                  <c:v>51.769852</c:v>
                </c:pt>
                <c:pt idx="82">
                  <c:v>51.700190999999997</c:v>
                </c:pt>
                <c:pt idx="83">
                  <c:v>51.646568000000002</c:v>
                </c:pt>
                <c:pt idx="84">
                  <c:v>51.621825999999999</c:v>
                </c:pt>
                <c:pt idx="85">
                  <c:v>51.558951999999998</c:v>
                </c:pt>
                <c:pt idx="86">
                  <c:v>51.245296000000003</c:v>
                </c:pt>
                <c:pt idx="87">
                  <c:v>51.167529999999999</c:v>
                </c:pt>
                <c:pt idx="88">
                  <c:v>51.023060000000001</c:v>
                </c:pt>
                <c:pt idx="89">
                  <c:v>50.940468000000003</c:v>
                </c:pt>
                <c:pt idx="90">
                  <c:v>50.867634000000002</c:v>
                </c:pt>
                <c:pt idx="91">
                  <c:v>50.435001</c:v>
                </c:pt>
                <c:pt idx="92">
                  <c:v>50.391167000000003</c:v>
                </c:pt>
                <c:pt idx="93">
                  <c:v>50.350071</c:v>
                </c:pt>
                <c:pt idx="94">
                  <c:v>50.281109000000001</c:v>
                </c:pt>
                <c:pt idx="95">
                  <c:v>50.07732</c:v>
                </c:pt>
                <c:pt idx="96">
                  <c:v>49.876358000000003</c:v>
                </c:pt>
                <c:pt idx="97">
                  <c:v>49.851115999999998</c:v>
                </c:pt>
                <c:pt idx="98">
                  <c:v>49.739421999999998</c:v>
                </c:pt>
                <c:pt idx="99">
                  <c:v>49.659542000000002</c:v>
                </c:pt>
                <c:pt idx="100">
                  <c:v>49.589874000000002</c:v>
                </c:pt>
                <c:pt idx="101">
                  <c:v>49.512096</c:v>
                </c:pt>
                <c:pt idx="102">
                  <c:v>49.203570999999997</c:v>
                </c:pt>
                <c:pt idx="103">
                  <c:v>49.148784999999997</c:v>
                </c:pt>
                <c:pt idx="104">
                  <c:v>49.128494000000003</c:v>
                </c:pt>
                <c:pt idx="105">
                  <c:v>49.030472000000003</c:v>
                </c:pt>
                <c:pt idx="106">
                  <c:v>48.731720000000003</c:v>
                </c:pt>
                <c:pt idx="107">
                  <c:v>48.680103000000003</c:v>
                </c:pt>
                <c:pt idx="108">
                  <c:v>48.528472999999998</c:v>
                </c:pt>
                <c:pt idx="109">
                  <c:v>48.482379999999999</c:v>
                </c:pt>
                <c:pt idx="110">
                  <c:v>48.201897000000002</c:v>
                </c:pt>
                <c:pt idx="111">
                  <c:v>48.158755999999997</c:v>
                </c:pt>
                <c:pt idx="112">
                  <c:v>48.050930000000001</c:v>
                </c:pt>
                <c:pt idx="113">
                  <c:v>47.987312000000003</c:v>
                </c:pt>
                <c:pt idx="114">
                  <c:v>47.852004999999998</c:v>
                </c:pt>
                <c:pt idx="115">
                  <c:v>47.799686000000001</c:v>
                </c:pt>
                <c:pt idx="116">
                  <c:v>47.796207000000003</c:v>
                </c:pt>
                <c:pt idx="117">
                  <c:v>47.678165</c:v>
                </c:pt>
                <c:pt idx="118">
                  <c:v>47.676830000000002</c:v>
                </c:pt>
                <c:pt idx="119">
                  <c:v>47.658901</c:v>
                </c:pt>
                <c:pt idx="120">
                  <c:v>47.554188000000003</c:v>
                </c:pt>
                <c:pt idx="121">
                  <c:v>47.529105999999999</c:v>
                </c:pt>
                <c:pt idx="122">
                  <c:v>47.519272000000001</c:v>
                </c:pt>
                <c:pt idx="123">
                  <c:v>47.379466999999998</c:v>
                </c:pt>
                <c:pt idx="124">
                  <c:v>47.367035000000001</c:v>
                </c:pt>
                <c:pt idx="125">
                  <c:v>47.344627000000003</c:v>
                </c:pt>
                <c:pt idx="126">
                  <c:v>47.039307000000001</c:v>
                </c:pt>
                <c:pt idx="127">
                  <c:v>46.925240000000002</c:v>
                </c:pt>
                <c:pt idx="128">
                  <c:v>46.824233999999997</c:v>
                </c:pt>
                <c:pt idx="129">
                  <c:v>46.800719999999998</c:v>
                </c:pt>
                <c:pt idx="130">
                  <c:v>46.784790000000001</c:v>
                </c:pt>
                <c:pt idx="131">
                  <c:v>46.769913000000003</c:v>
                </c:pt>
                <c:pt idx="132">
                  <c:v>46.681933999999998</c:v>
                </c:pt>
                <c:pt idx="133">
                  <c:v>46.548000000000002</c:v>
                </c:pt>
                <c:pt idx="134">
                  <c:v>46.467812000000002</c:v>
                </c:pt>
                <c:pt idx="135">
                  <c:v>46.463970000000003</c:v>
                </c:pt>
                <c:pt idx="136">
                  <c:v>46.176670000000001</c:v>
                </c:pt>
                <c:pt idx="137">
                  <c:v>45.875202000000002</c:v>
                </c:pt>
                <c:pt idx="138">
                  <c:v>45.770480999999997</c:v>
                </c:pt>
                <c:pt idx="139">
                  <c:v>45.608269</c:v>
                </c:pt>
                <c:pt idx="140">
                  <c:v>45.585971999999998</c:v>
                </c:pt>
                <c:pt idx="141">
                  <c:v>45.554988999999999</c:v>
                </c:pt>
                <c:pt idx="142">
                  <c:v>45.270583999999999</c:v>
                </c:pt>
                <c:pt idx="143">
                  <c:v>45.086745999999998</c:v>
                </c:pt>
                <c:pt idx="144">
                  <c:v>45.066921000000001</c:v>
                </c:pt>
                <c:pt idx="145">
                  <c:v>44.965881000000003</c:v>
                </c:pt>
                <c:pt idx="146">
                  <c:v>44.843544000000001</c:v>
                </c:pt>
                <c:pt idx="147">
                  <c:v>44.827796999999997</c:v>
                </c:pt>
                <c:pt idx="148">
                  <c:v>44.662106000000001</c:v>
                </c:pt>
                <c:pt idx="149">
                  <c:v>44.659301999999997</c:v>
                </c:pt>
                <c:pt idx="150">
                  <c:v>44.460583</c:v>
                </c:pt>
                <c:pt idx="151">
                  <c:v>44.459251000000002</c:v>
                </c:pt>
                <c:pt idx="152">
                  <c:v>44.408653000000001</c:v>
                </c:pt>
                <c:pt idx="153">
                  <c:v>44.038939999999997</c:v>
                </c:pt>
                <c:pt idx="154">
                  <c:v>43.979919000000002</c:v>
                </c:pt>
                <c:pt idx="155">
                  <c:v>43.804008000000003</c:v>
                </c:pt>
                <c:pt idx="156">
                  <c:v>43.728405000000002</c:v>
                </c:pt>
                <c:pt idx="157">
                  <c:v>43.610973000000001</c:v>
                </c:pt>
                <c:pt idx="158">
                  <c:v>43.560065999999999</c:v>
                </c:pt>
                <c:pt idx="159">
                  <c:v>43.535389000000002</c:v>
                </c:pt>
                <c:pt idx="160">
                  <c:v>43.444026999999998</c:v>
                </c:pt>
                <c:pt idx="161">
                  <c:v>43.392699999999998</c:v>
                </c:pt>
                <c:pt idx="162">
                  <c:v>43.327759</c:v>
                </c:pt>
                <c:pt idx="163">
                  <c:v>43.250098999999999</c:v>
                </c:pt>
                <c:pt idx="164">
                  <c:v>43.098838999999998</c:v>
                </c:pt>
                <c:pt idx="165">
                  <c:v>43.017569999999999</c:v>
                </c:pt>
                <c:pt idx="166">
                  <c:v>43.016272999999998</c:v>
                </c:pt>
                <c:pt idx="167">
                  <c:v>42.906726999999997</c:v>
                </c:pt>
                <c:pt idx="168">
                  <c:v>42.789828999999997</c:v>
                </c:pt>
                <c:pt idx="169">
                  <c:v>42.786751000000002</c:v>
                </c:pt>
                <c:pt idx="170">
                  <c:v>42.71978</c:v>
                </c:pt>
                <c:pt idx="171">
                  <c:v>42.654263</c:v>
                </c:pt>
                <c:pt idx="172">
                  <c:v>42.605381000000001</c:v>
                </c:pt>
                <c:pt idx="173">
                  <c:v>42.551867999999999</c:v>
                </c:pt>
                <c:pt idx="174">
                  <c:v>42.539482</c:v>
                </c:pt>
                <c:pt idx="175">
                  <c:v>42.535400000000003</c:v>
                </c:pt>
                <c:pt idx="176">
                  <c:v>42.464649000000001</c:v>
                </c:pt>
                <c:pt idx="177">
                  <c:v>42.450488999999997</c:v>
                </c:pt>
                <c:pt idx="178">
                  <c:v>42.433891000000003</c:v>
                </c:pt>
                <c:pt idx="179">
                  <c:v>42.251812000000001</c:v>
                </c:pt>
                <c:pt idx="180">
                  <c:v>42.224032999999999</c:v>
                </c:pt>
                <c:pt idx="181">
                  <c:v>42.187793999999997</c:v>
                </c:pt>
                <c:pt idx="182">
                  <c:v>42.174487999999997</c:v>
                </c:pt>
                <c:pt idx="183">
                  <c:v>42.130096000000002</c:v>
                </c:pt>
                <c:pt idx="184">
                  <c:v>42.036186000000001</c:v>
                </c:pt>
                <c:pt idx="185">
                  <c:v>41.679428000000001</c:v>
                </c:pt>
                <c:pt idx="186">
                  <c:v>41.659236999999997</c:v>
                </c:pt>
                <c:pt idx="187">
                  <c:v>41.631222000000001</c:v>
                </c:pt>
                <c:pt idx="188">
                  <c:v>41.605750999999998</c:v>
                </c:pt>
                <c:pt idx="189">
                  <c:v>41.532085000000002</c:v>
                </c:pt>
                <c:pt idx="190">
                  <c:v>41.392406000000001</c:v>
                </c:pt>
                <c:pt idx="191">
                  <c:v>41.347484999999999</c:v>
                </c:pt>
                <c:pt idx="192">
                  <c:v>41.292965000000002</c:v>
                </c:pt>
                <c:pt idx="193">
                  <c:v>41.290084999999998</c:v>
                </c:pt>
                <c:pt idx="194">
                  <c:v>41.248950999999998</c:v>
                </c:pt>
                <c:pt idx="195">
                  <c:v>41.236834999999999</c:v>
                </c:pt>
                <c:pt idx="196">
                  <c:v>41.188454</c:v>
                </c:pt>
                <c:pt idx="197">
                  <c:v>41.126987</c:v>
                </c:pt>
                <c:pt idx="198">
                  <c:v>41.020812999999997</c:v>
                </c:pt>
                <c:pt idx="199">
                  <c:v>40.932896</c:v>
                </c:pt>
                <c:pt idx="200">
                  <c:v>40.861747999999999</c:v>
                </c:pt>
                <c:pt idx="201">
                  <c:v>40.824547000000003</c:v>
                </c:pt>
                <c:pt idx="202">
                  <c:v>40.784129999999998</c:v>
                </c:pt>
                <c:pt idx="203">
                  <c:v>40.631397</c:v>
                </c:pt>
                <c:pt idx="204">
                  <c:v>40.629916999999999</c:v>
                </c:pt>
                <c:pt idx="205">
                  <c:v>40.459980000000002</c:v>
                </c:pt>
                <c:pt idx="206">
                  <c:v>40.409702000000003</c:v>
                </c:pt>
                <c:pt idx="207">
                  <c:v>40.375689999999999</c:v>
                </c:pt>
                <c:pt idx="208">
                  <c:v>40.344776000000003</c:v>
                </c:pt>
                <c:pt idx="209">
                  <c:v>40.272156000000003</c:v>
                </c:pt>
                <c:pt idx="210">
                  <c:v>40.253020999999997</c:v>
                </c:pt>
                <c:pt idx="211">
                  <c:v>40.180756000000002</c:v>
                </c:pt>
                <c:pt idx="212">
                  <c:v>40.163651000000002</c:v>
                </c:pt>
                <c:pt idx="213">
                  <c:v>39.971699000000001</c:v>
                </c:pt>
                <c:pt idx="214">
                  <c:v>39.832901</c:v>
                </c:pt>
                <c:pt idx="215">
                  <c:v>39.801780999999998</c:v>
                </c:pt>
                <c:pt idx="216">
                  <c:v>39.727454999999999</c:v>
                </c:pt>
                <c:pt idx="217">
                  <c:v>39.682274</c:v>
                </c:pt>
                <c:pt idx="218">
                  <c:v>39.637408999999998</c:v>
                </c:pt>
                <c:pt idx="219">
                  <c:v>39.610576999999999</c:v>
                </c:pt>
                <c:pt idx="220">
                  <c:v>39.560169000000002</c:v>
                </c:pt>
                <c:pt idx="221">
                  <c:v>39.551239000000002</c:v>
                </c:pt>
                <c:pt idx="222">
                  <c:v>39.357574</c:v>
                </c:pt>
                <c:pt idx="223">
                  <c:v>39.321911</c:v>
                </c:pt>
                <c:pt idx="224">
                  <c:v>39.170802999999999</c:v>
                </c:pt>
                <c:pt idx="225">
                  <c:v>39.154659000000002</c:v>
                </c:pt>
                <c:pt idx="226">
                  <c:v>39.126663000000001</c:v>
                </c:pt>
                <c:pt idx="227">
                  <c:v>39.073475000000002</c:v>
                </c:pt>
                <c:pt idx="228">
                  <c:v>38.987904</c:v>
                </c:pt>
                <c:pt idx="229">
                  <c:v>38.931629000000001</c:v>
                </c:pt>
                <c:pt idx="230">
                  <c:v>38.898665999999999</c:v>
                </c:pt>
                <c:pt idx="231">
                  <c:v>38.822139999999997</c:v>
                </c:pt>
                <c:pt idx="232">
                  <c:v>38.398269999999997</c:v>
                </c:pt>
                <c:pt idx="233">
                  <c:v>38.386386999999999</c:v>
                </c:pt>
                <c:pt idx="234">
                  <c:v>38.360474000000004</c:v>
                </c:pt>
                <c:pt idx="235">
                  <c:v>38.294907000000002</c:v>
                </c:pt>
                <c:pt idx="236">
                  <c:v>38.238022000000001</c:v>
                </c:pt>
                <c:pt idx="237">
                  <c:v>38.175956999999997</c:v>
                </c:pt>
                <c:pt idx="238">
                  <c:v>38.116149999999998</c:v>
                </c:pt>
                <c:pt idx="239">
                  <c:v>38.043517999999999</c:v>
                </c:pt>
                <c:pt idx="240">
                  <c:v>38.036057</c:v>
                </c:pt>
                <c:pt idx="241">
                  <c:v>38.024120000000003</c:v>
                </c:pt>
                <c:pt idx="242">
                  <c:v>38.006293999999997</c:v>
                </c:pt>
                <c:pt idx="243">
                  <c:v>37.989376</c:v>
                </c:pt>
                <c:pt idx="244">
                  <c:v>37.920540000000003</c:v>
                </c:pt>
                <c:pt idx="245">
                  <c:v>37.904152000000003</c:v>
                </c:pt>
                <c:pt idx="246">
                  <c:v>37.885078</c:v>
                </c:pt>
                <c:pt idx="247">
                  <c:v>37.842731000000001</c:v>
                </c:pt>
                <c:pt idx="248">
                  <c:v>37.757083999999999</c:v>
                </c:pt>
                <c:pt idx="249">
                  <c:v>37.753185000000002</c:v>
                </c:pt>
                <c:pt idx="250">
                  <c:v>37.643313999999997</c:v>
                </c:pt>
                <c:pt idx="251">
                  <c:v>37.633071999999999</c:v>
                </c:pt>
                <c:pt idx="252">
                  <c:v>37.559620000000002</c:v>
                </c:pt>
                <c:pt idx="253">
                  <c:v>37.492297999999998</c:v>
                </c:pt>
                <c:pt idx="254">
                  <c:v>37.487513999999997</c:v>
                </c:pt>
                <c:pt idx="255">
                  <c:v>37.443565</c:v>
                </c:pt>
                <c:pt idx="256">
                  <c:v>37.433441000000002</c:v>
                </c:pt>
                <c:pt idx="257">
                  <c:v>37.425933999999998</c:v>
                </c:pt>
                <c:pt idx="258">
                  <c:v>37.385463999999999</c:v>
                </c:pt>
                <c:pt idx="259">
                  <c:v>37.273387999999997</c:v>
                </c:pt>
                <c:pt idx="260">
                  <c:v>37.249184</c:v>
                </c:pt>
                <c:pt idx="261">
                  <c:v>37.098278000000001</c:v>
                </c:pt>
                <c:pt idx="262">
                  <c:v>36.996113000000001</c:v>
                </c:pt>
                <c:pt idx="263">
                  <c:v>36.985092000000002</c:v>
                </c:pt>
                <c:pt idx="264">
                  <c:v>36.957123000000003</c:v>
                </c:pt>
                <c:pt idx="265">
                  <c:v>36.892947999999997</c:v>
                </c:pt>
                <c:pt idx="266">
                  <c:v>36.603157000000003</c:v>
                </c:pt>
                <c:pt idx="267">
                  <c:v>36.538235</c:v>
                </c:pt>
                <c:pt idx="268">
                  <c:v>36.535690000000002</c:v>
                </c:pt>
                <c:pt idx="269">
                  <c:v>36.511398</c:v>
                </c:pt>
                <c:pt idx="270">
                  <c:v>36.491436</c:v>
                </c:pt>
                <c:pt idx="271">
                  <c:v>36.409615000000002</c:v>
                </c:pt>
                <c:pt idx="272">
                  <c:v>36.376553000000001</c:v>
                </c:pt>
                <c:pt idx="273">
                  <c:v>36.357143000000001</c:v>
                </c:pt>
                <c:pt idx="274">
                  <c:v>36.247653999999997</c:v>
                </c:pt>
                <c:pt idx="275">
                  <c:v>36.243996000000003</c:v>
                </c:pt>
                <c:pt idx="276">
                  <c:v>36.129776</c:v>
                </c:pt>
                <c:pt idx="277">
                  <c:v>36.084667000000003</c:v>
                </c:pt>
                <c:pt idx="278">
                  <c:v>35.997512999999998</c:v>
                </c:pt>
                <c:pt idx="279">
                  <c:v>35.995387999999998</c:v>
                </c:pt>
                <c:pt idx="280">
                  <c:v>35.939036999999999</c:v>
                </c:pt>
                <c:pt idx="281">
                  <c:v>35.887568999999999</c:v>
                </c:pt>
                <c:pt idx="282">
                  <c:v>35.877097999999997</c:v>
                </c:pt>
                <c:pt idx="283">
                  <c:v>35.809593</c:v>
                </c:pt>
                <c:pt idx="284">
                  <c:v>35.684139000000002</c:v>
                </c:pt>
                <c:pt idx="285">
                  <c:v>35.636645999999999</c:v>
                </c:pt>
                <c:pt idx="286">
                  <c:v>35.593597000000003</c:v>
                </c:pt>
                <c:pt idx="287">
                  <c:v>35.569321000000002</c:v>
                </c:pt>
                <c:pt idx="288">
                  <c:v>35.480967999999997</c:v>
                </c:pt>
                <c:pt idx="289">
                  <c:v>35.478164999999997</c:v>
                </c:pt>
                <c:pt idx="290">
                  <c:v>35.451275000000003</c:v>
                </c:pt>
                <c:pt idx="291">
                  <c:v>35.438400000000001</c:v>
                </c:pt>
                <c:pt idx="292">
                  <c:v>35.422451000000002</c:v>
                </c:pt>
                <c:pt idx="293">
                  <c:v>35.416266999999998</c:v>
                </c:pt>
                <c:pt idx="294">
                  <c:v>35.344940000000001</c:v>
                </c:pt>
                <c:pt idx="295">
                  <c:v>35.243763000000001</c:v>
                </c:pt>
                <c:pt idx="296">
                  <c:v>35.230739999999997</c:v>
                </c:pt>
                <c:pt idx="297">
                  <c:v>35.203152000000003</c:v>
                </c:pt>
                <c:pt idx="298">
                  <c:v>35.119694000000003</c:v>
                </c:pt>
                <c:pt idx="299">
                  <c:v>34.991135</c:v>
                </c:pt>
                <c:pt idx="300">
                  <c:v>34.968952000000002</c:v>
                </c:pt>
                <c:pt idx="301">
                  <c:v>34.961708000000002</c:v>
                </c:pt>
                <c:pt idx="302">
                  <c:v>34.902512000000002</c:v>
                </c:pt>
                <c:pt idx="303">
                  <c:v>34.801067000000003</c:v>
                </c:pt>
                <c:pt idx="304">
                  <c:v>34.775790999999998</c:v>
                </c:pt>
                <c:pt idx="305">
                  <c:v>34.696300999999998</c:v>
                </c:pt>
                <c:pt idx="306">
                  <c:v>34.690586000000003</c:v>
                </c:pt>
                <c:pt idx="307">
                  <c:v>34.625529999999998</c:v>
                </c:pt>
                <c:pt idx="308">
                  <c:v>34.591056999999999</c:v>
                </c:pt>
                <c:pt idx="309">
                  <c:v>34.540999999999997</c:v>
                </c:pt>
                <c:pt idx="310">
                  <c:v>34.470641999999998</c:v>
                </c:pt>
                <c:pt idx="311">
                  <c:v>34.432831</c:v>
                </c:pt>
                <c:pt idx="312">
                  <c:v>34.427979000000001</c:v>
                </c:pt>
                <c:pt idx="313">
                  <c:v>34.390391999999999</c:v>
                </c:pt>
                <c:pt idx="314">
                  <c:v>34.193100000000001</c:v>
                </c:pt>
                <c:pt idx="315">
                  <c:v>34.165894000000002</c:v>
                </c:pt>
                <c:pt idx="316">
                  <c:v>34.073711000000003</c:v>
                </c:pt>
                <c:pt idx="317">
                  <c:v>34.051167</c:v>
                </c:pt>
                <c:pt idx="318">
                  <c:v>34.037269999999999</c:v>
                </c:pt>
                <c:pt idx="319">
                  <c:v>34.036777000000001</c:v>
                </c:pt>
                <c:pt idx="320">
                  <c:v>33.920273000000002</c:v>
                </c:pt>
                <c:pt idx="321">
                  <c:v>33.896056999999999</c:v>
                </c:pt>
                <c:pt idx="322">
                  <c:v>33.853335999999999</c:v>
                </c:pt>
                <c:pt idx="323">
                  <c:v>33.799889</c:v>
                </c:pt>
                <c:pt idx="324">
                  <c:v>33.745037000000004</c:v>
                </c:pt>
                <c:pt idx="325">
                  <c:v>33.735152999999997</c:v>
                </c:pt>
                <c:pt idx="326">
                  <c:v>33.602927999999999</c:v>
                </c:pt>
                <c:pt idx="327">
                  <c:v>33.517989999999998</c:v>
                </c:pt>
                <c:pt idx="328">
                  <c:v>33.458621999999998</c:v>
                </c:pt>
                <c:pt idx="329">
                  <c:v>33.394779</c:v>
                </c:pt>
                <c:pt idx="330">
                  <c:v>33.356513999999997</c:v>
                </c:pt>
                <c:pt idx="331">
                  <c:v>33.300896000000002</c:v>
                </c:pt>
                <c:pt idx="332">
                  <c:v>33.261913</c:v>
                </c:pt>
                <c:pt idx="333">
                  <c:v>33.165863000000002</c:v>
                </c:pt>
                <c:pt idx="334">
                  <c:v>33.117989000000001</c:v>
                </c:pt>
                <c:pt idx="335">
                  <c:v>33.110137999999999</c:v>
                </c:pt>
                <c:pt idx="336">
                  <c:v>33.054512000000003</c:v>
                </c:pt>
                <c:pt idx="337">
                  <c:v>32.867420000000003</c:v>
                </c:pt>
                <c:pt idx="338">
                  <c:v>32.862625000000001</c:v>
                </c:pt>
                <c:pt idx="339">
                  <c:v>32.860934999999998</c:v>
                </c:pt>
                <c:pt idx="340">
                  <c:v>32.840190999999997</c:v>
                </c:pt>
                <c:pt idx="341">
                  <c:v>32.811771</c:v>
                </c:pt>
                <c:pt idx="342">
                  <c:v>32.778927000000003</c:v>
                </c:pt>
                <c:pt idx="343">
                  <c:v>32.759681999999998</c:v>
                </c:pt>
                <c:pt idx="344">
                  <c:v>32.703476000000002</c:v>
                </c:pt>
                <c:pt idx="345">
                  <c:v>32.675651999999999</c:v>
                </c:pt>
                <c:pt idx="346">
                  <c:v>32.608727000000002</c:v>
                </c:pt>
                <c:pt idx="347">
                  <c:v>32.593243000000001</c:v>
                </c:pt>
                <c:pt idx="348">
                  <c:v>32.580359999999999</c:v>
                </c:pt>
                <c:pt idx="349">
                  <c:v>32.551945000000003</c:v>
                </c:pt>
                <c:pt idx="350">
                  <c:v>32.432071999999998</c:v>
                </c:pt>
                <c:pt idx="351">
                  <c:v>32.399647000000002</c:v>
                </c:pt>
                <c:pt idx="352">
                  <c:v>32.362385000000003</c:v>
                </c:pt>
                <c:pt idx="353">
                  <c:v>32.349212999999999</c:v>
                </c:pt>
                <c:pt idx="354">
                  <c:v>32.343268999999999</c:v>
                </c:pt>
                <c:pt idx="355">
                  <c:v>32.342236</c:v>
                </c:pt>
                <c:pt idx="356">
                  <c:v>32.289608000000001</c:v>
                </c:pt>
                <c:pt idx="357">
                  <c:v>32.266463999999999</c:v>
                </c:pt>
                <c:pt idx="358">
                  <c:v>32.257378000000003</c:v>
                </c:pt>
                <c:pt idx="359">
                  <c:v>32.196533000000002</c:v>
                </c:pt>
                <c:pt idx="360">
                  <c:v>32.180683000000002</c:v>
                </c:pt>
                <c:pt idx="361">
                  <c:v>32.175682000000002</c:v>
                </c:pt>
                <c:pt idx="362">
                  <c:v>32.132877000000001</c:v>
                </c:pt>
                <c:pt idx="363">
                  <c:v>32.127139999999997</c:v>
                </c:pt>
                <c:pt idx="364">
                  <c:v>32.031002000000001</c:v>
                </c:pt>
                <c:pt idx="365">
                  <c:v>32.008980000000001</c:v>
                </c:pt>
                <c:pt idx="366">
                  <c:v>31.986362</c:v>
                </c:pt>
                <c:pt idx="367">
                  <c:v>31.967227999999999</c:v>
                </c:pt>
                <c:pt idx="368">
                  <c:v>31.953251000000002</c:v>
                </c:pt>
                <c:pt idx="369">
                  <c:v>31.888157</c:v>
                </c:pt>
                <c:pt idx="370">
                  <c:v>31.884398999999998</c:v>
                </c:pt>
                <c:pt idx="371">
                  <c:v>31.874393000000001</c:v>
                </c:pt>
                <c:pt idx="372">
                  <c:v>31.857845000000001</c:v>
                </c:pt>
                <c:pt idx="373">
                  <c:v>31.817222999999998</c:v>
                </c:pt>
                <c:pt idx="374">
                  <c:v>31.806882999999999</c:v>
                </c:pt>
                <c:pt idx="375">
                  <c:v>31.757792999999999</c:v>
                </c:pt>
                <c:pt idx="376">
                  <c:v>31.75666</c:v>
                </c:pt>
                <c:pt idx="377">
                  <c:v>31.746281</c:v>
                </c:pt>
                <c:pt idx="378">
                  <c:v>31.680515</c:v>
                </c:pt>
                <c:pt idx="379">
                  <c:v>31.674675000000001</c:v>
                </c:pt>
                <c:pt idx="380">
                  <c:v>31.672625</c:v>
                </c:pt>
                <c:pt idx="381">
                  <c:v>31.640619000000001</c:v>
                </c:pt>
                <c:pt idx="382">
                  <c:v>31.616137999999999</c:v>
                </c:pt>
                <c:pt idx="383">
                  <c:v>31.538108999999999</c:v>
                </c:pt>
                <c:pt idx="384">
                  <c:v>31.521225000000001</c:v>
                </c:pt>
                <c:pt idx="385">
                  <c:v>31.517246</c:v>
                </c:pt>
                <c:pt idx="386">
                  <c:v>31.467257</c:v>
                </c:pt>
                <c:pt idx="387">
                  <c:v>31.462702</c:v>
                </c:pt>
                <c:pt idx="388">
                  <c:v>31.45187</c:v>
                </c:pt>
                <c:pt idx="389">
                  <c:v>31.443565</c:v>
                </c:pt>
                <c:pt idx="390">
                  <c:v>31.418081000000001</c:v>
                </c:pt>
                <c:pt idx="391">
                  <c:v>31.393677</c:v>
                </c:pt>
                <c:pt idx="392">
                  <c:v>31.382666</c:v>
                </c:pt>
                <c:pt idx="393">
                  <c:v>31.309266999999998</c:v>
                </c:pt>
                <c:pt idx="394">
                  <c:v>31.265174999999999</c:v>
                </c:pt>
                <c:pt idx="395">
                  <c:v>31.238102000000001</c:v>
                </c:pt>
                <c:pt idx="396">
                  <c:v>31.228262000000001</c:v>
                </c:pt>
                <c:pt idx="397">
                  <c:v>31.199646000000001</c:v>
                </c:pt>
                <c:pt idx="398">
                  <c:v>31.198097000000001</c:v>
                </c:pt>
                <c:pt idx="399">
                  <c:v>31.147055000000002</c:v>
                </c:pt>
                <c:pt idx="400">
                  <c:v>31.143436000000001</c:v>
                </c:pt>
                <c:pt idx="401">
                  <c:v>31.020375999999999</c:v>
                </c:pt>
                <c:pt idx="402">
                  <c:v>30.952389</c:v>
                </c:pt>
                <c:pt idx="403">
                  <c:v>30.945088999999999</c:v>
                </c:pt>
                <c:pt idx="404">
                  <c:v>30.910992</c:v>
                </c:pt>
                <c:pt idx="405">
                  <c:v>30.907478000000001</c:v>
                </c:pt>
                <c:pt idx="406">
                  <c:v>30.897442000000002</c:v>
                </c:pt>
                <c:pt idx="407">
                  <c:v>30.893567999999998</c:v>
                </c:pt>
                <c:pt idx="408">
                  <c:v>30.870003000000001</c:v>
                </c:pt>
                <c:pt idx="409">
                  <c:v>30.853525000000001</c:v>
                </c:pt>
                <c:pt idx="410">
                  <c:v>30.834982</c:v>
                </c:pt>
                <c:pt idx="411">
                  <c:v>30.801348000000001</c:v>
                </c:pt>
                <c:pt idx="412">
                  <c:v>30.775074</c:v>
                </c:pt>
                <c:pt idx="413">
                  <c:v>30.736792000000001</c:v>
                </c:pt>
                <c:pt idx="414">
                  <c:v>30.686914000000002</c:v>
                </c:pt>
                <c:pt idx="415">
                  <c:v>30.677685</c:v>
                </c:pt>
                <c:pt idx="416">
                  <c:v>30.658579</c:v>
                </c:pt>
                <c:pt idx="417">
                  <c:v>30.598773999999999</c:v>
                </c:pt>
                <c:pt idx="418">
                  <c:v>30.534064999999998</c:v>
                </c:pt>
                <c:pt idx="419">
                  <c:v>30.522155999999999</c:v>
                </c:pt>
                <c:pt idx="420">
                  <c:v>30.463149999999999</c:v>
                </c:pt>
                <c:pt idx="421">
                  <c:v>30.455606</c:v>
                </c:pt>
                <c:pt idx="422">
                  <c:v>30.326214</c:v>
                </c:pt>
                <c:pt idx="423">
                  <c:v>30.325464</c:v>
                </c:pt>
                <c:pt idx="424">
                  <c:v>30.296284</c:v>
                </c:pt>
                <c:pt idx="425">
                  <c:v>30.249639999999999</c:v>
                </c:pt>
                <c:pt idx="426">
                  <c:v>30.207222000000002</c:v>
                </c:pt>
                <c:pt idx="427">
                  <c:v>30.202293000000001</c:v>
                </c:pt>
                <c:pt idx="428">
                  <c:v>30.201096</c:v>
                </c:pt>
                <c:pt idx="429">
                  <c:v>30.148468000000001</c:v>
                </c:pt>
                <c:pt idx="430">
                  <c:v>30.078994999999999</c:v>
                </c:pt>
                <c:pt idx="431">
                  <c:v>30.077224999999999</c:v>
                </c:pt>
                <c:pt idx="432">
                  <c:v>30.048824</c:v>
                </c:pt>
                <c:pt idx="433">
                  <c:v>30.042874999999999</c:v>
                </c:pt>
                <c:pt idx="434">
                  <c:v>30.038504</c:v>
                </c:pt>
                <c:pt idx="435">
                  <c:v>30.017569999999999</c:v>
                </c:pt>
                <c:pt idx="436">
                  <c:v>29.988538999999999</c:v>
                </c:pt>
                <c:pt idx="437">
                  <c:v>29.949804</c:v>
                </c:pt>
                <c:pt idx="438">
                  <c:v>29.896694</c:v>
                </c:pt>
                <c:pt idx="439">
                  <c:v>29.863447000000001</c:v>
                </c:pt>
                <c:pt idx="440">
                  <c:v>29.844391000000002</c:v>
                </c:pt>
                <c:pt idx="441">
                  <c:v>29.786560000000001</c:v>
                </c:pt>
                <c:pt idx="442">
                  <c:v>29.783770000000001</c:v>
                </c:pt>
                <c:pt idx="443">
                  <c:v>29.769798000000002</c:v>
                </c:pt>
                <c:pt idx="444">
                  <c:v>29.743155999999999</c:v>
                </c:pt>
                <c:pt idx="445">
                  <c:v>29.727905</c:v>
                </c:pt>
                <c:pt idx="446">
                  <c:v>29.688521999999999</c:v>
                </c:pt>
                <c:pt idx="447">
                  <c:v>29.661633999999999</c:v>
                </c:pt>
                <c:pt idx="448">
                  <c:v>29.661570000000001</c:v>
                </c:pt>
                <c:pt idx="449">
                  <c:v>29.634115000000001</c:v>
                </c:pt>
                <c:pt idx="450">
                  <c:v>29.620242999999999</c:v>
                </c:pt>
                <c:pt idx="451">
                  <c:v>29.576512999999998</c:v>
                </c:pt>
                <c:pt idx="452">
                  <c:v>29.567872999999999</c:v>
                </c:pt>
                <c:pt idx="453">
                  <c:v>29.488029000000001</c:v>
                </c:pt>
                <c:pt idx="454">
                  <c:v>29.474357999999999</c:v>
                </c:pt>
                <c:pt idx="455">
                  <c:v>29.378492000000001</c:v>
                </c:pt>
                <c:pt idx="456">
                  <c:v>29.336680999999999</c:v>
                </c:pt>
                <c:pt idx="457">
                  <c:v>29.331381</c:v>
                </c:pt>
                <c:pt idx="458">
                  <c:v>29.286674000000001</c:v>
                </c:pt>
                <c:pt idx="459">
                  <c:v>29.281271</c:v>
                </c:pt>
                <c:pt idx="460">
                  <c:v>29.231086999999999</c:v>
                </c:pt>
                <c:pt idx="461">
                  <c:v>29.210349999999998</c:v>
                </c:pt>
                <c:pt idx="462">
                  <c:v>29.177337999999999</c:v>
                </c:pt>
                <c:pt idx="463">
                  <c:v>29.115107999999999</c:v>
                </c:pt>
                <c:pt idx="464">
                  <c:v>29.114985999999998</c:v>
                </c:pt>
                <c:pt idx="465">
                  <c:v>29.021626999999999</c:v>
                </c:pt>
                <c:pt idx="466">
                  <c:v>29.00564</c:v>
                </c:pt>
                <c:pt idx="467">
                  <c:v>28.984283000000001</c:v>
                </c:pt>
                <c:pt idx="468">
                  <c:v>28.965288000000001</c:v>
                </c:pt>
                <c:pt idx="469">
                  <c:v>28.893378999999999</c:v>
                </c:pt>
                <c:pt idx="470">
                  <c:v>28.875419999999998</c:v>
                </c:pt>
                <c:pt idx="471">
                  <c:v>28.863849999999999</c:v>
                </c:pt>
                <c:pt idx="472">
                  <c:v>28.835830999999999</c:v>
                </c:pt>
                <c:pt idx="473">
                  <c:v>28.830632999999999</c:v>
                </c:pt>
                <c:pt idx="474">
                  <c:v>28.800872999999999</c:v>
                </c:pt>
                <c:pt idx="475">
                  <c:v>28.787019999999998</c:v>
                </c:pt>
                <c:pt idx="476">
                  <c:v>28.771574000000001</c:v>
                </c:pt>
                <c:pt idx="477">
                  <c:v>28.755945000000001</c:v>
                </c:pt>
                <c:pt idx="478">
                  <c:v>28.733142999999998</c:v>
                </c:pt>
                <c:pt idx="479">
                  <c:v>28.670185</c:v>
                </c:pt>
                <c:pt idx="480">
                  <c:v>28.642537999999998</c:v>
                </c:pt>
                <c:pt idx="481">
                  <c:v>28.593617999999999</c:v>
                </c:pt>
                <c:pt idx="482">
                  <c:v>28.556961000000001</c:v>
                </c:pt>
                <c:pt idx="483">
                  <c:v>28.547768000000001</c:v>
                </c:pt>
                <c:pt idx="484">
                  <c:v>28.516677999999999</c:v>
                </c:pt>
                <c:pt idx="485">
                  <c:v>28.514662000000001</c:v>
                </c:pt>
                <c:pt idx="486">
                  <c:v>28.507059000000002</c:v>
                </c:pt>
                <c:pt idx="487">
                  <c:v>28.479485</c:v>
                </c:pt>
                <c:pt idx="488">
                  <c:v>28.479258999999999</c:v>
                </c:pt>
                <c:pt idx="489">
                  <c:v>28.444174</c:v>
                </c:pt>
                <c:pt idx="490">
                  <c:v>28.413311</c:v>
                </c:pt>
                <c:pt idx="491">
                  <c:v>28.390446000000001</c:v>
                </c:pt>
                <c:pt idx="492">
                  <c:v>28.359838</c:v>
                </c:pt>
                <c:pt idx="493">
                  <c:v>28.311861</c:v>
                </c:pt>
                <c:pt idx="494">
                  <c:v>28.291515</c:v>
                </c:pt>
                <c:pt idx="495">
                  <c:v>28.285672999999999</c:v>
                </c:pt>
                <c:pt idx="496">
                  <c:v>28.200077</c:v>
                </c:pt>
                <c:pt idx="497">
                  <c:v>28.165593999999999</c:v>
                </c:pt>
                <c:pt idx="498">
                  <c:v>28.144955</c:v>
                </c:pt>
                <c:pt idx="499">
                  <c:v>28.117836</c:v>
                </c:pt>
                <c:pt idx="500">
                  <c:v>28.109832999999998</c:v>
                </c:pt>
                <c:pt idx="501">
                  <c:v>28.048244</c:v>
                </c:pt>
                <c:pt idx="502">
                  <c:v>28.022749000000001</c:v>
                </c:pt>
                <c:pt idx="503">
                  <c:v>28.011109999999999</c:v>
                </c:pt>
                <c:pt idx="504">
                  <c:v>28.010505999999999</c:v>
                </c:pt>
                <c:pt idx="505">
                  <c:v>28.004847000000002</c:v>
                </c:pt>
                <c:pt idx="506">
                  <c:v>27.980357999999999</c:v>
                </c:pt>
                <c:pt idx="507">
                  <c:v>27.958611000000001</c:v>
                </c:pt>
                <c:pt idx="508">
                  <c:v>27.918157999999998</c:v>
                </c:pt>
                <c:pt idx="509">
                  <c:v>27.882967000000001</c:v>
                </c:pt>
                <c:pt idx="510">
                  <c:v>27.874506</c:v>
                </c:pt>
                <c:pt idx="511">
                  <c:v>27.867349999999998</c:v>
                </c:pt>
                <c:pt idx="512">
                  <c:v>27.766918</c:v>
                </c:pt>
                <c:pt idx="513">
                  <c:v>27.74192</c:v>
                </c:pt>
                <c:pt idx="514">
                  <c:v>27.616548999999999</c:v>
                </c:pt>
                <c:pt idx="515">
                  <c:v>27.604317000000002</c:v>
                </c:pt>
                <c:pt idx="516">
                  <c:v>27.571062000000001</c:v>
                </c:pt>
                <c:pt idx="517">
                  <c:v>27.556312999999999</c:v>
                </c:pt>
                <c:pt idx="518">
                  <c:v>27.520583999999999</c:v>
                </c:pt>
                <c:pt idx="519">
                  <c:v>27.489666</c:v>
                </c:pt>
                <c:pt idx="520">
                  <c:v>27.449680000000001</c:v>
                </c:pt>
                <c:pt idx="521">
                  <c:v>27.390284000000001</c:v>
                </c:pt>
                <c:pt idx="522">
                  <c:v>27.388355000000001</c:v>
                </c:pt>
                <c:pt idx="523">
                  <c:v>27.377473999999999</c:v>
                </c:pt>
                <c:pt idx="524">
                  <c:v>27.310541000000001</c:v>
                </c:pt>
                <c:pt idx="525">
                  <c:v>27.295356999999999</c:v>
                </c:pt>
                <c:pt idx="526">
                  <c:v>27.280875999999999</c:v>
                </c:pt>
                <c:pt idx="527">
                  <c:v>27.260954000000002</c:v>
                </c:pt>
                <c:pt idx="528">
                  <c:v>27.256021</c:v>
                </c:pt>
                <c:pt idx="529">
                  <c:v>27.209076</c:v>
                </c:pt>
                <c:pt idx="530">
                  <c:v>27.187660000000001</c:v>
                </c:pt>
                <c:pt idx="531">
                  <c:v>27.164321999999999</c:v>
                </c:pt>
                <c:pt idx="532">
                  <c:v>27.161657000000002</c:v>
                </c:pt>
                <c:pt idx="533">
                  <c:v>27.120611</c:v>
                </c:pt>
                <c:pt idx="534">
                  <c:v>27.058346</c:v>
                </c:pt>
                <c:pt idx="535">
                  <c:v>26.984860999999999</c:v>
                </c:pt>
                <c:pt idx="536">
                  <c:v>26.94219</c:v>
                </c:pt>
                <c:pt idx="537">
                  <c:v>26.930109000000002</c:v>
                </c:pt>
                <c:pt idx="538">
                  <c:v>26.902988000000001</c:v>
                </c:pt>
                <c:pt idx="539">
                  <c:v>26.892084000000001</c:v>
                </c:pt>
                <c:pt idx="540">
                  <c:v>26.857880000000002</c:v>
                </c:pt>
                <c:pt idx="541">
                  <c:v>26.831087</c:v>
                </c:pt>
                <c:pt idx="542">
                  <c:v>26.808371999999999</c:v>
                </c:pt>
                <c:pt idx="543">
                  <c:v>26.657406000000002</c:v>
                </c:pt>
                <c:pt idx="544">
                  <c:v>26.647335000000002</c:v>
                </c:pt>
                <c:pt idx="545">
                  <c:v>26.630831000000001</c:v>
                </c:pt>
                <c:pt idx="546">
                  <c:v>26.625897999999999</c:v>
                </c:pt>
                <c:pt idx="547">
                  <c:v>26.605146000000001</c:v>
                </c:pt>
                <c:pt idx="548">
                  <c:v>26.594560999999999</c:v>
                </c:pt>
                <c:pt idx="549">
                  <c:v>26.508507000000002</c:v>
                </c:pt>
                <c:pt idx="550">
                  <c:v>26.414555</c:v>
                </c:pt>
                <c:pt idx="551">
                  <c:v>26.373449000000001</c:v>
                </c:pt>
                <c:pt idx="552">
                  <c:v>26.298957999999999</c:v>
                </c:pt>
                <c:pt idx="553">
                  <c:v>26.240528000000001</c:v>
                </c:pt>
                <c:pt idx="554">
                  <c:v>26.223236</c:v>
                </c:pt>
                <c:pt idx="555">
                  <c:v>26.215876000000002</c:v>
                </c:pt>
                <c:pt idx="556">
                  <c:v>26.214737</c:v>
                </c:pt>
                <c:pt idx="557">
                  <c:v>26.139921000000001</c:v>
                </c:pt>
                <c:pt idx="558">
                  <c:v>26.123947000000001</c:v>
                </c:pt>
                <c:pt idx="559">
                  <c:v>26.075399000000001</c:v>
                </c:pt>
                <c:pt idx="560">
                  <c:v>26.058468000000001</c:v>
                </c:pt>
                <c:pt idx="561">
                  <c:v>26.036009</c:v>
                </c:pt>
                <c:pt idx="562">
                  <c:v>26.016012</c:v>
                </c:pt>
                <c:pt idx="563">
                  <c:v>25.974060000000001</c:v>
                </c:pt>
                <c:pt idx="564">
                  <c:v>25.972121999999999</c:v>
                </c:pt>
                <c:pt idx="565">
                  <c:v>25.938499</c:v>
                </c:pt>
                <c:pt idx="566">
                  <c:v>25.921467</c:v>
                </c:pt>
                <c:pt idx="567">
                  <c:v>25.889879000000001</c:v>
                </c:pt>
                <c:pt idx="568">
                  <c:v>25.801897</c:v>
                </c:pt>
                <c:pt idx="569">
                  <c:v>25.748760000000001</c:v>
                </c:pt>
                <c:pt idx="570">
                  <c:v>25.741064000000001</c:v>
                </c:pt>
                <c:pt idx="571">
                  <c:v>25.738012000000001</c:v>
                </c:pt>
                <c:pt idx="572">
                  <c:v>25.704639</c:v>
                </c:pt>
                <c:pt idx="573">
                  <c:v>25.701423999999999</c:v>
                </c:pt>
                <c:pt idx="574">
                  <c:v>25.686364999999999</c:v>
                </c:pt>
                <c:pt idx="575">
                  <c:v>25.685894000000001</c:v>
                </c:pt>
                <c:pt idx="576">
                  <c:v>25.672609000000001</c:v>
                </c:pt>
                <c:pt idx="577">
                  <c:v>25.669155</c:v>
                </c:pt>
                <c:pt idx="578">
                  <c:v>25.620491000000001</c:v>
                </c:pt>
                <c:pt idx="579">
                  <c:v>25.555240999999999</c:v>
                </c:pt>
                <c:pt idx="580">
                  <c:v>25.537230999999998</c:v>
                </c:pt>
                <c:pt idx="581">
                  <c:v>25.466785000000002</c:v>
                </c:pt>
                <c:pt idx="582">
                  <c:v>25.422829</c:v>
                </c:pt>
                <c:pt idx="583">
                  <c:v>25.419872000000002</c:v>
                </c:pt>
                <c:pt idx="584">
                  <c:v>25.357272999999999</c:v>
                </c:pt>
                <c:pt idx="585">
                  <c:v>25.323993999999999</c:v>
                </c:pt>
                <c:pt idx="586">
                  <c:v>25.292572</c:v>
                </c:pt>
                <c:pt idx="587">
                  <c:v>25.283505999999999</c:v>
                </c:pt>
                <c:pt idx="588">
                  <c:v>25.267395</c:v>
                </c:pt>
                <c:pt idx="589">
                  <c:v>25.249613</c:v>
                </c:pt>
                <c:pt idx="590">
                  <c:v>25.175015999999999</c:v>
                </c:pt>
                <c:pt idx="591">
                  <c:v>25.143771999999998</c:v>
                </c:pt>
                <c:pt idx="592">
                  <c:v>25.142043999999999</c:v>
                </c:pt>
                <c:pt idx="593">
                  <c:v>25.022473999999999</c:v>
                </c:pt>
                <c:pt idx="594">
                  <c:v>24.988703000000001</c:v>
                </c:pt>
                <c:pt idx="595">
                  <c:v>24.956876999999999</c:v>
                </c:pt>
                <c:pt idx="596">
                  <c:v>24.954948000000002</c:v>
                </c:pt>
                <c:pt idx="597">
                  <c:v>24.877769000000001</c:v>
                </c:pt>
                <c:pt idx="598">
                  <c:v>24.787064000000001</c:v>
                </c:pt>
                <c:pt idx="599">
                  <c:v>24.779823</c:v>
                </c:pt>
                <c:pt idx="600">
                  <c:v>24.74972</c:v>
                </c:pt>
                <c:pt idx="601">
                  <c:v>24.703393999999999</c:v>
                </c:pt>
                <c:pt idx="602">
                  <c:v>24.682886</c:v>
                </c:pt>
                <c:pt idx="603">
                  <c:v>24.627199000000001</c:v>
                </c:pt>
                <c:pt idx="604">
                  <c:v>24.596661000000001</c:v>
                </c:pt>
                <c:pt idx="605">
                  <c:v>24.581136999999998</c:v>
                </c:pt>
                <c:pt idx="606">
                  <c:v>24.524328000000001</c:v>
                </c:pt>
                <c:pt idx="607">
                  <c:v>24.483013</c:v>
                </c:pt>
                <c:pt idx="608">
                  <c:v>24.447082999999999</c:v>
                </c:pt>
                <c:pt idx="609">
                  <c:v>24.442205000000001</c:v>
                </c:pt>
                <c:pt idx="610">
                  <c:v>24.438568</c:v>
                </c:pt>
                <c:pt idx="611">
                  <c:v>24.421946999999999</c:v>
                </c:pt>
                <c:pt idx="612">
                  <c:v>24.392247999999999</c:v>
                </c:pt>
                <c:pt idx="613">
                  <c:v>24.389081999999998</c:v>
                </c:pt>
                <c:pt idx="614">
                  <c:v>24.358623999999999</c:v>
                </c:pt>
                <c:pt idx="615">
                  <c:v>24.351561</c:v>
                </c:pt>
                <c:pt idx="616">
                  <c:v>24.315037</c:v>
                </c:pt>
                <c:pt idx="617">
                  <c:v>24.284927</c:v>
                </c:pt>
                <c:pt idx="618">
                  <c:v>24.265957</c:v>
                </c:pt>
                <c:pt idx="619">
                  <c:v>24.249383999999999</c:v>
                </c:pt>
                <c:pt idx="620">
                  <c:v>24.221772999999999</c:v>
                </c:pt>
                <c:pt idx="621">
                  <c:v>24.19943</c:v>
                </c:pt>
                <c:pt idx="622">
                  <c:v>24.167542000000001</c:v>
                </c:pt>
                <c:pt idx="623">
                  <c:v>24.165019999999998</c:v>
                </c:pt>
                <c:pt idx="624">
                  <c:v>24.162361000000001</c:v>
                </c:pt>
                <c:pt idx="625">
                  <c:v>24.144746999999999</c:v>
                </c:pt>
                <c:pt idx="626">
                  <c:v>24.13167</c:v>
                </c:pt>
                <c:pt idx="627">
                  <c:v>24.109715000000001</c:v>
                </c:pt>
                <c:pt idx="628">
                  <c:v>24.099758000000001</c:v>
                </c:pt>
                <c:pt idx="629">
                  <c:v>24.092614999999999</c:v>
                </c:pt>
                <c:pt idx="630">
                  <c:v>23.999109000000001</c:v>
                </c:pt>
                <c:pt idx="631">
                  <c:v>23.945043999999999</c:v>
                </c:pt>
                <c:pt idx="632">
                  <c:v>23.936848000000001</c:v>
                </c:pt>
                <c:pt idx="633">
                  <c:v>23.906970999999999</c:v>
                </c:pt>
                <c:pt idx="634">
                  <c:v>23.89518</c:v>
                </c:pt>
                <c:pt idx="635">
                  <c:v>23.815231000000001</c:v>
                </c:pt>
                <c:pt idx="636">
                  <c:v>23.814195999999999</c:v>
                </c:pt>
                <c:pt idx="637">
                  <c:v>23.78828</c:v>
                </c:pt>
                <c:pt idx="638">
                  <c:v>23.778980000000001</c:v>
                </c:pt>
                <c:pt idx="639">
                  <c:v>23.754057</c:v>
                </c:pt>
                <c:pt idx="640">
                  <c:v>23.750885</c:v>
                </c:pt>
                <c:pt idx="641">
                  <c:v>23.683475000000001</c:v>
                </c:pt>
                <c:pt idx="642">
                  <c:v>23.642451999999999</c:v>
                </c:pt>
                <c:pt idx="643">
                  <c:v>23.638399</c:v>
                </c:pt>
                <c:pt idx="644">
                  <c:v>23.605846</c:v>
                </c:pt>
                <c:pt idx="645">
                  <c:v>23.602777</c:v>
                </c:pt>
                <c:pt idx="646">
                  <c:v>23.564015999999999</c:v>
                </c:pt>
                <c:pt idx="647">
                  <c:v>23.477528</c:v>
                </c:pt>
                <c:pt idx="648">
                  <c:v>23.420441</c:v>
                </c:pt>
                <c:pt idx="649">
                  <c:v>23.377237000000001</c:v>
                </c:pt>
                <c:pt idx="650">
                  <c:v>23.312944000000002</c:v>
                </c:pt>
                <c:pt idx="651">
                  <c:v>23.293790999999999</c:v>
                </c:pt>
                <c:pt idx="652">
                  <c:v>23.263926999999999</c:v>
                </c:pt>
                <c:pt idx="653">
                  <c:v>23.263311000000002</c:v>
                </c:pt>
                <c:pt idx="654">
                  <c:v>23.239635</c:v>
                </c:pt>
                <c:pt idx="655">
                  <c:v>23.138069000000002</c:v>
                </c:pt>
                <c:pt idx="656">
                  <c:v>23.113316000000001</c:v>
                </c:pt>
                <c:pt idx="657">
                  <c:v>23.094801</c:v>
                </c:pt>
                <c:pt idx="658">
                  <c:v>23.048795999999999</c:v>
                </c:pt>
                <c:pt idx="659">
                  <c:v>23.015651999999999</c:v>
                </c:pt>
                <c:pt idx="660">
                  <c:v>23.009654999999999</c:v>
                </c:pt>
                <c:pt idx="661">
                  <c:v>22.995251</c:v>
                </c:pt>
                <c:pt idx="662">
                  <c:v>22.991796000000001</c:v>
                </c:pt>
                <c:pt idx="663">
                  <c:v>22.962229000000001</c:v>
                </c:pt>
                <c:pt idx="664">
                  <c:v>22.948789999999999</c:v>
                </c:pt>
                <c:pt idx="665">
                  <c:v>22.868169999999999</c:v>
                </c:pt>
                <c:pt idx="666">
                  <c:v>22.829440999999999</c:v>
                </c:pt>
                <c:pt idx="667">
                  <c:v>22.806723000000002</c:v>
                </c:pt>
                <c:pt idx="668">
                  <c:v>22.800844000000001</c:v>
                </c:pt>
                <c:pt idx="669">
                  <c:v>22.793123000000001</c:v>
                </c:pt>
                <c:pt idx="670">
                  <c:v>22.764513000000001</c:v>
                </c:pt>
                <c:pt idx="671">
                  <c:v>22.757121999999999</c:v>
                </c:pt>
                <c:pt idx="672">
                  <c:v>22.743697999999998</c:v>
                </c:pt>
                <c:pt idx="673">
                  <c:v>22.722612000000002</c:v>
                </c:pt>
                <c:pt idx="674">
                  <c:v>22.720666999999999</c:v>
                </c:pt>
                <c:pt idx="675">
                  <c:v>22.705172000000001</c:v>
                </c:pt>
                <c:pt idx="676">
                  <c:v>22.634359</c:v>
                </c:pt>
                <c:pt idx="677">
                  <c:v>22.619585000000001</c:v>
                </c:pt>
                <c:pt idx="678">
                  <c:v>22.615728000000001</c:v>
                </c:pt>
                <c:pt idx="679">
                  <c:v>22.609418999999999</c:v>
                </c:pt>
                <c:pt idx="680">
                  <c:v>22.588467000000001</c:v>
                </c:pt>
                <c:pt idx="681">
                  <c:v>22.559715000000001</c:v>
                </c:pt>
                <c:pt idx="682">
                  <c:v>22.558363</c:v>
                </c:pt>
                <c:pt idx="683">
                  <c:v>22.551323</c:v>
                </c:pt>
                <c:pt idx="684">
                  <c:v>22.536097000000002</c:v>
                </c:pt>
                <c:pt idx="685">
                  <c:v>22.509875999999998</c:v>
                </c:pt>
                <c:pt idx="686">
                  <c:v>22.497574</c:v>
                </c:pt>
                <c:pt idx="687">
                  <c:v>22.484524</c:v>
                </c:pt>
                <c:pt idx="688">
                  <c:v>22.480277999999998</c:v>
                </c:pt>
                <c:pt idx="689">
                  <c:v>22.464931</c:v>
                </c:pt>
                <c:pt idx="690">
                  <c:v>22.442807999999999</c:v>
                </c:pt>
                <c:pt idx="691">
                  <c:v>22.438168000000001</c:v>
                </c:pt>
                <c:pt idx="692">
                  <c:v>22.335519999999999</c:v>
                </c:pt>
                <c:pt idx="693">
                  <c:v>22.334484</c:v>
                </c:pt>
                <c:pt idx="694">
                  <c:v>22.297191999999999</c:v>
                </c:pt>
                <c:pt idx="695">
                  <c:v>22.285026999999999</c:v>
                </c:pt>
                <c:pt idx="696">
                  <c:v>22.270838000000001</c:v>
                </c:pt>
                <c:pt idx="697">
                  <c:v>22.242035000000001</c:v>
                </c:pt>
                <c:pt idx="698">
                  <c:v>22.225687000000001</c:v>
                </c:pt>
                <c:pt idx="699">
                  <c:v>22.195349</c:v>
                </c:pt>
                <c:pt idx="700">
                  <c:v>22.187859</c:v>
                </c:pt>
                <c:pt idx="701">
                  <c:v>22.184702000000001</c:v>
                </c:pt>
                <c:pt idx="702">
                  <c:v>22.181757000000001</c:v>
                </c:pt>
                <c:pt idx="703">
                  <c:v>22.125526000000001</c:v>
                </c:pt>
                <c:pt idx="704">
                  <c:v>22.05706</c:v>
                </c:pt>
                <c:pt idx="705">
                  <c:v>22.030519000000002</c:v>
                </c:pt>
                <c:pt idx="706">
                  <c:v>22.027743999999998</c:v>
                </c:pt>
                <c:pt idx="707">
                  <c:v>22.013926000000001</c:v>
                </c:pt>
                <c:pt idx="708">
                  <c:v>21.976085999999999</c:v>
                </c:pt>
                <c:pt idx="709">
                  <c:v>21.964860999999999</c:v>
                </c:pt>
                <c:pt idx="710">
                  <c:v>21.930895</c:v>
                </c:pt>
                <c:pt idx="711">
                  <c:v>21.895475000000001</c:v>
                </c:pt>
                <c:pt idx="712">
                  <c:v>21.885973</c:v>
                </c:pt>
                <c:pt idx="713">
                  <c:v>21.879035999999999</c:v>
                </c:pt>
                <c:pt idx="714">
                  <c:v>21.854538000000002</c:v>
                </c:pt>
                <c:pt idx="715">
                  <c:v>21.801207999999999</c:v>
                </c:pt>
                <c:pt idx="716">
                  <c:v>21.798105</c:v>
                </c:pt>
                <c:pt idx="717">
                  <c:v>21.768623000000002</c:v>
                </c:pt>
                <c:pt idx="718">
                  <c:v>21.755447</c:v>
                </c:pt>
                <c:pt idx="719">
                  <c:v>21.742612999999999</c:v>
                </c:pt>
                <c:pt idx="720">
                  <c:v>21.739958000000001</c:v>
                </c:pt>
                <c:pt idx="721">
                  <c:v>21.699392</c:v>
                </c:pt>
                <c:pt idx="722">
                  <c:v>21.671816</c:v>
                </c:pt>
                <c:pt idx="723">
                  <c:v>21.63822</c:v>
                </c:pt>
                <c:pt idx="724">
                  <c:v>21.635952</c:v>
                </c:pt>
                <c:pt idx="725">
                  <c:v>21.635370000000002</c:v>
                </c:pt>
                <c:pt idx="726">
                  <c:v>21.626646000000001</c:v>
                </c:pt>
                <c:pt idx="727">
                  <c:v>21.618286000000001</c:v>
                </c:pt>
                <c:pt idx="728">
                  <c:v>21.576803000000002</c:v>
                </c:pt>
                <c:pt idx="729">
                  <c:v>21.575741000000001</c:v>
                </c:pt>
                <c:pt idx="730">
                  <c:v>21.485952000000001</c:v>
                </c:pt>
                <c:pt idx="731">
                  <c:v>21.464055999999999</c:v>
                </c:pt>
                <c:pt idx="732">
                  <c:v>21.427233000000001</c:v>
                </c:pt>
                <c:pt idx="733">
                  <c:v>21.367563000000001</c:v>
                </c:pt>
                <c:pt idx="734">
                  <c:v>21.304131999999999</c:v>
                </c:pt>
                <c:pt idx="735">
                  <c:v>21.281728999999999</c:v>
                </c:pt>
                <c:pt idx="736">
                  <c:v>21.250485999999999</c:v>
                </c:pt>
                <c:pt idx="737">
                  <c:v>21.229876999999998</c:v>
                </c:pt>
                <c:pt idx="738">
                  <c:v>21.212914000000001</c:v>
                </c:pt>
                <c:pt idx="739">
                  <c:v>21.164375</c:v>
                </c:pt>
                <c:pt idx="740">
                  <c:v>21.148835999999999</c:v>
                </c:pt>
                <c:pt idx="741">
                  <c:v>21.140695999999998</c:v>
                </c:pt>
                <c:pt idx="742">
                  <c:v>21.093433000000001</c:v>
                </c:pt>
                <c:pt idx="743">
                  <c:v>21.080763000000001</c:v>
                </c:pt>
                <c:pt idx="744">
                  <c:v>21.069405</c:v>
                </c:pt>
                <c:pt idx="745">
                  <c:v>21.063607999999999</c:v>
                </c:pt>
                <c:pt idx="746">
                  <c:v>21.035693999999999</c:v>
                </c:pt>
                <c:pt idx="747">
                  <c:v>21.018473</c:v>
                </c:pt>
                <c:pt idx="748">
                  <c:v>20.940083999999999</c:v>
                </c:pt>
                <c:pt idx="749">
                  <c:v>20.924412</c:v>
                </c:pt>
                <c:pt idx="750">
                  <c:v>20.916021000000001</c:v>
                </c:pt>
                <c:pt idx="751">
                  <c:v>20.91234</c:v>
                </c:pt>
                <c:pt idx="752">
                  <c:v>20.878515</c:v>
                </c:pt>
                <c:pt idx="753">
                  <c:v>20.873795999999999</c:v>
                </c:pt>
                <c:pt idx="754">
                  <c:v>20.873477999999999</c:v>
                </c:pt>
                <c:pt idx="755">
                  <c:v>20.866561999999998</c:v>
                </c:pt>
                <c:pt idx="756">
                  <c:v>20.836183999999999</c:v>
                </c:pt>
                <c:pt idx="757">
                  <c:v>20.821027999999998</c:v>
                </c:pt>
                <c:pt idx="758">
                  <c:v>20.786394000000001</c:v>
                </c:pt>
                <c:pt idx="759">
                  <c:v>20.759322999999998</c:v>
                </c:pt>
                <c:pt idx="760">
                  <c:v>20.742398999999999</c:v>
                </c:pt>
                <c:pt idx="761">
                  <c:v>20.735068999999999</c:v>
                </c:pt>
                <c:pt idx="762">
                  <c:v>20.734024000000002</c:v>
                </c:pt>
                <c:pt idx="763">
                  <c:v>20.727841999999999</c:v>
                </c:pt>
                <c:pt idx="764">
                  <c:v>20.708138999999999</c:v>
                </c:pt>
                <c:pt idx="765">
                  <c:v>20.681213</c:v>
                </c:pt>
                <c:pt idx="766">
                  <c:v>20.677118</c:v>
                </c:pt>
                <c:pt idx="767">
                  <c:v>20.628342</c:v>
                </c:pt>
                <c:pt idx="768">
                  <c:v>20.585322999999999</c:v>
                </c:pt>
                <c:pt idx="769">
                  <c:v>20.565111000000002</c:v>
                </c:pt>
                <c:pt idx="770">
                  <c:v>20.564335</c:v>
                </c:pt>
                <c:pt idx="771">
                  <c:v>20.560368</c:v>
                </c:pt>
                <c:pt idx="772">
                  <c:v>20.509347999999999</c:v>
                </c:pt>
                <c:pt idx="773">
                  <c:v>20.504045000000001</c:v>
                </c:pt>
                <c:pt idx="774">
                  <c:v>20.493607000000001</c:v>
                </c:pt>
                <c:pt idx="775">
                  <c:v>20.478684999999999</c:v>
                </c:pt>
                <c:pt idx="776">
                  <c:v>20.477132999999998</c:v>
                </c:pt>
                <c:pt idx="777">
                  <c:v>20.422498999999998</c:v>
                </c:pt>
                <c:pt idx="778">
                  <c:v>20.385542000000001</c:v>
                </c:pt>
                <c:pt idx="779">
                  <c:v>20.360081000000001</c:v>
                </c:pt>
                <c:pt idx="780">
                  <c:v>20.346454999999999</c:v>
                </c:pt>
                <c:pt idx="781">
                  <c:v>20.339300000000001</c:v>
                </c:pt>
                <c:pt idx="782">
                  <c:v>20.33717</c:v>
                </c:pt>
                <c:pt idx="783">
                  <c:v>20.326965000000001</c:v>
                </c:pt>
                <c:pt idx="784">
                  <c:v>20.318138000000001</c:v>
                </c:pt>
                <c:pt idx="785">
                  <c:v>20.298244</c:v>
                </c:pt>
                <c:pt idx="786">
                  <c:v>20.282461000000001</c:v>
                </c:pt>
                <c:pt idx="787">
                  <c:v>20.277504</c:v>
                </c:pt>
                <c:pt idx="788">
                  <c:v>20.258167</c:v>
                </c:pt>
                <c:pt idx="789">
                  <c:v>20.236183</c:v>
                </c:pt>
                <c:pt idx="790">
                  <c:v>20.223158000000002</c:v>
                </c:pt>
                <c:pt idx="791">
                  <c:v>20.191721000000001</c:v>
                </c:pt>
                <c:pt idx="792">
                  <c:v>20.159502</c:v>
                </c:pt>
                <c:pt idx="793">
                  <c:v>20.143944000000001</c:v>
                </c:pt>
                <c:pt idx="794">
                  <c:v>20.136040000000001</c:v>
                </c:pt>
                <c:pt idx="795">
                  <c:v>20.115632999999999</c:v>
                </c:pt>
                <c:pt idx="796">
                  <c:v>20.099336999999998</c:v>
                </c:pt>
                <c:pt idx="797">
                  <c:v>20.060772</c:v>
                </c:pt>
                <c:pt idx="798">
                  <c:v>20.047722</c:v>
                </c:pt>
                <c:pt idx="799">
                  <c:v>20.033042999999999</c:v>
                </c:pt>
                <c:pt idx="800">
                  <c:v>20.029591</c:v>
                </c:pt>
                <c:pt idx="801">
                  <c:v>20.016490999999998</c:v>
                </c:pt>
                <c:pt idx="802">
                  <c:v>20.007221000000001</c:v>
                </c:pt>
                <c:pt idx="803">
                  <c:v>19.987112</c:v>
                </c:pt>
                <c:pt idx="804">
                  <c:v>19.904640000000001</c:v>
                </c:pt>
                <c:pt idx="805">
                  <c:v>19.849512000000001</c:v>
                </c:pt>
                <c:pt idx="806">
                  <c:v>19.843748000000001</c:v>
                </c:pt>
                <c:pt idx="807">
                  <c:v>19.808651000000001</c:v>
                </c:pt>
                <c:pt idx="808">
                  <c:v>19.804945</c:v>
                </c:pt>
                <c:pt idx="809">
                  <c:v>19.781749999999999</c:v>
                </c:pt>
                <c:pt idx="810">
                  <c:v>19.763010000000001</c:v>
                </c:pt>
                <c:pt idx="811">
                  <c:v>19.751664999999999</c:v>
                </c:pt>
                <c:pt idx="812">
                  <c:v>19.721117</c:v>
                </c:pt>
                <c:pt idx="813">
                  <c:v>19.706887999999999</c:v>
                </c:pt>
                <c:pt idx="814">
                  <c:v>19.683868</c:v>
                </c:pt>
                <c:pt idx="815">
                  <c:v>19.676553999999999</c:v>
                </c:pt>
                <c:pt idx="816">
                  <c:v>19.669069</c:v>
                </c:pt>
                <c:pt idx="817">
                  <c:v>19.634426000000001</c:v>
                </c:pt>
                <c:pt idx="818">
                  <c:v>19.617637999999999</c:v>
                </c:pt>
                <c:pt idx="819">
                  <c:v>19.612674999999999</c:v>
                </c:pt>
                <c:pt idx="820">
                  <c:v>19.59132</c:v>
                </c:pt>
                <c:pt idx="821">
                  <c:v>19.557051000000001</c:v>
                </c:pt>
                <c:pt idx="822">
                  <c:v>19.506875999999998</c:v>
                </c:pt>
                <c:pt idx="823">
                  <c:v>19.470011</c:v>
                </c:pt>
                <c:pt idx="824">
                  <c:v>19.463996999999999</c:v>
                </c:pt>
                <c:pt idx="825">
                  <c:v>19.440708000000001</c:v>
                </c:pt>
                <c:pt idx="826">
                  <c:v>19.426825000000001</c:v>
                </c:pt>
                <c:pt idx="827">
                  <c:v>19.425087000000001</c:v>
                </c:pt>
                <c:pt idx="828">
                  <c:v>19.424225</c:v>
                </c:pt>
                <c:pt idx="829">
                  <c:v>19.422808</c:v>
                </c:pt>
                <c:pt idx="830">
                  <c:v>19.402908</c:v>
                </c:pt>
                <c:pt idx="831">
                  <c:v>19.398883999999999</c:v>
                </c:pt>
                <c:pt idx="832">
                  <c:v>19.389063</c:v>
                </c:pt>
                <c:pt idx="833">
                  <c:v>19.337433000000001</c:v>
                </c:pt>
                <c:pt idx="834">
                  <c:v>19.335484999999998</c:v>
                </c:pt>
                <c:pt idx="835">
                  <c:v>19.325551999999998</c:v>
                </c:pt>
                <c:pt idx="836">
                  <c:v>19.289159999999999</c:v>
                </c:pt>
                <c:pt idx="837">
                  <c:v>19.285920999999998</c:v>
                </c:pt>
                <c:pt idx="838">
                  <c:v>19.284175999999999</c:v>
                </c:pt>
                <c:pt idx="839">
                  <c:v>19.276036999999999</c:v>
                </c:pt>
                <c:pt idx="840">
                  <c:v>19.257947999999999</c:v>
                </c:pt>
                <c:pt idx="841">
                  <c:v>19.250613999999999</c:v>
                </c:pt>
                <c:pt idx="842">
                  <c:v>19.250349</c:v>
                </c:pt>
                <c:pt idx="843">
                  <c:v>19.243369999999999</c:v>
                </c:pt>
                <c:pt idx="844">
                  <c:v>19.241962000000001</c:v>
                </c:pt>
                <c:pt idx="845">
                  <c:v>19.232120999999999</c:v>
                </c:pt>
                <c:pt idx="846">
                  <c:v>19.226037999999999</c:v>
                </c:pt>
                <c:pt idx="847">
                  <c:v>19.220746999999999</c:v>
                </c:pt>
                <c:pt idx="848">
                  <c:v>19.214379999999998</c:v>
                </c:pt>
                <c:pt idx="849">
                  <c:v>19.174250000000001</c:v>
                </c:pt>
                <c:pt idx="850">
                  <c:v>19.171816</c:v>
                </c:pt>
                <c:pt idx="851">
                  <c:v>19.167325999999999</c:v>
                </c:pt>
                <c:pt idx="852">
                  <c:v>19.150831</c:v>
                </c:pt>
                <c:pt idx="853">
                  <c:v>19.129223</c:v>
                </c:pt>
                <c:pt idx="854">
                  <c:v>19.0961</c:v>
                </c:pt>
                <c:pt idx="855">
                  <c:v>19.090240000000001</c:v>
                </c:pt>
                <c:pt idx="856">
                  <c:v>19.080919000000002</c:v>
                </c:pt>
                <c:pt idx="857">
                  <c:v>19.073608</c:v>
                </c:pt>
                <c:pt idx="858">
                  <c:v>19.058308</c:v>
                </c:pt>
                <c:pt idx="859">
                  <c:v>19.023636</c:v>
                </c:pt>
                <c:pt idx="860">
                  <c:v>19.016152999999999</c:v>
                </c:pt>
                <c:pt idx="861">
                  <c:v>19.011199999999999</c:v>
                </c:pt>
                <c:pt idx="862">
                  <c:v>18.984327</c:v>
                </c:pt>
                <c:pt idx="863">
                  <c:v>18.974011999999998</c:v>
                </c:pt>
                <c:pt idx="864">
                  <c:v>18.955352999999999</c:v>
                </c:pt>
                <c:pt idx="865">
                  <c:v>18.945806999999999</c:v>
                </c:pt>
                <c:pt idx="866">
                  <c:v>18.942039000000001</c:v>
                </c:pt>
                <c:pt idx="867">
                  <c:v>18.936598</c:v>
                </c:pt>
                <c:pt idx="868">
                  <c:v>18.934176999999998</c:v>
                </c:pt>
                <c:pt idx="869">
                  <c:v>18.918887999999999</c:v>
                </c:pt>
                <c:pt idx="870">
                  <c:v>18.885071</c:v>
                </c:pt>
                <c:pt idx="871">
                  <c:v>18.872762999999999</c:v>
                </c:pt>
                <c:pt idx="872">
                  <c:v>18.848959000000001</c:v>
                </c:pt>
                <c:pt idx="873">
                  <c:v>18.837868</c:v>
                </c:pt>
                <c:pt idx="874">
                  <c:v>18.803709000000001</c:v>
                </c:pt>
                <c:pt idx="875">
                  <c:v>18.783072000000001</c:v>
                </c:pt>
                <c:pt idx="876">
                  <c:v>18.768934000000002</c:v>
                </c:pt>
                <c:pt idx="877">
                  <c:v>18.731112</c:v>
                </c:pt>
                <c:pt idx="878">
                  <c:v>18.722491999999999</c:v>
                </c:pt>
                <c:pt idx="879">
                  <c:v>18.699221000000001</c:v>
                </c:pt>
                <c:pt idx="880">
                  <c:v>18.686976999999999</c:v>
                </c:pt>
                <c:pt idx="881">
                  <c:v>18.680420000000002</c:v>
                </c:pt>
                <c:pt idx="882">
                  <c:v>18.671285999999998</c:v>
                </c:pt>
                <c:pt idx="883">
                  <c:v>18.666861999999998</c:v>
                </c:pt>
                <c:pt idx="884">
                  <c:v>18.644908999999998</c:v>
                </c:pt>
                <c:pt idx="885">
                  <c:v>18.642537999999998</c:v>
                </c:pt>
                <c:pt idx="886">
                  <c:v>18.641897</c:v>
                </c:pt>
                <c:pt idx="887">
                  <c:v>18.62764</c:v>
                </c:pt>
                <c:pt idx="888">
                  <c:v>18.609445999999998</c:v>
                </c:pt>
                <c:pt idx="889">
                  <c:v>18.5854</c:v>
                </c:pt>
                <c:pt idx="890">
                  <c:v>18.577459000000001</c:v>
                </c:pt>
                <c:pt idx="891">
                  <c:v>18.554924</c:v>
                </c:pt>
                <c:pt idx="892">
                  <c:v>18.554525000000002</c:v>
                </c:pt>
                <c:pt idx="893">
                  <c:v>18.545399</c:v>
                </c:pt>
                <c:pt idx="894">
                  <c:v>18.521915</c:v>
                </c:pt>
                <c:pt idx="895">
                  <c:v>18.520807000000001</c:v>
                </c:pt>
                <c:pt idx="896">
                  <c:v>18.512995</c:v>
                </c:pt>
                <c:pt idx="897">
                  <c:v>18.507406</c:v>
                </c:pt>
                <c:pt idx="898">
                  <c:v>18.49605</c:v>
                </c:pt>
                <c:pt idx="899">
                  <c:v>18.494271999999999</c:v>
                </c:pt>
                <c:pt idx="900">
                  <c:v>18.479863999999999</c:v>
                </c:pt>
                <c:pt idx="901">
                  <c:v>18.455850999999999</c:v>
                </c:pt>
                <c:pt idx="902">
                  <c:v>18.446148000000001</c:v>
                </c:pt>
                <c:pt idx="903">
                  <c:v>18.438559000000001</c:v>
                </c:pt>
                <c:pt idx="904">
                  <c:v>18.435741</c:v>
                </c:pt>
                <c:pt idx="905">
                  <c:v>18.423893</c:v>
                </c:pt>
                <c:pt idx="906">
                  <c:v>18.362363999999999</c:v>
                </c:pt>
                <c:pt idx="907">
                  <c:v>18.359835</c:v>
                </c:pt>
                <c:pt idx="908">
                  <c:v>18.335132999999999</c:v>
                </c:pt>
                <c:pt idx="909">
                  <c:v>18.326477000000001</c:v>
                </c:pt>
                <c:pt idx="910">
                  <c:v>18.317848000000001</c:v>
                </c:pt>
                <c:pt idx="911">
                  <c:v>18.299643</c:v>
                </c:pt>
                <c:pt idx="912">
                  <c:v>18.289239999999999</c:v>
                </c:pt>
                <c:pt idx="913">
                  <c:v>18.237427</c:v>
                </c:pt>
                <c:pt idx="914">
                  <c:v>18.21537</c:v>
                </c:pt>
                <c:pt idx="915">
                  <c:v>18.205636999999999</c:v>
                </c:pt>
                <c:pt idx="916">
                  <c:v>18.161321999999998</c:v>
                </c:pt>
                <c:pt idx="917">
                  <c:v>18.140442</c:v>
                </c:pt>
                <c:pt idx="918">
                  <c:v>18.09675</c:v>
                </c:pt>
                <c:pt idx="919">
                  <c:v>18.083642999999999</c:v>
                </c:pt>
                <c:pt idx="920">
                  <c:v>18.082207</c:v>
                </c:pt>
                <c:pt idx="921">
                  <c:v>18.071833000000002</c:v>
                </c:pt>
                <c:pt idx="922">
                  <c:v>18.042749000000001</c:v>
                </c:pt>
                <c:pt idx="923">
                  <c:v>17.991071999999999</c:v>
                </c:pt>
                <c:pt idx="924">
                  <c:v>17.964051999999999</c:v>
                </c:pt>
                <c:pt idx="925">
                  <c:v>17.960902999999998</c:v>
                </c:pt>
                <c:pt idx="926">
                  <c:v>17.960169</c:v>
                </c:pt>
                <c:pt idx="927">
                  <c:v>17.918614999999999</c:v>
                </c:pt>
                <c:pt idx="928">
                  <c:v>17.915272000000002</c:v>
                </c:pt>
                <c:pt idx="929">
                  <c:v>17.914542999999998</c:v>
                </c:pt>
                <c:pt idx="930">
                  <c:v>17.906593000000001</c:v>
                </c:pt>
                <c:pt idx="931">
                  <c:v>17.903638999999998</c:v>
                </c:pt>
                <c:pt idx="932">
                  <c:v>17.863465999999999</c:v>
                </c:pt>
                <c:pt idx="933">
                  <c:v>17.851658</c:v>
                </c:pt>
                <c:pt idx="934">
                  <c:v>17.847628</c:v>
                </c:pt>
                <c:pt idx="935">
                  <c:v>17.83371</c:v>
                </c:pt>
                <c:pt idx="936">
                  <c:v>17.823955999999999</c:v>
                </c:pt>
                <c:pt idx="937">
                  <c:v>17.814857</c:v>
                </c:pt>
                <c:pt idx="938">
                  <c:v>17.786570000000001</c:v>
                </c:pt>
                <c:pt idx="939">
                  <c:v>17.780607</c:v>
                </c:pt>
                <c:pt idx="940">
                  <c:v>17.777588000000002</c:v>
                </c:pt>
                <c:pt idx="941">
                  <c:v>17.739048</c:v>
                </c:pt>
                <c:pt idx="942">
                  <c:v>17.722201999999999</c:v>
                </c:pt>
                <c:pt idx="943">
                  <c:v>17.707079</c:v>
                </c:pt>
                <c:pt idx="944">
                  <c:v>17.706802</c:v>
                </c:pt>
                <c:pt idx="945">
                  <c:v>17.706721999999999</c:v>
                </c:pt>
                <c:pt idx="946">
                  <c:v>17.699276000000001</c:v>
                </c:pt>
                <c:pt idx="947">
                  <c:v>17.690580000000001</c:v>
                </c:pt>
                <c:pt idx="948">
                  <c:v>17.686419000000001</c:v>
                </c:pt>
                <c:pt idx="949">
                  <c:v>17.677213999999999</c:v>
                </c:pt>
                <c:pt idx="950">
                  <c:v>17.672207</c:v>
                </c:pt>
                <c:pt idx="951">
                  <c:v>17.650659999999998</c:v>
                </c:pt>
                <c:pt idx="952">
                  <c:v>17.625319999999999</c:v>
                </c:pt>
                <c:pt idx="953">
                  <c:v>17.613865000000001</c:v>
                </c:pt>
                <c:pt idx="954">
                  <c:v>17.601807000000001</c:v>
                </c:pt>
                <c:pt idx="955">
                  <c:v>17.576715</c:v>
                </c:pt>
                <c:pt idx="956">
                  <c:v>17.573056999999999</c:v>
                </c:pt>
                <c:pt idx="957">
                  <c:v>17.562684999999998</c:v>
                </c:pt>
                <c:pt idx="958">
                  <c:v>17.532999</c:v>
                </c:pt>
                <c:pt idx="959">
                  <c:v>17.514887000000002</c:v>
                </c:pt>
                <c:pt idx="960">
                  <c:v>17.490002</c:v>
                </c:pt>
                <c:pt idx="961">
                  <c:v>17.472338000000001</c:v>
                </c:pt>
                <c:pt idx="962">
                  <c:v>17.467226</c:v>
                </c:pt>
                <c:pt idx="963">
                  <c:v>17.457346000000001</c:v>
                </c:pt>
                <c:pt idx="964">
                  <c:v>17.455002</c:v>
                </c:pt>
                <c:pt idx="965">
                  <c:v>17.435397999999999</c:v>
                </c:pt>
                <c:pt idx="966">
                  <c:v>17.423254</c:v>
                </c:pt>
                <c:pt idx="967">
                  <c:v>17.410316000000002</c:v>
                </c:pt>
                <c:pt idx="968">
                  <c:v>17.408328999999998</c:v>
                </c:pt>
                <c:pt idx="969">
                  <c:v>17.398721999999999</c:v>
                </c:pt>
                <c:pt idx="970">
                  <c:v>17.389258999999999</c:v>
                </c:pt>
                <c:pt idx="971">
                  <c:v>17.338557999999999</c:v>
                </c:pt>
                <c:pt idx="972">
                  <c:v>17.323408000000001</c:v>
                </c:pt>
                <c:pt idx="973">
                  <c:v>17.311983000000001</c:v>
                </c:pt>
                <c:pt idx="974">
                  <c:v>17.305251999999999</c:v>
                </c:pt>
                <c:pt idx="975">
                  <c:v>17.29834</c:v>
                </c:pt>
                <c:pt idx="976">
                  <c:v>17.297632</c:v>
                </c:pt>
                <c:pt idx="977">
                  <c:v>17.268063000000001</c:v>
                </c:pt>
                <c:pt idx="978">
                  <c:v>17.234069999999999</c:v>
                </c:pt>
                <c:pt idx="979">
                  <c:v>17.229517000000001</c:v>
                </c:pt>
                <c:pt idx="980">
                  <c:v>17.199072000000001</c:v>
                </c:pt>
                <c:pt idx="981">
                  <c:v>17.163689000000002</c:v>
                </c:pt>
                <c:pt idx="982">
                  <c:v>17.162970000000001</c:v>
                </c:pt>
                <c:pt idx="983">
                  <c:v>17.160032000000001</c:v>
                </c:pt>
                <c:pt idx="984">
                  <c:v>17.088571999999999</c:v>
                </c:pt>
                <c:pt idx="985">
                  <c:v>17.081921000000001</c:v>
                </c:pt>
                <c:pt idx="986">
                  <c:v>17.066033999999998</c:v>
                </c:pt>
                <c:pt idx="987">
                  <c:v>17.064112000000002</c:v>
                </c:pt>
                <c:pt idx="988">
                  <c:v>17.062111000000002</c:v>
                </c:pt>
                <c:pt idx="989">
                  <c:v>17.051228999999999</c:v>
                </c:pt>
                <c:pt idx="990">
                  <c:v>17.036686</c:v>
                </c:pt>
                <c:pt idx="991">
                  <c:v>17.036342999999999</c:v>
                </c:pt>
                <c:pt idx="992">
                  <c:v>17.028531999999998</c:v>
                </c:pt>
                <c:pt idx="993">
                  <c:v>17.011161999999999</c:v>
                </c:pt>
                <c:pt idx="994">
                  <c:v>17.000710999999999</c:v>
                </c:pt>
                <c:pt idx="995">
                  <c:v>16.987470999999999</c:v>
                </c:pt>
                <c:pt idx="996">
                  <c:v>16.977716000000001</c:v>
                </c:pt>
                <c:pt idx="997">
                  <c:v>16.967331000000001</c:v>
                </c:pt>
                <c:pt idx="998">
                  <c:v>16.946182</c:v>
                </c:pt>
                <c:pt idx="999">
                  <c:v>16.938165999999999</c:v>
                </c:pt>
                <c:pt idx="1000">
                  <c:v>16.928591000000001</c:v>
                </c:pt>
                <c:pt idx="1001">
                  <c:v>16.928061</c:v>
                </c:pt>
                <c:pt idx="1002">
                  <c:v>16.908048999999998</c:v>
                </c:pt>
                <c:pt idx="1003">
                  <c:v>16.843841999999999</c:v>
                </c:pt>
                <c:pt idx="1004">
                  <c:v>16.800830999999999</c:v>
                </c:pt>
                <c:pt idx="1005">
                  <c:v>16.763774999999999</c:v>
                </c:pt>
                <c:pt idx="1006">
                  <c:v>16.760674000000002</c:v>
                </c:pt>
                <c:pt idx="1007">
                  <c:v>16.722640999999999</c:v>
                </c:pt>
                <c:pt idx="1008">
                  <c:v>16.719204000000001</c:v>
                </c:pt>
                <c:pt idx="1009">
                  <c:v>16.718717999999999</c:v>
                </c:pt>
                <c:pt idx="1010">
                  <c:v>16.714404999999999</c:v>
                </c:pt>
                <c:pt idx="1011">
                  <c:v>16.711348999999998</c:v>
                </c:pt>
                <c:pt idx="1012">
                  <c:v>16.703848000000001</c:v>
                </c:pt>
                <c:pt idx="1013">
                  <c:v>16.685538999999999</c:v>
                </c:pt>
                <c:pt idx="1014">
                  <c:v>16.665659000000002</c:v>
                </c:pt>
                <c:pt idx="1015">
                  <c:v>16.656300999999999</c:v>
                </c:pt>
                <c:pt idx="1016">
                  <c:v>16.6541</c:v>
                </c:pt>
                <c:pt idx="1017">
                  <c:v>16.624455999999999</c:v>
                </c:pt>
                <c:pt idx="1018">
                  <c:v>16.619413000000002</c:v>
                </c:pt>
                <c:pt idx="1019">
                  <c:v>16.609698999999999</c:v>
                </c:pt>
                <c:pt idx="1020">
                  <c:v>16.60961</c:v>
                </c:pt>
                <c:pt idx="1021">
                  <c:v>16.606449000000001</c:v>
                </c:pt>
                <c:pt idx="1022">
                  <c:v>16.600491999999999</c:v>
                </c:pt>
                <c:pt idx="1023">
                  <c:v>16.600052000000002</c:v>
                </c:pt>
                <c:pt idx="1024">
                  <c:v>16.584059</c:v>
                </c:pt>
                <c:pt idx="1025">
                  <c:v>16.576563</c:v>
                </c:pt>
                <c:pt idx="1026">
                  <c:v>16.568850999999999</c:v>
                </c:pt>
                <c:pt idx="1027">
                  <c:v>16.563599</c:v>
                </c:pt>
                <c:pt idx="1028">
                  <c:v>16.558720000000001</c:v>
                </c:pt>
                <c:pt idx="1029">
                  <c:v>16.551189000000001</c:v>
                </c:pt>
                <c:pt idx="1030">
                  <c:v>16.550626999999999</c:v>
                </c:pt>
                <c:pt idx="1031">
                  <c:v>16.538443000000001</c:v>
                </c:pt>
                <c:pt idx="1032">
                  <c:v>16.524249999999999</c:v>
                </c:pt>
                <c:pt idx="1033">
                  <c:v>16.512363000000001</c:v>
                </c:pt>
                <c:pt idx="1034">
                  <c:v>16.504201999999999</c:v>
                </c:pt>
                <c:pt idx="1035">
                  <c:v>16.502936999999999</c:v>
                </c:pt>
                <c:pt idx="1036">
                  <c:v>16.493496</c:v>
                </c:pt>
                <c:pt idx="1037">
                  <c:v>16.492439000000001</c:v>
                </c:pt>
                <c:pt idx="1038">
                  <c:v>16.46369</c:v>
                </c:pt>
                <c:pt idx="1039">
                  <c:v>16.462889000000001</c:v>
                </c:pt>
                <c:pt idx="1040">
                  <c:v>16.450659000000002</c:v>
                </c:pt>
                <c:pt idx="1041">
                  <c:v>16.424586999999999</c:v>
                </c:pt>
                <c:pt idx="1042">
                  <c:v>16.417622000000001</c:v>
                </c:pt>
                <c:pt idx="1043">
                  <c:v>16.413923</c:v>
                </c:pt>
                <c:pt idx="1044">
                  <c:v>16.410892</c:v>
                </c:pt>
                <c:pt idx="1045">
                  <c:v>16.408425999999999</c:v>
                </c:pt>
                <c:pt idx="1046">
                  <c:v>16.396694</c:v>
                </c:pt>
                <c:pt idx="1047">
                  <c:v>16.393827000000002</c:v>
                </c:pt>
                <c:pt idx="1048">
                  <c:v>16.376242000000001</c:v>
                </c:pt>
                <c:pt idx="1049">
                  <c:v>16.346291999999998</c:v>
                </c:pt>
                <c:pt idx="1050">
                  <c:v>16.338685999999999</c:v>
                </c:pt>
                <c:pt idx="1051">
                  <c:v>16.327090999999999</c:v>
                </c:pt>
                <c:pt idx="1052">
                  <c:v>16.320995</c:v>
                </c:pt>
                <c:pt idx="1053">
                  <c:v>16.293009000000001</c:v>
                </c:pt>
                <c:pt idx="1054">
                  <c:v>16.281217999999999</c:v>
                </c:pt>
                <c:pt idx="1055">
                  <c:v>16.269442000000002</c:v>
                </c:pt>
                <c:pt idx="1056">
                  <c:v>16.251456999999998</c:v>
                </c:pt>
                <c:pt idx="1057">
                  <c:v>16.221188999999999</c:v>
                </c:pt>
                <c:pt idx="1058">
                  <c:v>16.192426999999999</c:v>
                </c:pt>
                <c:pt idx="1059">
                  <c:v>16.189986999999999</c:v>
                </c:pt>
                <c:pt idx="1060">
                  <c:v>16.182943000000002</c:v>
                </c:pt>
                <c:pt idx="1061">
                  <c:v>16.158011999999999</c:v>
                </c:pt>
                <c:pt idx="1062">
                  <c:v>16.151233999999999</c:v>
                </c:pt>
                <c:pt idx="1063">
                  <c:v>16.146315000000001</c:v>
                </c:pt>
                <c:pt idx="1064">
                  <c:v>16.141254</c:v>
                </c:pt>
                <c:pt idx="1065">
                  <c:v>16.141020000000001</c:v>
                </c:pt>
                <c:pt idx="1066">
                  <c:v>16.128451999999999</c:v>
                </c:pt>
                <c:pt idx="1067">
                  <c:v>16.104966999999998</c:v>
                </c:pt>
                <c:pt idx="1068">
                  <c:v>16.040220000000001</c:v>
                </c:pt>
                <c:pt idx="1069">
                  <c:v>16.034502</c:v>
                </c:pt>
                <c:pt idx="1070">
                  <c:v>16.028936000000002</c:v>
                </c:pt>
                <c:pt idx="1071">
                  <c:v>16.012710999999999</c:v>
                </c:pt>
                <c:pt idx="1072">
                  <c:v>15.989481</c:v>
                </c:pt>
                <c:pt idx="1073">
                  <c:v>15.979915</c:v>
                </c:pt>
                <c:pt idx="1074">
                  <c:v>15.960564</c:v>
                </c:pt>
                <c:pt idx="1075">
                  <c:v>15.953011</c:v>
                </c:pt>
                <c:pt idx="1076">
                  <c:v>15.941401000000001</c:v>
                </c:pt>
                <c:pt idx="1077">
                  <c:v>15.930745</c:v>
                </c:pt>
                <c:pt idx="1078">
                  <c:v>15.927974000000001</c:v>
                </c:pt>
                <c:pt idx="1079">
                  <c:v>15.920615</c:v>
                </c:pt>
                <c:pt idx="1080">
                  <c:v>15.914714999999999</c:v>
                </c:pt>
                <c:pt idx="1081">
                  <c:v>15.897449</c:v>
                </c:pt>
                <c:pt idx="1082">
                  <c:v>15.881130000000001</c:v>
                </c:pt>
                <c:pt idx="1083">
                  <c:v>15.875813000000001</c:v>
                </c:pt>
                <c:pt idx="1084">
                  <c:v>15.863742</c:v>
                </c:pt>
                <c:pt idx="1085">
                  <c:v>15.843681999999999</c:v>
                </c:pt>
                <c:pt idx="1086">
                  <c:v>15.835603000000001</c:v>
                </c:pt>
                <c:pt idx="1087">
                  <c:v>15.827456</c:v>
                </c:pt>
                <c:pt idx="1088">
                  <c:v>15.81981</c:v>
                </c:pt>
                <c:pt idx="1089">
                  <c:v>15.815020000000001</c:v>
                </c:pt>
                <c:pt idx="1090">
                  <c:v>15.804185</c:v>
                </c:pt>
                <c:pt idx="1091">
                  <c:v>15.800713999999999</c:v>
                </c:pt>
                <c:pt idx="1092">
                  <c:v>15.793184999999999</c:v>
                </c:pt>
                <c:pt idx="1093">
                  <c:v>15.793151</c:v>
                </c:pt>
                <c:pt idx="1094">
                  <c:v>15.790118</c:v>
                </c:pt>
                <c:pt idx="1095">
                  <c:v>15.779286000000001</c:v>
                </c:pt>
                <c:pt idx="1096">
                  <c:v>15.756985999999999</c:v>
                </c:pt>
                <c:pt idx="1097">
                  <c:v>15.756506</c:v>
                </c:pt>
                <c:pt idx="1098">
                  <c:v>15.746563999999999</c:v>
                </c:pt>
                <c:pt idx="1099">
                  <c:v>15.743536000000001</c:v>
                </c:pt>
                <c:pt idx="1100">
                  <c:v>15.741579</c:v>
                </c:pt>
                <c:pt idx="1101">
                  <c:v>15.736084999999999</c:v>
                </c:pt>
                <c:pt idx="1102">
                  <c:v>15.711418999999999</c:v>
                </c:pt>
                <c:pt idx="1103">
                  <c:v>15.68712</c:v>
                </c:pt>
                <c:pt idx="1104">
                  <c:v>15.682397999999999</c:v>
                </c:pt>
                <c:pt idx="1105">
                  <c:v>15.633656999999999</c:v>
                </c:pt>
                <c:pt idx="1106">
                  <c:v>15.623480000000001</c:v>
                </c:pt>
                <c:pt idx="1107">
                  <c:v>15.622316</c:v>
                </c:pt>
                <c:pt idx="1108">
                  <c:v>15.620634000000001</c:v>
                </c:pt>
                <c:pt idx="1109">
                  <c:v>15.617856</c:v>
                </c:pt>
                <c:pt idx="1110">
                  <c:v>15.602726000000001</c:v>
                </c:pt>
                <c:pt idx="1111">
                  <c:v>15.598872</c:v>
                </c:pt>
                <c:pt idx="1112">
                  <c:v>15.597521</c:v>
                </c:pt>
                <c:pt idx="1113">
                  <c:v>15.591809</c:v>
                </c:pt>
                <c:pt idx="1114">
                  <c:v>15.582024000000001</c:v>
                </c:pt>
                <c:pt idx="1115">
                  <c:v>15.581796000000001</c:v>
                </c:pt>
                <c:pt idx="1116">
                  <c:v>15.471541999999999</c:v>
                </c:pt>
                <c:pt idx="1117">
                  <c:v>15.464150999999999</c:v>
                </c:pt>
                <c:pt idx="1118">
                  <c:v>15.460963</c:v>
                </c:pt>
                <c:pt idx="1119">
                  <c:v>15.452980999999999</c:v>
                </c:pt>
                <c:pt idx="1120">
                  <c:v>15.418596000000001</c:v>
                </c:pt>
                <c:pt idx="1121">
                  <c:v>15.413422000000001</c:v>
                </c:pt>
                <c:pt idx="1122">
                  <c:v>15.412566999999999</c:v>
                </c:pt>
                <c:pt idx="1123">
                  <c:v>15.399929999999999</c:v>
                </c:pt>
                <c:pt idx="1124">
                  <c:v>15.385731</c:v>
                </c:pt>
                <c:pt idx="1125">
                  <c:v>15.377114000000001</c:v>
                </c:pt>
                <c:pt idx="1126">
                  <c:v>15.367831000000001</c:v>
                </c:pt>
                <c:pt idx="1127">
                  <c:v>15.351831000000001</c:v>
                </c:pt>
                <c:pt idx="1128">
                  <c:v>15.339428</c:v>
                </c:pt>
                <c:pt idx="1129">
                  <c:v>15.2951</c:v>
                </c:pt>
                <c:pt idx="1130">
                  <c:v>15.279812</c:v>
                </c:pt>
                <c:pt idx="1131">
                  <c:v>15.279172000000001</c:v>
                </c:pt>
                <c:pt idx="1132">
                  <c:v>15.265644999999999</c:v>
                </c:pt>
                <c:pt idx="1133">
                  <c:v>15.256781999999999</c:v>
                </c:pt>
                <c:pt idx="1134">
                  <c:v>15.255288999999999</c:v>
                </c:pt>
                <c:pt idx="1135">
                  <c:v>15.239573</c:v>
                </c:pt>
                <c:pt idx="1136">
                  <c:v>15.233892000000001</c:v>
                </c:pt>
                <c:pt idx="1137">
                  <c:v>15.233072</c:v>
                </c:pt>
                <c:pt idx="1138">
                  <c:v>15.219336999999999</c:v>
                </c:pt>
                <c:pt idx="1139">
                  <c:v>15.215078999999999</c:v>
                </c:pt>
                <c:pt idx="1140">
                  <c:v>15.213552999999999</c:v>
                </c:pt>
                <c:pt idx="1141">
                  <c:v>15.178794999999999</c:v>
                </c:pt>
                <c:pt idx="1142">
                  <c:v>15.177208</c:v>
                </c:pt>
                <c:pt idx="1143">
                  <c:v>15.147556</c:v>
                </c:pt>
                <c:pt idx="1144">
                  <c:v>15.143027999999999</c:v>
                </c:pt>
                <c:pt idx="1145">
                  <c:v>15.133664</c:v>
                </c:pt>
                <c:pt idx="1146">
                  <c:v>15.124556999999999</c:v>
                </c:pt>
                <c:pt idx="1147">
                  <c:v>15.113788</c:v>
                </c:pt>
                <c:pt idx="1148">
                  <c:v>15.099537</c:v>
                </c:pt>
                <c:pt idx="1149">
                  <c:v>15.097837999999999</c:v>
                </c:pt>
                <c:pt idx="1150">
                  <c:v>15.076516</c:v>
                </c:pt>
                <c:pt idx="1151">
                  <c:v>15.052963999999999</c:v>
                </c:pt>
                <c:pt idx="1152">
                  <c:v>15.038169999999999</c:v>
                </c:pt>
                <c:pt idx="1153">
                  <c:v>15.026551</c:v>
                </c:pt>
                <c:pt idx="1154">
                  <c:v>15.014251</c:v>
                </c:pt>
                <c:pt idx="1155">
                  <c:v>15.001098000000001</c:v>
                </c:pt>
                <c:pt idx="1156">
                  <c:v>14.999034999999999</c:v>
                </c:pt>
                <c:pt idx="1157">
                  <c:v>14.992773</c:v>
                </c:pt>
                <c:pt idx="1158">
                  <c:v>14.984408</c:v>
                </c:pt>
                <c:pt idx="1159">
                  <c:v>14.968285</c:v>
                </c:pt>
                <c:pt idx="1160">
                  <c:v>14.943091000000001</c:v>
                </c:pt>
                <c:pt idx="1161">
                  <c:v>14.924989999999999</c:v>
                </c:pt>
                <c:pt idx="1162">
                  <c:v>14.905502</c:v>
                </c:pt>
                <c:pt idx="1163">
                  <c:v>14.889068999999999</c:v>
                </c:pt>
                <c:pt idx="1164">
                  <c:v>14.871888</c:v>
                </c:pt>
                <c:pt idx="1165">
                  <c:v>14.825794999999999</c:v>
                </c:pt>
                <c:pt idx="1166">
                  <c:v>14.804323</c:v>
                </c:pt>
                <c:pt idx="1167">
                  <c:v>14.797317</c:v>
                </c:pt>
                <c:pt idx="1168">
                  <c:v>14.791093999999999</c:v>
                </c:pt>
                <c:pt idx="1169">
                  <c:v>14.777495</c:v>
                </c:pt>
                <c:pt idx="1170">
                  <c:v>14.772187000000001</c:v>
                </c:pt>
                <c:pt idx="1171">
                  <c:v>14.770441999999999</c:v>
                </c:pt>
                <c:pt idx="1172">
                  <c:v>14.764174000000001</c:v>
                </c:pt>
                <c:pt idx="1173">
                  <c:v>14.749024</c:v>
                </c:pt>
                <c:pt idx="1174">
                  <c:v>14.726995000000001</c:v>
                </c:pt>
                <c:pt idx="1175">
                  <c:v>14.720592999999999</c:v>
                </c:pt>
                <c:pt idx="1176">
                  <c:v>14.718495000000001</c:v>
                </c:pt>
                <c:pt idx="1177">
                  <c:v>14.712717</c:v>
                </c:pt>
                <c:pt idx="1178">
                  <c:v>14.705814</c:v>
                </c:pt>
                <c:pt idx="1179">
                  <c:v>14.668319</c:v>
                </c:pt>
                <c:pt idx="1180">
                  <c:v>14.659974</c:v>
                </c:pt>
                <c:pt idx="1181">
                  <c:v>14.639647999999999</c:v>
                </c:pt>
                <c:pt idx="1182">
                  <c:v>14.63888</c:v>
                </c:pt>
                <c:pt idx="1183">
                  <c:v>14.635338000000001</c:v>
                </c:pt>
                <c:pt idx="1184">
                  <c:v>14.6341</c:v>
                </c:pt>
                <c:pt idx="1185">
                  <c:v>14.626253</c:v>
                </c:pt>
                <c:pt idx="1186">
                  <c:v>14.622521000000001</c:v>
                </c:pt>
                <c:pt idx="1187">
                  <c:v>14.617175</c:v>
                </c:pt>
                <c:pt idx="1188">
                  <c:v>14.608510000000001</c:v>
                </c:pt>
                <c:pt idx="1189">
                  <c:v>14.582914000000001</c:v>
                </c:pt>
                <c:pt idx="1190">
                  <c:v>14.582239</c:v>
                </c:pt>
                <c:pt idx="1191">
                  <c:v>14.563565000000001</c:v>
                </c:pt>
                <c:pt idx="1192">
                  <c:v>14.546010000000001</c:v>
                </c:pt>
                <c:pt idx="1193">
                  <c:v>14.537412</c:v>
                </c:pt>
                <c:pt idx="1194">
                  <c:v>14.488808000000001</c:v>
                </c:pt>
                <c:pt idx="1195">
                  <c:v>14.482710000000001</c:v>
                </c:pt>
                <c:pt idx="1196">
                  <c:v>14.479492</c:v>
                </c:pt>
                <c:pt idx="1197">
                  <c:v>14.4704</c:v>
                </c:pt>
                <c:pt idx="1198">
                  <c:v>14.446453999999999</c:v>
                </c:pt>
                <c:pt idx="1199">
                  <c:v>14.410923</c:v>
                </c:pt>
                <c:pt idx="1200">
                  <c:v>14.377602</c:v>
                </c:pt>
                <c:pt idx="1201">
                  <c:v>14.374884</c:v>
                </c:pt>
                <c:pt idx="1202">
                  <c:v>14.358181999999999</c:v>
                </c:pt>
                <c:pt idx="1203">
                  <c:v>14.355651</c:v>
                </c:pt>
                <c:pt idx="1204">
                  <c:v>14.348566</c:v>
                </c:pt>
                <c:pt idx="1205">
                  <c:v>14.330045999999999</c:v>
                </c:pt>
                <c:pt idx="1206">
                  <c:v>14.326668</c:v>
                </c:pt>
                <c:pt idx="1207">
                  <c:v>14.307536000000001</c:v>
                </c:pt>
                <c:pt idx="1208">
                  <c:v>14.299823999999999</c:v>
                </c:pt>
                <c:pt idx="1209">
                  <c:v>14.297665</c:v>
                </c:pt>
                <c:pt idx="1210">
                  <c:v>14.272385999999999</c:v>
                </c:pt>
                <c:pt idx="1211">
                  <c:v>14.262077</c:v>
                </c:pt>
                <c:pt idx="1212">
                  <c:v>14.241833</c:v>
                </c:pt>
                <c:pt idx="1213">
                  <c:v>14.24159</c:v>
                </c:pt>
                <c:pt idx="1214">
                  <c:v>14.214651</c:v>
                </c:pt>
                <c:pt idx="1215">
                  <c:v>14.211413</c:v>
                </c:pt>
                <c:pt idx="1216">
                  <c:v>14.210148</c:v>
                </c:pt>
                <c:pt idx="1217">
                  <c:v>14.19317</c:v>
                </c:pt>
                <c:pt idx="1218">
                  <c:v>14.188242000000001</c:v>
                </c:pt>
                <c:pt idx="1219">
                  <c:v>14.185498000000001</c:v>
                </c:pt>
                <c:pt idx="1220">
                  <c:v>14.174305</c:v>
                </c:pt>
                <c:pt idx="1221">
                  <c:v>14.160496</c:v>
                </c:pt>
                <c:pt idx="1222">
                  <c:v>14.1599</c:v>
                </c:pt>
                <c:pt idx="1223">
                  <c:v>14.123659999999999</c:v>
                </c:pt>
                <c:pt idx="1224">
                  <c:v>14.111606999999999</c:v>
                </c:pt>
                <c:pt idx="1225">
                  <c:v>14.105314</c:v>
                </c:pt>
                <c:pt idx="1226">
                  <c:v>14.102403000000001</c:v>
                </c:pt>
                <c:pt idx="1227">
                  <c:v>14.101165999999999</c:v>
                </c:pt>
                <c:pt idx="1228">
                  <c:v>14.093438000000001</c:v>
                </c:pt>
                <c:pt idx="1229">
                  <c:v>14.091574</c:v>
                </c:pt>
                <c:pt idx="1230">
                  <c:v>14.083107</c:v>
                </c:pt>
                <c:pt idx="1231">
                  <c:v>14.080359</c:v>
                </c:pt>
                <c:pt idx="1232">
                  <c:v>14.077631</c:v>
                </c:pt>
                <c:pt idx="1233">
                  <c:v>14.033644000000001</c:v>
                </c:pt>
                <c:pt idx="1234">
                  <c:v>14.020873999999999</c:v>
                </c:pt>
                <c:pt idx="1235">
                  <c:v>14.001968</c:v>
                </c:pt>
                <c:pt idx="1236">
                  <c:v>13.990106000000001</c:v>
                </c:pt>
                <c:pt idx="1237">
                  <c:v>13.984437</c:v>
                </c:pt>
                <c:pt idx="1238">
                  <c:v>13.960819000000001</c:v>
                </c:pt>
                <c:pt idx="1239">
                  <c:v>13.939927000000001</c:v>
                </c:pt>
                <c:pt idx="1240">
                  <c:v>13.912766</c:v>
                </c:pt>
                <c:pt idx="1241">
                  <c:v>13.902290000000001</c:v>
                </c:pt>
                <c:pt idx="1242">
                  <c:v>13.898809</c:v>
                </c:pt>
                <c:pt idx="1243">
                  <c:v>13.88679</c:v>
                </c:pt>
                <c:pt idx="1244">
                  <c:v>13.872509000000001</c:v>
                </c:pt>
                <c:pt idx="1245">
                  <c:v>13.870592</c:v>
                </c:pt>
                <c:pt idx="1246">
                  <c:v>13.862456</c:v>
                </c:pt>
                <c:pt idx="1247">
                  <c:v>13.838103</c:v>
                </c:pt>
                <c:pt idx="1248">
                  <c:v>13.825029000000001</c:v>
                </c:pt>
                <c:pt idx="1249">
                  <c:v>13.815785999999999</c:v>
                </c:pt>
                <c:pt idx="1250">
                  <c:v>13.81499</c:v>
                </c:pt>
                <c:pt idx="1251">
                  <c:v>13.811942999999999</c:v>
                </c:pt>
                <c:pt idx="1252">
                  <c:v>13.799018</c:v>
                </c:pt>
                <c:pt idx="1253">
                  <c:v>13.790234999999999</c:v>
                </c:pt>
                <c:pt idx="1254">
                  <c:v>13.787399000000001</c:v>
                </c:pt>
                <c:pt idx="1255">
                  <c:v>13.785735000000001</c:v>
                </c:pt>
                <c:pt idx="1256">
                  <c:v>13.755139</c:v>
                </c:pt>
                <c:pt idx="1257">
                  <c:v>13.752186</c:v>
                </c:pt>
                <c:pt idx="1258">
                  <c:v>13.749084</c:v>
                </c:pt>
                <c:pt idx="1259">
                  <c:v>13.730235</c:v>
                </c:pt>
                <c:pt idx="1260">
                  <c:v>13.729362999999999</c:v>
                </c:pt>
                <c:pt idx="1261">
                  <c:v>13.721609000000001</c:v>
                </c:pt>
                <c:pt idx="1262">
                  <c:v>13.720844</c:v>
                </c:pt>
                <c:pt idx="1263">
                  <c:v>13.718484</c:v>
                </c:pt>
                <c:pt idx="1264">
                  <c:v>13.685827</c:v>
                </c:pt>
                <c:pt idx="1265">
                  <c:v>13.685821000000001</c:v>
                </c:pt>
                <c:pt idx="1266">
                  <c:v>13.679748</c:v>
                </c:pt>
                <c:pt idx="1267">
                  <c:v>13.671246999999999</c:v>
                </c:pt>
                <c:pt idx="1268">
                  <c:v>13.654976</c:v>
                </c:pt>
                <c:pt idx="1269">
                  <c:v>13.631656</c:v>
                </c:pt>
                <c:pt idx="1270">
                  <c:v>13.6275</c:v>
                </c:pt>
                <c:pt idx="1271">
                  <c:v>13.627250999999999</c:v>
                </c:pt>
                <c:pt idx="1272">
                  <c:v>13.625627</c:v>
                </c:pt>
                <c:pt idx="1273">
                  <c:v>13.611117</c:v>
                </c:pt>
                <c:pt idx="1274">
                  <c:v>13.609722</c:v>
                </c:pt>
                <c:pt idx="1275">
                  <c:v>13.604297000000001</c:v>
                </c:pt>
                <c:pt idx="1276">
                  <c:v>13.601978000000001</c:v>
                </c:pt>
                <c:pt idx="1277">
                  <c:v>13.580913000000001</c:v>
                </c:pt>
                <c:pt idx="1278">
                  <c:v>13.569644</c:v>
                </c:pt>
                <c:pt idx="1279">
                  <c:v>13.535394</c:v>
                </c:pt>
                <c:pt idx="1280">
                  <c:v>13.531354</c:v>
                </c:pt>
                <c:pt idx="1281">
                  <c:v>13.524293999999999</c:v>
                </c:pt>
                <c:pt idx="1282">
                  <c:v>13.523801000000001</c:v>
                </c:pt>
                <c:pt idx="1283">
                  <c:v>13.504115000000001</c:v>
                </c:pt>
                <c:pt idx="1284">
                  <c:v>13.497197999999999</c:v>
                </c:pt>
                <c:pt idx="1285">
                  <c:v>13.488859</c:v>
                </c:pt>
                <c:pt idx="1286">
                  <c:v>13.485063999999999</c:v>
                </c:pt>
                <c:pt idx="1287">
                  <c:v>13.473190000000001</c:v>
                </c:pt>
                <c:pt idx="1288">
                  <c:v>13.465818000000001</c:v>
                </c:pt>
                <c:pt idx="1289">
                  <c:v>13.460872</c:v>
                </c:pt>
                <c:pt idx="1290">
                  <c:v>13.457558000000001</c:v>
                </c:pt>
                <c:pt idx="1291">
                  <c:v>13.451708999999999</c:v>
                </c:pt>
                <c:pt idx="1292">
                  <c:v>13.443334999999999</c:v>
                </c:pt>
                <c:pt idx="1293">
                  <c:v>13.439994</c:v>
                </c:pt>
                <c:pt idx="1294">
                  <c:v>13.437594000000001</c:v>
                </c:pt>
                <c:pt idx="1295">
                  <c:v>13.431495999999999</c:v>
                </c:pt>
                <c:pt idx="1296">
                  <c:v>13.383134999999999</c:v>
                </c:pt>
                <c:pt idx="1297">
                  <c:v>13.374622</c:v>
                </c:pt>
                <c:pt idx="1298">
                  <c:v>13.372534999999999</c:v>
                </c:pt>
                <c:pt idx="1299">
                  <c:v>13.357229</c:v>
                </c:pt>
                <c:pt idx="1300">
                  <c:v>13.343059</c:v>
                </c:pt>
                <c:pt idx="1301">
                  <c:v>13.339546</c:v>
                </c:pt>
                <c:pt idx="1302">
                  <c:v>13.336743</c:v>
                </c:pt>
                <c:pt idx="1303">
                  <c:v>13.313685</c:v>
                </c:pt>
                <c:pt idx="1304">
                  <c:v>13.294758</c:v>
                </c:pt>
                <c:pt idx="1305">
                  <c:v>13.293253</c:v>
                </c:pt>
                <c:pt idx="1306">
                  <c:v>13.288739</c:v>
                </c:pt>
                <c:pt idx="1307">
                  <c:v>13.255001999999999</c:v>
                </c:pt>
                <c:pt idx="1308">
                  <c:v>13.252533</c:v>
                </c:pt>
                <c:pt idx="1309">
                  <c:v>13.248139</c:v>
                </c:pt>
                <c:pt idx="1310">
                  <c:v>13.238474999999999</c:v>
                </c:pt>
                <c:pt idx="1311">
                  <c:v>13.210656999999999</c:v>
                </c:pt>
                <c:pt idx="1312">
                  <c:v>13.195425</c:v>
                </c:pt>
                <c:pt idx="1313">
                  <c:v>13.187445</c:v>
                </c:pt>
                <c:pt idx="1314">
                  <c:v>13.170852</c:v>
                </c:pt>
                <c:pt idx="1315">
                  <c:v>13.170688</c:v>
                </c:pt>
                <c:pt idx="1316">
                  <c:v>13.145322</c:v>
                </c:pt>
                <c:pt idx="1317">
                  <c:v>13.125109999999999</c:v>
                </c:pt>
                <c:pt idx="1318">
                  <c:v>13.098610000000001</c:v>
                </c:pt>
                <c:pt idx="1319">
                  <c:v>13.096671000000001</c:v>
                </c:pt>
                <c:pt idx="1320">
                  <c:v>13.093394999999999</c:v>
                </c:pt>
                <c:pt idx="1321">
                  <c:v>13.077586999999999</c:v>
                </c:pt>
                <c:pt idx="1322">
                  <c:v>13.036889</c:v>
                </c:pt>
                <c:pt idx="1323">
                  <c:v>13.033827</c:v>
                </c:pt>
                <c:pt idx="1324">
                  <c:v>13.015045000000001</c:v>
                </c:pt>
                <c:pt idx="1325">
                  <c:v>13.013612999999999</c:v>
                </c:pt>
                <c:pt idx="1326">
                  <c:v>13.001621</c:v>
                </c:pt>
                <c:pt idx="1327">
                  <c:v>12.976642</c:v>
                </c:pt>
                <c:pt idx="1328">
                  <c:v>12.931953</c:v>
                </c:pt>
                <c:pt idx="1329">
                  <c:v>12.906219</c:v>
                </c:pt>
                <c:pt idx="1330">
                  <c:v>12.905701000000001</c:v>
                </c:pt>
                <c:pt idx="1331">
                  <c:v>12.904579999999999</c:v>
                </c:pt>
                <c:pt idx="1332">
                  <c:v>12.889101</c:v>
                </c:pt>
                <c:pt idx="1333">
                  <c:v>12.884817999999999</c:v>
                </c:pt>
                <c:pt idx="1334">
                  <c:v>12.883759</c:v>
                </c:pt>
                <c:pt idx="1335">
                  <c:v>12.835205999999999</c:v>
                </c:pt>
                <c:pt idx="1336">
                  <c:v>12.833940999999999</c:v>
                </c:pt>
                <c:pt idx="1337">
                  <c:v>12.822803</c:v>
                </c:pt>
                <c:pt idx="1338">
                  <c:v>12.81978</c:v>
                </c:pt>
                <c:pt idx="1339">
                  <c:v>12.801845999999999</c:v>
                </c:pt>
                <c:pt idx="1340">
                  <c:v>12.794622</c:v>
                </c:pt>
                <c:pt idx="1341">
                  <c:v>12.787554</c:v>
                </c:pt>
                <c:pt idx="1342">
                  <c:v>12.779684</c:v>
                </c:pt>
                <c:pt idx="1343">
                  <c:v>12.770579</c:v>
                </c:pt>
                <c:pt idx="1344">
                  <c:v>12.76732</c:v>
                </c:pt>
                <c:pt idx="1345">
                  <c:v>12.760897</c:v>
                </c:pt>
                <c:pt idx="1346">
                  <c:v>12.733775</c:v>
                </c:pt>
                <c:pt idx="1347">
                  <c:v>12.729129</c:v>
                </c:pt>
                <c:pt idx="1348">
                  <c:v>12.723027999999999</c:v>
                </c:pt>
                <c:pt idx="1349">
                  <c:v>12.694518</c:v>
                </c:pt>
                <c:pt idx="1350">
                  <c:v>12.692385</c:v>
                </c:pt>
                <c:pt idx="1351">
                  <c:v>12.689109</c:v>
                </c:pt>
                <c:pt idx="1352">
                  <c:v>12.671094</c:v>
                </c:pt>
                <c:pt idx="1353">
                  <c:v>12.658836000000001</c:v>
                </c:pt>
                <c:pt idx="1354">
                  <c:v>12.657391000000001</c:v>
                </c:pt>
                <c:pt idx="1355">
                  <c:v>12.651467</c:v>
                </c:pt>
                <c:pt idx="1356">
                  <c:v>12.650410000000001</c:v>
                </c:pt>
                <c:pt idx="1357">
                  <c:v>12.637995</c:v>
                </c:pt>
                <c:pt idx="1358">
                  <c:v>12.634274</c:v>
                </c:pt>
                <c:pt idx="1359">
                  <c:v>12.607491</c:v>
                </c:pt>
                <c:pt idx="1360">
                  <c:v>12.573892000000001</c:v>
                </c:pt>
                <c:pt idx="1361">
                  <c:v>12.572495</c:v>
                </c:pt>
                <c:pt idx="1362">
                  <c:v>12.568191000000001</c:v>
                </c:pt>
                <c:pt idx="1363">
                  <c:v>12.547563</c:v>
                </c:pt>
                <c:pt idx="1364">
                  <c:v>12.540380000000001</c:v>
                </c:pt>
                <c:pt idx="1365">
                  <c:v>12.529852999999999</c:v>
                </c:pt>
                <c:pt idx="1366">
                  <c:v>12.529078</c:v>
                </c:pt>
                <c:pt idx="1367">
                  <c:v>12.528335999999999</c:v>
                </c:pt>
                <c:pt idx="1368">
                  <c:v>12.518478999999999</c:v>
                </c:pt>
                <c:pt idx="1369">
                  <c:v>12.477012</c:v>
                </c:pt>
                <c:pt idx="1370">
                  <c:v>12.475056</c:v>
                </c:pt>
                <c:pt idx="1371">
                  <c:v>12.433700999999999</c:v>
                </c:pt>
                <c:pt idx="1372">
                  <c:v>12.424182</c:v>
                </c:pt>
                <c:pt idx="1373">
                  <c:v>12.419805999999999</c:v>
                </c:pt>
                <c:pt idx="1374">
                  <c:v>12.419473999999999</c:v>
                </c:pt>
                <c:pt idx="1375">
                  <c:v>12.416214999999999</c:v>
                </c:pt>
                <c:pt idx="1376">
                  <c:v>12.415858</c:v>
                </c:pt>
                <c:pt idx="1377">
                  <c:v>12.415309000000001</c:v>
                </c:pt>
                <c:pt idx="1378">
                  <c:v>12.412782999999999</c:v>
                </c:pt>
                <c:pt idx="1379">
                  <c:v>12.347483</c:v>
                </c:pt>
                <c:pt idx="1380">
                  <c:v>12.325122</c:v>
                </c:pt>
                <c:pt idx="1381">
                  <c:v>12.321246</c:v>
                </c:pt>
                <c:pt idx="1382">
                  <c:v>12.319188</c:v>
                </c:pt>
                <c:pt idx="1383">
                  <c:v>12.303696</c:v>
                </c:pt>
                <c:pt idx="1384">
                  <c:v>12.274143</c:v>
                </c:pt>
                <c:pt idx="1385">
                  <c:v>12.263534999999999</c:v>
                </c:pt>
                <c:pt idx="1386">
                  <c:v>12.26271</c:v>
                </c:pt>
                <c:pt idx="1387">
                  <c:v>12.260769</c:v>
                </c:pt>
                <c:pt idx="1388">
                  <c:v>12.226362999999999</c:v>
                </c:pt>
                <c:pt idx="1389">
                  <c:v>12.219151999999999</c:v>
                </c:pt>
                <c:pt idx="1390">
                  <c:v>12.203151999999999</c:v>
                </c:pt>
                <c:pt idx="1391">
                  <c:v>12.189632</c:v>
                </c:pt>
                <c:pt idx="1392">
                  <c:v>12.188573</c:v>
                </c:pt>
                <c:pt idx="1393">
                  <c:v>12.17271</c:v>
                </c:pt>
                <c:pt idx="1394">
                  <c:v>12.163906000000001</c:v>
                </c:pt>
                <c:pt idx="1395">
                  <c:v>12.156487</c:v>
                </c:pt>
                <c:pt idx="1396">
                  <c:v>12.153184</c:v>
                </c:pt>
                <c:pt idx="1397">
                  <c:v>12.122305000000001</c:v>
                </c:pt>
                <c:pt idx="1398">
                  <c:v>12.103301</c:v>
                </c:pt>
                <c:pt idx="1399">
                  <c:v>12.08764</c:v>
                </c:pt>
                <c:pt idx="1400">
                  <c:v>12.079613</c:v>
                </c:pt>
                <c:pt idx="1401">
                  <c:v>12.077756000000001</c:v>
                </c:pt>
                <c:pt idx="1402">
                  <c:v>12.061685000000001</c:v>
                </c:pt>
                <c:pt idx="1403">
                  <c:v>12.052735</c:v>
                </c:pt>
                <c:pt idx="1404">
                  <c:v>12.037171000000001</c:v>
                </c:pt>
                <c:pt idx="1405">
                  <c:v>12.035831</c:v>
                </c:pt>
                <c:pt idx="1406">
                  <c:v>12.019881</c:v>
                </c:pt>
                <c:pt idx="1407">
                  <c:v>12.009859000000001</c:v>
                </c:pt>
                <c:pt idx="1408">
                  <c:v>11.970140000000001</c:v>
                </c:pt>
                <c:pt idx="1409">
                  <c:v>11.95711</c:v>
                </c:pt>
                <c:pt idx="1410">
                  <c:v>11.945039</c:v>
                </c:pt>
                <c:pt idx="1411">
                  <c:v>11.927225</c:v>
                </c:pt>
                <c:pt idx="1412">
                  <c:v>11.906148999999999</c:v>
                </c:pt>
                <c:pt idx="1413">
                  <c:v>11.892681</c:v>
                </c:pt>
                <c:pt idx="1414">
                  <c:v>11.891632</c:v>
                </c:pt>
                <c:pt idx="1415">
                  <c:v>11.871827</c:v>
                </c:pt>
                <c:pt idx="1416">
                  <c:v>11.870188000000001</c:v>
                </c:pt>
                <c:pt idx="1417">
                  <c:v>11.854537000000001</c:v>
                </c:pt>
                <c:pt idx="1418">
                  <c:v>11.83896</c:v>
                </c:pt>
                <c:pt idx="1419">
                  <c:v>11.837852</c:v>
                </c:pt>
                <c:pt idx="1420">
                  <c:v>11.813594</c:v>
                </c:pt>
                <c:pt idx="1421">
                  <c:v>11.810188999999999</c:v>
                </c:pt>
                <c:pt idx="1422">
                  <c:v>11.808116</c:v>
                </c:pt>
                <c:pt idx="1423">
                  <c:v>11.805481</c:v>
                </c:pt>
                <c:pt idx="1424">
                  <c:v>11.78523</c:v>
                </c:pt>
                <c:pt idx="1425">
                  <c:v>11.770001000000001</c:v>
                </c:pt>
                <c:pt idx="1426">
                  <c:v>11.764533999999999</c:v>
                </c:pt>
                <c:pt idx="1427">
                  <c:v>11.757546</c:v>
                </c:pt>
                <c:pt idx="1428">
                  <c:v>11.756861000000001</c:v>
                </c:pt>
                <c:pt idx="1429">
                  <c:v>11.755011</c:v>
                </c:pt>
                <c:pt idx="1430">
                  <c:v>11.749043</c:v>
                </c:pt>
                <c:pt idx="1431">
                  <c:v>11.742464</c:v>
                </c:pt>
                <c:pt idx="1432">
                  <c:v>11.737081</c:v>
                </c:pt>
                <c:pt idx="1433">
                  <c:v>11.721686</c:v>
                </c:pt>
                <c:pt idx="1434">
                  <c:v>11.708506</c:v>
                </c:pt>
                <c:pt idx="1435">
                  <c:v>11.691926</c:v>
                </c:pt>
                <c:pt idx="1436">
                  <c:v>11.67961</c:v>
                </c:pt>
                <c:pt idx="1437">
                  <c:v>11.668072</c:v>
                </c:pt>
                <c:pt idx="1438">
                  <c:v>11.652232</c:v>
                </c:pt>
                <c:pt idx="1439">
                  <c:v>11.651235</c:v>
                </c:pt>
                <c:pt idx="1440">
                  <c:v>11.650084</c:v>
                </c:pt>
                <c:pt idx="1441">
                  <c:v>11.627254000000001</c:v>
                </c:pt>
                <c:pt idx="1442">
                  <c:v>11.627212999999999</c:v>
                </c:pt>
                <c:pt idx="1443">
                  <c:v>11.602062999999999</c:v>
                </c:pt>
                <c:pt idx="1444">
                  <c:v>11.600466000000001</c:v>
                </c:pt>
                <c:pt idx="1445">
                  <c:v>11.589441000000001</c:v>
                </c:pt>
                <c:pt idx="1446">
                  <c:v>11.578711999999999</c:v>
                </c:pt>
                <c:pt idx="1447">
                  <c:v>11.577529999999999</c:v>
                </c:pt>
                <c:pt idx="1448">
                  <c:v>11.560017999999999</c:v>
                </c:pt>
                <c:pt idx="1449">
                  <c:v>11.551579</c:v>
                </c:pt>
                <c:pt idx="1450">
                  <c:v>11.541358000000001</c:v>
                </c:pt>
                <c:pt idx="1451">
                  <c:v>11.534951</c:v>
                </c:pt>
                <c:pt idx="1452">
                  <c:v>11.51862</c:v>
                </c:pt>
                <c:pt idx="1453">
                  <c:v>11.472678</c:v>
                </c:pt>
                <c:pt idx="1454">
                  <c:v>11.463448</c:v>
                </c:pt>
                <c:pt idx="1455">
                  <c:v>11.462402000000001</c:v>
                </c:pt>
                <c:pt idx="1456">
                  <c:v>11.462292</c:v>
                </c:pt>
                <c:pt idx="1457">
                  <c:v>11.458282000000001</c:v>
                </c:pt>
                <c:pt idx="1458">
                  <c:v>11.450441</c:v>
                </c:pt>
                <c:pt idx="1459">
                  <c:v>11.426024999999999</c:v>
                </c:pt>
                <c:pt idx="1460">
                  <c:v>11.394878</c:v>
                </c:pt>
                <c:pt idx="1461">
                  <c:v>11.390643000000001</c:v>
                </c:pt>
                <c:pt idx="1462">
                  <c:v>11.365197999999999</c:v>
                </c:pt>
                <c:pt idx="1463">
                  <c:v>11.363832</c:v>
                </c:pt>
                <c:pt idx="1464">
                  <c:v>11.362895999999999</c:v>
                </c:pt>
                <c:pt idx="1465">
                  <c:v>11.358954000000001</c:v>
                </c:pt>
                <c:pt idx="1466">
                  <c:v>11.358675</c:v>
                </c:pt>
                <c:pt idx="1467">
                  <c:v>11.358314999999999</c:v>
                </c:pt>
                <c:pt idx="1468">
                  <c:v>11.353285</c:v>
                </c:pt>
                <c:pt idx="1469">
                  <c:v>11.352907</c:v>
                </c:pt>
                <c:pt idx="1470">
                  <c:v>11.347080999999999</c:v>
                </c:pt>
                <c:pt idx="1471">
                  <c:v>11.319712000000001</c:v>
                </c:pt>
                <c:pt idx="1472">
                  <c:v>11.310689999999999</c:v>
                </c:pt>
                <c:pt idx="1473">
                  <c:v>11.288071</c:v>
                </c:pt>
                <c:pt idx="1474">
                  <c:v>11.282149</c:v>
                </c:pt>
                <c:pt idx="1475">
                  <c:v>11.260821</c:v>
                </c:pt>
                <c:pt idx="1476">
                  <c:v>11.260071</c:v>
                </c:pt>
                <c:pt idx="1477">
                  <c:v>11.259876999999999</c:v>
                </c:pt>
                <c:pt idx="1478">
                  <c:v>11.250123</c:v>
                </c:pt>
                <c:pt idx="1479">
                  <c:v>11.246574000000001</c:v>
                </c:pt>
                <c:pt idx="1480">
                  <c:v>11.22481</c:v>
                </c:pt>
                <c:pt idx="1481">
                  <c:v>11.221429000000001</c:v>
                </c:pt>
                <c:pt idx="1482">
                  <c:v>11.217999000000001</c:v>
                </c:pt>
                <c:pt idx="1483">
                  <c:v>11.181894</c:v>
                </c:pt>
                <c:pt idx="1484">
                  <c:v>11.179119999999999</c:v>
                </c:pt>
                <c:pt idx="1485">
                  <c:v>11.162072999999999</c:v>
                </c:pt>
                <c:pt idx="1486">
                  <c:v>11.158182</c:v>
                </c:pt>
                <c:pt idx="1487">
                  <c:v>11.151636</c:v>
                </c:pt>
                <c:pt idx="1488">
                  <c:v>11.151362000000001</c:v>
                </c:pt>
                <c:pt idx="1489">
                  <c:v>11.149248999999999</c:v>
                </c:pt>
                <c:pt idx="1490">
                  <c:v>11.148501</c:v>
                </c:pt>
                <c:pt idx="1491">
                  <c:v>11.117476999999999</c:v>
                </c:pt>
                <c:pt idx="1492">
                  <c:v>11.098428</c:v>
                </c:pt>
                <c:pt idx="1493">
                  <c:v>11.094049</c:v>
                </c:pt>
                <c:pt idx="1494">
                  <c:v>11.08004</c:v>
                </c:pt>
                <c:pt idx="1495">
                  <c:v>11.078239999999999</c:v>
                </c:pt>
                <c:pt idx="1496">
                  <c:v>11.072533</c:v>
                </c:pt>
                <c:pt idx="1497">
                  <c:v>11.070277000000001</c:v>
                </c:pt>
                <c:pt idx="1498">
                  <c:v>11.064582</c:v>
                </c:pt>
                <c:pt idx="1499">
                  <c:v>11.062877</c:v>
                </c:pt>
                <c:pt idx="1500">
                  <c:v>11.060851</c:v>
                </c:pt>
                <c:pt idx="1501">
                  <c:v>11.051506</c:v>
                </c:pt>
                <c:pt idx="1502">
                  <c:v>11.049942</c:v>
                </c:pt>
                <c:pt idx="1503">
                  <c:v>11.049538</c:v>
                </c:pt>
                <c:pt idx="1504">
                  <c:v>11.043462</c:v>
                </c:pt>
                <c:pt idx="1505">
                  <c:v>11.021737999999999</c:v>
                </c:pt>
                <c:pt idx="1506">
                  <c:v>11.018017</c:v>
                </c:pt>
                <c:pt idx="1507">
                  <c:v>11.008562</c:v>
                </c:pt>
                <c:pt idx="1508">
                  <c:v>11.000311999999999</c:v>
                </c:pt>
                <c:pt idx="1509">
                  <c:v>10.998089</c:v>
                </c:pt>
                <c:pt idx="1510">
                  <c:v>10.992315</c:v>
                </c:pt>
                <c:pt idx="1511">
                  <c:v>10.983221</c:v>
                </c:pt>
                <c:pt idx="1512">
                  <c:v>10.980478</c:v>
                </c:pt>
                <c:pt idx="1513">
                  <c:v>10.975349</c:v>
                </c:pt>
                <c:pt idx="1514">
                  <c:v>10.973812000000001</c:v>
                </c:pt>
                <c:pt idx="1515">
                  <c:v>10.971869</c:v>
                </c:pt>
                <c:pt idx="1516">
                  <c:v>10.962901</c:v>
                </c:pt>
                <c:pt idx="1517">
                  <c:v>10.95682</c:v>
                </c:pt>
                <c:pt idx="1518">
                  <c:v>10.935053999999999</c:v>
                </c:pt>
                <c:pt idx="1519">
                  <c:v>10.922311000000001</c:v>
                </c:pt>
                <c:pt idx="1520">
                  <c:v>10.906696999999999</c:v>
                </c:pt>
                <c:pt idx="1521">
                  <c:v>10.888323</c:v>
                </c:pt>
                <c:pt idx="1522">
                  <c:v>10.885451</c:v>
                </c:pt>
                <c:pt idx="1523">
                  <c:v>10.876950000000001</c:v>
                </c:pt>
                <c:pt idx="1524">
                  <c:v>10.872484</c:v>
                </c:pt>
                <c:pt idx="1525">
                  <c:v>10.865207</c:v>
                </c:pt>
                <c:pt idx="1526">
                  <c:v>10.864457</c:v>
                </c:pt>
                <c:pt idx="1527">
                  <c:v>10.848883000000001</c:v>
                </c:pt>
                <c:pt idx="1528">
                  <c:v>10.824676</c:v>
                </c:pt>
                <c:pt idx="1529">
                  <c:v>10.82137</c:v>
                </c:pt>
                <c:pt idx="1530">
                  <c:v>10.817116</c:v>
                </c:pt>
                <c:pt idx="1531">
                  <c:v>10.814601</c:v>
                </c:pt>
                <c:pt idx="1532">
                  <c:v>10.801895</c:v>
                </c:pt>
                <c:pt idx="1533">
                  <c:v>10.791954</c:v>
                </c:pt>
                <c:pt idx="1534">
                  <c:v>10.783715000000001</c:v>
                </c:pt>
                <c:pt idx="1535">
                  <c:v>10.775931999999999</c:v>
                </c:pt>
                <c:pt idx="1536">
                  <c:v>10.761069000000001</c:v>
                </c:pt>
                <c:pt idx="1537">
                  <c:v>10.744457000000001</c:v>
                </c:pt>
                <c:pt idx="1538">
                  <c:v>10.738597</c:v>
                </c:pt>
                <c:pt idx="1539">
                  <c:v>10.734465999999999</c:v>
                </c:pt>
                <c:pt idx="1540">
                  <c:v>10.684205</c:v>
                </c:pt>
                <c:pt idx="1541">
                  <c:v>10.662801</c:v>
                </c:pt>
                <c:pt idx="1542">
                  <c:v>10.652435000000001</c:v>
                </c:pt>
                <c:pt idx="1543">
                  <c:v>10.643188</c:v>
                </c:pt>
                <c:pt idx="1544">
                  <c:v>10.639421</c:v>
                </c:pt>
                <c:pt idx="1545">
                  <c:v>10.633044</c:v>
                </c:pt>
                <c:pt idx="1546">
                  <c:v>10.591385000000001</c:v>
                </c:pt>
                <c:pt idx="1547">
                  <c:v>10.575177999999999</c:v>
                </c:pt>
                <c:pt idx="1548">
                  <c:v>10.573786</c:v>
                </c:pt>
                <c:pt idx="1549">
                  <c:v>10.560632999999999</c:v>
                </c:pt>
                <c:pt idx="1550">
                  <c:v>10.545629999999999</c:v>
                </c:pt>
                <c:pt idx="1551">
                  <c:v>10.545317000000001</c:v>
                </c:pt>
                <c:pt idx="1552">
                  <c:v>10.533329</c:v>
                </c:pt>
                <c:pt idx="1553">
                  <c:v>10.525183999999999</c:v>
                </c:pt>
                <c:pt idx="1554">
                  <c:v>10.522532999999999</c:v>
                </c:pt>
                <c:pt idx="1555">
                  <c:v>10.516911</c:v>
                </c:pt>
                <c:pt idx="1556">
                  <c:v>10.500698</c:v>
                </c:pt>
                <c:pt idx="1557">
                  <c:v>10.489418000000001</c:v>
                </c:pt>
                <c:pt idx="1558">
                  <c:v>10.478047999999999</c:v>
                </c:pt>
                <c:pt idx="1559">
                  <c:v>10.472322</c:v>
                </c:pt>
                <c:pt idx="1560">
                  <c:v>10.458909999999999</c:v>
                </c:pt>
                <c:pt idx="1561">
                  <c:v>10.455142</c:v>
                </c:pt>
                <c:pt idx="1562">
                  <c:v>10.450538999999999</c:v>
                </c:pt>
                <c:pt idx="1563">
                  <c:v>10.443832</c:v>
                </c:pt>
                <c:pt idx="1564">
                  <c:v>10.422791</c:v>
                </c:pt>
                <c:pt idx="1565">
                  <c:v>10.41888</c:v>
                </c:pt>
                <c:pt idx="1566">
                  <c:v>10.407632</c:v>
                </c:pt>
                <c:pt idx="1567">
                  <c:v>10.403577</c:v>
                </c:pt>
                <c:pt idx="1568">
                  <c:v>10.377236999999999</c:v>
                </c:pt>
                <c:pt idx="1569">
                  <c:v>10.365845</c:v>
                </c:pt>
                <c:pt idx="1570">
                  <c:v>10.36337</c:v>
                </c:pt>
                <c:pt idx="1571">
                  <c:v>10.357492000000001</c:v>
                </c:pt>
                <c:pt idx="1572">
                  <c:v>10.357449000000001</c:v>
                </c:pt>
                <c:pt idx="1573">
                  <c:v>10.342196</c:v>
                </c:pt>
                <c:pt idx="1574">
                  <c:v>10.340104</c:v>
                </c:pt>
                <c:pt idx="1575">
                  <c:v>10.328754</c:v>
                </c:pt>
                <c:pt idx="1576">
                  <c:v>10.328576999999999</c:v>
                </c:pt>
                <c:pt idx="1577">
                  <c:v>10.316857000000001</c:v>
                </c:pt>
                <c:pt idx="1578">
                  <c:v>10.314717</c:v>
                </c:pt>
                <c:pt idx="1579">
                  <c:v>10.296646000000001</c:v>
                </c:pt>
                <c:pt idx="1580">
                  <c:v>10.295617</c:v>
                </c:pt>
                <c:pt idx="1581">
                  <c:v>10.290526</c:v>
                </c:pt>
                <c:pt idx="1582">
                  <c:v>10.288629999999999</c:v>
                </c:pt>
                <c:pt idx="1583">
                  <c:v>10.283015000000001</c:v>
                </c:pt>
                <c:pt idx="1584">
                  <c:v>10.273649000000001</c:v>
                </c:pt>
                <c:pt idx="1585">
                  <c:v>10.258131000000001</c:v>
                </c:pt>
                <c:pt idx="1586">
                  <c:v>10.251339</c:v>
                </c:pt>
                <c:pt idx="1587">
                  <c:v>10.245644</c:v>
                </c:pt>
                <c:pt idx="1588">
                  <c:v>10.244994</c:v>
                </c:pt>
                <c:pt idx="1589">
                  <c:v>10.226660000000001</c:v>
                </c:pt>
                <c:pt idx="1590">
                  <c:v>10.223660000000001</c:v>
                </c:pt>
                <c:pt idx="1591">
                  <c:v>10.20214</c:v>
                </c:pt>
                <c:pt idx="1592">
                  <c:v>10.174942</c:v>
                </c:pt>
                <c:pt idx="1593">
                  <c:v>10.170019</c:v>
                </c:pt>
                <c:pt idx="1594">
                  <c:v>10.132466000000001</c:v>
                </c:pt>
                <c:pt idx="1595">
                  <c:v>10.127345</c:v>
                </c:pt>
                <c:pt idx="1596">
                  <c:v>10.122754</c:v>
                </c:pt>
                <c:pt idx="1597">
                  <c:v>10.1023</c:v>
                </c:pt>
                <c:pt idx="1598">
                  <c:v>10.099698999999999</c:v>
                </c:pt>
                <c:pt idx="1599">
                  <c:v>10.098865</c:v>
                </c:pt>
                <c:pt idx="1600">
                  <c:v>10.076511999999999</c:v>
                </c:pt>
                <c:pt idx="1601">
                  <c:v>10.075696000000001</c:v>
                </c:pt>
                <c:pt idx="1602">
                  <c:v>10.064665</c:v>
                </c:pt>
                <c:pt idx="1603">
                  <c:v>10.042323</c:v>
                </c:pt>
                <c:pt idx="1604">
                  <c:v>10.041587</c:v>
                </c:pt>
                <c:pt idx="1605">
                  <c:v>10.033163999999999</c:v>
                </c:pt>
                <c:pt idx="1606">
                  <c:v>10.028872</c:v>
                </c:pt>
                <c:pt idx="1607">
                  <c:v>10.005264</c:v>
                </c:pt>
                <c:pt idx="1608">
                  <c:v>9.9899816999999995</c:v>
                </c:pt>
                <c:pt idx="1609">
                  <c:v>9.9544715999999998</c:v>
                </c:pt>
                <c:pt idx="1610">
                  <c:v>9.9499931000000004</c:v>
                </c:pt>
                <c:pt idx="1611">
                  <c:v>9.8788443000000008</c:v>
                </c:pt>
                <c:pt idx="1612">
                  <c:v>9.8787804000000001</c:v>
                </c:pt>
                <c:pt idx="1613">
                  <c:v>9.8721999999999994</c:v>
                </c:pt>
                <c:pt idx="1614">
                  <c:v>9.8663644999999995</c:v>
                </c:pt>
                <c:pt idx="1615">
                  <c:v>9.8468981000000007</c:v>
                </c:pt>
                <c:pt idx="1616">
                  <c:v>9.8390874999999998</c:v>
                </c:pt>
                <c:pt idx="1617">
                  <c:v>9.8268184999999999</c:v>
                </c:pt>
                <c:pt idx="1618">
                  <c:v>9.8240528000000005</c:v>
                </c:pt>
                <c:pt idx="1619">
                  <c:v>9.8124970999999999</c:v>
                </c:pt>
                <c:pt idx="1620">
                  <c:v>9.7990359999999992</c:v>
                </c:pt>
                <c:pt idx="1621">
                  <c:v>9.7838516000000002</c:v>
                </c:pt>
                <c:pt idx="1622">
                  <c:v>9.7777214000000008</c:v>
                </c:pt>
                <c:pt idx="1623">
                  <c:v>9.7758903999999998</c:v>
                </c:pt>
                <c:pt idx="1624">
                  <c:v>9.7694139</c:v>
                </c:pt>
                <c:pt idx="1625">
                  <c:v>9.7587051000000002</c:v>
                </c:pt>
                <c:pt idx="1626">
                  <c:v>9.7449255000000008</c:v>
                </c:pt>
                <c:pt idx="1627">
                  <c:v>9.7448329999999999</c:v>
                </c:pt>
                <c:pt idx="1628">
                  <c:v>9.7103538999999994</c:v>
                </c:pt>
                <c:pt idx="1629">
                  <c:v>9.7010193000000005</c:v>
                </c:pt>
                <c:pt idx="1630">
                  <c:v>9.6935377000000003</c:v>
                </c:pt>
                <c:pt idx="1631">
                  <c:v>9.6917609999999996</c:v>
                </c:pt>
                <c:pt idx="1632">
                  <c:v>9.6843739000000006</c:v>
                </c:pt>
                <c:pt idx="1633">
                  <c:v>9.6672934999999995</c:v>
                </c:pt>
                <c:pt idx="1634">
                  <c:v>9.6651764</c:v>
                </c:pt>
                <c:pt idx="1635">
                  <c:v>9.6442318</c:v>
                </c:pt>
                <c:pt idx="1636">
                  <c:v>9.6434212000000006</c:v>
                </c:pt>
                <c:pt idx="1637">
                  <c:v>9.642004</c:v>
                </c:pt>
                <c:pt idx="1638">
                  <c:v>9.6334505000000004</c:v>
                </c:pt>
                <c:pt idx="1639">
                  <c:v>9.6303377000000001</c:v>
                </c:pt>
                <c:pt idx="1640">
                  <c:v>9.6129665000000006</c:v>
                </c:pt>
                <c:pt idx="1641">
                  <c:v>9.6057673000000001</c:v>
                </c:pt>
                <c:pt idx="1642">
                  <c:v>9.5950012000000005</c:v>
                </c:pt>
                <c:pt idx="1643">
                  <c:v>9.5885086000000008</c:v>
                </c:pt>
                <c:pt idx="1644">
                  <c:v>9.5608930999999995</c:v>
                </c:pt>
                <c:pt idx="1645">
                  <c:v>9.5598431000000001</c:v>
                </c:pt>
                <c:pt idx="1646">
                  <c:v>9.5494356000000007</c:v>
                </c:pt>
                <c:pt idx="1647">
                  <c:v>9.5473108</c:v>
                </c:pt>
                <c:pt idx="1648">
                  <c:v>9.5143614000000003</c:v>
                </c:pt>
                <c:pt idx="1649">
                  <c:v>9.5073252000000004</c:v>
                </c:pt>
                <c:pt idx="1650">
                  <c:v>9.5012503000000006</c:v>
                </c:pt>
                <c:pt idx="1651">
                  <c:v>9.4899158000000003</c:v>
                </c:pt>
                <c:pt idx="1652">
                  <c:v>9.4891004999999993</c:v>
                </c:pt>
                <c:pt idx="1653">
                  <c:v>9.4823474999999995</c:v>
                </c:pt>
                <c:pt idx="1654">
                  <c:v>9.4593533999999995</c:v>
                </c:pt>
                <c:pt idx="1655">
                  <c:v>9.4543867000000006</c:v>
                </c:pt>
                <c:pt idx="1656">
                  <c:v>9.4420128000000005</c:v>
                </c:pt>
                <c:pt idx="1657">
                  <c:v>9.4353522999999999</c:v>
                </c:pt>
                <c:pt idx="1658">
                  <c:v>9.4232750000000003</c:v>
                </c:pt>
                <c:pt idx="1659">
                  <c:v>9.4192523999999995</c:v>
                </c:pt>
                <c:pt idx="1660">
                  <c:v>9.4187774999999991</c:v>
                </c:pt>
                <c:pt idx="1661">
                  <c:v>9.4172440000000002</c:v>
                </c:pt>
                <c:pt idx="1662">
                  <c:v>9.4155549999999995</c:v>
                </c:pt>
                <c:pt idx="1663">
                  <c:v>9.4084663000000006</c:v>
                </c:pt>
                <c:pt idx="1664">
                  <c:v>9.4071808000000008</c:v>
                </c:pt>
                <c:pt idx="1665">
                  <c:v>9.3885479000000007</c:v>
                </c:pt>
                <c:pt idx="1666">
                  <c:v>9.3669262</c:v>
                </c:pt>
                <c:pt idx="1667">
                  <c:v>9.3668537000000001</c:v>
                </c:pt>
                <c:pt idx="1668">
                  <c:v>9.3637294999999998</c:v>
                </c:pt>
                <c:pt idx="1669">
                  <c:v>9.3579711999999997</c:v>
                </c:pt>
                <c:pt idx="1670">
                  <c:v>9.3556270999999995</c:v>
                </c:pt>
                <c:pt idx="1671">
                  <c:v>9.3501682000000006</c:v>
                </c:pt>
                <c:pt idx="1672">
                  <c:v>9.3500595000000004</c:v>
                </c:pt>
                <c:pt idx="1673">
                  <c:v>9.3464326999999994</c:v>
                </c:pt>
                <c:pt idx="1674">
                  <c:v>9.2958745999999994</c:v>
                </c:pt>
                <c:pt idx="1675">
                  <c:v>9.2943505999999996</c:v>
                </c:pt>
                <c:pt idx="1676">
                  <c:v>9.2926921999999994</c:v>
                </c:pt>
                <c:pt idx="1677">
                  <c:v>9.2887850000000007</c:v>
                </c:pt>
                <c:pt idx="1678">
                  <c:v>9.2869872999999998</c:v>
                </c:pt>
                <c:pt idx="1679">
                  <c:v>9.2636871000000003</c:v>
                </c:pt>
                <c:pt idx="1680">
                  <c:v>9.2442578999999991</c:v>
                </c:pt>
                <c:pt idx="1681">
                  <c:v>9.2420559000000004</c:v>
                </c:pt>
                <c:pt idx="1682">
                  <c:v>9.2331714999999992</c:v>
                </c:pt>
                <c:pt idx="1683">
                  <c:v>9.2159033000000008</c:v>
                </c:pt>
                <c:pt idx="1684">
                  <c:v>9.2061595999999994</c:v>
                </c:pt>
                <c:pt idx="1685">
                  <c:v>9.1900492000000007</c:v>
                </c:pt>
                <c:pt idx="1686">
                  <c:v>9.1829786000000002</c:v>
                </c:pt>
                <c:pt idx="1687">
                  <c:v>9.1802224999999993</c:v>
                </c:pt>
                <c:pt idx="1688">
                  <c:v>9.1699065999999991</c:v>
                </c:pt>
                <c:pt idx="1689">
                  <c:v>9.1698923000000008</c:v>
                </c:pt>
                <c:pt idx="1690">
                  <c:v>9.1669225999999995</c:v>
                </c:pt>
                <c:pt idx="1691">
                  <c:v>9.1482142999999994</c:v>
                </c:pt>
                <c:pt idx="1692">
                  <c:v>9.1340351000000002</c:v>
                </c:pt>
                <c:pt idx="1693">
                  <c:v>9.1252756000000002</c:v>
                </c:pt>
                <c:pt idx="1694">
                  <c:v>9.1177387000000003</c:v>
                </c:pt>
                <c:pt idx="1695">
                  <c:v>9.1120900999999996</c:v>
                </c:pt>
                <c:pt idx="1696">
                  <c:v>9.1108130999999997</c:v>
                </c:pt>
                <c:pt idx="1697">
                  <c:v>9.1024685000000005</c:v>
                </c:pt>
                <c:pt idx="1698">
                  <c:v>9.0950451000000001</c:v>
                </c:pt>
                <c:pt idx="1699">
                  <c:v>9.0835618999999994</c:v>
                </c:pt>
                <c:pt idx="1700">
                  <c:v>9.0642948000000008</c:v>
                </c:pt>
                <c:pt idx="1701">
                  <c:v>9.0602789000000001</c:v>
                </c:pt>
                <c:pt idx="1702">
                  <c:v>9.0577001999999993</c:v>
                </c:pt>
                <c:pt idx="1703">
                  <c:v>9.0368376000000001</c:v>
                </c:pt>
                <c:pt idx="1704">
                  <c:v>9.0053339000000001</c:v>
                </c:pt>
                <c:pt idx="1705">
                  <c:v>9.0032978000000004</c:v>
                </c:pt>
                <c:pt idx="1706">
                  <c:v>9.0031213999999995</c:v>
                </c:pt>
                <c:pt idx="1707">
                  <c:v>9.0016955999999997</c:v>
                </c:pt>
                <c:pt idx="1708">
                  <c:v>8.9989375999999996</c:v>
                </c:pt>
                <c:pt idx="1709">
                  <c:v>8.9702348999999995</c:v>
                </c:pt>
                <c:pt idx="1710">
                  <c:v>8.9701737999999995</c:v>
                </c:pt>
                <c:pt idx="1711">
                  <c:v>8.9674797000000002</c:v>
                </c:pt>
                <c:pt idx="1712">
                  <c:v>8.9671926000000006</c:v>
                </c:pt>
                <c:pt idx="1713">
                  <c:v>8.9618769</c:v>
                </c:pt>
                <c:pt idx="1714">
                  <c:v>8.9605598000000004</c:v>
                </c:pt>
                <c:pt idx="1715">
                  <c:v>8.9398727000000004</c:v>
                </c:pt>
                <c:pt idx="1716">
                  <c:v>8.9367914000000006</c:v>
                </c:pt>
                <c:pt idx="1717">
                  <c:v>8.9343661999999995</c:v>
                </c:pt>
                <c:pt idx="1718">
                  <c:v>8.9284592000000007</c:v>
                </c:pt>
                <c:pt idx="1719">
                  <c:v>8.9150238000000002</c:v>
                </c:pt>
                <c:pt idx="1720">
                  <c:v>8.9102820999999999</c:v>
                </c:pt>
                <c:pt idx="1721">
                  <c:v>8.8999185999999995</c:v>
                </c:pt>
                <c:pt idx="1722">
                  <c:v>8.8757342999999995</c:v>
                </c:pt>
                <c:pt idx="1723">
                  <c:v>8.8612164999999994</c:v>
                </c:pt>
                <c:pt idx="1724">
                  <c:v>8.8541135999999998</c:v>
                </c:pt>
                <c:pt idx="1725">
                  <c:v>8.8534679000000001</c:v>
                </c:pt>
                <c:pt idx="1726">
                  <c:v>8.8534403000000008</c:v>
                </c:pt>
                <c:pt idx="1727">
                  <c:v>8.8351535999999999</c:v>
                </c:pt>
                <c:pt idx="1728">
                  <c:v>8.8346481000000008</c:v>
                </c:pt>
                <c:pt idx="1729">
                  <c:v>8.8126906999999992</c:v>
                </c:pt>
                <c:pt idx="1730">
                  <c:v>8.7977886000000005</c:v>
                </c:pt>
                <c:pt idx="1731">
                  <c:v>8.7971343999999991</c:v>
                </c:pt>
                <c:pt idx="1732">
                  <c:v>8.7828455000000005</c:v>
                </c:pt>
                <c:pt idx="1733">
                  <c:v>8.7788562999999993</c:v>
                </c:pt>
                <c:pt idx="1734">
                  <c:v>8.7722034000000004</c:v>
                </c:pt>
                <c:pt idx="1735">
                  <c:v>8.7699794999999998</c:v>
                </c:pt>
                <c:pt idx="1736">
                  <c:v>8.7579583999999997</c:v>
                </c:pt>
                <c:pt idx="1737">
                  <c:v>8.7477540999999999</c:v>
                </c:pt>
                <c:pt idx="1738">
                  <c:v>8.7472191000000006</c:v>
                </c:pt>
                <c:pt idx="1739">
                  <c:v>8.7288837000000008</c:v>
                </c:pt>
                <c:pt idx="1740">
                  <c:v>8.7118749999999991</c:v>
                </c:pt>
                <c:pt idx="1741">
                  <c:v>8.6981257999999997</c:v>
                </c:pt>
                <c:pt idx="1742">
                  <c:v>8.6911086999999991</c:v>
                </c:pt>
                <c:pt idx="1743">
                  <c:v>8.6848173000000006</c:v>
                </c:pt>
                <c:pt idx="1744">
                  <c:v>8.6847037999999994</c:v>
                </c:pt>
                <c:pt idx="1745">
                  <c:v>8.6832457000000005</c:v>
                </c:pt>
                <c:pt idx="1746">
                  <c:v>8.6708431000000008</c:v>
                </c:pt>
                <c:pt idx="1747">
                  <c:v>8.6564093</c:v>
                </c:pt>
                <c:pt idx="1748">
                  <c:v>8.6505022</c:v>
                </c:pt>
                <c:pt idx="1749">
                  <c:v>8.6481285000000003</c:v>
                </c:pt>
                <c:pt idx="1750">
                  <c:v>8.6416053999999995</c:v>
                </c:pt>
                <c:pt idx="1751">
                  <c:v>8.6370229999999992</c:v>
                </c:pt>
                <c:pt idx="1752">
                  <c:v>8.6268262999999994</c:v>
                </c:pt>
                <c:pt idx="1753">
                  <c:v>8.6174288000000008</c:v>
                </c:pt>
                <c:pt idx="1754">
                  <c:v>8.6029634000000001</c:v>
                </c:pt>
                <c:pt idx="1755">
                  <c:v>8.5850124000000001</c:v>
                </c:pt>
                <c:pt idx="1756">
                  <c:v>8.5836047999999998</c:v>
                </c:pt>
                <c:pt idx="1757">
                  <c:v>8.5823975000000008</c:v>
                </c:pt>
                <c:pt idx="1758">
                  <c:v>8.5773066999999994</c:v>
                </c:pt>
                <c:pt idx="1759">
                  <c:v>8.5705098999999993</c:v>
                </c:pt>
                <c:pt idx="1760">
                  <c:v>8.5667086000000001</c:v>
                </c:pt>
                <c:pt idx="1761">
                  <c:v>8.5597581999999992</c:v>
                </c:pt>
                <c:pt idx="1762">
                  <c:v>8.5540190000000003</c:v>
                </c:pt>
                <c:pt idx="1763">
                  <c:v>8.5499430000000007</c:v>
                </c:pt>
                <c:pt idx="1764">
                  <c:v>8.5494088999999995</c:v>
                </c:pt>
                <c:pt idx="1765">
                  <c:v>8.5294904999999996</c:v>
                </c:pt>
                <c:pt idx="1766">
                  <c:v>8.5034866000000005</c:v>
                </c:pt>
                <c:pt idx="1767">
                  <c:v>8.4768857999999998</c:v>
                </c:pt>
                <c:pt idx="1768">
                  <c:v>8.4689406999999992</c:v>
                </c:pt>
                <c:pt idx="1769">
                  <c:v>8.4532471000000005</c:v>
                </c:pt>
                <c:pt idx="1770">
                  <c:v>8.4128380000000007</c:v>
                </c:pt>
                <c:pt idx="1771">
                  <c:v>8.4124832000000005</c:v>
                </c:pt>
                <c:pt idx="1772">
                  <c:v>8.4116297000000007</c:v>
                </c:pt>
                <c:pt idx="1773">
                  <c:v>8.4115982000000002</c:v>
                </c:pt>
                <c:pt idx="1774">
                  <c:v>8.3953629000000003</c:v>
                </c:pt>
                <c:pt idx="1775">
                  <c:v>8.3903961000000002</c:v>
                </c:pt>
                <c:pt idx="1776">
                  <c:v>8.3827753000000005</c:v>
                </c:pt>
                <c:pt idx="1777">
                  <c:v>8.3701095999999993</c:v>
                </c:pt>
                <c:pt idx="1778">
                  <c:v>8.3686179999999997</c:v>
                </c:pt>
                <c:pt idx="1779">
                  <c:v>8.3536768000000006</c:v>
                </c:pt>
                <c:pt idx="1780">
                  <c:v>8.3529110000000006</c:v>
                </c:pt>
                <c:pt idx="1781">
                  <c:v>8.3515786999999992</c:v>
                </c:pt>
                <c:pt idx="1782">
                  <c:v>8.3514146999999994</c:v>
                </c:pt>
                <c:pt idx="1783">
                  <c:v>8.3491344000000005</c:v>
                </c:pt>
                <c:pt idx="1784">
                  <c:v>8.3478373999999995</c:v>
                </c:pt>
                <c:pt idx="1785">
                  <c:v>8.3443947000000005</c:v>
                </c:pt>
                <c:pt idx="1786">
                  <c:v>8.3348341000000001</c:v>
                </c:pt>
                <c:pt idx="1787">
                  <c:v>8.3328676000000002</c:v>
                </c:pt>
                <c:pt idx="1788">
                  <c:v>8.3304138000000005</c:v>
                </c:pt>
                <c:pt idx="1789">
                  <c:v>8.3288878999999998</c:v>
                </c:pt>
                <c:pt idx="1790">
                  <c:v>8.3269882000000006</c:v>
                </c:pt>
                <c:pt idx="1791">
                  <c:v>8.3110169999999997</c:v>
                </c:pt>
                <c:pt idx="1792">
                  <c:v>8.3027400999999994</c:v>
                </c:pt>
                <c:pt idx="1793">
                  <c:v>8.2960233999999993</c:v>
                </c:pt>
                <c:pt idx="1794">
                  <c:v>8.2950257999999994</c:v>
                </c:pt>
                <c:pt idx="1795">
                  <c:v>8.2807264000000007</c:v>
                </c:pt>
                <c:pt idx="1796">
                  <c:v>8.2805909999999994</c:v>
                </c:pt>
                <c:pt idx="1797">
                  <c:v>8.2780503999999997</c:v>
                </c:pt>
                <c:pt idx="1798">
                  <c:v>8.2739305000000005</c:v>
                </c:pt>
                <c:pt idx="1799">
                  <c:v>8.2638759999999998</c:v>
                </c:pt>
                <c:pt idx="1800">
                  <c:v>8.2591581000000005</c:v>
                </c:pt>
                <c:pt idx="1801">
                  <c:v>8.2589387999999992</c:v>
                </c:pt>
                <c:pt idx="1802">
                  <c:v>8.2568035000000002</c:v>
                </c:pt>
                <c:pt idx="1803">
                  <c:v>8.219614</c:v>
                </c:pt>
                <c:pt idx="1804">
                  <c:v>8.1940021999999999</c:v>
                </c:pt>
                <c:pt idx="1805">
                  <c:v>8.1903038000000006</c:v>
                </c:pt>
                <c:pt idx="1806">
                  <c:v>8.1613007</c:v>
                </c:pt>
                <c:pt idx="1807">
                  <c:v>8.1588030000000007</c:v>
                </c:pt>
                <c:pt idx="1808">
                  <c:v>8.1089888000000006</c:v>
                </c:pt>
                <c:pt idx="1809">
                  <c:v>8.0763520999999994</c:v>
                </c:pt>
                <c:pt idx="1810">
                  <c:v>8.0605048999999998</c:v>
                </c:pt>
                <c:pt idx="1811">
                  <c:v>8.0498457000000005</c:v>
                </c:pt>
                <c:pt idx="1812">
                  <c:v>8.0397424999999991</c:v>
                </c:pt>
                <c:pt idx="1813">
                  <c:v>8.0396508999999998</c:v>
                </c:pt>
                <c:pt idx="1814">
                  <c:v>8.0230540999999995</c:v>
                </c:pt>
                <c:pt idx="1815">
                  <c:v>8.0157536999999994</c:v>
                </c:pt>
                <c:pt idx="1816">
                  <c:v>7.9921559999999996</c:v>
                </c:pt>
                <c:pt idx="1817">
                  <c:v>7.9887136999999999</c:v>
                </c:pt>
                <c:pt idx="1818">
                  <c:v>7.9854183000000001</c:v>
                </c:pt>
                <c:pt idx="1819">
                  <c:v>7.9720377999999998</c:v>
                </c:pt>
                <c:pt idx="1820">
                  <c:v>7.9701633000000003</c:v>
                </c:pt>
                <c:pt idx="1821">
                  <c:v>7.9531178000000002</c:v>
                </c:pt>
                <c:pt idx="1822">
                  <c:v>7.9452524000000002</c:v>
                </c:pt>
                <c:pt idx="1823">
                  <c:v>7.9389118999999999</c:v>
                </c:pt>
                <c:pt idx="1824">
                  <c:v>7.9249777999999997</c:v>
                </c:pt>
                <c:pt idx="1825">
                  <c:v>7.9148879000000001</c:v>
                </c:pt>
                <c:pt idx="1826">
                  <c:v>7.8823805</c:v>
                </c:pt>
                <c:pt idx="1827">
                  <c:v>7.8678384000000001</c:v>
                </c:pt>
                <c:pt idx="1828">
                  <c:v>7.8499850999999996</c:v>
                </c:pt>
                <c:pt idx="1829">
                  <c:v>7.8087425000000001</c:v>
                </c:pt>
                <c:pt idx="1830">
                  <c:v>7.7953367</c:v>
                </c:pt>
                <c:pt idx="1831">
                  <c:v>7.7926134999999999</c:v>
                </c:pt>
                <c:pt idx="1832">
                  <c:v>7.7923974999999999</c:v>
                </c:pt>
                <c:pt idx="1833">
                  <c:v>7.7830019000000004</c:v>
                </c:pt>
                <c:pt idx="1834">
                  <c:v>7.7785506</c:v>
                </c:pt>
                <c:pt idx="1835">
                  <c:v>7.7721453</c:v>
                </c:pt>
                <c:pt idx="1836">
                  <c:v>7.7708959999999996</c:v>
                </c:pt>
                <c:pt idx="1837">
                  <c:v>7.7546119999999998</c:v>
                </c:pt>
                <c:pt idx="1838">
                  <c:v>7.7318707</c:v>
                </c:pt>
                <c:pt idx="1839">
                  <c:v>7.7243114000000004</c:v>
                </c:pt>
                <c:pt idx="1840">
                  <c:v>7.7186083999999999</c:v>
                </c:pt>
                <c:pt idx="1841">
                  <c:v>7.7153935000000002</c:v>
                </c:pt>
                <c:pt idx="1842">
                  <c:v>7.7074156</c:v>
                </c:pt>
                <c:pt idx="1843">
                  <c:v>7.6797962000000002</c:v>
                </c:pt>
                <c:pt idx="1844">
                  <c:v>7.6432595000000001</c:v>
                </c:pt>
                <c:pt idx="1845">
                  <c:v>7.6140752000000003</c:v>
                </c:pt>
                <c:pt idx="1846">
                  <c:v>7.5952010000000003</c:v>
                </c:pt>
                <c:pt idx="1847">
                  <c:v>7.5569363000000003</c:v>
                </c:pt>
                <c:pt idx="1848">
                  <c:v>7.5423955999999999</c:v>
                </c:pt>
                <c:pt idx="1849">
                  <c:v>7.5240850000000004</c:v>
                </c:pt>
                <c:pt idx="1850">
                  <c:v>7.5167216999999997</c:v>
                </c:pt>
                <c:pt idx="1851">
                  <c:v>7.5057372999999998</c:v>
                </c:pt>
                <c:pt idx="1852">
                  <c:v>7.4901476000000002</c:v>
                </c:pt>
                <c:pt idx="1853">
                  <c:v>7.4870362000000004</c:v>
                </c:pt>
                <c:pt idx="1854">
                  <c:v>7.4676185000000004</c:v>
                </c:pt>
                <c:pt idx="1855">
                  <c:v>7.4025654999999997</c:v>
                </c:pt>
                <c:pt idx="1856">
                  <c:v>7.3485054999999999</c:v>
                </c:pt>
                <c:pt idx="1857">
                  <c:v>7.3481835999999996</c:v>
                </c:pt>
                <c:pt idx="1858">
                  <c:v>7.3455997000000002</c:v>
                </c:pt>
                <c:pt idx="1859">
                  <c:v>7.3219723999999999</c:v>
                </c:pt>
                <c:pt idx="1860">
                  <c:v>7.3148607999999999</c:v>
                </c:pt>
                <c:pt idx="1861">
                  <c:v>7.3146962999999996</c:v>
                </c:pt>
                <c:pt idx="1862">
                  <c:v>7.2908273000000001</c:v>
                </c:pt>
                <c:pt idx="1863">
                  <c:v>7.2858733999999998</c:v>
                </c:pt>
                <c:pt idx="1864">
                  <c:v>7.2762995000000004</c:v>
                </c:pt>
                <c:pt idx="1865">
                  <c:v>7.2759757</c:v>
                </c:pt>
                <c:pt idx="1866">
                  <c:v>7.2584499999999998</c:v>
                </c:pt>
                <c:pt idx="1867">
                  <c:v>7.2577701000000001</c:v>
                </c:pt>
                <c:pt idx="1868">
                  <c:v>7.2304950000000003</c:v>
                </c:pt>
                <c:pt idx="1869">
                  <c:v>7.2300801000000003</c:v>
                </c:pt>
                <c:pt idx="1870">
                  <c:v>7.2260856999999996</c:v>
                </c:pt>
                <c:pt idx="1871">
                  <c:v>7.2178234999999997</c:v>
                </c:pt>
                <c:pt idx="1872">
                  <c:v>7.2166739</c:v>
                </c:pt>
                <c:pt idx="1873">
                  <c:v>7.1839513999999998</c:v>
                </c:pt>
                <c:pt idx="1874">
                  <c:v>7.1751288999999998</c:v>
                </c:pt>
                <c:pt idx="1875">
                  <c:v>7.1716771000000001</c:v>
                </c:pt>
                <c:pt idx="1876">
                  <c:v>7.1624559999999997</c:v>
                </c:pt>
                <c:pt idx="1877">
                  <c:v>7.1560712000000004</c:v>
                </c:pt>
                <c:pt idx="1878">
                  <c:v>7.1239419000000002</c:v>
                </c:pt>
                <c:pt idx="1879">
                  <c:v>7.1194924999999998</c:v>
                </c:pt>
                <c:pt idx="1880">
                  <c:v>7.1103759000000002</c:v>
                </c:pt>
                <c:pt idx="1881">
                  <c:v>7.1096339000000004</c:v>
                </c:pt>
                <c:pt idx="1882">
                  <c:v>7.1058406999999999</c:v>
                </c:pt>
                <c:pt idx="1883">
                  <c:v>7.0932097000000001</c:v>
                </c:pt>
                <c:pt idx="1884">
                  <c:v>7.0813274000000002</c:v>
                </c:pt>
                <c:pt idx="1885">
                  <c:v>7.0694407999999997</c:v>
                </c:pt>
                <c:pt idx="1886">
                  <c:v>7.0604414999999996</c:v>
                </c:pt>
                <c:pt idx="1887">
                  <c:v>6.9993930000000004</c:v>
                </c:pt>
                <c:pt idx="1888">
                  <c:v>6.9943441999999996</c:v>
                </c:pt>
                <c:pt idx="1889">
                  <c:v>6.9786505999999999</c:v>
                </c:pt>
                <c:pt idx="1890">
                  <c:v>6.9678040000000001</c:v>
                </c:pt>
                <c:pt idx="1891">
                  <c:v>6.9643297000000004</c:v>
                </c:pt>
                <c:pt idx="1892">
                  <c:v>6.9591111999999997</c:v>
                </c:pt>
                <c:pt idx="1893">
                  <c:v>6.9461354999999996</c:v>
                </c:pt>
                <c:pt idx="1894">
                  <c:v>6.9427848000000001</c:v>
                </c:pt>
                <c:pt idx="1895">
                  <c:v>6.9334946000000004</c:v>
                </c:pt>
                <c:pt idx="1896">
                  <c:v>6.9250832000000004</c:v>
                </c:pt>
                <c:pt idx="1897">
                  <c:v>6.9101876999999998</c:v>
                </c:pt>
                <c:pt idx="1898">
                  <c:v>6.8935833000000004</c:v>
                </c:pt>
                <c:pt idx="1899">
                  <c:v>6.8533024999999999</c:v>
                </c:pt>
                <c:pt idx="1900">
                  <c:v>6.8485297999999997</c:v>
                </c:pt>
                <c:pt idx="1901">
                  <c:v>6.8481025999999998</c:v>
                </c:pt>
                <c:pt idx="1902">
                  <c:v>6.8409599999999999</c:v>
                </c:pt>
                <c:pt idx="1903">
                  <c:v>6.8282619000000002</c:v>
                </c:pt>
                <c:pt idx="1904">
                  <c:v>6.7954831000000002</c:v>
                </c:pt>
                <c:pt idx="1905">
                  <c:v>6.7768516999999999</c:v>
                </c:pt>
                <c:pt idx="1906">
                  <c:v>6.7743548999999996</c:v>
                </c:pt>
                <c:pt idx="1907">
                  <c:v>6.7721752999999998</c:v>
                </c:pt>
                <c:pt idx="1908">
                  <c:v>6.7691989000000001</c:v>
                </c:pt>
                <c:pt idx="1909">
                  <c:v>6.7655348999999996</c:v>
                </c:pt>
                <c:pt idx="1910">
                  <c:v>6.7605085000000003</c:v>
                </c:pt>
                <c:pt idx="1911">
                  <c:v>6.7103615000000003</c:v>
                </c:pt>
                <c:pt idx="1912">
                  <c:v>6.6671429</c:v>
                </c:pt>
                <c:pt idx="1913">
                  <c:v>6.6610731999999997</c:v>
                </c:pt>
                <c:pt idx="1914">
                  <c:v>6.6575103000000002</c:v>
                </c:pt>
                <c:pt idx="1915">
                  <c:v>6.6552372000000002</c:v>
                </c:pt>
                <c:pt idx="1916">
                  <c:v>6.6545949000000002</c:v>
                </c:pt>
                <c:pt idx="1917">
                  <c:v>6.6403613000000004</c:v>
                </c:pt>
                <c:pt idx="1918">
                  <c:v>6.6264243</c:v>
                </c:pt>
                <c:pt idx="1919">
                  <c:v>6.6135973999999997</c:v>
                </c:pt>
                <c:pt idx="1920">
                  <c:v>6.6115722999999997</c:v>
                </c:pt>
                <c:pt idx="1921">
                  <c:v>6.6104282999999997</c:v>
                </c:pt>
                <c:pt idx="1922">
                  <c:v>6.6066421999999996</c:v>
                </c:pt>
                <c:pt idx="1923">
                  <c:v>6.5991244</c:v>
                </c:pt>
                <c:pt idx="1924">
                  <c:v>6.5973749000000002</c:v>
                </c:pt>
                <c:pt idx="1925">
                  <c:v>6.5821319000000003</c:v>
                </c:pt>
                <c:pt idx="1926">
                  <c:v>6.5787687000000004</c:v>
                </c:pt>
                <c:pt idx="1927">
                  <c:v>6.5683661000000004</c:v>
                </c:pt>
                <c:pt idx="1928">
                  <c:v>6.5226240000000004</c:v>
                </c:pt>
                <c:pt idx="1929">
                  <c:v>6.5168166000000003</c:v>
                </c:pt>
                <c:pt idx="1930">
                  <c:v>6.4835719999999997</c:v>
                </c:pt>
                <c:pt idx="1931">
                  <c:v>6.4544915999999999</c:v>
                </c:pt>
                <c:pt idx="1932">
                  <c:v>6.4137616</c:v>
                </c:pt>
                <c:pt idx="1933">
                  <c:v>6.3969231000000004</c:v>
                </c:pt>
                <c:pt idx="1934">
                  <c:v>6.3909754999999997</c:v>
                </c:pt>
                <c:pt idx="1935">
                  <c:v>6.3686208999999998</c:v>
                </c:pt>
                <c:pt idx="1936">
                  <c:v>6.3595476</c:v>
                </c:pt>
                <c:pt idx="1937">
                  <c:v>6.3501148000000001</c:v>
                </c:pt>
                <c:pt idx="1938">
                  <c:v>6.3340610999999996</c:v>
                </c:pt>
                <c:pt idx="1939">
                  <c:v>6.3271341000000003</c:v>
                </c:pt>
                <c:pt idx="1940">
                  <c:v>6.2879996</c:v>
                </c:pt>
                <c:pt idx="1941">
                  <c:v>6.2825135999999997</c:v>
                </c:pt>
                <c:pt idx="1942">
                  <c:v>6.2701168000000003</c:v>
                </c:pt>
                <c:pt idx="1943">
                  <c:v>6.2451233999999998</c:v>
                </c:pt>
                <c:pt idx="1944">
                  <c:v>6.2186494000000003</c:v>
                </c:pt>
                <c:pt idx="1945">
                  <c:v>6.2021445999999996</c:v>
                </c:pt>
                <c:pt idx="1946">
                  <c:v>6.1993213000000003</c:v>
                </c:pt>
                <c:pt idx="1947">
                  <c:v>6.1954555999999998</c:v>
                </c:pt>
                <c:pt idx="1948">
                  <c:v>6.1893057999999996</c:v>
                </c:pt>
                <c:pt idx="1949">
                  <c:v>6.1836085000000001</c:v>
                </c:pt>
                <c:pt idx="1950">
                  <c:v>6.1740360000000001</c:v>
                </c:pt>
                <c:pt idx="1951">
                  <c:v>6.1724943999999997</c:v>
                </c:pt>
                <c:pt idx="1952">
                  <c:v>6.1690396999999999</c:v>
                </c:pt>
                <c:pt idx="1953">
                  <c:v>6.1545224000000003</c:v>
                </c:pt>
                <c:pt idx="1954">
                  <c:v>6.1391654000000004</c:v>
                </c:pt>
                <c:pt idx="1955">
                  <c:v>6.1370630000000004</c:v>
                </c:pt>
                <c:pt idx="1956">
                  <c:v>6.1111407</c:v>
                </c:pt>
                <c:pt idx="1957">
                  <c:v>6.1102585999999999</c:v>
                </c:pt>
                <c:pt idx="1958">
                  <c:v>6.1076527</c:v>
                </c:pt>
                <c:pt idx="1959">
                  <c:v>6.1021118000000003</c:v>
                </c:pt>
                <c:pt idx="1960">
                  <c:v>6.1016916999999999</c:v>
                </c:pt>
                <c:pt idx="1961">
                  <c:v>6.1005038999999996</c:v>
                </c:pt>
                <c:pt idx="1962">
                  <c:v>6.0661101000000004</c:v>
                </c:pt>
                <c:pt idx="1963">
                  <c:v>6.0640682999999997</c:v>
                </c:pt>
                <c:pt idx="1964">
                  <c:v>6.0594444000000003</c:v>
                </c:pt>
                <c:pt idx="1965">
                  <c:v>6.0353436</c:v>
                </c:pt>
                <c:pt idx="1966">
                  <c:v>6.0347413999999997</c:v>
                </c:pt>
                <c:pt idx="1967">
                  <c:v>6.0256661999999999</c:v>
                </c:pt>
                <c:pt idx="1968">
                  <c:v>6.0223364999999998</c:v>
                </c:pt>
                <c:pt idx="1969">
                  <c:v>6.0122099000000002</c:v>
                </c:pt>
                <c:pt idx="1970">
                  <c:v>6.0063424000000003</c:v>
                </c:pt>
                <c:pt idx="1971">
                  <c:v>5.9990310999999998</c:v>
                </c:pt>
                <c:pt idx="1972">
                  <c:v>5.9864797999999997</c:v>
                </c:pt>
                <c:pt idx="1973">
                  <c:v>5.9858631999999998</c:v>
                </c:pt>
                <c:pt idx="1974">
                  <c:v>5.9669714000000003</c:v>
                </c:pt>
                <c:pt idx="1975">
                  <c:v>5.9521221999999998</c:v>
                </c:pt>
                <c:pt idx="1976">
                  <c:v>5.9410261999999996</c:v>
                </c:pt>
                <c:pt idx="1977">
                  <c:v>5.9372062999999997</c:v>
                </c:pt>
                <c:pt idx="1978">
                  <c:v>5.9309554000000002</c:v>
                </c:pt>
                <c:pt idx="1979">
                  <c:v>5.8924909000000003</c:v>
                </c:pt>
                <c:pt idx="1980">
                  <c:v>5.8780736999999998</c:v>
                </c:pt>
                <c:pt idx="1981">
                  <c:v>5.8551807</c:v>
                </c:pt>
                <c:pt idx="1982">
                  <c:v>5.8359288999999999</c:v>
                </c:pt>
                <c:pt idx="1983">
                  <c:v>5.8335533000000002</c:v>
                </c:pt>
                <c:pt idx="1984">
                  <c:v>5.8306265000000002</c:v>
                </c:pt>
                <c:pt idx="1985">
                  <c:v>5.8292861</c:v>
                </c:pt>
                <c:pt idx="1986">
                  <c:v>5.8026099000000002</c:v>
                </c:pt>
                <c:pt idx="1987">
                  <c:v>5.7855258000000003</c:v>
                </c:pt>
                <c:pt idx="1988">
                  <c:v>5.7789979000000002</c:v>
                </c:pt>
                <c:pt idx="1989">
                  <c:v>5.7634620999999999</c:v>
                </c:pt>
                <c:pt idx="1990">
                  <c:v>5.7347983999999999</c:v>
                </c:pt>
                <c:pt idx="1991">
                  <c:v>5.7298675000000001</c:v>
                </c:pt>
                <c:pt idx="1992">
                  <c:v>5.7264929000000002</c:v>
                </c:pt>
                <c:pt idx="1993">
                  <c:v>5.7263970000000004</c:v>
                </c:pt>
                <c:pt idx="1994">
                  <c:v>5.7078271000000003</c:v>
                </c:pt>
                <c:pt idx="1995">
                  <c:v>5.6785354999999997</c:v>
                </c:pt>
                <c:pt idx="1996">
                  <c:v>5.6548604999999998</c:v>
                </c:pt>
                <c:pt idx="1997">
                  <c:v>5.6382680000000001</c:v>
                </c:pt>
                <c:pt idx="1998">
                  <c:v>5.6312531999999997</c:v>
                </c:pt>
                <c:pt idx="1999">
                  <c:v>5.5754108000000002</c:v>
                </c:pt>
                <c:pt idx="2000">
                  <c:v>5.5473074999999996</c:v>
                </c:pt>
                <c:pt idx="2001">
                  <c:v>5.5464777999999999</c:v>
                </c:pt>
                <c:pt idx="2002">
                  <c:v>5.5417204</c:v>
                </c:pt>
                <c:pt idx="2003">
                  <c:v>5.5077486000000002</c:v>
                </c:pt>
                <c:pt idx="2004">
                  <c:v>5.4994879000000001</c:v>
                </c:pt>
                <c:pt idx="2005">
                  <c:v>5.4655585000000002</c:v>
                </c:pt>
                <c:pt idx="2006">
                  <c:v>5.4371200000000002</c:v>
                </c:pt>
                <c:pt idx="2007">
                  <c:v>5.3779615999999999</c:v>
                </c:pt>
                <c:pt idx="2008">
                  <c:v>5.3459820999999996</c:v>
                </c:pt>
                <c:pt idx="2009">
                  <c:v>5.3210702000000003</c:v>
                </c:pt>
                <c:pt idx="2010">
                  <c:v>5.3176969999999999</c:v>
                </c:pt>
                <c:pt idx="2011">
                  <c:v>5.3107914999999997</c:v>
                </c:pt>
                <c:pt idx="2012">
                  <c:v>5.3038091999999999</c:v>
                </c:pt>
                <c:pt idx="2013">
                  <c:v>5.3007664999999999</c:v>
                </c:pt>
                <c:pt idx="2014">
                  <c:v>5.2857108000000004</c:v>
                </c:pt>
                <c:pt idx="2015">
                  <c:v>5.2623305</c:v>
                </c:pt>
                <c:pt idx="2016">
                  <c:v>5.2537737</c:v>
                </c:pt>
                <c:pt idx="2017">
                  <c:v>5.2114019000000003</c:v>
                </c:pt>
                <c:pt idx="2018">
                  <c:v>5.2062254000000001</c:v>
                </c:pt>
                <c:pt idx="2019">
                  <c:v>5.1997752000000004</c:v>
                </c:pt>
                <c:pt idx="2020">
                  <c:v>5.1881212999999997</c:v>
                </c:pt>
                <c:pt idx="2021">
                  <c:v>5.1868496000000004</c:v>
                </c:pt>
                <c:pt idx="2022">
                  <c:v>5.1826252999999998</c:v>
                </c:pt>
                <c:pt idx="2023">
                  <c:v>5.1782288999999997</c:v>
                </c:pt>
                <c:pt idx="2024">
                  <c:v>5.1751398999999996</c:v>
                </c:pt>
                <c:pt idx="2025">
                  <c:v>5.1714257999999997</c:v>
                </c:pt>
                <c:pt idx="2026">
                  <c:v>5.1063084999999999</c:v>
                </c:pt>
                <c:pt idx="2027">
                  <c:v>5.0952339000000002</c:v>
                </c:pt>
                <c:pt idx="2028">
                  <c:v>5.0886196999999997</c:v>
                </c:pt>
                <c:pt idx="2029">
                  <c:v>5.0525484000000001</c:v>
                </c:pt>
                <c:pt idx="2030">
                  <c:v>5.0302791999999998</c:v>
                </c:pt>
                <c:pt idx="2031">
                  <c:v>5.0085826000000004</c:v>
                </c:pt>
                <c:pt idx="2032">
                  <c:v>4.9578533</c:v>
                </c:pt>
                <c:pt idx="2033">
                  <c:v>4.9355025000000001</c:v>
                </c:pt>
                <c:pt idx="2034">
                  <c:v>4.9197043999999996</c:v>
                </c:pt>
                <c:pt idx="2035">
                  <c:v>4.9184713000000002</c:v>
                </c:pt>
                <c:pt idx="2036">
                  <c:v>4.8934993999999996</c:v>
                </c:pt>
                <c:pt idx="2037">
                  <c:v>4.8730935999999998</c:v>
                </c:pt>
                <c:pt idx="2038">
                  <c:v>4.8677153999999998</c:v>
                </c:pt>
                <c:pt idx="2039">
                  <c:v>4.8176398000000002</c:v>
                </c:pt>
                <c:pt idx="2040">
                  <c:v>4.8093976999999999</c:v>
                </c:pt>
                <c:pt idx="2041">
                  <c:v>4.7942204000000004</c:v>
                </c:pt>
                <c:pt idx="2042">
                  <c:v>4.7765560000000002</c:v>
                </c:pt>
                <c:pt idx="2043">
                  <c:v>4.7625237</c:v>
                </c:pt>
                <c:pt idx="2044">
                  <c:v>4.7621168999999997</c:v>
                </c:pt>
                <c:pt idx="2045">
                  <c:v>4.7563886999999996</c:v>
                </c:pt>
                <c:pt idx="2046">
                  <c:v>4.7549223999999999</c:v>
                </c:pt>
                <c:pt idx="2047">
                  <c:v>4.7497382000000004</c:v>
                </c:pt>
                <c:pt idx="2048">
                  <c:v>4.7423495999999998</c:v>
                </c:pt>
                <c:pt idx="2049">
                  <c:v>4.7306895000000004</c:v>
                </c:pt>
                <c:pt idx="2050">
                  <c:v>4.6823096</c:v>
                </c:pt>
                <c:pt idx="2051">
                  <c:v>4.6663413</c:v>
                </c:pt>
                <c:pt idx="2052">
                  <c:v>4.6587334</c:v>
                </c:pt>
                <c:pt idx="2053">
                  <c:v>4.6178312000000004</c:v>
                </c:pt>
                <c:pt idx="2054">
                  <c:v>4.5949273000000002</c:v>
                </c:pt>
                <c:pt idx="2055">
                  <c:v>4.5164714000000004</c:v>
                </c:pt>
                <c:pt idx="2056">
                  <c:v>4.4948645000000003</c:v>
                </c:pt>
                <c:pt idx="2057">
                  <c:v>4.4475904000000002</c:v>
                </c:pt>
                <c:pt idx="2058">
                  <c:v>4.4266367000000004</c:v>
                </c:pt>
                <c:pt idx="2059">
                  <c:v>4.3793249000000003</c:v>
                </c:pt>
                <c:pt idx="2060">
                  <c:v>4.3277983999999998</c:v>
                </c:pt>
                <c:pt idx="2061">
                  <c:v>4.3150877999999997</c:v>
                </c:pt>
                <c:pt idx="2062">
                  <c:v>4.3059801999999996</c:v>
                </c:pt>
                <c:pt idx="2063">
                  <c:v>4.3038626000000004</c:v>
                </c:pt>
                <c:pt idx="2064">
                  <c:v>4.2830443000000002</c:v>
                </c:pt>
                <c:pt idx="2065">
                  <c:v>4.2760414999999998</c:v>
                </c:pt>
                <c:pt idx="2066">
                  <c:v>4.2237185999999998</c:v>
                </c:pt>
                <c:pt idx="2067">
                  <c:v>4.2138080999999996</c:v>
                </c:pt>
                <c:pt idx="2068">
                  <c:v>4.1927899999999996</c:v>
                </c:pt>
                <c:pt idx="2069">
                  <c:v>4.1779871000000002</c:v>
                </c:pt>
                <c:pt idx="2070">
                  <c:v>4.1703996999999999</c:v>
                </c:pt>
                <c:pt idx="2071">
                  <c:v>4.1656842000000003</c:v>
                </c:pt>
                <c:pt idx="2072">
                  <c:v>4.1656246000000001</c:v>
                </c:pt>
                <c:pt idx="2073">
                  <c:v>4.1386789999999998</c:v>
                </c:pt>
                <c:pt idx="2074">
                  <c:v>4.1382380000000003</c:v>
                </c:pt>
                <c:pt idx="2075">
                  <c:v>4.1009606999999999</c:v>
                </c:pt>
                <c:pt idx="2076">
                  <c:v>4.0614648000000004</c:v>
                </c:pt>
                <c:pt idx="2077">
                  <c:v>4.0447435</c:v>
                </c:pt>
                <c:pt idx="2078">
                  <c:v>4.0273142000000002</c:v>
                </c:pt>
                <c:pt idx="2079">
                  <c:v>4.0131854999999996</c:v>
                </c:pt>
                <c:pt idx="2080">
                  <c:v>4.0103865000000001</c:v>
                </c:pt>
                <c:pt idx="2081">
                  <c:v>4.0012306999999998</c:v>
                </c:pt>
                <c:pt idx="2082">
                  <c:v>3.9802148000000002</c:v>
                </c:pt>
                <c:pt idx="2083">
                  <c:v>3.9313045</c:v>
                </c:pt>
                <c:pt idx="2084">
                  <c:v>3.8990377999999999</c:v>
                </c:pt>
                <c:pt idx="2085">
                  <c:v>3.8764172000000001</c:v>
                </c:pt>
                <c:pt idx="2086">
                  <c:v>3.8759815999999998</c:v>
                </c:pt>
                <c:pt idx="2087">
                  <c:v>3.8664081000000001</c:v>
                </c:pt>
                <c:pt idx="2088">
                  <c:v>3.8611721999999999</c:v>
                </c:pt>
                <c:pt idx="2089">
                  <c:v>3.8269261999999999</c:v>
                </c:pt>
                <c:pt idx="2090">
                  <c:v>3.8254956999999998</c:v>
                </c:pt>
                <c:pt idx="2091">
                  <c:v>3.8230890999999998</c:v>
                </c:pt>
                <c:pt idx="2092">
                  <c:v>3.8096918999999998</c:v>
                </c:pt>
                <c:pt idx="2093">
                  <c:v>3.7832219999999999</c:v>
                </c:pt>
                <c:pt idx="2094">
                  <c:v>3.7457015999999999</c:v>
                </c:pt>
                <c:pt idx="2095">
                  <c:v>3.6877803999999998</c:v>
                </c:pt>
                <c:pt idx="2096">
                  <c:v>3.6857030000000002</c:v>
                </c:pt>
                <c:pt idx="2097">
                  <c:v>3.6831691000000002</c:v>
                </c:pt>
                <c:pt idx="2098">
                  <c:v>3.6798715999999998</c:v>
                </c:pt>
                <c:pt idx="2099">
                  <c:v>3.6753019999999998</c:v>
                </c:pt>
                <c:pt idx="2100">
                  <c:v>3.663348</c:v>
                </c:pt>
                <c:pt idx="2101">
                  <c:v>3.6624291000000002</c:v>
                </c:pt>
                <c:pt idx="2102">
                  <c:v>3.6114161</c:v>
                </c:pt>
                <c:pt idx="2103">
                  <c:v>3.6031976000000001</c:v>
                </c:pt>
                <c:pt idx="2104">
                  <c:v>3.5334308000000001</c:v>
                </c:pt>
                <c:pt idx="2105">
                  <c:v>3.5162963999999999</c:v>
                </c:pt>
                <c:pt idx="2106">
                  <c:v>3.3788947999999999</c:v>
                </c:pt>
                <c:pt idx="2107">
                  <c:v>3.3365201999999998</c:v>
                </c:pt>
                <c:pt idx="2108">
                  <c:v>3.3071225000000002</c:v>
                </c:pt>
                <c:pt idx="2109">
                  <c:v>3.3016448</c:v>
                </c:pt>
                <c:pt idx="2110">
                  <c:v>3.2478712000000001</c:v>
                </c:pt>
                <c:pt idx="2111">
                  <c:v>3.2280397000000001</c:v>
                </c:pt>
                <c:pt idx="2112">
                  <c:v>3.2012621999999999</c:v>
                </c:pt>
                <c:pt idx="2113">
                  <c:v>3.1645829999999999</c:v>
                </c:pt>
                <c:pt idx="2114">
                  <c:v>2.9946448999999999</c:v>
                </c:pt>
                <c:pt idx="2115">
                  <c:v>2.9168457999999999</c:v>
                </c:pt>
                <c:pt idx="2116">
                  <c:v>2.8856117999999999</c:v>
                </c:pt>
                <c:pt idx="2117">
                  <c:v>2.8852500999999999</c:v>
                </c:pt>
                <c:pt idx="2118">
                  <c:v>2.8525399999999999</c:v>
                </c:pt>
                <c:pt idx="2119">
                  <c:v>2.8440930999999998</c:v>
                </c:pt>
                <c:pt idx="2120">
                  <c:v>2.8314750000000002</c:v>
                </c:pt>
                <c:pt idx="2121">
                  <c:v>2.8148479000000002</c:v>
                </c:pt>
                <c:pt idx="2122">
                  <c:v>2.8080482</c:v>
                </c:pt>
                <c:pt idx="2123">
                  <c:v>2.7647542999999999</c:v>
                </c:pt>
                <c:pt idx="2124">
                  <c:v>2.7610979000000002</c:v>
                </c:pt>
                <c:pt idx="2125">
                  <c:v>2.7495761000000001</c:v>
                </c:pt>
                <c:pt idx="2126">
                  <c:v>2.7072585</c:v>
                </c:pt>
                <c:pt idx="2127">
                  <c:v>2.6952448000000002</c:v>
                </c:pt>
                <c:pt idx="2128">
                  <c:v>2.6777739999999999</c:v>
                </c:pt>
                <c:pt idx="2129">
                  <c:v>2.6648551999999999</c:v>
                </c:pt>
                <c:pt idx="2130">
                  <c:v>2.5831056000000001</c:v>
                </c:pt>
                <c:pt idx="2131">
                  <c:v>2.5647487999999998</c:v>
                </c:pt>
                <c:pt idx="2132">
                  <c:v>2.5245975999999999</c:v>
                </c:pt>
                <c:pt idx="2133">
                  <c:v>2.5070961</c:v>
                </c:pt>
                <c:pt idx="2134">
                  <c:v>2.4978411</c:v>
                </c:pt>
                <c:pt idx="2135">
                  <c:v>2.4920627999999998</c:v>
                </c:pt>
                <c:pt idx="2136">
                  <c:v>2.4870326999999999</c:v>
                </c:pt>
                <c:pt idx="2137">
                  <c:v>2.4782012</c:v>
                </c:pt>
                <c:pt idx="2138">
                  <c:v>2.4012055000000001</c:v>
                </c:pt>
                <c:pt idx="2139">
                  <c:v>2.3623883999999999</c:v>
                </c:pt>
                <c:pt idx="2140">
                  <c:v>2.3322148</c:v>
                </c:pt>
                <c:pt idx="2141">
                  <c:v>2.3040818999999999</c:v>
                </c:pt>
                <c:pt idx="2142">
                  <c:v>2.2348018000000001</c:v>
                </c:pt>
                <c:pt idx="2143">
                  <c:v>2.1841564</c:v>
                </c:pt>
                <c:pt idx="2144">
                  <c:v>2.1083173999999998</c:v>
                </c:pt>
                <c:pt idx="2145">
                  <c:v>2.0711908000000001</c:v>
                </c:pt>
                <c:pt idx="2146">
                  <c:v>2.0443264999999999</c:v>
                </c:pt>
                <c:pt idx="2147">
                  <c:v>1.7273012000000001</c:v>
                </c:pt>
                <c:pt idx="2148">
                  <c:v>1.7209681999999999</c:v>
                </c:pt>
                <c:pt idx="2149">
                  <c:v>1.5830991000000001</c:v>
                </c:pt>
                <c:pt idx="2150">
                  <c:v>1.4704763000000001</c:v>
                </c:pt>
                <c:pt idx="2151">
                  <c:v>1.450183</c:v>
                </c:pt>
                <c:pt idx="2152">
                  <c:v>1.3542726</c:v>
                </c:pt>
                <c:pt idx="2153">
                  <c:v>1.2867546000000001</c:v>
                </c:pt>
                <c:pt idx="2154">
                  <c:v>1.2662237999999999</c:v>
                </c:pt>
                <c:pt idx="2155">
                  <c:v>1.2526181999999999</c:v>
                </c:pt>
                <c:pt idx="2156">
                  <c:v>1.2229954999999999</c:v>
                </c:pt>
                <c:pt idx="2157">
                  <c:v>1.1976296</c:v>
                </c:pt>
                <c:pt idx="2158">
                  <c:v>1.1908337</c:v>
                </c:pt>
                <c:pt idx="2159">
                  <c:v>1.1455981</c:v>
                </c:pt>
                <c:pt idx="2160">
                  <c:v>1.1360546</c:v>
                </c:pt>
                <c:pt idx="2161">
                  <c:v>1.122188</c:v>
                </c:pt>
                <c:pt idx="2162">
                  <c:v>1.1112679999999999</c:v>
                </c:pt>
                <c:pt idx="2163">
                  <c:v>1.1010909</c:v>
                </c:pt>
                <c:pt idx="2164">
                  <c:v>1.0948609</c:v>
                </c:pt>
                <c:pt idx="2165">
                  <c:v>1.0915630000000001</c:v>
                </c:pt>
                <c:pt idx="2166">
                  <c:v>1.0572653000000001</c:v>
                </c:pt>
                <c:pt idx="2167">
                  <c:v>0.95078777999999997</c:v>
                </c:pt>
                <c:pt idx="2168">
                  <c:v>0.80054879000000001</c:v>
                </c:pt>
                <c:pt idx="2169">
                  <c:v>0.64436126000000005</c:v>
                </c:pt>
                <c:pt idx="2170">
                  <c:v>0.61762046999999998</c:v>
                </c:pt>
                <c:pt idx="2171">
                  <c:v>0.56526600999999999</c:v>
                </c:pt>
                <c:pt idx="2172">
                  <c:v>0.46191373000000002</c:v>
                </c:pt>
                <c:pt idx="2173">
                  <c:v>0.43150582999999998</c:v>
                </c:pt>
                <c:pt idx="2174">
                  <c:v>0.35575952999999999</c:v>
                </c:pt>
                <c:pt idx="2175">
                  <c:v>0.30623949</c:v>
                </c:pt>
                <c:pt idx="2176">
                  <c:v>0.18582903000000001</c:v>
                </c:pt>
                <c:pt idx="2177">
                  <c:v>0.15632509999999999</c:v>
                </c:pt>
                <c:pt idx="2178">
                  <c:v>0.11776482000000001</c:v>
                </c:pt>
                <c:pt idx="2179">
                  <c:v>9.3946881999999995E-2</c:v>
                </c:pt>
                <c:pt idx="2180">
                  <c:v>0</c:v>
                </c:pt>
                <c:pt idx="2181">
                  <c:v>0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0</c:v>
                </c:pt>
                <c:pt idx="2189">
                  <c:v>0</c:v>
                </c:pt>
                <c:pt idx="2190">
                  <c:v>0</c:v>
                </c:pt>
                <c:pt idx="2191">
                  <c:v>0</c:v>
                </c:pt>
                <c:pt idx="2192">
                  <c:v>0</c:v>
                </c:pt>
                <c:pt idx="2193">
                  <c:v>0</c:v>
                </c:pt>
                <c:pt idx="2194">
                  <c:v>0</c:v>
                </c:pt>
                <c:pt idx="2195">
                  <c:v>30.334399999999999</c:v>
                </c:pt>
                <c:pt idx="2196">
                  <c:v>47.305751999999998</c:v>
                </c:pt>
                <c:pt idx="2197">
                  <c:v>34.880477999999997</c:v>
                </c:pt>
                <c:pt idx="2198">
                  <c:v>34.707272000000003</c:v>
                </c:pt>
                <c:pt idx="2199">
                  <c:v>46.557116999999998</c:v>
                </c:pt>
                <c:pt idx="2200">
                  <c:v>14.182774999999999</c:v>
                </c:pt>
                <c:pt idx="2201">
                  <c:v>36.021557000000001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405-42D2-84DE-F8EA208DA7BA}"/>
            </c:ext>
          </c:extLst>
        </c:ser>
        <c:ser>
          <c:idx val="1"/>
          <c:order val="1"/>
          <c:tx>
            <c:v>Select Schools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29B6A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1.820030301995797E-2"/>
                  <c:y val="6.3582652279150206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000204078161935"/>
                      <c:h val="5.0040041383994496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2-7405-42D2-84DE-F8EA208DA7BA}"/>
                </c:ext>
              </c:extLst>
            </c:dLbl>
            <c:dLbl>
              <c:idx val="1"/>
              <c:layout>
                <c:manualLayout>
                  <c:x val="1.2342656548903168E-2"/>
                  <c:y val="-0.1082887674126438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875253233611988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3-7405-42D2-84DE-F8EA208DA7BA}"/>
                </c:ext>
              </c:extLst>
            </c:dLbl>
            <c:dLbl>
              <c:idx val="2"/>
              <c:layout>
                <c:manualLayout>
                  <c:x val="7.9410603133794073E-3"/>
                  <c:y val="-4.2275291626391626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7405-42D2-84DE-F8EA208DA7BA}"/>
                </c:ext>
              </c:extLst>
            </c:dLbl>
            <c:dLbl>
              <c:idx val="3"/>
              <c:layout>
                <c:manualLayout>
                  <c:x val="2.3732115523282988E-2"/>
                  <c:y val="3.098085959002425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75312052850177"/>
                      <c:h val="7.5218736254908714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5-7405-42D2-84DE-F8EA208DA7BA}"/>
                </c:ext>
              </c:extLst>
            </c:dLbl>
            <c:dLbl>
              <c:idx val="4"/>
              <c:layout>
                <c:manualLayout>
                  <c:x val="1.2003132442388303E-2"/>
                  <c:y val="-5.486167993657837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829961084078576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6-7405-42D2-84DE-F8EA208DA7BA}"/>
                </c:ext>
              </c:extLst>
            </c:dLbl>
            <c:dLbl>
              <c:idx val="5"/>
              <c:layout>
                <c:manualLayout>
                  <c:x val="2.4041799600182028E-2"/>
                  <c:y val="3.349572538929137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77827174126941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7-7405-42D2-84DE-F8EA208DA7BA}"/>
                </c:ext>
              </c:extLst>
            </c:dLbl>
            <c:dLbl>
              <c:idx val="6"/>
              <c:layout>
                <c:manualLayout>
                  <c:x val="2.900489847029154E-2"/>
                  <c:y val="-4.1731331696871925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78205403029886"/>
                      <c:h val="7.5218736254908714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8-7405-42D2-84DE-F8EA208DA7BA}"/>
                </c:ext>
              </c:extLst>
            </c:dLbl>
            <c:dLbl>
              <c:idx val="7"/>
              <c:layout>
                <c:manualLayout>
                  <c:x val="1.7899667781461244E-2"/>
                  <c:y val="1.310001552403414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7405-42D2-84DE-F8EA208DA7BA}"/>
                </c:ext>
              </c:extLst>
            </c:dLbl>
            <c:dLbl>
              <c:idx val="8"/>
              <c:layout>
                <c:manualLayout>
                  <c:x val="5.3699003344383753E-2"/>
                  <c:y val="-3.9300046572102475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A-7405-42D2-84DE-F8EA208DA7BA}"/>
                </c:ext>
              </c:extLst>
            </c:dLbl>
            <c:dLbl>
              <c:idx val="9"/>
              <c:layout>
                <c:manualLayout>
                  <c:x val="6.7123754180479743E-3"/>
                  <c:y val="-3.2750038810085362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B-7405-42D2-84DE-F8EA208DA7BA}"/>
                </c:ext>
              </c:extLst>
            </c:dLbl>
            <c:dLbl>
              <c:idx val="10"/>
              <c:layout>
                <c:manualLayout>
                  <c:x val="2.0137126254143923E-2"/>
                  <c:y val="-0.13755016300235853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C-7405-42D2-84DE-F8EA208DA7BA}"/>
                </c:ext>
              </c:extLst>
            </c:dLbl>
            <c:dLbl>
              <c:idx val="11"/>
              <c:layout>
                <c:manualLayout>
                  <c:x val="1.0627927745242646E-2"/>
                  <c:y val="-5.458331205870184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536944403385221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D-7405-42D2-84DE-F8EA208DA7B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7405-42D2-84DE-F8EA208DA7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7405-42D2-84DE-F8EA208DA7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7405-42D2-84DE-F8EA208DA7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7405-42D2-84DE-F8EA208DA7BA}"/>
                </c:ext>
              </c:extLst>
            </c:dLbl>
            <c:dLbl>
              <c:idx val="16"/>
              <c:layout>
                <c:manualLayout>
                  <c:x val="1.3303175116069561E-2"/>
                  <c:y val="-2.807619709522267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12-7405-42D2-84DE-F8EA208DA7B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7405-42D2-84DE-F8EA208DA7B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7405-42D2-84DE-F8EA208DA7B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7405-42D2-84DE-F8EA208DA7BA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7405-42D2-84DE-F8EA208DA7BA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7405-42D2-84DE-F8EA208DA7B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7405-42D2-84DE-F8EA208DA7B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7405-42D2-84DE-F8EA208DA7B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7405-42D2-84DE-F8EA208DA7B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7405-42D2-84DE-F8EA208DA7BA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7405-42D2-84DE-F8EA208DA7B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7405-42D2-84DE-F8EA208DA7BA}"/>
                </c:ext>
              </c:extLst>
            </c:dLbl>
            <c:dLbl>
              <c:idx val="28"/>
              <c:layout>
                <c:manualLayout>
                  <c:x val="1.7179900631168268E-2"/>
                  <c:y val="-6.873574669371171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30093592512599"/>
                      <c:h val="7.2176529588766289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1E-7405-42D2-84DE-F8EA208DA7BA}"/>
                </c:ext>
              </c:extLst>
            </c:dLbl>
            <c:dLbl>
              <c:idx val="29"/>
              <c:layout>
                <c:manualLayout>
                  <c:x val="2.6136346887524534E-2"/>
                  <c:y val="-5.2090049676588819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430531226793192"/>
                      <c:h val="7.2176529588766289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1F-7405-42D2-84DE-F8EA208DA7BA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7405-42D2-84DE-F8EA208DA7BA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7405-42D2-84DE-F8EA208DA7BA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7405-42D2-84DE-F8EA208DA7BA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7405-42D2-84DE-F8EA208DA7BA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7405-42D2-84DE-F8EA208DA7BA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7405-42D2-84DE-F8EA208DA7BA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7405-42D2-84DE-F8EA208DA7BA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7405-42D2-84DE-F8EA208DA7BA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7405-42D2-84DE-F8EA208DA7BA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7405-42D2-84DE-F8EA208DA7BA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7405-42D2-84DE-F8EA208DA7BA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7405-42D2-84DE-F8EA208DA7BA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7405-42D2-84DE-F8EA208DA7BA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7405-42D2-84DE-F8EA208DA7BA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7405-42D2-84DE-F8EA208DA7BA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7405-42D2-84DE-F8EA208DA7BA}"/>
                </c:ext>
              </c:extLst>
            </c:dLbl>
            <c:dLbl>
              <c:idx val="46"/>
              <c:layout>
                <c:manualLayout>
                  <c:x val="5.3613031561551394E-2"/>
                  <c:y val="-7.197450882448225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218000827650321"/>
                      <c:h val="5.0040041383994496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30-7405-42D2-84DE-F8EA208DA7BA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7405-42D2-84DE-F8EA208DA7BA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7405-42D2-84DE-F8EA208DA7BA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7405-42D2-84DE-F8EA208DA7BA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7405-42D2-84DE-F8EA208DA7BA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7405-42D2-84DE-F8EA208DA7BA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7405-42D2-84DE-F8EA208DA7BA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7405-42D2-84DE-F8EA208DA7BA}"/>
                </c:ext>
              </c:extLst>
            </c:dLbl>
            <c:dLbl>
              <c:idx val="54"/>
              <c:layout>
                <c:manualLayout>
                  <c:x val="0"/>
                  <c:y val="3.436950815930626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38-7405-42D2-84DE-F8EA208DA7BA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7405-42D2-84DE-F8EA208DA7BA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7405-42D2-84DE-F8EA208DA7BA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7405-42D2-84DE-F8EA208DA7BA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7405-42D2-84DE-F8EA208DA7BA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7405-42D2-84DE-F8EA208DA7BA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7405-42D2-84DE-F8EA208DA7BA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7405-42D2-84DE-F8EA208DA7BA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7405-42D2-84DE-F8EA208DA7BA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7405-42D2-84DE-F8EA208DA7BA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7405-42D2-84DE-F8EA208DA7BA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7405-42D2-84DE-F8EA208DA7BA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7405-42D2-84DE-F8EA208DA7BA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7405-42D2-84DE-F8EA208DA7BA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7405-42D2-84DE-F8EA208DA7BA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7405-42D2-84DE-F8EA208DA7BA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7405-42D2-84DE-F8EA208DA7BA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7405-42D2-84DE-F8EA208DA7BA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7405-42D2-84DE-F8EA208DA7BA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7405-42D2-84DE-F8EA208DA7BA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7405-42D2-84DE-F8EA208DA7BA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7405-42D2-84DE-F8EA208DA7BA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7405-42D2-84DE-F8EA208DA7BA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7405-42D2-84DE-F8EA208DA7BA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7405-42D2-84DE-F8EA208DA7BA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7405-42D2-84DE-F8EA208DA7BA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7405-42D2-84DE-F8EA208DA7BA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7405-42D2-84DE-F8EA208DA7BA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7405-42D2-84DE-F8EA208DA7BA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7405-42D2-84DE-F8EA208DA7BA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7405-42D2-84DE-F8EA208DA7BA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7405-42D2-84DE-F8EA208DA7BA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7405-42D2-84DE-F8EA208DA7BA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7405-42D2-84DE-F8EA208DA7BA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7405-42D2-84DE-F8EA208DA7BA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7405-42D2-84DE-F8EA208DA7BA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7405-42D2-84DE-F8EA208DA7BA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7405-42D2-84DE-F8EA208DA7BA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r>
                      <a:rPr lang="en-US"/>
                      <a:t>Duke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219472988986658E-2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5E-7405-42D2-84DE-F8EA208DA7BA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7405-42D2-84DE-F8EA208DA7BA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7405-42D2-84DE-F8EA208DA7BA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7405-42D2-84DE-F8EA208DA7BA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7405-42D2-84DE-F8EA208DA7BA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7405-42D2-84DE-F8EA208DA7BA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7405-42D2-84DE-F8EA208DA7BA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7405-42D2-84DE-F8EA208DA7BA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7405-42D2-84DE-F8EA208DA7BA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7405-42D2-84DE-F8EA208DA7BA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7405-42D2-84DE-F8EA208DA7BA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7405-42D2-84DE-F8EA208DA7BA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7405-42D2-84DE-F8EA208DA7BA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7405-42D2-84DE-F8EA208DA7BA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7405-42D2-84DE-F8EA208DA7BA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7405-42D2-84DE-F8EA208DA7BA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7405-42D2-84DE-F8EA208DA7BA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7405-42D2-84DE-F8EA208DA7BA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7405-42D2-84DE-F8EA208DA7BA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7405-42D2-84DE-F8EA208DA7BA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7405-42D2-84DE-F8EA208DA7BA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7405-42D2-84DE-F8EA208DA7BA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7405-42D2-84DE-F8EA208DA7BA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7405-42D2-84DE-F8EA208DA7BA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7405-42D2-84DE-F8EA208DA7BA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7405-42D2-84DE-F8EA208DA7BA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7405-42D2-84DE-F8EA208DA7BA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7405-42D2-84DE-F8EA208DA7BA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7405-42D2-84DE-F8EA208DA7BA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7405-42D2-84DE-F8EA208DA7BA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7405-42D2-84DE-F8EA208DA7BA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7405-42D2-84DE-F8EA208DA7BA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7405-42D2-84DE-F8EA208DA7BA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7405-42D2-84DE-F8EA208DA7BA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7405-42D2-84DE-F8EA208DA7BA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7405-42D2-84DE-F8EA208DA7BA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7405-42D2-84DE-F8EA208DA7BA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7405-42D2-84DE-F8EA208DA7BA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7405-42D2-84DE-F8EA208DA7BA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7405-42D2-84DE-F8EA208DA7BA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7405-42D2-84DE-F8EA208DA7BA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7405-42D2-84DE-F8EA208DA7BA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7405-42D2-84DE-F8EA208DA7BA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7405-42D2-84DE-F8EA208DA7BA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7405-42D2-84DE-F8EA208DA7BA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7405-42D2-84DE-F8EA208DA7BA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7405-42D2-84DE-F8EA208DA7BA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7405-42D2-84DE-F8EA208DA7BA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7405-42D2-84DE-F8EA208DA7BA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7405-42D2-84DE-F8EA208DA7BA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7405-42D2-84DE-F8EA208DA7BA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1-7405-42D2-84DE-F8EA208DA7BA}"/>
                </c:ext>
              </c:extLst>
            </c:dLbl>
            <c:dLbl>
              <c:idx val="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7405-42D2-84DE-F8EA208DA7BA}"/>
                </c:ext>
              </c:extLst>
            </c:dLbl>
            <c:dLbl>
              <c:idx val="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7405-42D2-84DE-F8EA208DA7BA}"/>
                </c:ext>
              </c:extLst>
            </c:dLbl>
            <c:dLbl>
              <c:idx val="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7405-42D2-84DE-F8EA208DA7BA}"/>
                </c:ext>
              </c:extLst>
            </c:dLbl>
            <c:dLbl>
              <c:idx val="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7405-42D2-84DE-F8EA208DA7BA}"/>
                </c:ext>
              </c:extLst>
            </c:dLbl>
            <c:dLbl>
              <c:idx val="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7405-42D2-84DE-F8EA208DA7BA}"/>
                </c:ext>
              </c:extLst>
            </c:dLbl>
            <c:dLbl>
              <c:idx val="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7405-42D2-84DE-F8EA208DA7BA}"/>
                </c:ext>
              </c:extLst>
            </c:dLbl>
            <c:dLbl>
              <c:idx val="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7405-42D2-84DE-F8EA208DA7BA}"/>
                </c:ext>
              </c:extLst>
            </c:dLbl>
            <c:dLbl>
              <c:idx val="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7405-42D2-84DE-F8EA208DA7BA}"/>
                </c:ext>
              </c:extLst>
            </c:dLbl>
            <c:dLbl>
              <c:idx val="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7405-42D2-84DE-F8EA208DA7BA}"/>
                </c:ext>
              </c:extLst>
            </c:dLbl>
            <c:dLbl>
              <c:idx val="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7405-42D2-84DE-F8EA208DA7BA}"/>
                </c:ext>
              </c:extLst>
            </c:dLbl>
            <c:dLbl>
              <c:idx val="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7405-42D2-84DE-F8EA208DA7BA}"/>
                </c:ext>
              </c:extLst>
            </c:dLbl>
            <c:dLbl>
              <c:idx val="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7405-42D2-84DE-F8EA208DA7BA}"/>
                </c:ext>
              </c:extLst>
            </c:dLbl>
            <c:dLbl>
              <c:idx val="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7405-42D2-84DE-F8EA208DA7BA}"/>
                </c:ext>
              </c:extLst>
            </c:dLbl>
            <c:dLbl>
              <c:idx val="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7405-42D2-84DE-F8EA208DA7BA}"/>
                </c:ext>
              </c:extLst>
            </c:dLbl>
            <c:dLbl>
              <c:idx val="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7405-42D2-84DE-F8EA208DA7BA}"/>
                </c:ext>
              </c:extLst>
            </c:dLbl>
            <c:dLbl>
              <c:idx val="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7405-42D2-84DE-F8EA208DA7BA}"/>
                </c:ext>
              </c:extLst>
            </c:dLbl>
            <c:dLbl>
              <c:idx val="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7405-42D2-84DE-F8EA208DA7BA}"/>
                </c:ext>
              </c:extLst>
            </c:dLbl>
            <c:dLbl>
              <c:idx val="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7405-42D2-84DE-F8EA208DA7BA}"/>
                </c:ext>
              </c:extLst>
            </c:dLbl>
            <c:dLbl>
              <c:idx val="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7405-42D2-84DE-F8EA208DA7BA}"/>
                </c:ext>
              </c:extLst>
            </c:dLbl>
            <c:dLbl>
              <c:idx val="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7405-42D2-84DE-F8EA208DA7BA}"/>
                </c:ext>
              </c:extLst>
            </c:dLbl>
            <c:dLbl>
              <c:idx val="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7405-42D2-84DE-F8EA208DA7BA}"/>
                </c:ext>
              </c:extLst>
            </c:dLbl>
            <c:dLbl>
              <c:idx val="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7405-42D2-84DE-F8EA208DA7BA}"/>
                </c:ext>
              </c:extLst>
            </c:dLbl>
            <c:dLbl>
              <c:idx val="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7405-42D2-84DE-F8EA208DA7BA}"/>
                </c:ext>
              </c:extLst>
            </c:dLbl>
            <c:dLbl>
              <c:idx val="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7405-42D2-84DE-F8EA208DA7BA}"/>
                </c:ext>
              </c:extLst>
            </c:dLbl>
            <c:dLbl>
              <c:idx val="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7405-42D2-84DE-F8EA208DA7BA}"/>
                </c:ext>
              </c:extLst>
            </c:dLbl>
            <c:dLbl>
              <c:idx val="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7405-42D2-84DE-F8EA208DA7BA}"/>
                </c:ext>
              </c:extLst>
            </c:dLbl>
            <c:dLbl>
              <c:idx val="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7405-42D2-84DE-F8EA208DA7BA}"/>
                </c:ext>
              </c:extLst>
            </c:dLbl>
            <c:dLbl>
              <c:idx val="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7405-42D2-84DE-F8EA208DA7BA}"/>
                </c:ext>
              </c:extLst>
            </c:dLbl>
            <c:dLbl>
              <c:idx val="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7405-42D2-84DE-F8EA208DA7BA}"/>
                </c:ext>
              </c:extLst>
            </c:dLbl>
            <c:dLbl>
              <c:idx val="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7405-42D2-84DE-F8EA208DA7BA}"/>
                </c:ext>
              </c:extLst>
            </c:dLbl>
            <c:dLbl>
              <c:idx val="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7405-42D2-84DE-F8EA208DA7BA}"/>
                </c:ext>
              </c:extLst>
            </c:dLbl>
            <c:dLbl>
              <c:idx val="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7405-42D2-84DE-F8EA208DA7BA}"/>
                </c:ext>
              </c:extLst>
            </c:dLbl>
            <c:dLbl>
              <c:idx val="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7405-42D2-84DE-F8EA208DA7BA}"/>
                </c:ext>
              </c:extLst>
            </c:dLbl>
            <c:dLbl>
              <c:idx val="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7405-42D2-84DE-F8EA208DA7BA}"/>
                </c:ext>
              </c:extLst>
            </c:dLbl>
            <c:dLbl>
              <c:idx val="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7405-42D2-84DE-F8EA208DA7BA}"/>
                </c:ext>
              </c:extLst>
            </c:dLbl>
            <c:dLbl>
              <c:idx val="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7405-42D2-84DE-F8EA208DA7BA}"/>
                </c:ext>
              </c:extLst>
            </c:dLbl>
            <c:dLbl>
              <c:idx val="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7405-42D2-84DE-F8EA208DA7BA}"/>
                </c:ext>
              </c:extLst>
            </c:dLbl>
            <c:dLbl>
              <c:idx val="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7405-42D2-84DE-F8EA208DA7BA}"/>
                </c:ext>
              </c:extLst>
            </c:dLbl>
            <c:dLbl>
              <c:idx val="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7405-42D2-84DE-F8EA208DA7BA}"/>
                </c:ext>
              </c:extLst>
            </c:dLbl>
            <c:dLbl>
              <c:idx val="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7405-42D2-84DE-F8EA208DA7BA}"/>
                </c:ext>
              </c:extLst>
            </c:dLbl>
            <c:dLbl>
              <c:idx val="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7405-42D2-84DE-F8EA208DA7BA}"/>
                </c:ext>
              </c:extLst>
            </c:dLbl>
            <c:dLbl>
              <c:idx val="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7405-42D2-84DE-F8EA208DA7BA}"/>
                </c:ext>
              </c:extLst>
            </c:dLbl>
            <c:dLbl>
              <c:idx val="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7405-42D2-84DE-F8EA208DA7BA}"/>
                </c:ext>
              </c:extLst>
            </c:dLbl>
            <c:dLbl>
              <c:idx val="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7405-42D2-84DE-F8EA208DA7BA}"/>
                </c:ext>
              </c:extLst>
            </c:dLbl>
            <c:dLbl>
              <c:idx val="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7405-42D2-84DE-F8EA208DA7BA}"/>
                </c:ext>
              </c:extLst>
            </c:dLbl>
            <c:dLbl>
              <c:idx val="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7405-42D2-84DE-F8EA208DA7BA}"/>
                </c:ext>
              </c:extLst>
            </c:dLbl>
            <c:dLbl>
              <c:idx val="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7405-42D2-84DE-F8EA208DA7BA}"/>
                </c:ext>
              </c:extLst>
            </c:dLbl>
            <c:dLbl>
              <c:idx val="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7405-42D2-84DE-F8EA208DA7BA}"/>
                </c:ext>
              </c:extLst>
            </c:dLbl>
            <c:dLbl>
              <c:idx val="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7405-42D2-84DE-F8EA208DA7BA}"/>
                </c:ext>
              </c:extLst>
            </c:dLbl>
            <c:dLbl>
              <c:idx val="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7405-42D2-84DE-F8EA208DA7BA}"/>
                </c:ext>
              </c:extLst>
            </c:dLbl>
            <c:dLbl>
              <c:idx val="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7405-42D2-84DE-F8EA208DA7BA}"/>
                </c:ext>
              </c:extLst>
            </c:dLbl>
            <c:dLbl>
              <c:idx val="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7405-42D2-84DE-F8EA208DA7BA}"/>
                </c:ext>
              </c:extLst>
            </c:dLbl>
            <c:dLbl>
              <c:idx val="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7405-42D2-84DE-F8EA208DA7BA}"/>
                </c:ext>
              </c:extLst>
            </c:dLbl>
            <c:dLbl>
              <c:idx val="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7405-42D2-84DE-F8EA208DA7BA}"/>
                </c:ext>
              </c:extLst>
            </c:dLbl>
            <c:dLbl>
              <c:idx val="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7405-42D2-84DE-F8EA208DA7BA}"/>
                </c:ext>
              </c:extLst>
            </c:dLbl>
            <c:dLbl>
              <c:idx val="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7405-42D2-84DE-F8EA208DA7BA}"/>
                </c:ext>
              </c:extLst>
            </c:dLbl>
            <c:dLbl>
              <c:idx val="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7405-42D2-84DE-F8EA208DA7BA}"/>
                </c:ext>
              </c:extLst>
            </c:dLbl>
            <c:dLbl>
              <c:idx val="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7405-42D2-84DE-F8EA208DA7BA}"/>
                </c:ext>
              </c:extLst>
            </c:dLbl>
            <c:dLbl>
              <c:idx val="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7405-42D2-84DE-F8EA208DA7BA}"/>
                </c:ext>
              </c:extLst>
            </c:dLbl>
            <c:dLbl>
              <c:idx val="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7405-42D2-84DE-F8EA208DA7BA}"/>
                </c:ext>
              </c:extLst>
            </c:dLbl>
            <c:dLbl>
              <c:idx val="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7405-42D2-84DE-F8EA208DA7BA}"/>
                </c:ext>
              </c:extLst>
            </c:dLbl>
            <c:dLbl>
              <c:idx val="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7405-42D2-84DE-F8EA208DA7BA}"/>
                </c:ext>
              </c:extLst>
            </c:dLbl>
            <c:dLbl>
              <c:idx val="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7405-42D2-84DE-F8EA208DA7BA}"/>
                </c:ext>
              </c:extLst>
            </c:dLbl>
            <c:dLbl>
              <c:idx val="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7405-42D2-84DE-F8EA208DA7BA}"/>
                </c:ext>
              </c:extLst>
            </c:dLbl>
            <c:dLbl>
              <c:idx val="208"/>
              <c:layout>
                <c:manualLayout>
                  <c:x val="-3.4157224719215958E-2"/>
                  <c:y val="-6.5943041525074061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Wake Forest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058405985421589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D2-7405-42D2-84DE-F8EA208DA7BA}"/>
                </c:ext>
              </c:extLst>
            </c:dLbl>
            <c:dLbl>
              <c:idx val="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7405-42D2-84DE-F8EA208DA7BA}"/>
                </c:ext>
              </c:extLst>
            </c:dLbl>
            <c:dLbl>
              <c:idx val="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7405-42D2-84DE-F8EA208DA7BA}"/>
                </c:ext>
              </c:extLst>
            </c:dLbl>
            <c:dLbl>
              <c:idx val="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7405-42D2-84DE-F8EA208DA7BA}"/>
                </c:ext>
              </c:extLst>
            </c:dLbl>
            <c:dLbl>
              <c:idx val="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7405-42D2-84DE-F8EA208DA7BA}"/>
                </c:ext>
              </c:extLst>
            </c:dLbl>
            <c:dLbl>
              <c:idx val="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7405-42D2-84DE-F8EA208DA7BA}"/>
                </c:ext>
              </c:extLst>
            </c:dLbl>
            <c:dLbl>
              <c:idx val="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7405-42D2-84DE-F8EA208DA7BA}"/>
                </c:ext>
              </c:extLst>
            </c:dLbl>
            <c:dLbl>
              <c:idx val="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7405-42D2-84DE-F8EA208DA7BA}"/>
                </c:ext>
              </c:extLst>
            </c:dLbl>
            <c:dLbl>
              <c:idx val="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7405-42D2-84DE-F8EA208DA7BA}"/>
                </c:ext>
              </c:extLst>
            </c:dLbl>
            <c:dLbl>
              <c:idx val="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7405-42D2-84DE-F8EA208DA7BA}"/>
                </c:ext>
              </c:extLst>
            </c:dLbl>
            <c:dLbl>
              <c:idx val="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7405-42D2-84DE-F8EA208DA7BA}"/>
                </c:ext>
              </c:extLst>
            </c:dLbl>
            <c:dLbl>
              <c:idx val="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7405-42D2-84DE-F8EA208DA7BA}"/>
                </c:ext>
              </c:extLst>
            </c:dLbl>
            <c:dLbl>
              <c:idx val="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7405-42D2-84DE-F8EA208DA7BA}"/>
                </c:ext>
              </c:extLst>
            </c:dLbl>
            <c:dLbl>
              <c:idx val="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7405-42D2-84DE-F8EA208DA7BA}"/>
                </c:ext>
              </c:extLst>
            </c:dLbl>
            <c:dLbl>
              <c:idx val="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7405-42D2-84DE-F8EA208DA7BA}"/>
                </c:ext>
              </c:extLst>
            </c:dLbl>
            <c:dLbl>
              <c:idx val="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7405-42D2-84DE-F8EA208DA7BA}"/>
                </c:ext>
              </c:extLst>
            </c:dLbl>
            <c:dLbl>
              <c:idx val="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7405-42D2-84DE-F8EA208DA7BA}"/>
                </c:ext>
              </c:extLst>
            </c:dLbl>
            <c:dLbl>
              <c:idx val="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7405-42D2-84DE-F8EA208DA7BA}"/>
                </c:ext>
              </c:extLst>
            </c:dLbl>
            <c:dLbl>
              <c:idx val="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7405-42D2-84DE-F8EA208DA7BA}"/>
                </c:ext>
              </c:extLst>
            </c:dLbl>
            <c:dLbl>
              <c:idx val="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7405-42D2-84DE-F8EA208DA7BA}"/>
                </c:ext>
              </c:extLst>
            </c:dLbl>
            <c:dLbl>
              <c:idx val="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7405-42D2-84DE-F8EA208DA7BA}"/>
                </c:ext>
              </c:extLst>
            </c:dLbl>
            <c:dLbl>
              <c:idx val="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7405-42D2-84DE-F8EA208DA7BA}"/>
                </c:ext>
              </c:extLst>
            </c:dLbl>
            <c:dLbl>
              <c:idx val="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7405-42D2-84DE-F8EA208DA7BA}"/>
                </c:ext>
              </c:extLst>
            </c:dLbl>
            <c:dLbl>
              <c:idx val="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7405-42D2-84DE-F8EA208DA7BA}"/>
                </c:ext>
              </c:extLst>
            </c:dLbl>
            <c:dLbl>
              <c:idx val="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7405-42D2-84DE-F8EA208DA7BA}"/>
                </c:ext>
              </c:extLst>
            </c:dLbl>
            <c:dLbl>
              <c:idx val="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7405-42D2-84DE-F8EA208DA7BA}"/>
                </c:ext>
              </c:extLst>
            </c:dLbl>
            <c:dLbl>
              <c:idx val="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7405-42D2-84DE-F8EA208DA7BA}"/>
                </c:ext>
              </c:extLst>
            </c:dLbl>
            <c:dLbl>
              <c:idx val="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7405-42D2-84DE-F8EA208DA7BA}"/>
                </c:ext>
              </c:extLst>
            </c:dLbl>
            <c:dLbl>
              <c:idx val="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7405-42D2-84DE-F8EA208DA7BA}"/>
                </c:ext>
              </c:extLst>
            </c:dLbl>
            <c:dLbl>
              <c:idx val="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7405-42D2-84DE-F8EA208DA7BA}"/>
                </c:ext>
              </c:extLst>
            </c:dLbl>
            <c:dLbl>
              <c:idx val="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7405-42D2-84DE-F8EA208DA7BA}"/>
                </c:ext>
              </c:extLst>
            </c:dLbl>
            <c:dLbl>
              <c:idx val="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7405-42D2-84DE-F8EA208DA7BA}"/>
                </c:ext>
              </c:extLst>
            </c:dLbl>
            <c:dLbl>
              <c:idx val="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7405-42D2-84DE-F8EA208DA7BA}"/>
                </c:ext>
              </c:extLst>
            </c:dLbl>
            <c:dLbl>
              <c:idx val="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7405-42D2-84DE-F8EA208DA7BA}"/>
                </c:ext>
              </c:extLst>
            </c:dLbl>
            <c:dLbl>
              <c:idx val="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7405-42D2-84DE-F8EA208DA7BA}"/>
                </c:ext>
              </c:extLst>
            </c:dLbl>
            <c:dLbl>
              <c:idx val="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7405-42D2-84DE-F8EA208DA7BA}"/>
                </c:ext>
              </c:extLst>
            </c:dLbl>
            <c:dLbl>
              <c:idx val="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7405-42D2-84DE-F8EA208DA7BA}"/>
                </c:ext>
              </c:extLst>
            </c:dLbl>
            <c:dLbl>
              <c:idx val="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7405-42D2-84DE-F8EA208DA7BA}"/>
                </c:ext>
              </c:extLst>
            </c:dLbl>
            <c:dLbl>
              <c:idx val="246"/>
              <c:layout>
                <c:manualLayout>
                  <c:x val="0"/>
                  <c:y val="-5.472918232143666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F8-7405-42D2-84DE-F8EA208DA7BA}"/>
                </c:ext>
              </c:extLst>
            </c:dLbl>
            <c:dLbl>
              <c:idx val="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7405-42D2-84DE-F8EA208DA7BA}"/>
                </c:ext>
              </c:extLst>
            </c:dLbl>
            <c:dLbl>
              <c:idx val="248"/>
              <c:layout>
                <c:manualLayout>
                  <c:x val="1.1385741573071986E-3"/>
                  <c:y val="-2.590623131093504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Queens U. of Charlotte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FA-7405-42D2-84DE-F8EA208DA7BA}"/>
                </c:ext>
              </c:extLst>
            </c:dLbl>
            <c:dLbl>
              <c:idx val="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7405-42D2-84DE-F8EA208DA7BA}"/>
                </c:ext>
              </c:extLst>
            </c:dLbl>
            <c:dLbl>
              <c:idx val="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7405-42D2-84DE-F8EA208DA7BA}"/>
                </c:ext>
              </c:extLst>
            </c:dLbl>
            <c:dLbl>
              <c:idx val="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7405-42D2-84DE-F8EA208DA7BA}"/>
                </c:ext>
              </c:extLst>
            </c:dLbl>
            <c:dLbl>
              <c:idx val="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7405-42D2-84DE-F8EA208DA7BA}"/>
                </c:ext>
              </c:extLst>
            </c:dLbl>
            <c:dLbl>
              <c:idx val="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7405-42D2-84DE-F8EA208DA7BA}"/>
                </c:ext>
              </c:extLst>
            </c:dLbl>
            <c:dLbl>
              <c:idx val="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7405-42D2-84DE-F8EA208DA7BA}"/>
                </c:ext>
              </c:extLst>
            </c:dLbl>
            <c:dLbl>
              <c:idx val="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7405-42D2-84DE-F8EA208DA7BA}"/>
                </c:ext>
              </c:extLst>
            </c:dLbl>
            <c:dLbl>
              <c:idx val="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7405-42D2-84DE-F8EA208DA7BA}"/>
                </c:ext>
              </c:extLst>
            </c:dLbl>
            <c:dLbl>
              <c:idx val="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7405-42D2-84DE-F8EA208DA7BA}"/>
                </c:ext>
              </c:extLst>
            </c:dLbl>
            <c:dLbl>
              <c:idx val="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7405-42D2-84DE-F8EA208DA7BA}"/>
                </c:ext>
              </c:extLst>
            </c:dLbl>
            <c:dLbl>
              <c:idx val="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7405-42D2-84DE-F8EA208DA7BA}"/>
                </c:ext>
              </c:extLst>
            </c:dLbl>
            <c:dLbl>
              <c:idx val="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7405-42D2-84DE-F8EA208DA7BA}"/>
                </c:ext>
              </c:extLst>
            </c:dLbl>
            <c:dLbl>
              <c:idx val="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7405-42D2-84DE-F8EA208DA7BA}"/>
                </c:ext>
              </c:extLst>
            </c:dLbl>
            <c:dLbl>
              <c:idx val="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7405-42D2-84DE-F8EA208DA7BA}"/>
                </c:ext>
              </c:extLst>
            </c:dLbl>
            <c:dLbl>
              <c:idx val="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7405-42D2-84DE-F8EA208DA7BA}"/>
                </c:ext>
              </c:extLst>
            </c:dLbl>
            <c:dLbl>
              <c:idx val="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7405-42D2-84DE-F8EA208DA7BA}"/>
                </c:ext>
              </c:extLst>
            </c:dLbl>
            <c:dLbl>
              <c:idx val="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7405-42D2-84DE-F8EA208DA7BA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7405-42D2-84DE-F8EA208DA7BA}"/>
                </c:ext>
              </c:extLst>
            </c:dLbl>
            <c:dLbl>
              <c:idx val="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7405-42D2-84DE-F8EA208DA7BA}"/>
                </c:ext>
              </c:extLst>
            </c:dLbl>
            <c:dLbl>
              <c:idx val="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7405-42D2-84DE-F8EA208DA7BA}"/>
                </c:ext>
              </c:extLst>
            </c:dLbl>
            <c:dLbl>
              <c:idx val="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7405-42D2-84DE-F8EA208DA7BA}"/>
                </c:ext>
              </c:extLst>
            </c:dLbl>
            <c:dLbl>
              <c:idx val="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7405-42D2-84DE-F8EA208DA7BA}"/>
                </c:ext>
              </c:extLst>
            </c:dLbl>
            <c:dLbl>
              <c:idx val="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7405-42D2-84DE-F8EA208DA7BA}"/>
                </c:ext>
              </c:extLst>
            </c:dLbl>
            <c:dLbl>
              <c:idx val="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7405-42D2-84DE-F8EA208DA7BA}"/>
                </c:ext>
              </c:extLst>
            </c:dLbl>
            <c:dLbl>
              <c:idx val="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7405-42D2-84DE-F8EA208DA7BA}"/>
                </c:ext>
              </c:extLst>
            </c:dLbl>
            <c:dLbl>
              <c:idx val="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7405-42D2-84DE-F8EA208DA7BA}"/>
                </c:ext>
              </c:extLst>
            </c:dLbl>
            <c:dLbl>
              <c:idx val="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7405-42D2-84DE-F8EA208DA7BA}"/>
                </c:ext>
              </c:extLst>
            </c:dLbl>
            <c:dLbl>
              <c:idx val="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7405-42D2-84DE-F8EA208DA7BA}"/>
                </c:ext>
              </c:extLst>
            </c:dLbl>
            <c:dLbl>
              <c:idx val="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7405-42D2-84DE-F8EA208DA7BA}"/>
                </c:ext>
              </c:extLst>
            </c:dLbl>
            <c:dLbl>
              <c:idx val="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7405-42D2-84DE-F8EA208DA7BA}"/>
                </c:ext>
              </c:extLst>
            </c:dLbl>
            <c:dLbl>
              <c:idx val="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7405-42D2-84DE-F8EA208DA7BA}"/>
                </c:ext>
              </c:extLst>
            </c:dLbl>
            <c:dLbl>
              <c:idx val="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7405-42D2-84DE-F8EA208DA7BA}"/>
                </c:ext>
              </c:extLst>
            </c:dLbl>
            <c:dLbl>
              <c:idx val="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7405-42D2-84DE-F8EA208DA7BA}"/>
                </c:ext>
              </c:extLst>
            </c:dLbl>
            <c:dLbl>
              <c:idx val="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7405-42D2-84DE-F8EA208DA7BA}"/>
                </c:ext>
              </c:extLst>
            </c:dLbl>
            <c:dLbl>
              <c:idx val="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7405-42D2-84DE-F8EA208DA7BA}"/>
                </c:ext>
              </c:extLst>
            </c:dLbl>
            <c:dLbl>
              <c:idx val="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7405-42D2-84DE-F8EA208DA7BA}"/>
                </c:ext>
              </c:extLst>
            </c:dLbl>
            <c:dLbl>
              <c:idx val="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7405-42D2-84DE-F8EA208DA7BA}"/>
                </c:ext>
              </c:extLst>
            </c:dLbl>
            <c:dLbl>
              <c:idx val="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7405-42D2-84DE-F8EA208DA7BA}"/>
                </c:ext>
              </c:extLst>
            </c:dLbl>
            <c:dLbl>
              <c:idx val="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7405-42D2-84DE-F8EA208DA7BA}"/>
                </c:ext>
              </c:extLst>
            </c:dLbl>
            <c:dLbl>
              <c:idx val="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2-7405-42D2-84DE-F8EA208DA7BA}"/>
                </c:ext>
              </c:extLst>
            </c:dLbl>
            <c:dLbl>
              <c:idx val="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3-7405-42D2-84DE-F8EA208DA7BA}"/>
                </c:ext>
              </c:extLst>
            </c:dLbl>
            <c:dLbl>
              <c:idx val="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4-7405-42D2-84DE-F8EA208DA7BA}"/>
                </c:ext>
              </c:extLst>
            </c:dLbl>
            <c:dLbl>
              <c:idx val="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5-7405-42D2-84DE-F8EA208DA7BA}"/>
                </c:ext>
              </c:extLst>
            </c:dLbl>
            <c:dLbl>
              <c:idx val="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6-7405-42D2-84DE-F8EA208DA7BA}"/>
                </c:ext>
              </c:extLst>
            </c:dLbl>
            <c:dLbl>
              <c:idx val="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7-7405-42D2-84DE-F8EA208DA7BA}"/>
                </c:ext>
              </c:extLst>
            </c:dLbl>
            <c:dLbl>
              <c:idx val="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8-7405-42D2-84DE-F8EA208DA7BA}"/>
                </c:ext>
              </c:extLst>
            </c:dLbl>
            <c:dLbl>
              <c:idx val="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9-7405-42D2-84DE-F8EA208DA7BA}"/>
                </c:ext>
              </c:extLst>
            </c:dLbl>
            <c:dLbl>
              <c:idx val="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A-7405-42D2-84DE-F8EA208DA7BA}"/>
                </c:ext>
              </c:extLst>
            </c:dLbl>
            <c:dLbl>
              <c:idx val="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B-7405-42D2-84DE-F8EA208DA7BA}"/>
                </c:ext>
              </c:extLst>
            </c:dLbl>
            <c:dLbl>
              <c:idx val="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C-7405-42D2-84DE-F8EA208DA7BA}"/>
                </c:ext>
              </c:extLst>
            </c:dLbl>
            <c:dLbl>
              <c:idx val="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D-7405-42D2-84DE-F8EA208DA7BA}"/>
                </c:ext>
              </c:extLst>
            </c:dLbl>
            <c:dLbl>
              <c:idx val="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E-7405-42D2-84DE-F8EA208DA7BA}"/>
                </c:ext>
              </c:extLst>
            </c:dLbl>
            <c:dLbl>
              <c:idx val="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F-7405-42D2-84DE-F8EA208DA7BA}"/>
                </c:ext>
              </c:extLst>
            </c:dLbl>
            <c:dLbl>
              <c:idx val="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0-7405-42D2-84DE-F8EA208DA7BA}"/>
                </c:ext>
              </c:extLst>
            </c:dLbl>
            <c:dLbl>
              <c:idx val="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1-7405-42D2-84DE-F8EA208DA7BA}"/>
                </c:ext>
              </c:extLst>
            </c:dLbl>
            <c:dLbl>
              <c:idx val="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2-7405-42D2-84DE-F8EA208DA7BA}"/>
                </c:ext>
              </c:extLst>
            </c:dLbl>
            <c:dLbl>
              <c:idx val="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3-7405-42D2-84DE-F8EA208DA7BA}"/>
                </c:ext>
              </c:extLst>
            </c:dLbl>
            <c:dLbl>
              <c:idx val="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4-7405-42D2-84DE-F8EA208DA7BA}"/>
                </c:ext>
              </c:extLst>
            </c:dLbl>
            <c:dLbl>
              <c:idx val="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5-7405-42D2-84DE-F8EA208DA7BA}"/>
                </c:ext>
              </c:extLst>
            </c:dLbl>
            <c:dLbl>
              <c:idx val="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6-7405-42D2-84DE-F8EA208DA7BA}"/>
                </c:ext>
              </c:extLst>
            </c:dLbl>
            <c:dLbl>
              <c:idx val="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7-7405-42D2-84DE-F8EA208DA7BA}"/>
                </c:ext>
              </c:extLst>
            </c:dLbl>
            <c:dLbl>
              <c:idx val="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8-7405-42D2-84DE-F8EA208DA7BA}"/>
                </c:ext>
              </c:extLst>
            </c:dLbl>
            <c:dLbl>
              <c:idx val="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9-7405-42D2-84DE-F8EA208DA7BA}"/>
                </c:ext>
              </c:extLst>
            </c:dLbl>
            <c:dLbl>
              <c:idx val="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A-7405-42D2-84DE-F8EA208DA7BA}"/>
                </c:ext>
              </c:extLst>
            </c:dLbl>
            <c:dLbl>
              <c:idx val="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B-7405-42D2-84DE-F8EA208DA7BA}"/>
                </c:ext>
              </c:extLst>
            </c:dLbl>
            <c:dLbl>
              <c:idx val="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C-7405-42D2-84DE-F8EA208DA7BA}"/>
                </c:ext>
              </c:extLst>
            </c:dLbl>
            <c:dLbl>
              <c:idx val="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D-7405-42D2-84DE-F8EA208DA7BA}"/>
                </c:ext>
              </c:extLst>
            </c:dLbl>
            <c:dLbl>
              <c:idx val="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E-7405-42D2-84DE-F8EA208DA7BA}"/>
                </c:ext>
              </c:extLst>
            </c:dLbl>
            <c:dLbl>
              <c:idx val="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F-7405-42D2-84DE-F8EA208DA7BA}"/>
                </c:ext>
              </c:extLst>
            </c:dLbl>
            <c:dLbl>
              <c:idx val="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0-7405-42D2-84DE-F8EA208DA7BA}"/>
                </c:ext>
              </c:extLst>
            </c:dLbl>
            <c:dLbl>
              <c:idx val="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1-7405-42D2-84DE-F8EA208DA7BA}"/>
                </c:ext>
              </c:extLst>
            </c:dLbl>
            <c:dLbl>
              <c:idx val="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2-7405-42D2-84DE-F8EA208DA7BA}"/>
                </c:ext>
              </c:extLst>
            </c:dLbl>
            <c:dLbl>
              <c:idx val="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3-7405-42D2-84DE-F8EA208DA7BA}"/>
                </c:ext>
              </c:extLst>
            </c:dLbl>
            <c:dLbl>
              <c:idx val="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4-7405-42D2-84DE-F8EA208DA7BA}"/>
                </c:ext>
              </c:extLst>
            </c:dLbl>
            <c:dLbl>
              <c:idx val="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5-7405-42D2-84DE-F8EA208DA7BA}"/>
                </c:ext>
              </c:extLst>
            </c:dLbl>
            <c:dLbl>
              <c:idx val="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6-7405-42D2-84DE-F8EA208DA7BA}"/>
                </c:ext>
              </c:extLst>
            </c:dLbl>
            <c:dLbl>
              <c:idx val="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7-7405-42D2-84DE-F8EA208DA7BA}"/>
                </c:ext>
              </c:extLst>
            </c:dLbl>
            <c:dLbl>
              <c:idx val="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8-7405-42D2-84DE-F8EA208DA7BA}"/>
                </c:ext>
              </c:extLst>
            </c:dLbl>
            <c:dLbl>
              <c:idx val="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9-7405-42D2-84DE-F8EA208DA7BA}"/>
                </c:ext>
              </c:extLst>
            </c:dLbl>
            <c:dLbl>
              <c:idx val="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A-7405-42D2-84DE-F8EA208DA7BA}"/>
                </c:ext>
              </c:extLst>
            </c:dLbl>
            <c:dLbl>
              <c:idx val="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B-7405-42D2-84DE-F8EA208DA7BA}"/>
                </c:ext>
              </c:extLst>
            </c:dLbl>
            <c:dLbl>
              <c:idx val="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C-7405-42D2-84DE-F8EA208DA7BA}"/>
                </c:ext>
              </c:extLst>
            </c:dLbl>
            <c:dLbl>
              <c:idx val="331"/>
              <c:layout>
                <c:manualLayout>
                  <c:x val="6.1483004494588683E-2"/>
                  <c:y val="-0.12011070880524434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UNC</a:t>
                    </a:r>
                    <a:r>
                      <a:rPr lang="en-US" baseline="0"/>
                      <a:t> Chapel Hill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14D-7405-42D2-84DE-F8EA208DA7BA}"/>
                </c:ext>
              </c:extLst>
            </c:dLbl>
            <c:dLbl>
              <c:idx val="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E-7405-42D2-84DE-F8EA208DA7BA}"/>
                </c:ext>
              </c:extLst>
            </c:dLbl>
            <c:dLbl>
              <c:idx val="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F-7405-42D2-84DE-F8EA208DA7BA}"/>
                </c:ext>
              </c:extLst>
            </c:dLbl>
            <c:dLbl>
              <c:idx val="334"/>
              <c:layout>
                <c:manualLayout>
                  <c:x val="-4.173195910977779E-2"/>
                  <c:y val="3.85132081036856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78685278112729"/>
                      <c:h val="7.293170296019596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150-7405-42D2-84DE-F8EA208DA7BA}"/>
                </c:ext>
              </c:extLst>
            </c:dLbl>
            <c:dLbl>
              <c:idx val="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1-7405-42D2-84DE-F8EA208DA7BA}"/>
                </c:ext>
              </c:extLst>
            </c:dLbl>
            <c:dLbl>
              <c:idx val="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2-7405-42D2-84DE-F8EA208DA7BA}"/>
                </c:ext>
              </c:extLst>
            </c:dLbl>
            <c:dLbl>
              <c:idx val="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3-7405-42D2-84DE-F8EA208DA7BA}"/>
                </c:ext>
              </c:extLst>
            </c:dLbl>
            <c:dLbl>
              <c:idx val="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4-7405-42D2-84DE-F8EA208DA7BA}"/>
                </c:ext>
              </c:extLst>
            </c:dLbl>
            <c:dLbl>
              <c:idx val="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5-7405-42D2-84DE-F8EA208DA7BA}"/>
                </c:ext>
              </c:extLst>
            </c:dLbl>
            <c:dLbl>
              <c:idx val="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6-7405-42D2-84DE-F8EA208DA7BA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7-7405-42D2-84DE-F8EA208DA7BA}"/>
                </c:ext>
              </c:extLst>
            </c:dLbl>
            <c:dLbl>
              <c:idx val="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8-7405-42D2-84DE-F8EA208DA7BA}"/>
                </c:ext>
              </c:extLst>
            </c:dLbl>
            <c:dLbl>
              <c:idx val="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9-7405-42D2-84DE-F8EA208DA7BA}"/>
                </c:ext>
              </c:extLst>
            </c:dLbl>
            <c:dLbl>
              <c:idx val="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A-7405-42D2-84DE-F8EA208DA7BA}"/>
                </c:ext>
              </c:extLst>
            </c:dLbl>
            <c:dLbl>
              <c:idx val="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B-7405-42D2-84DE-F8EA208DA7BA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C-7405-42D2-84DE-F8EA208DA7BA}"/>
                </c:ext>
              </c:extLst>
            </c:dLbl>
            <c:dLbl>
              <c:idx val="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D-7405-42D2-84DE-F8EA208DA7BA}"/>
                </c:ext>
              </c:extLst>
            </c:dLbl>
            <c:dLbl>
              <c:idx val="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E-7405-42D2-84DE-F8EA208DA7BA}"/>
                </c:ext>
              </c:extLst>
            </c:dLbl>
            <c:dLbl>
              <c:idx val="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F-7405-42D2-84DE-F8EA208DA7BA}"/>
                </c:ext>
              </c:extLst>
            </c:dLbl>
            <c:dLbl>
              <c:idx val="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0-7405-42D2-84DE-F8EA208DA7BA}"/>
                </c:ext>
              </c:extLst>
            </c:dLbl>
            <c:dLbl>
              <c:idx val="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1-7405-42D2-84DE-F8EA208DA7BA}"/>
                </c:ext>
              </c:extLst>
            </c:dLbl>
            <c:dLbl>
              <c:idx val="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2-7405-42D2-84DE-F8EA208DA7BA}"/>
                </c:ext>
              </c:extLst>
            </c:dLbl>
            <c:dLbl>
              <c:idx val="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3-7405-42D2-84DE-F8EA208DA7BA}"/>
                </c:ext>
              </c:extLst>
            </c:dLbl>
            <c:dLbl>
              <c:idx val="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4-7405-42D2-84DE-F8EA208DA7BA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5-7405-42D2-84DE-F8EA208DA7BA}"/>
                </c:ext>
              </c:extLst>
            </c:dLbl>
            <c:dLbl>
              <c:idx val="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6-7405-42D2-84DE-F8EA208DA7BA}"/>
                </c:ext>
              </c:extLst>
            </c:dLbl>
            <c:dLbl>
              <c:idx val="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7-7405-42D2-84DE-F8EA208DA7BA}"/>
                </c:ext>
              </c:extLst>
            </c:dLbl>
            <c:dLbl>
              <c:idx val="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8-7405-42D2-84DE-F8EA208DA7BA}"/>
                </c:ext>
              </c:extLst>
            </c:dLbl>
            <c:dLbl>
              <c:idx val="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9-7405-42D2-84DE-F8EA208DA7BA}"/>
                </c:ext>
              </c:extLst>
            </c:dLbl>
            <c:dLbl>
              <c:idx val="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A-7405-42D2-84DE-F8EA208DA7BA}"/>
                </c:ext>
              </c:extLst>
            </c:dLbl>
            <c:dLbl>
              <c:idx val="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B-7405-42D2-84DE-F8EA208DA7BA}"/>
                </c:ext>
              </c:extLst>
            </c:dLbl>
            <c:dLbl>
              <c:idx val="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C-7405-42D2-84DE-F8EA208DA7BA}"/>
                </c:ext>
              </c:extLst>
            </c:dLbl>
            <c:dLbl>
              <c:idx val="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D-7405-42D2-84DE-F8EA208DA7BA}"/>
                </c:ext>
              </c:extLst>
            </c:dLbl>
            <c:dLbl>
              <c:idx val="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E-7405-42D2-84DE-F8EA208DA7BA}"/>
                </c:ext>
              </c:extLst>
            </c:dLbl>
            <c:dLbl>
              <c:idx val="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F-7405-42D2-84DE-F8EA208DA7BA}"/>
                </c:ext>
              </c:extLst>
            </c:dLbl>
            <c:dLbl>
              <c:idx val="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0-7405-42D2-84DE-F8EA208DA7BA}"/>
                </c:ext>
              </c:extLst>
            </c:dLbl>
            <c:dLbl>
              <c:idx val="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1-7405-42D2-84DE-F8EA208DA7BA}"/>
                </c:ext>
              </c:extLst>
            </c:dLbl>
            <c:dLbl>
              <c:idx val="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2-7405-42D2-84DE-F8EA208DA7BA}"/>
                </c:ext>
              </c:extLst>
            </c:dLbl>
            <c:dLbl>
              <c:idx val="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3-7405-42D2-84DE-F8EA208DA7BA}"/>
                </c:ext>
              </c:extLst>
            </c:dLbl>
            <c:dLbl>
              <c:idx val="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4-7405-42D2-84DE-F8EA208DA7BA}"/>
                </c:ext>
              </c:extLst>
            </c:dLbl>
            <c:dLbl>
              <c:idx val="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5-7405-42D2-84DE-F8EA208DA7BA}"/>
                </c:ext>
              </c:extLst>
            </c:dLbl>
            <c:dLbl>
              <c:idx val="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6-7405-42D2-84DE-F8EA208DA7BA}"/>
                </c:ext>
              </c:extLst>
            </c:dLbl>
            <c:dLbl>
              <c:idx val="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7-7405-42D2-84DE-F8EA208DA7BA}"/>
                </c:ext>
              </c:extLst>
            </c:dLbl>
            <c:dLbl>
              <c:idx val="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8-7405-42D2-84DE-F8EA208DA7BA}"/>
                </c:ext>
              </c:extLst>
            </c:dLbl>
            <c:dLbl>
              <c:idx val="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9-7405-42D2-84DE-F8EA208DA7BA}"/>
                </c:ext>
              </c:extLst>
            </c:dLbl>
            <c:dLbl>
              <c:idx val="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A-7405-42D2-84DE-F8EA208DA7BA}"/>
                </c:ext>
              </c:extLst>
            </c:dLbl>
            <c:dLbl>
              <c:idx val="377"/>
              <c:layout>
                <c:manualLayout>
                  <c:x val="1.1385741573071986E-3"/>
                  <c:y val="-1.648569084056170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NC State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868746067660708E-2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17B-7405-42D2-84DE-F8EA208DA7BA}"/>
                </c:ext>
              </c:extLst>
            </c:dLbl>
            <c:dLbl>
              <c:idx val="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C-7405-42D2-84DE-F8EA208DA7BA}"/>
                </c:ext>
              </c:extLst>
            </c:dLbl>
            <c:dLbl>
              <c:idx val="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D-7405-42D2-84DE-F8EA208DA7BA}"/>
                </c:ext>
              </c:extLst>
            </c:dLbl>
            <c:dLbl>
              <c:idx val="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E-7405-42D2-84DE-F8EA208DA7BA}"/>
                </c:ext>
              </c:extLst>
            </c:dLbl>
            <c:dLbl>
              <c:idx val="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F-7405-42D2-84DE-F8EA208DA7BA}"/>
                </c:ext>
              </c:extLst>
            </c:dLbl>
            <c:dLbl>
              <c:idx val="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0-7405-42D2-84DE-F8EA208DA7BA}"/>
                </c:ext>
              </c:extLst>
            </c:dLbl>
            <c:dLbl>
              <c:idx val="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1-7405-42D2-84DE-F8EA208DA7BA}"/>
                </c:ext>
              </c:extLst>
            </c:dLbl>
            <c:dLbl>
              <c:idx val="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2-7405-42D2-84DE-F8EA208DA7BA}"/>
                </c:ext>
              </c:extLst>
            </c:dLbl>
            <c:dLbl>
              <c:idx val="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3-7405-42D2-84DE-F8EA208DA7BA}"/>
                </c:ext>
              </c:extLst>
            </c:dLbl>
            <c:dLbl>
              <c:idx val="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4-7405-42D2-84DE-F8EA208DA7BA}"/>
                </c:ext>
              </c:extLst>
            </c:dLbl>
            <c:dLbl>
              <c:idx val="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5-7405-42D2-84DE-F8EA208DA7BA}"/>
                </c:ext>
              </c:extLst>
            </c:dLbl>
            <c:dLbl>
              <c:idx val="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6-7405-42D2-84DE-F8EA208DA7BA}"/>
                </c:ext>
              </c:extLst>
            </c:dLbl>
            <c:dLbl>
              <c:idx val="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7-7405-42D2-84DE-F8EA208DA7BA}"/>
                </c:ext>
              </c:extLst>
            </c:dLbl>
            <c:dLbl>
              <c:idx val="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8-7405-42D2-84DE-F8EA208DA7BA}"/>
                </c:ext>
              </c:extLst>
            </c:dLbl>
            <c:dLbl>
              <c:idx val="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9-7405-42D2-84DE-F8EA208DA7BA}"/>
                </c:ext>
              </c:extLst>
            </c:dLbl>
            <c:dLbl>
              <c:idx val="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A-7405-42D2-84DE-F8EA208DA7BA}"/>
                </c:ext>
              </c:extLst>
            </c:dLbl>
            <c:dLbl>
              <c:idx val="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B-7405-42D2-84DE-F8EA208DA7BA}"/>
                </c:ext>
              </c:extLst>
            </c:dLbl>
            <c:dLbl>
              <c:idx val="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C-7405-42D2-84DE-F8EA208DA7BA}"/>
                </c:ext>
              </c:extLst>
            </c:dLbl>
            <c:dLbl>
              <c:idx val="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D-7405-42D2-84DE-F8EA208DA7BA}"/>
                </c:ext>
              </c:extLst>
            </c:dLbl>
            <c:dLbl>
              <c:idx val="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E-7405-42D2-84DE-F8EA208DA7BA}"/>
                </c:ext>
              </c:extLst>
            </c:dLbl>
            <c:dLbl>
              <c:idx val="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F-7405-42D2-84DE-F8EA208DA7BA}"/>
                </c:ext>
              </c:extLst>
            </c:dLbl>
            <c:dLbl>
              <c:idx val="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0-7405-42D2-84DE-F8EA208DA7BA}"/>
                </c:ext>
              </c:extLst>
            </c:dLbl>
            <c:dLbl>
              <c:idx val="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1-7405-42D2-84DE-F8EA208DA7BA}"/>
                </c:ext>
              </c:extLst>
            </c:dLbl>
            <c:dLbl>
              <c:idx val="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2-7405-42D2-84DE-F8EA208DA7BA}"/>
                </c:ext>
              </c:extLst>
            </c:dLbl>
            <c:dLbl>
              <c:idx val="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3-7405-42D2-84DE-F8EA208DA7BA}"/>
                </c:ext>
              </c:extLst>
            </c:dLbl>
            <c:dLbl>
              <c:idx val="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4-7405-42D2-84DE-F8EA208DA7BA}"/>
                </c:ext>
              </c:extLst>
            </c:dLbl>
            <c:dLbl>
              <c:idx val="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5-7405-42D2-84DE-F8EA208DA7BA}"/>
                </c:ext>
              </c:extLst>
            </c:dLbl>
            <c:dLbl>
              <c:idx val="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6-7405-42D2-84DE-F8EA208DA7BA}"/>
                </c:ext>
              </c:extLst>
            </c:dLbl>
            <c:dLbl>
              <c:idx val="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7-7405-42D2-84DE-F8EA208DA7BA}"/>
                </c:ext>
              </c:extLst>
            </c:dLbl>
            <c:dLbl>
              <c:idx val="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8-7405-42D2-84DE-F8EA208DA7BA}"/>
                </c:ext>
              </c:extLst>
            </c:dLbl>
            <c:dLbl>
              <c:idx val="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9-7405-42D2-84DE-F8EA208DA7BA}"/>
                </c:ext>
              </c:extLst>
            </c:dLbl>
            <c:dLbl>
              <c:idx val="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A-7405-42D2-84DE-F8EA208DA7BA}"/>
                </c:ext>
              </c:extLst>
            </c:dLbl>
            <c:dLbl>
              <c:idx val="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B-7405-42D2-84DE-F8EA208DA7BA}"/>
                </c:ext>
              </c:extLst>
            </c:dLbl>
            <c:dLbl>
              <c:idx val="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C-7405-42D2-84DE-F8EA208DA7BA}"/>
                </c:ext>
              </c:extLst>
            </c:dLbl>
            <c:dLbl>
              <c:idx val="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D-7405-42D2-84DE-F8EA208DA7BA}"/>
                </c:ext>
              </c:extLst>
            </c:dLbl>
            <c:dLbl>
              <c:idx val="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E-7405-42D2-84DE-F8EA208DA7BA}"/>
                </c:ext>
              </c:extLst>
            </c:dLbl>
            <c:dLbl>
              <c:idx val="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F-7405-42D2-84DE-F8EA208DA7BA}"/>
                </c:ext>
              </c:extLst>
            </c:dLbl>
            <c:dLbl>
              <c:idx val="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0-7405-42D2-84DE-F8EA208DA7BA}"/>
                </c:ext>
              </c:extLst>
            </c:dLbl>
            <c:dLbl>
              <c:idx val="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1-7405-42D2-84DE-F8EA208DA7BA}"/>
                </c:ext>
              </c:extLst>
            </c:dLbl>
            <c:dLbl>
              <c:idx val="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2-7405-42D2-84DE-F8EA208DA7BA}"/>
                </c:ext>
              </c:extLst>
            </c:dLbl>
            <c:dLbl>
              <c:idx val="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3-7405-42D2-84DE-F8EA208DA7BA}"/>
                </c:ext>
              </c:extLst>
            </c:dLbl>
            <c:dLbl>
              <c:idx val="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4-7405-42D2-84DE-F8EA208DA7BA}"/>
                </c:ext>
              </c:extLst>
            </c:dLbl>
            <c:dLbl>
              <c:idx val="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5-7405-42D2-84DE-F8EA208DA7BA}"/>
                </c:ext>
              </c:extLst>
            </c:dLbl>
            <c:dLbl>
              <c:idx val="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6-7405-42D2-84DE-F8EA208DA7BA}"/>
                </c:ext>
              </c:extLst>
            </c:dLbl>
            <c:dLbl>
              <c:idx val="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7-7405-42D2-84DE-F8EA208DA7BA}"/>
                </c:ext>
              </c:extLst>
            </c:dLbl>
            <c:dLbl>
              <c:idx val="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8-7405-42D2-84DE-F8EA208DA7BA}"/>
                </c:ext>
              </c:extLst>
            </c:dLbl>
            <c:dLbl>
              <c:idx val="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9-7405-42D2-84DE-F8EA208DA7BA}"/>
                </c:ext>
              </c:extLst>
            </c:dLbl>
            <c:dLbl>
              <c:idx val="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A-7405-42D2-84DE-F8EA208DA7BA}"/>
                </c:ext>
              </c:extLst>
            </c:dLbl>
            <c:dLbl>
              <c:idx val="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B-7405-42D2-84DE-F8EA208DA7BA}"/>
                </c:ext>
              </c:extLst>
            </c:dLbl>
            <c:dLbl>
              <c:idx val="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C-7405-42D2-84DE-F8EA208DA7BA}"/>
                </c:ext>
              </c:extLst>
            </c:dLbl>
            <c:dLbl>
              <c:idx val="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D-7405-42D2-84DE-F8EA208DA7BA}"/>
                </c:ext>
              </c:extLst>
            </c:dLbl>
            <c:dLbl>
              <c:idx val="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E-7405-42D2-84DE-F8EA208DA7BA}"/>
                </c:ext>
              </c:extLst>
            </c:dLbl>
            <c:dLbl>
              <c:idx val="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F-7405-42D2-84DE-F8EA208DA7BA}"/>
                </c:ext>
              </c:extLst>
            </c:dLbl>
            <c:dLbl>
              <c:idx val="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0-7405-42D2-84DE-F8EA208DA7BA}"/>
                </c:ext>
              </c:extLst>
            </c:dLbl>
            <c:dLbl>
              <c:idx val="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1-7405-42D2-84DE-F8EA208DA7BA}"/>
                </c:ext>
              </c:extLst>
            </c:dLbl>
            <c:dLbl>
              <c:idx val="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2-7405-42D2-84DE-F8EA208DA7BA}"/>
                </c:ext>
              </c:extLst>
            </c:dLbl>
            <c:dLbl>
              <c:idx val="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3-7405-42D2-84DE-F8EA208DA7BA}"/>
                </c:ext>
              </c:extLst>
            </c:dLbl>
            <c:dLbl>
              <c:idx val="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4-7405-42D2-84DE-F8EA208DA7BA}"/>
                </c:ext>
              </c:extLst>
            </c:dLbl>
            <c:dLbl>
              <c:idx val="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5-7405-42D2-84DE-F8EA208DA7BA}"/>
                </c:ext>
              </c:extLst>
            </c:dLbl>
            <c:dLbl>
              <c:idx val="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6-7405-42D2-84DE-F8EA208DA7BA}"/>
                </c:ext>
              </c:extLst>
            </c:dLbl>
            <c:dLbl>
              <c:idx val="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7-7405-42D2-84DE-F8EA208DA7BA}"/>
                </c:ext>
              </c:extLst>
            </c:dLbl>
            <c:dLbl>
              <c:idx val="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8-7405-42D2-84DE-F8EA208DA7BA}"/>
                </c:ext>
              </c:extLst>
            </c:dLbl>
            <c:dLbl>
              <c:idx val="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9-7405-42D2-84DE-F8EA208DA7BA}"/>
                </c:ext>
              </c:extLst>
            </c:dLbl>
            <c:dLbl>
              <c:idx val="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A-7405-42D2-84DE-F8EA208DA7BA}"/>
                </c:ext>
              </c:extLst>
            </c:dLbl>
            <c:dLbl>
              <c:idx val="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B-7405-42D2-84DE-F8EA208DA7BA}"/>
                </c:ext>
              </c:extLst>
            </c:dLbl>
            <c:dLbl>
              <c:idx val="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C-7405-42D2-84DE-F8EA208DA7BA}"/>
                </c:ext>
              </c:extLst>
            </c:dLbl>
            <c:dLbl>
              <c:idx val="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D-7405-42D2-84DE-F8EA208DA7BA}"/>
                </c:ext>
              </c:extLst>
            </c:dLbl>
            <c:dLbl>
              <c:idx val="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E-7405-42D2-84DE-F8EA208DA7BA}"/>
                </c:ext>
              </c:extLst>
            </c:dLbl>
            <c:dLbl>
              <c:idx val="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F-7405-42D2-84DE-F8EA208DA7BA}"/>
                </c:ext>
              </c:extLst>
            </c:dLbl>
            <c:dLbl>
              <c:idx val="446"/>
              <c:layout>
                <c:manualLayout>
                  <c:x val="-7.9700191011503902E-3"/>
                  <c:y val="9.4205404703733408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Davidson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651329146368822E-2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1C0-7405-42D2-84DE-F8EA208DA7BA}"/>
                </c:ext>
              </c:extLst>
            </c:dLbl>
            <c:dLbl>
              <c:idx val="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1-7405-42D2-84DE-F8EA208DA7BA}"/>
                </c:ext>
              </c:extLst>
            </c:dLbl>
            <c:dLbl>
              <c:idx val="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2-7405-42D2-84DE-F8EA208DA7BA}"/>
                </c:ext>
              </c:extLst>
            </c:dLbl>
            <c:dLbl>
              <c:idx val="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3-7405-42D2-84DE-F8EA208DA7BA}"/>
                </c:ext>
              </c:extLst>
            </c:dLbl>
            <c:dLbl>
              <c:idx val="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4-7405-42D2-84DE-F8EA208DA7BA}"/>
                </c:ext>
              </c:extLst>
            </c:dLbl>
            <c:dLbl>
              <c:idx val="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5-7405-42D2-84DE-F8EA208DA7BA}"/>
                </c:ext>
              </c:extLst>
            </c:dLbl>
            <c:dLbl>
              <c:idx val="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6-7405-42D2-84DE-F8EA208DA7BA}"/>
                </c:ext>
              </c:extLst>
            </c:dLbl>
            <c:dLbl>
              <c:idx val="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7-7405-42D2-84DE-F8EA208DA7BA}"/>
                </c:ext>
              </c:extLst>
            </c:dLbl>
            <c:dLbl>
              <c:idx val="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8-7405-42D2-84DE-F8EA208DA7BA}"/>
                </c:ext>
              </c:extLst>
            </c:dLbl>
            <c:dLbl>
              <c:idx val="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9-7405-42D2-84DE-F8EA208DA7BA}"/>
                </c:ext>
              </c:extLst>
            </c:dLbl>
            <c:dLbl>
              <c:idx val="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A-7405-42D2-84DE-F8EA208DA7BA}"/>
                </c:ext>
              </c:extLst>
            </c:dLbl>
            <c:dLbl>
              <c:idx val="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B-7405-42D2-84DE-F8EA208DA7BA}"/>
                </c:ext>
              </c:extLst>
            </c:dLbl>
            <c:dLbl>
              <c:idx val="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C-7405-42D2-84DE-F8EA208DA7BA}"/>
                </c:ext>
              </c:extLst>
            </c:dLbl>
            <c:dLbl>
              <c:idx val="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D-7405-42D2-84DE-F8EA208DA7BA}"/>
                </c:ext>
              </c:extLst>
            </c:dLbl>
            <c:dLbl>
              <c:idx val="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E-7405-42D2-84DE-F8EA208DA7BA}"/>
                </c:ext>
              </c:extLst>
            </c:dLbl>
            <c:dLbl>
              <c:idx val="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F-7405-42D2-84DE-F8EA208DA7BA}"/>
                </c:ext>
              </c:extLst>
            </c:dLbl>
            <c:dLbl>
              <c:idx val="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0-7405-42D2-84DE-F8EA208DA7BA}"/>
                </c:ext>
              </c:extLst>
            </c:dLbl>
            <c:dLbl>
              <c:idx val="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1-7405-42D2-84DE-F8EA208DA7BA}"/>
                </c:ext>
              </c:extLst>
            </c:dLbl>
            <c:dLbl>
              <c:idx val="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2-7405-42D2-84DE-F8EA208DA7BA}"/>
                </c:ext>
              </c:extLst>
            </c:dLbl>
            <c:dLbl>
              <c:idx val="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3-7405-42D2-84DE-F8EA208DA7BA}"/>
                </c:ext>
              </c:extLst>
            </c:dLbl>
            <c:dLbl>
              <c:idx val="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4-7405-42D2-84DE-F8EA208DA7BA}"/>
                </c:ext>
              </c:extLst>
            </c:dLbl>
            <c:dLbl>
              <c:idx val="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5-7405-42D2-84DE-F8EA208DA7BA}"/>
                </c:ext>
              </c:extLst>
            </c:dLbl>
            <c:dLbl>
              <c:idx val="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6-7405-42D2-84DE-F8EA208DA7BA}"/>
                </c:ext>
              </c:extLst>
            </c:dLbl>
            <c:dLbl>
              <c:idx val="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7-7405-42D2-84DE-F8EA208DA7BA}"/>
                </c:ext>
              </c:extLst>
            </c:dLbl>
            <c:dLbl>
              <c:idx val="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8-7405-42D2-84DE-F8EA208DA7BA}"/>
                </c:ext>
              </c:extLst>
            </c:dLbl>
            <c:dLbl>
              <c:idx val="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9-7405-42D2-84DE-F8EA208DA7BA}"/>
                </c:ext>
              </c:extLst>
            </c:dLbl>
            <c:dLbl>
              <c:idx val="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A-7405-42D2-84DE-F8EA208DA7BA}"/>
                </c:ext>
              </c:extLst>
            </c:dLbl>
            <c:dLbl>
              <c:idx val="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B-7405-42D2-84DE-F8EA208DA7BA}"/>
                </c:ext>
              </c:extLst>
            </c:dLbl>
            <c:dLbl>
              <c:idx val="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C-7405-42D2-84DE-F8EA208DA7BA}"/>
                </c:ext>
              </c:extLst>
            </c:dLbl>
            <c:dLbl>
              <c:idx val="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D-7405-42D2-84DE-F8EA208DA7BA}"/>
                </c:ext>
              </c:extLst>
            </c:dLbl>
            <c:dLbl>
              <c:idx val="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E-7405-42D2-84DE-F8EA208DA7BA}"/>
                </c:ext>
              </c:extLst>
            </c:dLbl>
            <c:dLbl>
              <c:idx val="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F-7405-42D2-84DE-F8EA208DA7BA}"/>
                </c:ext>
              </c:extLst>
            </c:dLbl>
            <c:dLbl>
              <c:idx val="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0-7405-42D2-84DE-F8EA208DA7BA}"/>
                </c:ext>
              </c:extLst>
            </c:dLbl>
            <c:dLbl>
              <c:idx val="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1-7405-42D2-84DE-F8EA208DA7BA}"/>
                </c:ext>
              </c:extLst>
            </c:dLbl>
            <c:dLbl>
              <c:idx val="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2-7405-42D2-84DE-F8EA208DA7BA}"/>
                </c:ext>
              </c:extLst>
            </c:dLbl>
            <c:dLbl>
              <c:idx val="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3-7405-42D2-84DE-F8EA208DA7BA}"/>
                </c:ext>
              </c:extLst>
            </c:dLbl>
            <c:dLbl>
              <c:idx val="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4-7405-42D2-84DE-F8EA208DA7BA}"/>
                </c:ext>
              </c:extLst>
            </c:dLbl>
            <c:dLbl>
              <c:idx val="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5-7405-42D2-84DE-F8EA208DA7BA}"/>
                </c:ext>
              </c:extLst>
            </c:dLbl>
            <c:dLbl>
              <c:idx val="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6-7405-42D2-84DE-F8EA208DA7BA}"/>
                </c:ext>
              </c:extLst>
            </c:dLbl>
            <c:dLbl>
              <c:idx val="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7-7405-42D2-84DE-F8EA208DA7BA}"/>
                </c:ext>
              </c:extLst>
            </c:dLbl>
            <c:dLbl>
              <c:idx val="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8-7405-42D2-84DE-F8EA208DA7BA}"/>
                </c:ext>
              </c:extLst>
            </c:dLbl>
            <c:dLbl>
              <c:idx val="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9-7405-42D2-84DE-F8EA208DA7BA}"/>
                </c:ext>
              </c:extLst>
            </c:dLbl>
            <c:dLbl>
              <c:idx val="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A-7405-42D2-84DE-F8EA208DA7BA}"/>
                </c:ext>
              </c:extLst>
            </c:dLbl>
            <c:dLbl>
              <c:idx val="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B-7405-42D2-84DE-F8EA208DA7BA}"/>
                </c:ext>
              </c:extLst>
            </c:dLbl>
            <c:dLbl>
              <c:idx val="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C-7405-42D2-84DE-F8EA208DA7BA}"/>
                </c:ext>
              </c:extLst>
            </c:dLbl>
            <c:dLbl>
              <c:idx val="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D-7405-42D2-84DE-F8EA208DA7BA}"/>
                </c:ext>
              </c:extLst>
            </c:dLbl>
            <c:dLbl>
              <c:idx val="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E-7405-42D2-84DE-F8EA208DA7BA}"/>
                </c:ext>
              </c:extLst>
            </c:dLbl>
            <c:dLbl>
              <c:idx val="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F-7405-42D2-84DE-F8EA208DA7BA}"/>
                </c:ext>
              </c:extLst>
            </c:dLbl>
            <c:dLbl>
              <c:idx val="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0-7405-42D2-84DE-F8EA208DA7BA}"/>
                </c:ext>
              </c:extLst>
            </c:dLbl>
            <c:dLbl>
              <c:idx val="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1-7405-42D2-84DE-F8EA208DA7BA}"/>
                </c:ext>
              </c:extLst>
            </c:dLbl>
            <c:dLbl>
              <c:idx val="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2-7405-42D2-84DE-F8EA208DA7BA}"/>
                </c:ext>
              </c:extLst>
            </c:dLbl>
            <c:dLbl>
              <c:idx val="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3-7405-42D2-84DE-F8EA208DA7BA}"/>
                </c:ext>
              </c:extLst>
            </c:dLbl>
            <c:dLbl>
              <c:idx val="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4-7405-42D2-84DE-F8EA208DA7BA}"/>
                </c:ext>
              </c:extLst>
            </c:dLbl>
            <c:dLbl>
              <c:idx val="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5-7405-42D2-84DE-F8EA208DA7BA}"/>
                </c:ext>
              </c:extLst>
            </c:dLbl>
            <c:dLbl>
              <c:idx val="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6-7405-42D2-84DE-F8EA208DA7BA}"/>
                </c:ext>
              </c:extLst>
            </c:dLbl>
            <c:dLbl>
              <c:idx val="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7-7405-42D2-84DE-F8EA208DA7BA}"/>
                </c:ext>
              </c:extLst>
            </c:dLbl>
            <c:dLbl>
              <c:idx val="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8-7405-42D2-84DE-F8EA208DA7BA}"/>
                </c:ext>
              </c:extLst>
            </c:dLbl>
            <c:dLbl>
              <c:idx val="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9-7405-42D2-84DE-F8EA208DA7BA}"/>
                </c:ext>
              </c:extLst>
            </c:dLbl>
            <c:dLbl>
              <c:idx val="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A-7405-42D2-84DE-F8EA208DA7BA}"/>
                </c:ext>
              </c:extLst>
            </c:dLbl>
            <c:dLbl>
              <c:idx val="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B-7405-42D2-84DE-F8EA208DA7BA}"/>
                </c:ext>
              </c:extLst>
            </c:dLbl>
            <c:dLbl>
              <c:idx val="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C-7405-42D2-84DE-F8EA208DA7BA}"/>
                </c:ext>
              </c:extLst>
            </c:dLbl>
            <c:dLbl>
              <c:idx val="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D-7405-42D2-84DE-F8EA208DA7BA}"/>
                </c:ext>
              </c:extLst>
            </c:dLbl>
            <c:dLbl>
              <c:idx val="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E-7405-42D2-84DE-F8EA208DA7BA}"/>
                </c:ext>
              </c:extLst>
            </c:dLbl>
            <c:dLbl>
              <c:idx val="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F-7405-42D2-84DE-F8EA208DA7BA}"/>
                </c:ext>
              </c:extLst>
            </c:dLbl>
            <c:dLbl>
              <c:idx val="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0-7405-42D2-84DE-F8EA208DA7BA}"/>
                </c:ext>
              </c:extLst>
            </c:dLbl>
            <c:dLbl>
              <c:idx val="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1-7405-42D2-84DE-F8EA208DA7BA}"/>
                </c:ext>
              </c:extLst>
            </c:dLbl>
            <c:dLbl>
              <c:idx val="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2-7405-42D2-84DE-F8EA208DA7BA}"/>
                </c:ext>
              </c:extLst>
            </c:dLbl>
            <c:dLbl>
              <c:idx val="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3-7405-42D2-84DE-F8EA208DA7BA}"/>
                </c:ext>
              </c:extLst>
            </c:dLbl>
            <c:dLbl>
              <c:idx val="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4-7405-42D2-84DE-F8EA208DA7BA}"/>
                </c:ext>
              </c:extLst>
            </c:dLbl>
            <c:dLbl>
              <c:idx val="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5-7405-42D2-84DE-F8EA208DA7BA}"/>
                </c:ext>
              </c:extLst>
            </c:dLbl>
            <c:dLbl>
              <c:idx val="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6-7405-42D2-84DE-F8EA208DA7BA}"/>
                </c:ext>
              </c:extLst>
            </c:dLbl>
            <c:dLbl>
              <c:idx val="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7-7405-42D2-84DE-F8EA208DA7BA}"/>
                </c:ext>
              </c:extLst>
            </c:dLbl>
            <c:dLbl>
              <c:idx val="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8-7405-42D2-84DE-F8EA208DA7BA}"/>
                </c:ext>
              </c:extLst>
            </c:dLbl>
            <c:dLbl>
              <c:idx val="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9-7405-42D2-84DE-F8EA208DA7BA}"/>
                </c:ext>
              </c:extLst>
            </c:dLbl>
            <c:dLbl>
              <c:idx val="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A-7405-42D2-84DE-F8EA208DA7BA}"/>
                </c:ext>
              </c:extLst>
            </c:dLbl>
            <c:dLbl>
              <c:idx val="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B-7405-42D2-84DE-F8EA208DA7BA}"/>
                </c:ext>
              </c:extLst>
            </c:dLbl>
            <c:dLbl>
              <c:idx val="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C-7405-42D2-84DE-F8EA208DA7BA}"/>
                </c:ext>
              </c:extLst>
            </c:dLbl>
            <c:dLbl>
              <c:idx val="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D-7405-42D2-84DE-F8EA208DA7BA}"/>
                </c:ext>
              </c:extLst>
            </c:dLbl>
            <c:dLbl>
              <c:idx val="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E-7405-42D2-84DE-F8EA208DA7BA}"/>
                </c:ext>
              </c:extLst>
            </c:dLbl>
            <c:dLbl>
              <c:idx val="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F-7405-42D2-84DE-F8EA208DA7BA}"/>
                </c:ext>
              </c:extLst>
            </c:dLbl>
            <c:dLbl>
              <c:idx val="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0-7405-42D2-84DE-F8EA208DA7BA}"/>
                </c:ext>
              </c:extLst>
            </c:dLbl>
            <c:dLbl>
              <c:idx val="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1-7405-42D2-84DE-F8EA208DA7BA}"/>
                </c:ext>
              </c:extLst>
            </c:dLbl>
            <c:dLbl>
              <c:idx val="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2-7405-42D2-84DE-F8EA208DA7BA}"/>
                </c:ext>
              </c:extLst>
            </c:dLbl>
            <c:dLbl>
              <c:idx val="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3-7405-42D2-84DE-F8EA208DA7BA}"/>
                </c:ext>
              </c:extLst>
            </c:dLbl>
            <c:dLbl>
              <c:idx val="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4-7405-42D2-84DE-F8EA208DA7BA}"/>
                </c:ext>
              </c:extLst>
            </c:dLbl>
            <c:dLbl>
              <c:idx val="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5-7405-42D2-84DE-F8EA208DA7BA}"/>
                </c:ext>
              </c:extLst>
            </c:dLbl>
            <c:dLbl>
              <c:idx val="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6-7405-42D2-84DE-F8EA208DA7BA}"/>
                </c:ext>
              </c:extLst>
            </c:dLbl>
            <c:dLbl>
              <c:idx val="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7-7405-42D2-84DE-F8EA208DA7BA}"/>
                </c:ext>
              </c:extLst>
            </c:dLbl>
            <c:dLbl>
              <c:idx val="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8-7405-42D2-84DE-F8EA208DA7BA}"/>
                </c:ext>
              </c:extLst>
            </c:dLbl>
            <c:dLbl>
              <c:idx val="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9-7405-42D2-84DE-F8EA208DA7BA}"/>
                </c:ext>
              </c:extLst>
            </c:dLbl>
            <c:dLbl>
              <c:idx val="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A-7405-42D2-84DE-F8EA208DA7BA}"/>
                </c:ext>
              </c:extLst>
            </c:dLbl>
            <c:dLbl>
              <c:idx val="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B-7405-42D2-84DE-F8EA208DA7BA}"/>
                </c:ext>
              </c:extLst>
            </c:dLbl>
            <c:dLbl>
              <c:idx val="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C-7405-42D2-84DE-F8EA208DA7BA}"/>
                </c:ext>
              </c:extLst>
            </c:dLbl>
            <c:dLbl>
              <c:idx val="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D-7405-42D2-84DE-F8EA208DA7BA}"/>
                </c:ext>
              </c:extLst>
            </c:dLbl>
            <c:dLbl>
              <c:idx val="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E-7405-42D2-84DE-F8EA208DA7BA}"/>
                </c:ext>
              </c:extLst>
            </c:dLbl>
            <c:dLbl>
              <c:idx val="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F-7405-42D2-84DE-F8EA208DA7BA}"/>
                </c:ext>
              </c:extLst>
            </c:dLbl>
            <c:dLbl>
              <c:idx val="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0-7405-42D2-84DE-F8EA208DA7BA}"/>
                </c:ext>
              </c:extLst>
            </c:dLbl>
            <c:dLbl>
              <c:idx val="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1-7405-42D2-84DE-F8EA208DA7BA}"/>
                </c:ext>
              </c:extLst>
            </c:dLbl>
            <c:dLbl>
              <c:idx val="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2-7405-42D2-84DE-F8EA208DA7BA}"/>
                </c:ext>
              </c:extLst>
            </c:dLbl>
            <c:dLbl>
              <c:idx val="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3-7405-42D2-84DE-F8EA208DA7BA}"/>
                </c:ext>
              </c:extLst>
            </c:dLbl>
            <c:dLbl>
              <c:idx val="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4-7405-42D2-84DE-F8EA208DA7BA}"/>
                </c:ext>
              </c:extLst>
            </c:dLbl>
            <c:dLbl>
              <c:idx val="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5-7405-42D2-84DE-F8EA208DA7BA}"/>
                </c:ext>
              </c:extLst>
            </c:dLbl>
            <c:dLbl>
              <c:idx val="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6-7405-42D2-84DE-F8EA208DA7BA}"/>
                </c:ext>
              </c:extLst>
            </c:dLbl>
            <c:dLbl>
              <c:idx val="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7-7405-42D2-84DE-F8EA208DA7BA}"/>
                </c:ext>
              </c:extLst>
            </c:dLbl>
            <c:dLbl>
              <c:idx val="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8-7405-42D2-84DE-F8EA208DA7BA}"/>
                </c:ext>
              </c:extLst>
            </c:dLbl>
            <c:dLbl>
              <c:idx val="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9-7405-42D2-84DE-F8EA208DA7BA}"/>
                </c:ext>
              </c:extLst>
            </c:dLbl>
            <c:dLbl>
              <c:idx val="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A-7405-42D2-84DE-F8EA208DA7BA}"/>
                </c:ext>
              </c:extLst>
            </c:dLbl>
            <c:dLbl>
              <c:idx val="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B-7405-42D2-84DE-F8EA208DA7BA}"/>
                </c:ext>
              </c:extLst>
            </c:dLbl>
            <c:dLbl>
              <c:idx val="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C-7405-42D2-84DE-F8EA208DA7BA}"/>
                </c:ext>
              </c:extLst>
            </c:dLbl>
            <c:dLbl>
              <c:idx val="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D-7405-42D2-84DE-F8EA208DA7BA}"/>
                </c:ext>
              </c:extLst>
            </c:dLbl>
            <c:dLbl>
              <c:idx val="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E-7405-42D2-84DE-F8EA208DA7BA}"/>
                </c:ext>
              </c:extLst>
            </c:dLbl>
            <c:dLbl>
              <c:idx val="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F-7405-42D2-84DE-F8EA208DA7BA}"/>
                </c:ext>
              </c:extLst>
            </c:dLbl>
            <c:dLbl>
              <c:idx val="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0-7405-42D2-84DE-F8EA208DA7BA}"/>
                </c:ext>
              </c:extLst>
            </c:dLbl>
            <c:dLbl>
              <c:idx val="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1-7405-42D2-84DE-F8EA208DA7BA}"/>
                </c:ext>
              </c:extLst>
            </c:dLbl>
            <c:dLbl>
              <c:idx val="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2-7405-42D2-84DE-F8EA208DA7BA}"/>
                </c:ext>
              </c:extLst>
            </c:dLbl>
            <c:dLbl>
              <c:idx val="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3-7405-42D2-84DE-F8EA208DA7BA}"/>
                </c:ext>
              </c:extLst>
            </c:dLbl>
            <c:dLbl>
              <c:idx val="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4-7405-42D2-84DE-F8EA208DA7BA}"/>
                </c:ext>
              </c:extLst>
            </c:dLbl>
            <c:dLbl>
              <c:idx val="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5-7405-42D2-84DE-F8EA208DA7BA}"/>
                </c:ext>
              </c:extLst>
            </c:dLbl>
            <c:dLbl>
              <c:idx val="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6-7405-42D2-84DE-F8EA208DA7BA}"/>
                </c:ext>
              </c:extLst>
            </c:dLbl>
            <c:dLbl>
              <c:idx val="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7-7405-42D2-84DE-F8EA208DA7BA}"/>
                </c:ext>
              </c:extLst>
            </c:dLbl>
            <c:dLbl>
              <c:idx val="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8-7405-42D2-84DE-F8EA208DA7BA}"/>
                </c:ext>
              </c:extLst>
            </c:dLbl>
            <c:dLbl>
              <c:idx val="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9-7405-42D2-84DE-F8EA208DA7BA}"/>
                </c:ext>
              </c:extLst>
            </c:dLbl>
            <c:dLbl>
              <c:idx val="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A-7405-42D2-84DE-F8EA208DA7BA}"/>
                </c:ext>
              </c:extLst>
            </c:dLbl>
            <c:dLbl>
              <c:idx val="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B-7405-42D2-84DE-F8EA208DA7BA}"/>
                </c:ext>
              </c:extLst>
            </c:dLbl>
            <c:dLbl>
              <c:idx val="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C-7405-42D2-84DE-F8EA208DA7BA}"/>
                </c:ext>
              </c:extLst>
            </c:dLbl>
            <c:dLbl>
              <c:idx val="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D-7405-42D2-84DE-F8EA208DA7BA}"/>
                </c:ext>
              </c:extLst>
            </c:dLbl>
            <c:dLbl>
              <c:idx val="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E-7405-42D2-84DE-F8EA208DA7BA}"/>
                </c:ext>
              </c:extLst>
            </c:dLbl>
            <c:dLbl>
              <c:idx val="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F-7405-42D2-84DE-F8EA208DA7BA}"/>
                </c:ext>
              </c:extLst>
            </c:dLbl>
            <c:dLbl>
              <c:idx val="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0-7405-42D2-84DE-F8EA208DA7BA}"/>
                </c:ext>
              </c:extLst>
            </c:dLbl>
            <c:dLbl>
              <c:idx val="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1-7405-42D2-84DE-F8EA208DA7BA}"/>
                </c:ext>
              </c:extLst>
            </c:dLbl>
            <c:dLbl>
              <c:idx val="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2-7405-42D2-84DE-F8EA208DA7BA}"/>
                </c:ext>
              </c:extLst>
            </c:dLbl>
            <c:dLbl>
              <c:idx val="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3-7405-42D2-84DE-F8EA208DA7BA}"/>
                </c:ext>
              </c:extLst>
            </c:dLbl>
            <c:dLbl>
              <c:idx val="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4-7405-42D2-84DE-F8EA208DA7BA}"/>
                </c:ext>
              </c:extLst>
            </c:dLbl>
            <c:dLbl>
              <c:idx val="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5-7405-42D2-84DE-F8EA208DA7BA}"/>
                </c:ext>
              </c:extLst>
            </c:dLbl>
            <c:dLbl>
              <c:idx val="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6-7405-42D2-84DE-F8EA208DA7BA}"/>
                </c:ext>
              </c:extLst>
            </c:dLbl>
            <c:dLbl>
              <c:idx val="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7-7405-42D2-84DE-F8EA208DA7BA}"/>
                </c:ext>
              </c:extLst>
            </c:dLbl>
            <c:dLbl>
              <c:idx val="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8-7405-42D2-84DE-F8EA208DA7BA}"/>
                </c:ext>
              </c:extLst>
            </c:dLbl>
            <c:dLbl>
              <c:idx val="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9-7405-42D2-84DE-F8EA208DA7BA}"/>
                </c:ext>
              </c:extLst>
            </c:dLbl>
            <c:dLbl>
              <c:idx val="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A-7405-42D2-84DE-F8EA208DA7BA}"/>
                </c:ext>
              </c:extLst>
            </c:dLbl>
            <c:dLbl>
              <c:idx val="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B-7405-42D2-84DE-F8EA208DA7BA}"/>
                </c:ext>
              </c:extLst>
            </c:dLbl>
            <c:dLbl>
              <c:idx val="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C-7405-42D2-84DE-F8EA208DA7BA}"/>
                </c:ext>
              </c:extLst>
            </c:dLbl>
            <c:dLbl>
              <c:idx val="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D-7405-42D2-84DE-F8EA208DA7BA}"/>
                </c:ext>
              </c:extLst>
            </c:dLbl>
            <c:dLbl>
              <c:idx val="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E-7405-42D2-84DE-F8EA208DA7BA}"/>
                </c:ext>
              </c:extLst>
            </c:dLbl>
            <c:dLbl>
              <c:idx val="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F-7405-42D2-84DE-F8EA208DA7BA}"/>
                </c:ext>
              </c:extLst>
            </c:dLbl>
            <c:dLbl>
              <c:idx val="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0-7405-42D2-84DE-F8EA208DA7BA}"/>
                </c:ext>
              </c:extLst>
            </c:dLbl>
            <c:dLbl>
              <c:idx val="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1-7405-42D2-84DE-F8EA208DA7BA}"/>
                </c:ext>
              </c:extLst>
            </c:dLbl>
            <c:dLbl>
              <c:idx val="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2-7405-42D2-84DE-F8EA208DA7BA}"/>
                </c:ext>
              </c:extLst>
            </c:dLbl>
            <c:dLbl>
              <c:idx val="593"/>
              <c:layout>
                <c:manualLayout>
                  <c:x val="-1.1385741573071986E-3"/>
                  <c:y val="-3.532667906036605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UNC</a:t>
                    </a:r>
                    <a:r>
                      <a:rPr lang="en-US" baseline="0"/>
                      <a:t> Charlotte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253-7405-42D2-84DE-F8EA208DA7BA}"/>
                </c:ext>
              </c:extLst>
            </c:dLbl>
            <c:dLbl>
              <c:idx val="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4-7405-42D2-84DE-F8EA208DA7BA}"/>
                </c:ext>
              </c:extLst>
            </c:dLbl>
            <c:dLbl>
              <c:idx val="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5-7405-42D2-84DE-F8EA208DA7BA}"/>
                </c:ext>
              </c:extLst>
            </c:dLbl>
            <c:dLbl>
              <c:idx val="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6-7405-42D2-84DE-F8EA208DA7BA}"/>
                </c:ext>
              </c:extLst>
            </c:dLbl>
            <c:dLbl>
              <c:idx val="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7-7405-42D2-84DE-F8EA208DA7BA}"/>
                </c:ext>
              </c:extLst>
            </c:dLbl>
            <c:dLbl>
              <c:idx val="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8-7405-42D2-84DE-F8EA208DA7BA}"/>
                </c:ext>
              </c:extLst>
            </c:dLbl>
            <c:dLbl>
              <c:idx val="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9-7405-42D2-84DE-F8EA208DA7BA}"/>
                </c:ext>
              </c:extLst>
            </c:dLbl>
            <c:dLbl>
              <c:idx val="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A-7405-42D2-84DE-F8EA208DA7BA}"/>
                </c:ext>
              </c:extLst>
            </c:dLbl>
            <c:dLbl>
              <c:idx val="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B-7405-42D2-84DE-F8EA208DA7BA}"/>
                </c:ext>
              </c:extLst>
            </c:dLbl>
            <c:dLbl>
              <c:idx val="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C-7405-42D2-84DE-F8EA208DA7BA}"/>
                </c:ext>
              </c:extLst>
            </c:dLbl>
            <c:dLbl>
              <c:idx val="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D-7405-42D2-84DE-F8EA208DA7BA}"/>
                </c:ext>
              </c:extLst>
            </c:dLbl>
            <c:dLbl>
              <c:idx val="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E-7405-42D2-84DE-F8EA208DA7BA}"/>
                </c:ext>
              </c:extLst>
            </c:dLbl>
            <c:dLbl>
              <c:idx val="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F-7405-42D2-84DE-F8EA208DA7BA}"/>
                </c:ext>
              </c:extLst>
            </c:dLbl>
            <c:dLbl>
              <c:idx val="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0-7405-42D2-84DE-F8EA208DA7BA}"/>
                </c:ext>
              </c:extLst>
            </c:dLbl>
            <c:dLbl>
              <c:idx val="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1-7405-42D2-84DE-F8EA208DA7BA}"/>
                </c:ext>
              </c:extLst>
            </c:dLbl>
            <c:dLbl>
              <c:idx val="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2-7405-42D2-84DE-F8EA208DA7BA}"/>
                </c:ext>
              </c:extLst>
            </c:dLbl>
            <c:dLbl>
              <c:idx val="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3-7405-42D2-84DE-F8EA208DA7BA}"/>
                </c:ext>
              </c:extLst>
            </c:dLbl>
            <c:dLbl>
              <c:idx val="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4-7405-42D2-84DE-F8EA208DA7BA}"/>
                </c:ext>
              </c:extLst>
            </c:dLbl>
            <c:dLbl>
              <c:idx val="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5-7405-42D2-84DE-F8EA208DA7BA}"/>
                </c:ext>
              </c:extLst>
            </c:dLbl>
            <c:dLbl>
              <c:idx val="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6-7405-42D2-84DE-F8EA208DA7BA}"/>
                </c:ext>
              </c:extLst>
            </c:dLbl>
            <c:dLbl>
              <c:idx val="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7-7405-42D2-84DE-F8EA208DA7BA}"/>
                </c:ext>
              </c:extLst>
            </c:dLbl>
            <c:dLbl>
              <c:idx val="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8-7405-42D2-84DE-F8EA208DA7BA}"/>
                </c:ext>
              </c:extLst>
            </c:dLbl>
            <c:dLbl>
              <c:idx val="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9-7405-42D2-84DE-F8EA208DA7BA}"/>
                </c:ext>
              </c:extLst>
            </c:dLbl>
            <c:dLbl>
              <c:idx val="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84911292094188"/>
                      <c:h val="7.293170296019596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26A-7405-42D2-84DE-F8EA208DA7BA}"/>
                </c:ext>
              </c:extLst>
            </c:dLbl>
            <c:dLbl>
              <c:idx val="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B-7405-42D2-84DE-F8EA208DA7BA}"/>
                </c:ext>
              </c:extLst>
            </c:dLbl>
            <c:dLbl>
              <c:idx val="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C-7405-42D2-84DE-F8EA208DA7BA}"/>
                </c:ext>
              </c:extLst>
            </c:dLbl>
            <c:dLbl>
              <c:idx val="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D-7405-42D2-84DE-F8EA208DA7BA}"/>
                </c:ext>
              </c:extLst>
            </c:dLbl>
            <c:dLbl>
              <c:idx val="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E-7405-42D2-84DE-F8EA208DA7BA}"/>
                </c:ext>
              </c:extLst>
            </c:dLbl>
            <c:dLbl>
              <c:idx val="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F-7405-42D2-84DE-F8EA208DA7BA}"/>
                </c:ext>
              </c:extLst>
            </c:dLbl>
            <c:dLbl>
              <c:idx val="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0-7405-42D2-84DE-F8EA208DA7BA}"/>
                </c:ext>
              </c:extLst>
            </c:dLbl>
            <c:dLbl>
              <c:idx val="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1-7405-42D2-84DE-F8EA208DA7BA}"/>
                </c:ext>
              </c:extLst>
            </c:dLbl>
            <c:dLbl>
              <c:idx val="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2-7405-42D2-84DE-F8EA208DA7BA}"/>
                </c:ext>
              </c:extLst>
            </c:dLbl>
            <c:dLbl>
              <c:idx val="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3-7405-42D2-84DE-F8EA208DA7BA}"/>
                </c:ext>
              </c:extLst>
            </c:dLbl>
            <c:dLbl>
              <c:idx val="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4-7405-42D2-84DE-F8EA208DA7BA}"/>
                </c:ext>
              </c:extLst>
            </c:dLbl>
            <c:dLbl>
              <c:idx val="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5-7405-42D2-84DE-F8EA208DA7BA}"/>
                </c:ext>
              </c:extLst>
            </c:dLbl>
            <c:dLbl>
              <c:idx val="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6-7405-42D2-84DE-F8EA208DA7BA}"/>
                </c:ext>
              </c:extLst>
            </c:dLbl>
            <c:dLbl>
              <c:idx val="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7-7405-42D2-84DE-F8EA208DA7BA}"/>
                </c:ext>
              </c:extLst>
            </c:dLbl>
            <c:dLbl>
              <c:idx val="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8-7405-42D2-84DE-F8EA208DA7BA}"/>
                </c:ext>
              </c:extLst>
            </c:dLbl>
            <c:dLbl>
              <c:idx val="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9-7405-42D2-84DE-F8EA208DA7BA}"/>
                </c:ext>
              </c:extLst>
            </c:dLbl>
            <c:dLbl>
              <c:idx val="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A-7405-42D2-84DE-F8EA208DA7BA}"/>
                </c:ext>
              </c:extLst>
            </c:dLbl>
            <c:dLbl>
              <c:idx val="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B-7405-42D2-84DE-F8EA208DA7BA}"/>
                </c:ext>
              </c:extLst>
            </c:dLbl>
            <c:dLbl>
              <c:idx val="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C-7405-42D2-84DE-F8EA208DA7BA}"/>
                </c:ext>
              </c:extLst>
            </c:dLbl>
            <c:dLbl>
              <c:idx val="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D-7405-42D2-84DE-F8EA208DA7BA}"/>
                </c:ext>
              </c:extLst>
            </c:dLbl>
            <c:dLbl>
              <c:idx val="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E-7405-42D2-84DE-F8EA208DA7BA}"/>
                </c:ext>
              </c:extLst>
            </c:dLbl>
            <c:dLbl>
              <c:idx val="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F-7405-42D2-84DE-F8EA208DA7BA}"/>
                </c:ext>
              </c:extLst>
            </c:dLbl>
            <c:dLbl>
              <c:idx val="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0-7405-42D2-84DE-F8EA208DA7BA}"/>
                </c:ext>
              </c:extLst>
            </c:dLbl>
            <c:dLbl>
              <c:idx val="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1-7405-42D2-84DE-F8EA208DA7BA}"/>
                </c:ext>
              </c:extLst>
            </c:dLbl>
            <c:dLbl>
              <c:idx val="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2-7405-42D2-84DE-F8EA208DA7BA}"/>
                </c:ext>
              </c:extLst>
            </c:dLbl>
            <c:dLbl>
              <c:idx val="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3-7405-42D2-84DE-F8EA208DA7BA}"/>
                </c:ext>
              </c:extLst>
            </c:dLbl>
            <c:dLbl>
              <c:idx val="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4-7405-42D2-84DE-F8EA208DA7BA}"/>
                </c:ext>
              </c:extLst>
            </c:dLbl>
            <c:dLbl>
              <c:idx val="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5-7405-42D2-84DE-F8EA208DA7BA}"/>
                </c:ext>
              </c:extLst>
            </c:dLbl>
            <c:dLbl>
              <c:idx val="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6-7405-42D2-84DE-F8EA208DA7BA}"/>
                </c:ext>
              </c:extLst>
            </c:dLbl>
            <c:dLbl>
              <c:idx val="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7-7405-42D2-84DE-F8EA208DA7BA}"/>
                </c:ext>
              </c:extLst>
            </c:dLbl>
            <c:dLbl>
              <c:idx val="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8-7405-42D2-84DE-F8EA208DA7BA}"/>
                </c:ext>
              </c:extLst>
            </c:dLbl>
            <c:dLbl>
              <c:idx val="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9-7405-42D2-84DE-F8EA208DA7BA}"/>
                </c:ext>
              </c:extLst>
            </c:dLbl>
            <c:dLbl>
              <c:idx val="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A-7405-42D2-84DE-F8EA208DA7BA}"/>
                </c:ext>
              </c:extLst>
            </c:dLbl>
            <c:dLbl>
              <c:idx val="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B-7405-42D2-84DE-F8EA208DA7BA}"/>
                </c:ext>
              </c:extLst>
            </c:dLbl>
            <c:dLbl>
              <c:idx val="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C-7405-42D2-84DE-F8EA208DA7BA}"/>
                </c:ext>
              </c:extLst>
            </c:dLbl>
            <c:dLbl>
              <c:idx val="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D-7405-42D2-84DE-F8EA208DA7BA}"/>
                </c:ext>
              </c:extLst>
            </c:dLbl>
            <c:dLbl>
              <c:idx val="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E-7405-42D2-84DE-F8EA208DA7BA}"/>
                </c:ext>
              </c:extLst>
            </c:dLbl>
            <c:dLbl>
              <c:idx val="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F-7405-42D2-84DE-F8EA208DA7BA}"/>
                </c:ext>
              </c:extLst>
            </c:dLbl>
            <c:dLbl>
              <c:idx val="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0-7405-42D2-84DE-F8EA208DA7BA}"/>
                </c:ext>
              </c:extLst>
            </c:dLbl>
            <c:dLbl>
              <c:idx val="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1-7405-42D2-84DE-F8EA208DA7BA}"/>
                </c:ext>
              </c:extLst>
            </c:dLbl>
            <c:dLbl>
              <c:idx val="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2-7405-42D2-84DE-F8EA208DA7BA}"/>
                </c:ext>
              </c:extLst>
            </c:dLbl>
            <c:dLbl>
              <c:idx val="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3-7405-42D2-84DE-F8EA208DA7BA}"/>
                </c:ext>
              </c:extLst>
            </c:dLbl>
            <c:dLbl>
              <c:idx val="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4-7405-42D2-84DE-F8EA208DA7BA}"/>
                </c:ext>
              </c:extLst>
            </c:dLbl>
            <c:dLbl>
              <c:idx val="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5-7405-42D2-84DE-F8EA208DA7BA}"/>
                </c:ext>
              </c:extLst>
            </c:dLbl>
            <c:dLbl>
              <c:idx val="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6-7405-42D2-84DE-F8EA208DA7BA}"/>
                </c:ext>
              </c:extLst>
            </c:dLbl>
            <c:dLbl>
              <c:idx val="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7-7405-42D2-84DE-F8EA208DA7BA}"/>
                </c:ext>
              </c:extLst>
            </c:dLbl>
            <c:dLbl>
              <c:idx val="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8-7405-42D2-84DE-F8EA208DA7BA}"/>
                </c:ext>
              </c:extLst>
            </c:dLbl>
            <c:dLbl>
              <c:idx val="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9-7405-42D2-84DE-F8EA208DA7BA}"/>
                </c:ext>
              </c:extLst>
            </c:dLbl>
            <c:dLbl>
              <c:idx val="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A-7405-42D2-84DE-F8EA208DA7BA}"/>
                </c:ext>
              </c:extLst>
            </c:dLbl>
            <c:dLbl>
              <c:idx val="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B-7405-42D2-84DE-F8EA208DA7BA}"/>
                </c:ext>
              </c:extLst>
            </c:dLbl>
            <c:dLbl>
              <c:idx val="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C-7405-42D2-84DE-F8EA208DA7BA}"/>
                </c:ext>
              </c:extLst>
            </c:dLbl>
            <c:dLbl>
              <c:idx val="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D-7405-42D2-84DE-F8EA208DA7BA}"/>
                </c:ext>
              </c:extLst>
            </c:dLbl>
            <c:dLbl>
              <c:idx val="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E-7405-42D2-84DE-F8EA208DA7BA}"/>
                </c:ext>
              </c:extLst>
            </c:dLbl>
            <c:dLbl>
              <c:idx val="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F-7405-42D2-84DE-F8EA208DA7BA}"/>
                </c:ext>
              </c:extLst>
            </c:dLbl>
            <c:dLbl>
              <c:idx val="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0-7405-42D2-84DE-F8EA208DA7BA}"/>
                </c:ext>
              </c:extLst>
            </c:dLbl>
            <c:dLbl>
              <c:idx val="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1-7405-42D2-84DE-F8EA208DA7BA}"/>
                </c:ext>
              </c:extLst>
            </c:dLbl>
            <c:dLbl>
              <c:idx val="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2-7405-42D2-84DE-F8EA208DA7BA}"/>
                </c:ext>
              </c:extLst>
            </c:dLbl>
            <c:dLbl>
              <c:idx val="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3-7405-42D2-84DE-F8EA208DA7BA}"/>
                </c:ext>
              </c:extLst>
            </c:dLbl>
            <c:dLbl>
              <c:idx val="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4-7405-42D2-84DE-F8EA208DA7BA}"/>
                </c:ext>
              </c:extLst>
            </c:dLbl>
            <c:dLbl>
              <c:idx val="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5-7405-42D2-84DE-F8EA208DA7BA}"/>
                </c:ext>
              </c:extLst>
            </c:dLbl>
            <c:dLbl>
              <c:idx val="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6-7405-42D2-84DE-F8EA208DA7BA}"/>
                </c:ext>
              </c:extLst>
            </c:dLbl>
            <c:dLbl>
              <c:idx val="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7-7405-42D2-84DE-F8EA208DA7BA}"/>
                </c:ext>
              </c:extLst>
            </c:dLbl>
            <c:dLbl>
              <c:idx val="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8-7405-42D2-84DE-F8EA208DA7BA}"/>
                </c:ext>
              </c:extLst>
            </c:dLbl>
            <c:dLbl>
              <c:idx val="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9-7405-42D2-84DE-F8EA208DA7BA}"/>
                </c:ext>
              </c:extLst>
            </c:dLbl>
            <c:dLbl>
              <c:idx val="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A-7405-42D2-84DE-F8EA208DA7BA}"/>
                </c:ext>
              </c:extLst>
            </c:dLbl>
            <c:dLbl>
              <c:idx val="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B-7405-42D2-84DE-F8EA208DA7BA}"/>
                </c:ext>
              </c:extLst>
            </c:dLbl>
            <c:dLbl>
              <c:idx val="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C-7405-42D2-84DE-F8EA208DA7BA}"/>
                </c:ext>
              </c:extLst>
            </c:dLbl>
            <c:dLbl>
              <c:idx val="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D-7405-42D2-84DE-F8EA208DA7BA}"/>
                </c:ext>
              </c:extLst>
            </c:dLbl>
            <c:dLbl>
              <c:idx val="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E-7405-42D2-84DE-F8EA208DA7BA}"/>
                </c:ext>
              </c:extLst>
            </c:dLbl>
            <c:dLbl>
              <c:idx val="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F-7405-42D2-84DE-F8EA208DA7BA}"/>
                </c:ext>
              </c:extLst>
            </c:dLbl>
            <c:dLbl>
              <c:idx val="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0-7405-42D2-84DE-F8EA208DA7BA}"/>
                </c:ext>
              </c:extLst>
            </c:dLbl>
            <c:dLbl>
              <c:idx val="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1-7405-42D2-84DE-F8EA208DA7BA}"/>
                </c:ext>
              </c:extLst>
            </c:dLbl>
            <c:dLbl>
              <c:idx val="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2-7405-42D2-84DE-F8EA208DA7BA}"/>
                </c:ext>
              </c:extLst>
            </c:dLbl>
            <c:dLbl>
              <c:idx val="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3-7405-42D2-84DE-F8EA208DA7BA}"/>
                </c:ext>
              </c:extLst>
            </c:dLbl>
            <c:dLbl>
              <c:idx val="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4-7405-42D2-84DE-F8EA208DA7BA}"/>
                </c:ext>
              </c:extLst>
            </c:dLbl>
            <c:dLbl>
              <c:idx val="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5-7405-42D2-84DE-F8EA208DA7BA}"/>
                </c:ext>
              </c:extLst>
            </c:dLbl>
            <c:dLbl>
              <c:idx val="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6-7405-42D2-84DE-F8EA208DA7BA}"/>
                </c:ext>
              </c:extLst>
            </c:dLbl>
            <c:dLbl>
              <c:idx val="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7-7405-42D2-84DE-F8EA208DA7BA}"/>
                </c:ext>
              </c:extLst>
            </c:dLbl>
            <c:dLbl>
              <c:idx val="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8-7405-42D2-84DE-F8EA208DA7BA}"/>
                </c:ext>
              </c:extLst>
            </c:dLbl>
            <c:dLbl>
              <c:idx val="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9-7405-42D2-84DE-F8EA208DA7BA}"/>
                </c:ext>
              </c:extLst>
            </c:dLbl>
            <c:dLbl>
              <c:idx val="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A-7405-42D2-84DE-F8EA208DA7BA}"/>
                </c:ext>
              </c:extLst>
            </c:dLbl>
            <c:dLbl>
              <c:idx val="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B-7405-42D2-84DE-F8EA208DA7BA}"/>
                </c:ext>
              </c:extLst>
            </c:dLbl>
            <c:dLbl>
              <c:idx val="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C-7405-42D2-84DE-F8EA208DA7BA}"/>
                </c:ext>
              </c:extLst>
            </c:dLbl>
            <c:dLbl>
              <c:idx val="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D-7405-42D2-84DE-F8EA208DA7BA}"/>
                </c:ext>
              </c:extLst>
            </c:dLbl>
            <c:dLbl>
              <c:idx val="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E-7405-42D2-84DE-F8EA208DA7BA}"/>
                </c:ext>
              </c:extLst>
            </c:dLbl>
            <c:dLbl>
              <c:idx val="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F-7405-42D2-84DE-F8EA208DA7BA}"/>
                </c:ext>
              </c:extLst>
            </c:dLbl>
            <c:dLbl>
              <c:idx val="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0-7405-42D2-84DE-F8EA208DA7BA}"/>
                </c:ext>
              </c:extLst>
            </c:dLbl>
            <c:dLbl>
              <c:idx val="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1-7405-42D2-84DE-F8EA208DA7BA}"/>
                </c:ext>
              </c:extLst>
            </c:dLbl>
            <c:dLbl>
              <c:idx val="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2-7405-42D2-84DE-F8EA208DA7BA}"/>
                </c:ext>
              </c:extLst>
            </c:dLbl>
            <c:dLbl>
              <c:idx val="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3-7405-42D2-84DE-F8EA208DA7BA}"/>
                </c:ext>
              </c:extLst>
            </c:dLbl>
            <c:dLbl>
              <c:idx val="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4-7405-42D2-84DE-F8EA208DA7BA}"/>
                </c:ext>
              </c:extLst>
            </c:dLbl>
            <c:dLbl>
              <c:idx val="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5-7405-42D2-84DE-F8EA208DA7BA}"/>
                </c:ext>
              </c:extLst>
            </c:dLbl>
            <c:dLbl>
              <c:idx val="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6-7405-42D2-84DE-F8EA208DA7BA}"/>
                </c:ext>
              </c:extLst>
            </c:dLbl>
            <c:dLbl>
              <c:idx val="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7-7405-42D2-84DE-F8EA208DA7BA}"/>
                </c:ext>
              </c:extLst>
            </c:dLbl>
            <c:dLbl>
              <c:idx val="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8-7405-42D2-84DE-F8EA208DA7BA}"/>
                </c:ext>
              </c:extLst>
            </c:dLbl>
            <c:dLbl>
              <c:idx val="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9-7405-42D2-84DE-F8EA208DA7BA}"/>
                </c:ext>
              </c:extLst>
            </c:dLbl>
            <c:dLbl>
              <c:idx val="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A-7405-42D2-84DE-F8EA208DA7BA}"/>
                </c:ext>
              </c:extLst>
            </c:dLbl>
            <c:dLbl>
              <c:idx val="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B-7405-42D2-84DE-F8EA208DA7BA}"/>
                </c:ext>
              </c:extLst>
            </c:dLbl>
            <c:dLbl>
              <c:idx val="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C-7405-42D2-84DE-F8EA208DA7BA}"/>
                </c:ext>
              </c:extLst>
            </c:dLbl>
            <c:dLbl>
              <c:idx val="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D-7405-42D2-84DE-F8EA208DA7BA}"/>
                </c:ext>
              </c:extLst>
            </c:dLbl>
            <c:dLbl>
              <c:idx val="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E-7405-42D2-84DE-F8EA208DA7BA}"/>
                </c:ext>
              </c:extLst>
            </c:dLbl>
            <c:dLbl>
              <c:idx val="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F-7405-42D2-84DE-F8EA208DA7BA}"/>
                </c:ext>
              </c:extLst>
            </c:dLbl>
            <c:dLbl>
              <c:idx val="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0-7405-42D2-84DE-F8EA208DA7BA}"/>
                </c:ext>
              </c:extLst>
            </c:dLbl>
            <c:dLbl>
              <c:idx val="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1-7405-42D2-84DE-F8EA208DA7BA}"/>
                </c:ext>
              </c:extLst>
            </c:dLbl>
            <c:dLbl>
              <c:idx val="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2-7405-42D2-84DE-F8EA208DA7BA}"/>
                </c:ext>
              </c:extLst>
            </c:dLbl>
            <c:dLbl>
              <c:idx val="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3-7405-42D2-84DE-F8EA208DA7BA}"/>
                </c:ext>
              </c:extLst>
            </c:dLbl>
            <c:dLbl>
              <c:idx val="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4-7405-42D2-84DE-F8EA208DA7BA}"/>
                </c:ext>
              </c:extLst>
            </c:dLbl>
            <c:dLbl>
              <c:idx val="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5-7405-42D2-84DE-F8EA208DA7BA}"/>
                </c:ext>
              </c:extLst>
            </c:dLbl>
            <c:dLbl>
              <c:idx val="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6-7405-42D2-84DE-F8EA208DA7BA}"/>
                </c:ext>
              </c:extLst>
            </c:dLbl>
            <c:dLbl>
              <c:idx val="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7-7405-42D2-84DE-F8EA208DA7BA}"/>
                </c:ext>
              </c:extLst>
            </c:dLbl>
            <c:dLbl>
              <c:idx val="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8-7405-42D2-84DE-F8EA208DA7BA}"/>
                </c:ext>
              </c:extLst>
            </c:dLbl>
            <c:dLbl>
              <c:idx val="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9-7405-42D2-84DE-F8EA208DA7BA}"/>
                </c:ext>
              </c:extLst>
            </c:dLbl>
            <c:dLbl>
              <c:idx val="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A-7405-42D2-84DE-F8EA208DA7BA}"/>
                </c:ext>
              </c:extLst>
            </c:dLbl>
            <c:dLbl>
              <c:idx val="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B-7405-42D2-84DE-F8EA208DA7BA}"/>
                </c:ext>
              </c:extLst>
            </c:dLbl>
            <c:dLbl>
              <c:idx val="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C-7405-42D2-84DE-F8EA208DA7BA}"/>
                </c:ext>
              </c:extLst>
            </c:dLbl>
            <c:dLbl>
              <c:idx val="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D-7405-42D2-84DE-F8EA208DA7BA}"/>
                </c:ext>
              </c:extLst>
            </c:dLbl>
            <c:dLbl>
              <c:idx val="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E-7405-42D2-84DE-F8EA208DA7BA}"/>
                </c:ext>
              </c:extLst>
            </c:dLbl>
            <c:dLbl>
              <c:idx val="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F-7405-42D2-84DE-F8EA208DA7BA}"/>
                </c:ext>
              </c:extLst>
            </c:dLbl>
            <c:dLbl>
              <c:idx val="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0-7405-42D2-84DE-F8EA208DA7BA}"/>
                </c:ext>
              </c:extLst>
            </c:dLbl>
            <c:dLbl>
              <c:idx val="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1-7405-42D2-84DE-F8EA208DA7BA}"/>
                </c:ext>
              </c:extLst>
            </c:dLbl>
            <c:dLbl>
              <c:idx val="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2-7405-42D2-84DE-F8EA208DA7BA}"/>
                </c:ext>
              </c:extLst>
            </c:dLbl>
            <c:dLbl>
              <c:idx val="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3-7405-42D2-84DE-F8EA208DA7BA}"/>
                </c:ext>
              </c:extLst>
            </c:dLbl>
            <c:dLbl>
              <c:idx val="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4-7405-42D2-84DE-F8EA208DA7BA}"/>
                </c:ext>
              </c:extLst>
            </c:dLbl>
            <c:dLbl>
              <c:idx val="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5-7405-42D2-84DE-F8EA208DA7BA}"/>
                </c:ext>
              </c:extLst>
            </c:dLbl>
            <c:dLbl>
              <c:idx val="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6-7405-42D2-84DE-F8EA208DA7BA}"/>
                </c:ext>
              </c:extLst>
            </c:dLbl>
            <c:dLbl>
              <c:idx val="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7-7405-42D2-84DE-F8EA208DA7BA}"/>
                </c:ext>
              </c:extLst>
            </c:dLbl>
            <c:dLbl>
              <c:idx val="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8-7405-42D2-84DE-F8EA208DA7BA}"/>
                </c:ext>
              </c:extLst>
            </c:dLbl>
            <c:dLbl>
              <c:idx val="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9-7405-42D2-84DE-F8EA208DA7BA}"/>
                </c:ext>
              </c:extLst>
            </c:dLbl>
            <c:dLbl>
              <c:idx val="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A-7405-42D2-84DE-F8EA208DA7BA}"/>
                </c:ext>
              </c:extLst>
            </c:dLbl>
            <c:dLbl>
              <c:idx val="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B-7405-42D2-84DE-F8EA208DA7BA}"/>
                </c:ext>
              </c:extLst>
            </c:dLbl>
            <c:dLbl>
              <c:idx val="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C-7405-42D2-84DE-F8EA208DA7BA}"/>
                </c:ext>
              </c:extLst>
            </c:dLbl>
            <c:dLbl>
              <c:idx val="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D-7405-42D2-84DE-F8EA208DA7BA}"/>
                </c:ext>
              </c:extLst>
            </c:dLbl>
            <c:dLbl>
              <c:idx val="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E-7405-42D2-84DE-F8EA208DA7BA}"/>
                </c:ext>
              </c:extLst>
            </c:dLbl>
            <c:dLbl>
              <c:idx val="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F-7405-42D2-84DE-F8EA208DA7BA}"/>
                </c:ext>
              </c:extLst>
            </c:dLbl>
            <c:dLbl>
              <c:idx val="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0-7405-42D2-84DE-F8EA208DA7BA}"/>
                </c:ext>
              </c:extLst>
            </c:dLbl>
            <c:dLbl>
              <c:idx val="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1-7405-42D2-84DE-F8EA208DA7BA}"/>
                </c:ext>
              </c:extLst>
            </c:dLbl>
            <c:dLbl>
              <c:idx val="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2-7405-42D2-84DE-F8EA208DA7BA}"/>
                </c:ext>
              </c:extLst>
            </c:dLbl>
            <c:dLbl>
              <c:idx val="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3-7405-42D2-84DE-F8EA208DA7BA}"/>
                </c:ext>
              </c:extLst>
            </c:dLbl>
            <c:dLbl>
              <c:idx val="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4-7405-42D2-84DE-F8EA208DA7BA}"/>
                </c:ext>
              </c:extLst>
            </c:dLbl>
            <c:dLbl>
              <c:idx val="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5-7405-42D2-84DE-F8EA208DA7BA}"/>
                </c:ext>
              </c:extLst>
            </c:dLbl>
            <c:dLbl>
              <c:idx val="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6-7405-42D2-84DE-F8EA208DA7BA}"/>
                </c:ext>
              </c:extLst>
            </c:dLbl>
            <c:dLbl>
              <c:idx val="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7-7405-42D2-84DE-F8EA208DA7BA}"/>
                </c:ext>
              </c:extLst>
            </c:dLbl>
            <c:dLbl>
              <c:idx val="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8-7405-42D2-84DE-F8EA208DA7BA}"/>
                </c:ext>
              </c:extLst>
            </c:dLbl>
            <c:dLbl>
              <c:idx val="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9-7405-42D2-84DE-F8EA208DA7BA}"/>
                </c:ext>
              </c:extLst>
            </c:dLbl>
            <c:dLbl>
              <c:idx val="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A-7405-42D2-84DE-F8EA208DA7BA}"/>
                </c:ext>
              </c:extLst>
            </c:dLbl>
            <c:dLbl>
              <c:idx val="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B-7405-42D2-84DE-F8EA208DA7BA}"/>
                </c:ext>
              </c:extLst>
            </c:dLbl>
            <c:dLbl>
              <c:idx val="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C-7405-42D2-84DE-F8EA208DA7BA}"/>
                </c:ext>
              </c:extLst>
            </c:dLbl>
            <c:dLbl>
              <c:idx val="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D-7405-42D2-84DE-F8EA208DA7BA}"/>
                </c:ext>
              </c:extLst>
            </c:dLbl>
            <c:dLbl>
              <c:idx val="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E-7405-42D2-84DE-F8EA208DA7BA}"/>
                </c:ext>
              </c:extLst>
            </c:dLbl>
            <c:dLbl>
              <c:idx val="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F-7405-42D2-84DE-F8EA208DA7BA}"/>
                </c:ext>
              </c:extLst>
            </c:dLbl>
            <c:dLbl>
              <c:idx val="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0-7405-42D2-84DE-F8EA208DA7BA}"/>
                </c:ext>
              </c:extLst>
            </c:dLbl>
            <c:dLbl>
              <c:idx val="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1-7405-42D2-84DE-F8EA208DA7BA}"/>
                </c:ext>
              </c:extLst>
            </c:dLbl>
            <c:dLbl>
              <c:idx val="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2-7405-42D2-84DE-F8EA208DA7BA}"/>
                </c:ext>
              </c:extLst>
            </c:dLbl>
            <c:dLbl>
              <c:idx val="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3-7405-42D2-84DE-F8EA208DA7BA}"/>
                </c:ext>
              </c:extLst>
            </c:dLbl>
            <c:dLbl>
              <c:idx val="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4-7405-42D2-84DE-F8EA208DA7BA}"/>
                </c:ext>
              </c:extLst>
            </c:dLbl>
            <c:dLbl>
              <c:idx val="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5-7405-42D2-84DE-F8EA208DA7BA}"/>
                </c:ext>
              </c:extLst>
            </c:dLbl>
            <c:dLbl>
              <c:idx val="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6-7405-42D2-84DE-F8EA208DA7BA}"/>
                </c:ext>
              </c:extLst>
            </c:dLbl>
            <c:dLbl>
              <c:idx val="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7-7405-42D2-84DE-F8EA208DA7BA}"/>
                </c:ext>
              </c:extLst>
            </c:dLbl>
            <c:dLbl>
              <c:idx val="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8-7405-42D2-84DE-F8EA208DA7BA}"/>
                </c:ext>
              </c:extLst>
            </c:dLbl>
            <c:dLbl>
              <c:idx val="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9-7405-42D2-84DE-F8EA208DA7BA}"/>
                </c:ext>
              </c:extLst>
            </c:dLbl>
            <c:dLbl>
              <c:idx val="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A-7405-42D2-84DE-F8EA208DA7BA}"/>
                </c:ext>
              </c:extLst>
            </c:dLbl>
            <c:dLbl>
              <c:idx val="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B-7405-42D2-84DE-F8EA208DA7BA}"/>
                </c:ext>
              </c:extLst>
            </c:dLbl>
            <c:dLbl>
              <c:idx val="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C-7405-42D2-84DE-F8EA208DA7BA}"/>
                </c:ext>
              </c:extLst>
            </c:dLbl>
            <c:dLbl>
              <c:idx val="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D-7405-42D2-84DE-F8EA208DA7BA}"/>
                </c:ext>
              </c:extLst>
            </c:dLbl>
            <c:dLbl>
              <c:idx val="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E-7405-42D2-84DE-F8EA208DA7BA}"/>
                </c:ext>
              </c:extLst>
            </c:dLbl>
            <c:dLbl>
              <c:idx val="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F-7405-42D2-84DE-F8EA208DA7BA}"/>
                </c:ext>
              </c:extLst>
            </c:dLbl>
            <c:dLbl>
              <c:idx val="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0-7405-42D2-84DE-F8EA208DA7BA}"/>
                </c:ext>
              </c:extLst>
            </c:dLbl>
            <c:dLbl>
              <c:idx val="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1-7405-42D2-84DE-F8EA208DA7BA}"/>
                </c:ext>
              </c:extLst>
            </c:dLbl>
            <c:dLbl>
              <c:idx val="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2-7405-42D2-84DE-F8EA208DA7BA}"/>
                </c:ext>
              </c:extLst>
            </c:dLbl>
            <c:dLbl>
              <c:idx val="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3-7405-42D2-84DE-F8EA208DA7BA}"/>
                </c:ext>
              </c:extLst>
            </c:dLbl>
            <c:dLbl>
              <c:idx val="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4-7405-42D2-84DE-F8EA208DA7BA}"/>
                </c:ext>
              </c:extLst>
            </c:dLbl>
            <c:dLbl>
              <c:idx val="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5-7405-42D2-84DE-F8EA208DA7BA}"/>
                </c:ext>
              </c:extLst>
            </c:dLbl>
            <c:dLbl>
              <c:idx val="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6-7405-42D2-84DE-F8EA208DA7BA}"/>
                </c:ext>
              </c:extLst>
            </c:dLbl>
            <c:dLbl>
              <c:idx val="789"/>
              <c:layout>
                <c:manualLayout>
                  <c:x val="-5.6928707865359926E-3"/>
                  <c:y val="-2.590623131093513E-2"/>
                </c:manualLayout>
              </c:layout>
              <c:tx>
                <c:rich>
                  <a:bodyPr/>
                  <a:lstStyle/>
                  <a:p>
                    <a:fld id="{A90DC646-EA46-4613-9C02-68378D4E416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317-7405-42D2-84DE-F8EA208DA7BA}"/>
                </c:ext>
              </c:extLst>
            </c:dLbl>
            <c:dLbl>
              <c:idx val="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8-7405-42D2-84DE-F8EA208DA7BA}"/>
                </c:ext>
              </c:extLst>
            </c:dLbl>
            <c:dLbl>
              <c:idx val="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9-7405-42D2-84DE-F8EA208DA7BA}"/>
                </c:ext>
              </c:extLst>
            </c:dLbl>
            <c:dLbl>
              <c:idx val="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A-7405-42D2-84DE-F8EA208DA7BA}"/>
                </c:ext>
              </c:extLst>
            </c:dLbl>
            <c:dLbl>
              <c:idx val="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B-7405-42D2-84DE-F8EA208DA7BA}"/>
                </c:ext>
              </c:extLst>
            </c:dLbl>
            <c:dLbl>
              <c:idx val="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C-7405-42D2-84DE-F8EA208DA7BA}"/>
                </c:ext>
              </c:extLst>
            </c:dLbl>
            <c:dLbl>
              <c:idx val="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D-7405-42D2-84DE-F8EA208DA7BA}"/>
                </c:ext>
              </c:extLst>
            </c:dLbl>
            <c:dLbl>
              <c:idx val="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E-7405-42D2-84DE-F8EA208DA7BA}"/>
                </c:ext>
              </c:extLst>
            </c:dLbl>
            <c:dLbl>
              <c:idx val="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F-7405-42D2-84DE-F8EA208DA7BA}"/>
                </c:ext>
              </c:extLst>
            </c:dLbl>
            <c:dLbl>
              <c:idx val="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0-7405-42D2-84DE-F8EA208DA7BA}"/>
                </c:ext>
              </c:extLst>
            </c:dLbl>
            <c:dLbl>
              <c:idx val="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1-7405-42D2-84DE-F8EA208DA7BA}"/>
                </c:ext>
              </c:extLst>
            </c:dLbl>
            <c:dLbl>
              <c:idx val="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2-7405-42D2-84DE-F8EA208DA7BA}"/>
                </c:ext>
              </c:extLst>
            </c:dLbl>
            <c:dLbl>
              <c:idx val="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3-7405-42D2-84DE-F8EA208DA7BA}"/>
                </c:ext>
              </c:extLst>
            </c:dLbl>
            <c:dLbl>
              <c:idx val="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4-7405-42D2-84DE-F8EA208DA7BA}"/>
                </c:ext>
              </c:extLst>
            </c:dLbl>
            <c:dLbl>
              <c:idx val="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5-7405-42D2-84DE-F8EA208DA7BA}"/>
                </c:ext>
              </c:extLst>
            </c:dLbl>
            <c:dLbl>
              <c:idx val="804"/>
              <c:layout>
                <c:manualLayout>
                  <c:x val="-0.10349525859224894"/>
                  <c:y val="7.09452363426030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326-7405-42D2-84DE-F8EA208DA7BA}"/>
                </c:ext>
              </c:extLst>
            </c:dLbl>
            <c:dLbl>
              <c:idx val="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7-7405-42D2-84DE-F8EA208DA7BA}"/>
                </c:ext>
              </c:extLst>
            </c:dLbl>
            <c:dLbl>
              <c:idx val="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8-7405-42D2-84DE-F8EA208DA7BA}"/>
                </c:ext>
              </c:extLst>
            </c:dLbl>
            <c:dLbl>
              <c:idx val="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9-7405-42D2-84DE-F8EA208DA7BA}"/>
                </c:ext>
              </c:extLst>
            </c:dLbl>
            <c:dLbl>
              <c:idx val="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A-7405-42D2-84DE-F8EA208DA7BA}"/>
                </c:ext>
              </c:extLst>
            </c:dLbl>
            <c:dLbl>
              <c:idx val="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B-7405-42D2-84DE-F8EA208DA7BA}"/>
                </c:ext>
              </c:extLst>
            </c:dLbl>
            <c:dLbl>
              <c:idx val="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C-7405-42D2-84DE-F8EA208DA7BA}"/>
                </c:ext>
              </c:extLst>
            </c:dLbl>
            <c:dLbl>
              <c:idx val="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D-7405-42D2-84DE-F8EA208DA7BA}"/>
                </c:ext>
              </c:extLst>
            </c:dLbl>
            <c:dLbl>
              <c:idx val="812"/>
              <c:layout>
                <c:manualLayout>
                  <c:x val="-7.4007320224967907E-2"/>
                  <c:y val="9.891470136902472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UNC Wilmington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32E-7405-42D2-84DE-F8EA208DA7BA}"/>
                </c:ext>
              </c:extLst>
            </c:dLbl>
            <c:dLbl>
              <c:idx val="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F-7405-42D2-84DE-F8EA208DA7BA}"/>
                </c:ext>
              </c:extLst>
            </c:dLbl>
            <c:dLbl>
              <c:idx val="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0-7405-42D2-84DE-F8EA208DA7BA}"/>
                </c:ext>
              </c:extLst>
            </c:dLbl>
            <c:dLbl>
              <c:idx val="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1-7405-42D2-84DE-F8EA208DA7BA}"/>
                </c:ext>
              </c:extLst>
            </c:dLbl>
            <c:dLbl>
              <c:idx val="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2-7405-42D2-84DE-F8EA208DA7BA}"/>
                </c:ext>
              </c:extLst>
            </c:dLbl>
            <c:dLbl>
              <c:idx val="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3-7405-42D2-84DE-F8EA208DA7BA}"/>
                </c:ext>
              </c:extLst>
            </c:dLbl>
            <c:dLbl>
              <c:idx val="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4-7405-42D2-84DE-F8EA208DA7BA}"/>
                </c:ext>
              </c:extLst>
            </c:dLbl>
            <c:dLbl>
              <c:idx val="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5-7405-42D2-84DE-F8EA208DA7BA}"/>
                </c:ext>
              </c:extLst>
            </c:dLbl>
            <c:dLbl>
              <c:idx val="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6-7405-42D2-84DE-F8EA208DA7BA}"/>
                </c:ext>
              </c:extLst>
            </c:dLbl>
            <c:dLbl>
              <c:idx val="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7-7405-42D2-84DE-F8EA208DA7BA}"/>
                </c:ext>
              </c:extLst>
            </c:dLbl>
            <c:dLbl>
              <c:idx val="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8-7405-42D2-84DE-F8EA208DA7BA}"/>
                </c:ext>
              </c:extLst>
            </c:dLbl>
            <c:dLbl>
              <c:idx val="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9-7405-42D2-84DE-F8EA208DA7BA}"/>
                </c:ext>
              </c:extLst>
            </c:dLbl>
            <c:dLbl>
              <c:idx val="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A-7405-42D2-84DE-F8EA208DA7BA}"/>
                </c:ext>
              </c:extLst>
            </c:dLbl>
            <c:dLbl>
              <c:idx val="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B-7405-42D2-84DE-F8EA208DA7BA}"/>
                </c:ext>
              </c:extLst>
            </c:dLbl>
            <c:dLbl>
              <c:idx val="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C-7405-42D2-84DE-F8EA208DA7BA}"/>
                </c:ext>
              </c:extLst>
            </c:dLbl>
            <c:dLbl>
              <c:idx val="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D-7405-42D2-84DE-F8EA208DA7BA}"/>
                </c:ext>
              </c:extLst>
            </c:dLbl>
            <c:dLbl>
              <c:idx val="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E-7405-42D2-84DE-F8EA208DA7BA}"/>
                </c:ext>
              </c:extLst>
            </c:dLbl>
            <c:dLbl>
              <c:idx val="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F-7405-42D2-84DE-F8EA208DA7BA}"/>
                </c:ext>
              </c:extLst>
            </c:dLbl>
            <c:dLbl>
              <c:idx val="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0-7405-42D2-84DE-F8EA208DA7BA}"/>
                </c:ext>
              </c:extLst>
            </c:dLbl>
            <c:dLbl>
              <c:idx val="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1-7405-42D2-84DE-F8EA208DA7BA}"/>
                </c:ext>
              </c:extLst>
            </c:dLbl>
            <c:dLbl>
              <c:idx val="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2-7405-42D2-84DE-F8EA208DA7BA}"/>
                </c:ext>
              </c:extLst>
            </c:dLbl>
            <c:dLbl>
              <c:idx val="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3-7405-42D2-84DE-F8EA208DA7BA}"/>
                </c:ext>
              </c:extLst>
            </c:dLbl>
            <c:dLbl>
              <c:idx val="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4-7405-42D2-84DE-F8EA208DA7BA}"/>
                </c:ext>
              </c:extLst>
            </c:dLbl>
            <c:dLbl>
              <c:idx val="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5-7405-42D2-84DE-F8EA208DA7BA}"/>
                </c:ext>
              </c:extLst>
            </c:dLbl>
            <c:dLbl>
              <c:idx val="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6-7405-42D2-84DE-F8EA208DA7BA}"/>
                </c:ext>
              </c:extLst>
            </c:dLbl>
            <c:dLbl>
              <c:idx val="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7-7405-42D2-84DE-F8EA208DA7BA}"/>
                </c:ext>
              </c:extLst>
            </c:dLbl>
            <c:dLbl>
              <c:idx val="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8-7405-42D2-84DE-F8EA208DA7BA}"/>
                </c:ext>
              </c:extLst>
            </c:dLbl>
            <c:dLbl>
              <c:idx val="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9-7405-42D2-84DE-F8EA208DA7BA}"/>
                </c:ext>
              </c:extLst>
            </c:dLbl>
            <c:dLbl>
              <c:idx val="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A-7405-42D2-84DE-F8EA208DA7BA}"/>
                </c:ext>
              </c:extLst>
            </c:dLbl>
            <c:dLbl>
              <c:idx val="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B-7405-42D2-84DE-F8EA208DA7BA}"/>
                </c:ext>
              </c:extLst>
            </c:dLbl>
            <c:dLbl>
              <c:idx val="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C-7405-42D2-84DE-F8EA208DA7BA}"/>
                </c:ext>
              </c:extLst>
            </c:dLbl>
            <c:dLbl>
              <c:idx val="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D-7405-42D2-84DE-F8EA208DA7BA}"/>
                </c:ext>
              </c:extLst>
            </c:dLbl>
            <c:dLbl>
              <c:idx val="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E-7405-42D2-84DE-F8EA208DA7BA}"/>
                </c:ext>
              </c:extLst>
            </c:dLbl>
            <c:dLbl>
              <c:idx val="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F-7405-42D2-84DE-F8EA208DA7BA}"/>
                </c:ext>
              </c:extLst>
            </c:dLbl>
            <c:dLbl>
              <c:idx val="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0-7405-42D2-84DE-F8EA208DA7BA}"/>
                </c:ext>
              </c:extLst>
            </c:dLbl>
            <c:dLbl>
              <c:idx val="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1-7405-42D2-84DE-F8EA208DA7BA}"/>
                </c:ext>
              </c:extLst>
            </c:dLbl>
            <c:dLbl>
              <c:idx val="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2-7405-42D2-84DE-F8EA208DA7BA}"/>
                </c:ext>
              </c:extLst>
            </c:dLbl>
            <c:dLbl>
              <c:idx val="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3-7405-42D2-84DE-F8EA208DA7BA}"/>
                </c:ext>
              </c:extLst>
            </c:dLbl>
            <c:dLbl>
              <c:idx val="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4-7405-42D2-84DE-F8EA208DA7BA}"/>
                </c:ext>
              </c:extLst>
            </c:dLbl>
            <c:dLbl>
              <c:idx val="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5-7405-42D2-84DE-F8EA208DA7BA}"/>
                </c:ext>
              </c:extLst>
            </c:dLbl>
            <c:dLbl>
              <c:idx val="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6-7405-42D2-84DE-F8EA208DA7BA}"/>
                </c:ext>
              </c:extLst>
            </c:dLbl>
            <c:dLbl>
              <c:idx val="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7-7405-42D2-84DE-F8EA208DA7BA}"/>
                </c:ext>
              </c:extLst>
            </c:dLbl>
            <c:dLbl>
              <c:idx val="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8-7405-42D2-84DE-F8EA208DA7BA}"/>
                </c:ext>
              </c:extLst>
            </c:dLbl>
            <c:dLbl>
              <c:idx val="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9-7405-42D2-84DE-F8EA208DA7BA}"/>
                </c:ext>
              </c:extLst>
            </c:dLbl>
            <c:dLbl>
              <c:idx val="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A-7405-42D2-84DE-F8EA208DA7BA}"/>
                </c:ext>
              </c:extLst>
            </c:dLbl>
            <c:dLbl>
              <c:idx val="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B-7405-42D2-84DE-F8EA208DA7BA}"/>
                </c:ext>
              </c:extLst>
            </c:dLbl>
            <c:dLbl>
              <c:idx val="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C-7405-42D2-84DE-F8EA208DA7BA}"/>
                </c:ext>
              </c:extLst>
            </c:dLbl>
            <c:dLbl>
              <c:idx val="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D-7405-42D2-84DE-F8EA208DA7BA}"/>
                </c:ext>
              </c:extLst>
            </c:dLbl>
            <c:dLbl>
              <c:idx val="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E-7405-42D2-84DE-F8EA208DA7BA}"/>
                </c:ext>
              </c:extLst>
            </c:dLbl>
            <c:dLbl>
              <c:idx val="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F-7405-42D2-84DE-F8EA208DA7BA}"/>
                </c:ext>
              </c:extLst>
            </c:dLbl>
            <c:dLbl>
              <c:idx val="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0-7405-42D2-84DE-F8EA208DA7BA}"/>
                </c:ext>
              </c:extLst>
            </c:dLbl>
            <c:dLbl>
              <c:idx val="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1-7405-42D2-84DE-F8EA208DA7BA}"/>
                </c:ext>
              </c:extLst>
            </c:dLbl>
            <c:dLbl>
              <c:idx val="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2-7405-42D2-84DE-F8EA208DA7BA}"/>
                </c:ext>
              </c:extLst>
            </c:dLbl>
            <c:dLbl>
              <c:idx val="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3-7405-42D2-84DE-F8EA208DA7BA}"/>
                </c:ext>
              </c:extLst>
            </c:dLbl>
            <c:dLbl>
              <c:idx val="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4-7405-42D2-84DE-F8EA208DA7BA}"/>
                </c:ext>
              </c:extLst>
            </c:dLbl>
            <c:dLbl>
              <c:idx val="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5-7405-42D2-84DE-F8EA208DA7BA}"/>
                </c:ext>
              </c:extLst>
            </c:dLbl>
            <c:dLbl>
              <c:idx val="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6-7405-42D2-84DE-F8EA208DA7BA}"/>
                </c:ext>
              </c:extLst>
            </c:dLbl>
            <c:dLbl>
              <c:idx val="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7-7405-42D2-84DE-F8EA208DA7BA}"/>
                </c:ext>
              </c:extLst>
            </c:dLbl>
            <c:dLbl>
              <c:idx val="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8-7405-42D2-84DE-F8EA208DA7BA}"/>
                </c:ext>
              </c:extLst>
            </c:dLbl>
            <c:dLbl>
              <c:idx val="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9-7405-42D2-84DE-F8EA208DA7BA}"/>
                </c:ext>
              </c:extLst>
            </c:dLbl>
            <c:dLbl>
              <c:idx val="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A-7405-42D2-84DE-F8EA208DA7BA}"/>
                </c:ext>
              </c:extLst>
            </c:dLbl>
            <c:dLbl>
              <c:idx val="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B-7405-42D2-84DE-F8EA208DA7BA}"/>
                </c:ext>
              </c:extLst>
            </c:dLbl>
            <c:dLbl>
              <c:idx val="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C-7405-42D2-84DE-F8EA208DA7BA}"/>
                </c:ext>
              </c:extLst>
            </c:dLbl>
            <c:dLbl>
              <c:idx val="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D-7405-42D2-84DE-F8EA208DA7BA}"/>
                </c:ext>
              </c:extLst>
            </c:dLbl>
            <c:dLbl>
              <c:idx val="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E-7405-42D2-84DE-F8EA208DA7BA}"/>
                </c:ext>
              </c:extLst>
            </c:dLbl>
            <c:dLbl>
              <c:idx val="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F-7405-42D2-84DE-F8EA208DA7BA}"/>
                </c:ext>
              </c:extLst>
            </c:dLbl>
            <c:dLbl>
              <c:idx val="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0-7405-42D2-84DE-F8EA208DA7BA}"/>
                </c:ext>
              </c:extLst>
            </c:dLbl>
            <c:dLbl>
              <c:idx val="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1-7405-42D2-84DE-F8EA208DA7BA}"/>
                </c:ext>
              </c:extLst>
            </c:dLbl>
            <c:dLbl>
              <c:idx val="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2-7405-42D2-84DE-F8EA208DA7BA}"/>
                </c:ext>
              </c:extLst>
            </c:dLbl>
            <c:dLbl>
              <c:idx val="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3-7405-42D2-84DE-F8EA208DA7BA}"/>
                </c:ext>
              </c:extLst>
            </c:dLbl>
            <c:dLbl>
              <c:idx val="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4-7405-42D2-84DE-F8EA208DA7BA}"/>
                </c:ext>
              </c:extLst>
            </c:dLbl>
            <c:dLbl>
              <c:idx val="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5-7405-42D2-84DE-F8EA208DA7BA}"/>
                </c:ext>
              </c:extLst>
            </c:dLbl>
            <c:dLbl>
              <c:idx val="884"/>
              <c:tx>
                <c:rich>
                  <a:bodyPr/>
                  <a:lstStyle/>
                  <a:p>
                    <a:r>
                      <a:rPr lang="en-US"/>
                      <a:t>UNC Greensboro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376-7405-42D2-84DE-F8EA208DA7BA}"/>
                </c:ext>
              </c:extLst>
            </c:dLbl>
            <c:dLbl>
              <c:idx val="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7-7405-42D2-84DE-F8EA208DA7BA}"/>
                </c:ext>
              </c:extLst>
            </c:dLbl>
            <c:dLbl>
              <c:idx val="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8-7405-42D2-84DE-F8EA208DA7BA}"/>
                </c:ext>
              </c:extLst>
            </c:dLbl>
            <c:dLbl>
              <c:idx val="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9-7405-42D2-84DE-F8EA208DA7BA}"/>
                </c:ext>
              </c:extLst>
            </c:dLbl>
            <c:dLbl>
              <c:idx val="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A-7405-42D2-84DE-F8EA208DA7BA}"/>
                </c:ext>
              </c:extLst>
            </c:dLbl>
            <c:dLbl>
              <c:idx val="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B-7405-42D2-84DE-F8EA208DA7BA}"/>
                </c:ext>
              </c:extLst>
            </c:dLbl>
            <c:dLbl>
              <c:idx val="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C-7405-42D2-84DE-F8EA208DA7BA}"/>
                </c:ext>
              </c:extLst>
            </c:dLbl>
            <c:dLbl>
              <c:idx val="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D-7405-42D2-84DE-F8EA208DA7BA}"/>
                </c:ext>
              </c:extLst>
            </c:dLbl>
            <c:dLbl>
              <c:idx val="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E-7405-42D2-84DE-F8EA208DA7BA}"/>
                </c:ext>
              </c:extLst>
            </c:dLbl>
            <c:dLbl>
              <c:idx val="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F-7405-42D2-84DE-F8EA208DA7BA}"/>
                </c:ext>
              </c:extLst>
            </c:dLbl>
            <c:dLbl>
              <c:idx val="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0-7405-42D2-84DE-F8EA208DA7BA}"/>
                </c:ext>
              </c:extLst>
            </c:dLbl>
            <c:dLbl>
              <c:idx val="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1-7405-42D2-84DE-F8EA208DA7BA}"/>
                </c:ext>
              </c:extLst>
            </c:dLbl>
            <c:dLbl>
              <c:idx val="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2-7405-42D2-84DE-F8EA208DA7BA}"/>
                </c:ext>
              </c:extLst>
            </c:dLbl>
            <c:dLbl>
              <c:idx val="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3-7405-42D2-84DE-F8EA208DA7BA}"/>
                </c:ext>
              </c:extLst>
            </c:dLbl>
            <c:dLbl>
              <c:idx val="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4-7405-42D2-84DE-F8EA208DA7BA}"/>
                </c:ext>
              </c:extLst>
            </c:dLbl>
            <c:dLbl>
              <c:idx val="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5-7405-42D2-84DE-F8EA208DA7BA}"/>
                </c:ext>
              </c:extLst>
            </c:dLbl>
            <c:dLbl>
              <c:idx val="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6-7405-42D2-84DE-F8EA208DA7BA}"/>
                </c:ext>
              </c:extLst>
            </c:dLbl>
            <c:dLbl>
              <c:idx val="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7-7405-42D2-84DE-F8EA208DA7BA}"/>
                </c:ext>
              </c:extLst>
            </c:dLbl>
            <c:dLbl>
              <c:idx val="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8-7405-42D2-84DE-F8EA208DA7BA}"/>
                </c:ext>
              </c:extLst>
            </c:dLbl>
            <c:dLbl>
              <c:idx val="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9-7405-42D2-84DE-F8EA208DA7BA}"/>
                </c:ext>
              </c:extLst>
            </c:dLbl>
            <c:dLbl>
              <c:idx val="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A-7405-42D2-84DE-F8EA208DA7BA}"/>
                </c:ext>
              </c:extLst>
            </c:dLbl>
            <c:dLbl>
              <c:idx val="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B-7405-42D2-84DE-F8EA208DA7BA}"/>
                </c:ext>
              </c:extLst>
            </c:dLbl>
            <c:dLbl>
              <c:idx val="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C-7405-42D2-84DE-F8EA208DA7BA}"/>
                </c:ext>
              </c:extLst>
            </c:dLbl>
            <c:dLbl>
              <c:idx val="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D-7405-42D2-84DE-F8EA208DA7BA}"/>
                </c:ext>
              </c:extLst>
            </c:dLbl>
            <c:dLbl>
              <c:idx val="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E-7405-42D2-84DE-F8EA208DA7BA}"/>
                </c:ext>
              </c:extLst>
            </c:dLbl>
            <c:dLbl>
              <c:idx val="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F-7405-42D2-84DE-F8EA208DA7BA}"/>
                </c:ext>
              </c:extLst>
            </c:dLbl>
            <c:dLbl>
              <c:idx val="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0-7405-42D2-84DE-F8EA208DA7BA}"/>
                </c:ext>
              </c:extLst>
            </c:dLbl>
            <c:dLbl>
              <c:idx val="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1-7405-42D2-84DE-F8EA208DA7BA}"/>
                </c:ext>
              </c:extLst>
            </c:dLbl>
            <c:dLbl>
              <c:idx val="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2-7405-42D2-84DE-F8EA208DA7BA}"/>
                </c:ext>
              </c:extLst>
            </c:dLbl>
            <c:dLbl>
              <c:idx val="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3-7405-42D2-84DE-F8EA208DA7BA}"/>
                </c:ext>
              </c:extLst>
            </c:dLbl>
            <c:dLbl>
              <c:idx val="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4-7405-42D2-84DE-F8EA208DA7BA}"/>
                </c:ext>
              </c:extLst>
            </c:dLbl>
            <c:dLbl>
              <c:idx val="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5-7405-42D2-84DE-F8EA208DA7BA}"/>
                </c:ext>
              </c:extLst>
            </c:dLbl>
            <c:dLbl>
              <c:idx val="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6-7405-42D2-84DE-F8EA208DA7BA}"/>
                </c:ext>
              </c:extLst>
            </c:dLbl>
            <c:dLbl>
              <c:idx val="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7-7405-42D2-84DE-F8EA208DA7BA}"/>
                </c:ext>
              </c:extLst>
            </c:dLbl>
            <c:dLbl>
              <c:idx val="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8-7405-42D2-84DE-F8EA208DA7BA}"/>
                </c:ext>
              </c:extLst>
            </c:dLbl>
            <c:dLbl>
              <c:idx val="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9-7405-42D2-84DE-F8EA208DA7BA}"/>
                </c:ext>
              </c:extLst>
            </c:dLbl>
            <c:dLbl>
              <c:idx val="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A-7405-42D2-84DE-F8EA208DA7BA}"/>
                </c:ext>
              </c:extLst>
            </c:dLbl>
            <c:dLbl>
              <c:idx val="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B-7405-42D2-84DE-F8EA208DA7BA}"/>
                </c:ext>
              </c:extLst>
            </c:dLbl>
            <c:dLbl>
              <c:idx val="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C-7405-42D2-84DE-F8EA208DA7BA}"/>
                </c:ext>
              </c:extLst>
            </c:dLbl>
            <c:dLbl>
              <c:idx val="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D-7405-42D2-84DE-F8EA208DA7BA}"/>
                </c:ext>
              </c:extLst>
            </c:dLbl>
            <c:dLbl>
              <c:idx val="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E-7405-42D2-84DE-F8EA208DA7BA}"/>
                </c:ext>
              </c:extLst>
            </c:dLbl>
            <c:dLbl>
              <c:idx val="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F-7405-42D2-84DE-F8EA208DA7BA}"/>
                </c:ext>
              </c:extLst>
            </c:dLbl>
            <c:dLbl>
              <c:idx val="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0-7405-42D2-84DE-F8EA208DA7BA}"/>
                </c:ext>
              </c:extLst>
            </c:dLbl>
            <c:dLbl>
              <c:idx val="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1-7405-42D2-84DE-F8EA208DA7BA}"/>
                </c:ext>
              </c:extLst>
            </c:dLbl>
            <c:dLbl>
              <c:idx val="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2-7405-42D2-84DE-F8EA208DA7BA}"/>
                </c:ext>
              </c:extLst>
            </c:dLbl>
            <c:dLbl>
              <c:idx val="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3-7405-42D2-84DE-F8EA208DA7BA}"/>
                </c:ext>
              </c:extLst>
            </c:dLbl>
            <c:dLbl>
              <c:idx val="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4-7405-42D2-84DE-F8EA208DA7BA}"/>
                </c:ext>
              </c:extLst>
            </c:dLbl>
            <c:dLbl>
              <c:idx val="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5-7405-42D2-84DE-F8EA208DA7BA}"/>
                </c:ext>
              </c:extLst>
            </c:dLbl>
            <c:dLbl>
              <c:idx val="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6-7405-42D2-84DE-F8EA208DA7BA}"/>
                </c:ext>
              </c:extLst>
            </c:dLbl>
            <c:dLbl>
              <c:idx val="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7-7405-42D2-84DE-F8EA208DA7BA}"/>
                </c:ext>
              </c:extLst>
            </c:dLbl>
            <c:dLbl>
              <c:idx val="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8-7405-42D2-84DE-F8EA208DA7BA}"/>
                </c:ext>
              </c:extLst>
            </c:dLbl>
            <c:dLbl>
              <c:idx val="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9-7405-42D2-84DE-F8EA208DA7BA}"/>
                </c:ext>
              </c:extLst>
            </c:dLbl>
            <c:dLbl>
              <c:idx val="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A-7405-42D2-84DE-F8EA208DA7BA}"/>
                </c:ext>
              </c:extLst>
            </c:dLbl>
            <c:dLbl>
              <c:idx val="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B-7405-42D2-84DE-F8EA208DA7BA}"/>
                </c:ext>
              </c:extLst>
            </c:dLbl>
            <c:dLbl>
              <c:idx val="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C-7405-42D2-84DE-F8EA208DA7BA}"/>
                </c:ext>
              </c:extLst>
            </c:dLbl>
            <c:dLbl>
              <c:idx val="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D-7405-42D2-84DE-F8EA208DA7BA}"/>
                </c:ext>
              </c:extLst>
            </c:dLbl>
            <c:dLbl>
              <c:idx val="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E-7405-42D2-84DE-F8EA208DA7BA}"/>
                </c:ext>
              </c:extLst>
            </c:dLbl>
            <c:dLbl>
              <c:idx val="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F-7405-42D2-84DE-F8EA208DA7BA}"/>
                </c:ext>
              </c:extLst>
            </c:dLbl>
            <c:dLbl>
              <c:idx val="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0-7405-42D2-84DE-F8EA208DA7BA}"/>
                </c:ext>
              </c:extLst>
            </c:dLbl>
            <c:dLbl>
              <c:idx val="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1-7405-42D2-84DE-F8EA208DA7BA}"/>
                </c:ext>
              </c:extLst>
            </c:dLbl>
            <c:dLbl>
              <c:idx val="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2-7405-42D2-84DE-F8EA208DA7BA}"/>
                </c:ext>
              </c:extLst>
            </c:dLbl>
            <c:dLbl>
              <c:idx val="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3-7405-42D2-84DE-F8EA208DA7BA}"/>
                </c:ext>
              </c:extLst>
            </c:dLbl>
            <c:dLbl>
              <c:idx val="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4-7405-42D2-84DE-F8EA208DA7BA}"/>
                </c:ext>
              </c:extLst>
            </c:dLbl>
            <c:dLbl>
              <c:idx val="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5-7405-42D2-84DE-F8EA208DA7BA}"/>
                </c:ext>
              </c:extLst>
            </c:dLbl>
            <c:dLbl>
              <c:idx val="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6-7405-42D2-84DE-F8EA208DA7BA}"/>
                </c:ext>
              </c:extLst>
            </c:dLbl>
            <c:dLbl>
              <c:idx val="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7-7405-42D2-84DE-F8EA208DA7BA}"/>
                </c:ext>
              </c:extLst>
            </c:dLbl>
            <c:dLbl>
              <c:idx val="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8-7405-42D2-84DE-F8EA208DA7BA}"/>
                </c:ext>
              </c:extLst>
            </c:dLbl>
            <c:dLbl>
              <c:idx val="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9-7405-42D2-84DE-F8EA208DA7BA}"/>
                </c:ext>
              </c:extLst>
            </c:dLbl>
            <c:dLbl>
              <c:idx val="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A-7405-42D2-84DE-F8EA208DA7BA}"/>
                </c:ext>
              </c:extLst>
            </c:dLbl>
            <c:dLbl>
              <c:idx val="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B-7405-42D2-84DE-F8EA208DA7BA}"/>
                </c:ext>
              </c:extLst>
            </c:dLbl>
            <c:dLbl>
              <c:idx val="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C-7405-42D2-84DE-F8EA208DA7BA}"/>
                </c:ext>
              </c:extLst>
            </c:dLbl>
            <c:dLbl>
              <c:idx val="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D-7405-42D2-84DE-F8EA208DA7BA}"/>
                </c:ext>
              </c:extLst>
            </c:dLbl>
            <c:dLbl>
              <c:idx val="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E-7405-42D2-84DE-F8EA208DA7BA}"/>
                </c:ext>
              </c:extLst>
            </c:dLbl>
            <c:dLbl>
              <c:idx val="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F-7405-42D2-84DE-F8EA208DA7BA}"/>
                </c:ext>
              </c:extLst>
            </c:dLbl>
            <c:dLbl>
              <c:idx val="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0-7405-42D2-84DE-F8EA208DA7BA}"/>
                </c:ext>
              </c:extLst>
            </c:dLbl>
            <c:dLbl>
              <c:idx val="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1-7405-42D2-84DE-F8EA208DA7BA}"/>
                </c:ext>
              </c:extLst>
            </c:dLbl>
            <c:dLbl>
              <c:idx val="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2-7405-42D2-84DE-F8EA208DA7BA}"/>
                </c:ext>
              </c:extLst>
            </c:dLbl>
            <c:dLbl>
              <c:idx val="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3-7405-42D2-84DE-F8EA208DA7BA}"/>
                </c:ext>
              </c:extLst>
            </c:dLbl>
            <c:dLbl>
              <c:idx val="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4-7405-42D2-84DE-F8EA208DA7BA}"/>
                </c:ext>
              </c:extLst>
            </c:dLbl>
            <c:dLbl>
              <c:idx val="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5-7405-42D2-84DE-F8EA208DA7BA}"/>
                </c:ext>
              </c:extLst>
            </c:dLbl>
            <c:dLbl>
              <c:idx val="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6-7405-42D2-84DE-F8EA208DA7BA}"/>
                </c:ext>
              </c:extLst>
            </c:dLbl>
            <c:dLbl>
              <c:idx val="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7-7405-42D2-84DE-F8EA208DA7BA}"/>
                </c:ext>
              </c:extLst>
            </c:dLbl>
            <c:dLbl>
              <c:idx val="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8-7405-42D2-84DE-F8EA208DA7BA}"/>
                </c:ext>
              </c:extLst>
            </c:dLbl>
            <c:dLbl>
              <c:idx val="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9-7405-42D2-84DE-F8EA208DA7BA}"/>
                </c:ext>
              </c:extLst>
            </c:dLbl>
            <c:dLbl>
              <c:idx val="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A-7405-42D2-84DE-F8EA208DA7BA}"/>
                </c:ext>
              </c:extLst>
            </c:dLbl>
            <c:dLbl>
              <c:idx val="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B-7405-42D2-84DE-F8EA208DA7BA}"/>
                </c:ext>
              </c:extLst>
            </c:dLbl>
            <c:dLbl>
              <c:idx val="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C-7405-42D2-84DE-F8EA208DA7BA}"/>
                </c:ext>
              </c:extLst>
            </c:dLbl>
            <c:dLbl>
              <c:idx val="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D-7405-42D2-84DE-F8EA208DA7BA}"/>
                </c:ext>
              </c:extLst>
            </c:dLbl>
            <c:dLbl>
              <c:idx val="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E-7405-42D2-84DE-F8EA208DA7BA}"/>
                </c:ext>
              </c:extLst>
            </c:dLbl>
            <c:dLbl>
              <c:idx val="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F-7405-42D2-84DE-F8EA208DA7BA}"/>
                </c:ext>
              </c:extLst>
            </c:dLbl>
            <c:dLbl>
              <c:idx val="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0-7405-42D2-84DE-F8EA208DA7BA}"/>
                </c:ext>
              </c:extLst>
            </c:dLbl>
            <c:dLbl>
              <c:idx val="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1-7405-42D2-84DE-F8EA208DA7BA}"/>
                </c:ext>
              </c:extLst>
            </c:dLbl>
            <c:dLbl>
              <c:idx val="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2-7405-42D2-84DE-F8EA208DA7BA}"/>
                </c:ext>
              </c:extLst>
            </c:dLbl>
            <c:dLbl>
              <c:idx val="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3-7405-42D2-84DE-F8EA208DA7BA}"/>
                </c:ext>
              </c:extLst>
            </c:dLbl>
            <c:dLbl>
              <c:idx val="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4-7405-42D2-84DE-F8EA208DA7BA}"/>
                </c:ext>
              </c:extLst>
            </c:dLbl>
            <c:dLbl>
              <c:idx val="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5-7405-42D2-84DE-F8EA208DA7BA}"/>
                </c:ext>
              </c:extLst>
            </c:dLbl>
            <c:dLbl>
              <c:idx val="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6-7405-42D2-84DE-F8EA208DA7BA}"/>
                </c:ext>
              </c:extLst>
            </c:dLbl>
            <c:dLbl>
              <c:idx val="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7-7405-42D2-84DE-F8EA208DA7BA}"/>
                </c:ext>
              </c:extLst>
            </c:dLbl>
            <c:dLbl>
              <c:idx val="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8-7405-42D2-84DE-F8EA208DA7BA}"/>
                </c:ext>
              </c:extLst>
            </c:dLbl>
            <c:dLbl>
              <c:idx val="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9-7405-42D2-84DE-F8EA208DA7BA}"/>
                </c:ext>
              </c:extLst>
            </c:dLbl>
            <c:dLbl>
              <c:idx val="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A-7405-42D2-84DE-F8EA208DA7BA}"/>
                </c:ext>
              </c:extLst>
            </c:dLbl>
            <c:dLbl>
              <c:idx val="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B-7405-42D2-84DE-F8EA208DA7BA}"/>
                </c:ext>
              </c:extLst>
            </c:dLbl>
            <c:dLbl>
              <c:idx val="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C-7405-42D2-84DE-F8EA208DA7BA}"/>
                </c:ext>
              </c:extLst>
            </c:dLbl>
            <c:dLbl>
              <c:idx val="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D-7405-42D2-84DE-F8EA208DA7BA}"/>
                </c:ext>
              </c:extLst>
            </c:dLbl>
            <c:dLbl>
              <c:idx val="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E-7405-42D2-84DE-F8EA208DA7BA}"/>
                </c:ext>
              </c:extLst>
            </c:dLbl>
            <c:dLbl>
              <c:idx val="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F-7405-42D2-84DE-F8EA208DA7BA}"/>
                </c:ext>
              </c:extLst>
            </c:dLbl>
            <c:dLbl>
              <c:idx val="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0-7405-42D2-84DE-F8EA208DA7BA}"/>
                </c:ext>
              </c:extLst>
            </c:dLbl>
            <c:dLbl>
              <c:idx val="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1-7405-42D2-84DE-F8EA208DA7BA}"/>
                </c:ext>
              </c:extLst>
            </c:dLbl>
            <c:dLbl>
              <c:idx val="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2-7405-42D2-84DE-F8EA208DA7BA}"/>
                </c:ext>
              </c:extLst>
            </c:dLbl>
            <c:dLbl>
              <c:idx val="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3-7405-42D2-84DE-F8EA208DA7BA}"/>
                </c:ext>
              </c:extLst>
            </c:dLbl>
            <c:dLbl>
              <c:idx val="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4-7405-42D2-84DE-F8EA208DA7BA}"/>
                </c:ext>
              </c:extLst>
            </c:dLbl>
            <c:dLbl>
              <c:idx val="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5-7405-42D2-84DE-F8EA208DA7BA}"/>
                </c:ext>
              </c:extLst>
            </c:dLbl>
            <c:dLbl>
              <c:idx val="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6-7405-42D2-84DE-F8EA208DA7BA}"/>
                </c:ext>
              </c:extLst>
            </c:dLbl>
            <c:dLbl>
              <c:idx val="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7-7405-42D2-84DE-F8EA208DA7BA}"/>
                </c:ext>
              </c:extLst>
            </c:dLbl>
            <c:dLbl>
              <c:idx val="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8-7405-42D2-84DE-F8EA208DA7BA}"/>
                </c:ext>
              </c:extLst>
            </c:dLbl>
            <c:dLbl>
              <c:idx val="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9-7405-42D2-84DE-F8EA208DA7BA}"/>
                </c:ext>
              </c:extLst>
            </c:dLbl>
            <c:dLbl>
              <c:idx val="1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A-7405-42D2-84DE-F8EA208DA7BA}"/>
                </c:ext>
              </c:extLst>
            </c:dLbl>
            <c:dLbl>
              <c:idx val="1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B-7405-42D2-84DE-F8EA208DA7BA}"/>
                </c:ext>
              </c:extLst>
            </c:dLbl>
            <c:dLbl>
              <c:idx val="1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C-7405-42D2-84DE-F8EA208DA7BA}"/>
                </c:ext>
              </c:extLst>
            </c:dLbl>
            <c:dLbl>
              <c:idx val="1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D-7405-42D2-84DE-F8EA208DA7BA}"/>
                </c:ext>
              </c:extLst>
            </c:dLbl>
            <c:dLbl>
              <c:idx val="1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E-7405-42D2-84DE-F8EA208DA7BA}"/>
                </c:ext>
              </c:extLst>
            </c:dLbl>
            <c:dLbl>
              <c:idx val="1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F-7405-42D2-84DE-F8EA208DA7BA}"/>
                </c:ext>
              </c:extLst>
            </c:dLbl>
            <c:dLbl>
              <c:idx val="1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0-7405-42D2-84DE-F8EA208DA7BA}"/>
                </c:ext>
              </c:extLst>
            </c:dLbl>
            <c:dLbl>
              <c:idx val="1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1-7405-42D2-84DE-F8EA208DA7BA}"/>
                </c:ext>
              </c:extLst>
            </c:dLbl>
            <c:dLbl>
              <c:idx val="1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2-7405-42D2-84DE-F8EA208DA7BA}"/>
                </c:ext>
              </c:extLst>
            </c:dLbl>
            <c:dLbl>
              <c:idx val="1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3-7405-42D2-84DE-F8EA208DA7BA}"/>
                </c:ext>
              </c:extLst>
            </c:dLbl>
            <c:dLbl>
              <c:idx val="1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4-7405-42D2-84DE-F8EA208DA7BA}"/>
                </c:ext>
              </c:extLst>
            </c:dLbl>
            <c:dLbl>
              <c:idx val="1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5-7405-42D2-84DE-F8EA208DA7BA}"/>
                </c:ext>
              </c:extLst>
            </c:dLbl>
            <c:dLbl>
              <c:idx val="1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6-7405-42D2-84DE-F8EA208DA7BA}"/>
                </c:ext>
              </c:extLst>
            </c:dLbl>
            <c:dLbl>
              <c:idx val="1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7-7405-42D2-84DE-F8EA208DA7BA}"/>
                </c:ext>
              </c:extLst>
            </c:dLbl>
            <c:dLbl>
              <c:idx val="1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8-7405-42D2-84DE-F8EA208DA7BA}"/>
                </c:ext>
              </c:extLst>
            </c:dLbl>
            <c:dLbl>
              <c:idx val="1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9-7405-42D2-84DE-F8EA208DA7BA}"/>
                </c:ext>
              </c:extLst>
            </c:dLbl>
            <c:dLbl>
              <c:idx val="1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A-7405-42D2-84DE-F8EA208DA7BA}"/>
                </c:ext>
              </c:extLst>
            </c:dLbl>
            <c:dLbl>
              <c:idx val="1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B-7405-42D2-84DE-F8EA208DA7BA}"/>
                </c:ext>
              </c:extLst>
            </c:dLbl>
            <c:dLbl>
              <c:idx val="1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C-7405-42D2-84DE-F8EA208DA7BA}"/>
                </c:ext>
              </c:extLst>
            </c:dLbl>
            <c:dLbl>
              <c:idx val="1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D-7405-42D2-84DE-F8EA208DA7BA}"/>
                </c:ext>
              </c:extLst>
            </c:dLbl>
            <c:dLbl>
              <c:idx val="1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E-7405-42D2-84DE-F8EA208DA7BA}"/>
                </c:ext>
              </c:extLst>
            </c:dLbl>
            <c:dLbl>
              <c:idx val="1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F-7405-42D2-84DE-F8EA208DA7BA}"/>
                </c:ext>
              </c:extLst>
            </c:dLbl>
            <c:dLbl>
              <c:idx val="1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0-7405-42D2-84DE-F8EA208DA7BA}"/>
                </c:ext>
              </c:extLst>
            </c:dLbl>
            <c:dLbl>
              <c:idx val="1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1-7405-42D2-84DE-F8EA208DA7BA}"/>
                </c:ext>
              </c:extLst>
            </c:dLbl>
            <c:dLbl>
              <c:idx val="1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2-7405-42D2-84DE-F8EA208DA7BA}"/>
                </c:ext>
              </c:extLst>
            </c:dLbl>
            <c:dLbl>
              <c:idx val="1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3-7405-42D2-84DE-F8EA208DA7BA}"/>
                </c:ext>
              </c:extLst>
            </c:dLbl>
            <c:dLbl>
              <c:idx val="1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4-7405-42D2-84DE-F8EA208DA7BA}"/>
                </c:ext>
              </c:extLst>
            </c:dLbl>
            <c:dLbl>
              <c:idx val="1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5-7405-42D2-84DE-F8EA208DA7BA}"/>
                </c:ext>
              </c:extLst>
            </c:dLbl>
            <c:dLbl>
              <c:idx val="1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6-7405-42D2-84DE-F8EA208DA7BA}"/>
                </c:ext>
              </c:extLst>
            </c:dLbl>
            <c:dLbl>
              <c:idx val="1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7-7405-42D2-84DE-F8EA208DA7BA}"/>
                </c:ext>
              </c:extLst>
            </c:dLbl>
            <c:dLbl>
              <c:idx val="1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8-7405-42D2-84DE-F8EA208DA7BA}"/>
                </c:ext>
              </c:extLst>
            </c:dLbl>
            <c:dLbl>
              <c:idx val="1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9-7405-42D2-84DE-F8EA208DA7BA}"/>
                </c:ext>
              </c:extLst>
            </c:dLbl>
            <c:dLbl>
              <c:idx val="1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A-7405-42D2-84DE-F8EA208DA7BA}"/>
                </c:ext>
              </c:extLst>
            </c:dLbl>
            <c:dLbl>
              <c:idx val="1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B-7405-42D2-84DE-F8EA208DA7BA}"/>
                </c:ext>
              </c:extLst>
            </c:dLbl>
            <c:dLbl>
              <c:idx val="1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C-7405-42D2-84DE-F8EA208DA7BA}"/>
                </c:ext>
              </c:extLst>
            </c:dLbl>
            <c:dLbl>
              <c:idx val="1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D-7405-42D2-84DE-F8EA208DA7BA}"/>
                </c:ext>
              </c:extLst>
            </c:dLbl>
            <c:dLbl>
              <c:idx val="1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E-7405-42D2-84DE-F8EA208DA7BA}"/>
                </c:ext>
              </c:extLst>
            </c:dLbl>
            <c:dLbl>
              <c:idx val="1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F-7405-42D2-84DE-F8EA208DA7BA}"/>
                </c:ext>
              </c:extLst>
            </c:dLbl>
            <c:dLbl>
              <c:idx val="1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0-7405-42D2-84DE-F8EA208DA7BA}"/>
                </c:ext>
              </c:extLst>
            </c:dLbl>
            <c:dLbl>
              <c:idx val="1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1-7405-42D2-84DE-F8EA208DA7BA}"/>
                </c:ext>
              </c:extLst>
            </c:dLbl>
            <c:dLbl>
              <c:idx val="1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2-7405-42D2-84DE-F8EA208DA7BA}"/>
                </c:ext>
              </c:extLst>
            </c:dLbl>
            <c:dLbl>
              <c:idx val="1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3-7405-42D2-84DE-F8EA208DA7BA}"/>
                </c:ext>
              </c:extLst>
            </c:dLbl>
            <c:dLbl>
              <c:idx val="1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4-7405-42D2-84DE-F8EA208DA7BA}"/>
                </c:ext>
              </c:extLst>
            </c:dLbl>
            <c:dLbl>
              <c:idx val="1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5-7405-42D2-84DE-F8EA208DA7BA}"/>
                </c:ext>
              </c:extLst>
            </c:dLbl>
            <c:dLbl>
              <c:idx val="1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6-7405-42D2-84DE-F8EA208DA7BA}"/>
                </c:ext>
              </c:extLst>
            </c:dLbl>
            <c:dLbl>
              <c:idx val="1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7-7405-42D2-84DE-F8EA208DA7BA}"/>
                </c:ext>
              </c:extLst>
            </c:dLbl>
            <c:dLbl>
              <c:idx val="1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8-7405-42D2-84DE-F8EA208DA7BA}"/>
                </c:ext>
              </c:extLst>
            </c:dLbl>
            <c:dLbl>
              <c:idx val="1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9-7405-42D2-84DE-F8EA208DA7BA}"/>
                </c:ext>
              </c:extLst>
            </c:dLbl>
            <c:dLbl>
              <c:idx val="1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A-7405-42D2-84DE-F8EA208DA7BA}"/>
                </c:ext>
              </c:extLst>
            </c:dLbl>
            <c:dLbl>
              <c:idx val="1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B-7405-42D2-84DE-F8EA208DA7BA}"/>
                </c:ext>
              </c:extLst>
            </c:dLbl>
            <c:dLbl>
              <c:idx val="1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C-7405-42D2-84DE-F8EA208DA7BA}"/>
                </c:ext>
              </c:extLst>
            </c:dLbl>
            <c:dLbl>
              <c:idx val="1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D-7405-42D2-84DE-F8EA208DA7BA}"/>
                </c:ext>
              </c:extLst>
            </c:dLbl>
            <c:dLbl>
              <c:idx val="1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E-7405-42D2-84DE-F8EA208DA7BA}"/>
                </c:ext>
              </c:extLst>
            </c:dLbl>
            <c:dLbl>
              <c:idx val="1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F-7405-42D2-84DE-F8EA208DA7BA}"/>
                </c:ext>
              </c:extLst>
            </c:dLbl>
            <c:dLbl>
              <c:idx val="1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0-7405-42D2-84DE-F8EA208DA7BA}"/>
                </c:ext>
              </c:extLst>
            </c:dLbl>
            <c:dLbl>
              <c:idx val="1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1-7405-42D2-84DE-F8EA208DA7BA}"/>
                </c:ext>
              </c:extLst>
            </c:dLbl>
            <c:dLbl>
              <c:idx val="1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2-7405-42D2-84DE-F8EA208DA7BA}"/>
                </c:ext>
              </c:extLst>
            </c:dLbl>
            <c:dLbl>
              <c:idx val="1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3-7405-42D2-84DE-F8EA208DA7BA}"/>
                </c:ext>
              </c:extLst>
            </c:dLbl>
            <c:dLbl>
              <c:idx val="1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4-7405-42D2-84DE-F8EA208DA7BA}"/>
                </c:ext>
              </c:extLst>
            </c:dLbl>
            <c:dLbl>
              <c:idx val="1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5-7405-42D2-84DE-F8EA208DA7BA}"/>
                </c:ext>
              </c:extLst>
            </c:dLbl>
            <c:dLbl>
              <c:idx val="1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6-7405-42D2-84DE-F8EA208DA7BA}"/>
                </c:ext>
              </c:extLst>
            </c:dLbl>
            <c:dLbl>
              <c:idx val="1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7-7405-42D2-84DE-F8EA208DA7BA}"/>
                </c:ext>
              </c:extLst>
            </c:dLbl>
            <c:dLbl>
              <c:idx val="1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8-7405-42D2-84DE-F8EA208DA7BA}"/>
                </c:ext>
              </c:extLst>
            </c:dLbl>
            <c:dLbl>
              <c:idx val="1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9-7405-42D2-84DE-F8EA208DA7BA}"/>
                </c:ext>
              </c:extLst>
            </c:dLbl>
            <c:dLbl>
              <c:idx val="1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A-7405-42D2-84DE-F8EA208DA7BA}"/>
                </c:ext>
              </c:extLst>
            </c:dLbl>
            <c:dLbl>
              <c:idx val="1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B-7405-42D2-84DE-F8EA208DA7BA}"/>
                </c:ext>
              </c:extLst>
            </c:dLbl>
            <c:dLbl>
              <c:idx val="1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C-7405-42D2-84DE-F8EA208DA7BA}"/>
                </c:ext>
              </c:extLst>
            </c:dLbl>
            <c:dLbl>
              <c:idx val="1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D-7405-42D2-84DE-F8EA208DA7BA}"/>
                </c:ext>
              </c:extLst>
            </c:dLbl>
            <c:dLbl>
              <c:idx val="1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E-7405-42D2-84DE-F8EA208DA7BA}"/>
                </c:ext>
              </c:extLst>
            </c:dLbl>
            <c:dLbl>
              <c:idx val="1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F-7405-42D2-84DE-F8EA208DA7BA}"/>
                </c:ext>
              </c:extLst>
            </c:dLbl>
            <c:dLbl>
              <c:idx val="1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0-7405-42D2-84DE-F8EA208DA7BA}"/>
                </c:ext>
              </c:extLst>
            </c:dLbl>
            <c:dLbl>
              <c:idx val="1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1-7405-42D2-84DE-F8EA208DA7BA}"/>
                </c:ext>
              </c:extLst>
            </c:dLbl>
            <c:dLbl>
              <c:idx val="1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2-7405-42D2-84DE-F8EA208DA7BA}"/>
                </c:ext>
              </c:extLst>
            </c:dLbl>
            <c:dLbl>
              <c:idx val="1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3-7405-42D2-84DE-F8EA208DA7BA}"/>
                </c:ext>
              </c:extLst>
            </c:dLbl>
            <c:dLbl>
              <c:idx val="1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4-7405-42D2-84DE-F8EA208DA7BA}"/>
                </c:ext>
              </c:extLst>
            </c:dLbl>
            <c:dLbl>
              <c:idx val="1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5-7405-42D2-84DE-F8EA208DA7BA}"/>
                </c:ext>
              </c:extLst>
            </c:dLbl>
            <c:dLbl>
              <c:idx val="1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6-7405-42D2-84DE-F8EA208DA7BA}"/>
                </c:ext>
              </c:extLst>
            </c:dLbl>
            <c:dLbl>
              <c:idx val="1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7-7405-42D2-84DE-F8EA208DA7BA}"/>
                </c:ext>
              </c:extLst>
            </c:dLbl>
            <c:dLbl>
              <c:idx val="1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8-7405-42D2-84DE-F8EA208DA7BA}"/>
                </c:ext>
              </c:extLst>
            </c:dLbl>
            <c:dLbl>
              <c:idx val="1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9-7405-42D2-84DE-F8EA208DA7BA}"/>
                </c:ext>
              </c:extLst>
            </c:dLbl>
            <c:dLbl>
              <c:idx val="1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A-7405-42D2-84DE-F8EA208DA7BA}"/>
                </c:ext>
              </c:extLst>
            </c:dLbl>
            <c:dLbl>
              <c:idx val="1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B-7405-42D2-84DE-F8EA208DA7BA}"/>
                </c:ext>
              </c:extLst>
            </c:dLbl>
            <c:dLbl>
              <c:idx val="1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C-7405-42D2-84DE-F8EA208DA7BA}"/>
                </c:ext>
              </c:extLst>
            </c:dLbl>
            <c:dLbl>
              <c:idx val="1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D-7405-42D2-84DE-F8EA208DA7BA}"/>
                </c:ext>
              </c:extLst>
            </c:dLbl>
            <c:dLbl>
              <c:idx val="1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E-7405-42D2-84DE-F8EA208DA7BA}"/>
                </c:ext>
              </c:extLst>
            </c:dLbl>
            <c:dLbl>
              <c:idx val="1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F-7405-42D2-84DE-F8EA208DA7BA}"/>
                </c:ext>
              </c:extLst>
            </c:dLbl>
            <c:dLbl>
              <c:idx val="1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0-7405-42D2-84DE-F8EA208DA7BA}"/>
                </c:ext>
              </c:extLst>
            </c:dLbl>
            <c:dLbl>
              <c:idx val="1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1-7405-42D2-84DE-F8EA208DA7BA}"/>
                </c:ext>
              </c:extLst>
            </c:dLbl>
            <c:dLbl>
              <c:idx val="1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2-7405-42D2-84DE-F8EA208DA7BA}"/>
                </c:ext>
              </c:extLst>
            </c:dLbl>
            <c:dLbl>
              <c:idx val="1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3-7405-42D2-84DE-F8EA208DA7BA}"/>
                </c:ext>
              </c:extLst>
            </c:dLbl>
            <c:dLbl>
              <c:idx val="1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4-7405-42D2-84DE-F8EA208DA7BA}"/>
                </c:ext>
              </c:extLst>
            </c:dLbl>
            <c:dLbl>
              <c:idx val="1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5-7405-42D2-84DE-F8EA208DA7BA}"/>
                </c:ext>
              </c:extLst>
            </c:dLbl>
            <c:dLbl>
              <c:idx val="1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6-7405-42D2-84DE-F8EA208DA7BA}"/>
                </c:ext>
              </c:extLst>
            </c:dLbl>
            <c:dLbl>
              <c:idx val="1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7-7405-42D2-84DE-F8EA208DA7BA}"/>
                </c:ext>
              </c:extLst>
            </c:dLbl>
            <c:dLbl>
              <c:idx val="1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8-7405-42D2-84DE-F8EA208DA7BA}"/>
                </c:ext>
              </c:extLst>
            </c:dLbl>
            <c:dLbl>
              <c:idx val="1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9-7405-42D2-84DE-F8EA208DA7BA}"/>
                </c:ext>
              </c:extLst>
            </c:dLbl>
            <c:dLbl>
              <c:idx val="1096"/>
              <c:layout>
                <c:manualLayout>
                  <c:x val="7.0022265848638493E-2"/>
                  <c:y val="-0.2213804293906844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400" b="0" i="0" u="none" strike="noStrike" kern="1200" baseline="0">
                        <a:solidFill>
                          <a:schemeClr val="tx1"/>
                        </a:solidFill>
                        <a:latin typeface="Lucida Sans" panose="020B0602030504020204" pitchFamily="34" charset="0"/>
                        <a:ea typeface="+mn-ea"/>
                        <a:cs typeface="+mn-cs"/>
                      </a:defRPr>
                    </a:pPr>
                    <a:r>
                      <a:rPr lang="en-US" dirty="0"/>
                      <a:t>North Carolina A&amp;T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400" b="0" i="0" u="none" strike="noStrike" kern="1200" baseline="0">
                      <a:solidFill>
                        <a:schemeClr val="tx1"/>
                      </a:solidFill>
                      <a:latin typeface="Lucida Sans" panose="020B0602030504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013049852872904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44A-7405-42D2-84DE-F8EA208DA7BA}"/>
                </c:ext>
              </c:extLst>
            </c:dLbl>
            <c:dLbl>
              <c:idx val="1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B-7405-42D2-84DE-F8EA208DA7BA}"/>
                </c:ext>
              </c:extLst>
            </c:dLbl>
            <c:dLbl>
              <c:idx val="1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C-7405-42D2-84DE-F8EA208DA7BA}"/>
                </c:ext>
              </c:extLst>
            </c:dLbl>
            <c:dLbl>
              <c:idx val="1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D-7405-42D2-84DE-F8EA208DA7BA}"/>
                </c:ext>
              </c:extLst>
            </c:dLbl>
            <c:dLbl>
              <c:idx val="1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E-7405-42D2-84DE-F8EA208DA7BA}"/>
                </c:ext>
              </c:extLst>
            </c:dLbl>
            <c:dLbl>
              <c:idx val="1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F-7405-42D2-84DE-F8EA208DA7BA}"/>
                </c:ext>
              </c:extLst>
            </c:dLbl>
            <c:dLbl>
              <c:idx val="1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0-7405-42D2-84DE-F8EA208DA7BA}"/>
                </c:ext>
              </c:extLst>
            </c:dLbl>
            <c:dLbl>
              <c:idx val="1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1-7405-42D2-84DE-F8EA208DA7BA}"/>
                </c:ext>
              </c:extLst>
            </c:dLbl>
            <c:dLbl>
              <c:idx val="1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2-7405-42D2-84DE-F8EA208DA7BA}"/>
                </c:ext>
              </c:extLst>
            </c:dLbl>
            <c:dLbl>
              <c:idx val="1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3-7405-42D2-84DE-F8EA208DA7BA}"/>
                </c:ext>
              </c:extLst>
            </c:dLbl>
            <c:dLbl>
              <c:idx val="1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4-7405-42D2-84DE-F8EA208DA7BA}"/>
                </c:ext>
              </c:extLst>
            </c:dLbl>
            <c:dLbl>
              <c:idx val="1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5-7405-42D2-84DE-F8EA208DA7BA}"/>
                </c:ext>
              </c:extLst>
            </c:dLbl>
            <c:dLbl>
              <c:idx val="1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6-7405-42D2-84DE-F8EA208DA7BA}"/>
                </c:ext>
              </c:extLst>
            </c:dLbl>
            <c:dLbl>
              <c:idx val="1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7-7405-42D2-84DE-F8EA208DA7BA}"/>
                </c:ext>
              </c:extLst>
            </c:dLbl>
            <c:dLbl>
              <c:idx val="1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8-7405-42D2-84DE-F8EA208DA7BA}"/>
                </c:ext>
              </c:extLst>
            </c:dLbl>
            <c:dLbl>
              <c:idx val="1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9-7405-42D2-84DE-F8EA208DA7BA}"/>
                </c:ext>
              </c:extLst>
            </c:dLbl>
            <c:dLbl>
              <c:idx val="1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A-7405-42D2-84DE-F8EA208DA7BA}"/>
                </c:ext>
              </c:extLst>
            </c:dLbl>
            <c:dLbl>
              <c:idx val="1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B-7405-42D2-84DE-F8EA208DA7BA}"/>
                </c:ext>
              </c:extLst>
            </c:dLbl>
            <c:dLbl>
              <c:idx val="1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C-7405-42D2-84DE-F8EA208DA7BA}"/>
                </c:ext>
              </c:extLst>
            </c:dLbl>
            <c:dLbl>
              <c:idx val="1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D-7405-42D2-84DE-F8EA208DA7BA}"/>
                </c:ext>
              </c:extLst>
            </c:dLbl>
            <c:dLbl>
              <c:idx val="1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E-7405-42D2-84DE-F8EA208DA7BA}"/>
                </c:ext>
              </c:extLst>
            </c:dLbl>
            <c:dLbl>
              <c:idx val="1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F-7405-42D2-84DE-F8EA208DA7BA}"/>
                </c:ext>
              </c:extLst>
            </c:dLbl>
            <c:dLbl>
              <c:idx val="1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0-7405-42D2-84DE-F8EA208DA7BA}"/>
                </c:ext>
              </c:extLst>
            </c:dLbl>
            <c:dLbl>
              <c:idx val="1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1-7405-42D2-84DE-F8EA208DA7BA}"/>
                </c:ext>
              </c:extLst>
            </c:dLbl>
            <c:dLbl>
              <c:idx val="1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2-7405-42D2-84DE-F8EA208DA7BA}"/>
                </c:ext>
              </c:extLst>
            </c:dLbl>
            <c:dLbl>
              <c:idx val="1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3-7405-42D2-84DE-F8EA208DA7BA}"/>
                </c:ext>
              </c:extLst>
            </c:dLbl>
            <c:dLbl>
              <c:idx val="1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4-7405-42D2-84DE-F8EA208DA7BA}"/>
                </c:ext>
              </c:extLst>
            </c:dLbl>
            <c:dLbl>
              <c:idx val="1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5-7405-42D2-84DE-F8EA208DA7BA}"/>
                </c:ext>
              </c:extLst>
            </c:dLbl>
            <c:dLbl>
              <c:idx val="1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6-7405-42D2-84DE-F8EA208DA7BA}"/>
                </c:ext>
              </c:extLst>
            </c:dLbl>
            <c:dLbl>
              <c:idx val="1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7-7405-42D2-84DE-F8EA208DA7BA}"/>
                </c:ext>
              </c:extLst>
            </c:dLbl>
            <c:dLbl>
              <c:idx val="1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8-7405-42D2-84DE-F8EA208DA7BA}"/>
                </c:ext>
              </c:extLst>
            </c:dLbl>
            <c:dLbl>
              <c:idx val="1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9-7405-42D2-84DE-F8EA208DA7BA}"/>
                </c:ext>
              </c:extLst>
            </c:dLbl>
            <c:dLbl>
              <c:idx val="1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A-7405-42D2-84DE-F8EA208DA7BA}"/>
                </c:ext>
              </c:extLst>
            </c:dLbl>
            <c:dLbl>
              <c:idx val="1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B-7405-42D2-84DE-F8EA208DA7BA}"/>
                </c:ext>
              </c:extLst>
            </c:dLbl>
            <c:dLbl>
              <c:idx val="1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C-7405-42D2-84DE-F8EA208DA7BA}"/>
                </c:ext>
              </c:extLst>
            </c:dLbl>
            <c:dLbl>
              <c:idx val="1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D-7405-42D2-84DE-F8EA208DA7BA}"/>
                </c:ext>
              </c:extLst>
            </c:dLbl>
            <c:dLbl>
              <c:idx val="1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E-7405-42D2-84DE-F8EA208DA7BA}"/>
                </c:ext>
              </c:extLst>
            </c:dLbl>
            <c:dLbl>
              <c:idx val="1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F-7405-42D2-84DE-F8EA208DA7BA}"/>
                </c:ext>
              </c:extLst>
            </c:dLbl>
            <c:dLbl>
              <c:idx val="1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0-7405-42D2-84DE-F8EA208DA7BA}"/>
                </c:ext>
              </c:extLst>
            </c:dLbl>
            <c:dLbl>
              <c:idx val="1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1-7405-42D2-84DE-F8EA208DA7BA}"/>
                </c:ext>
              </c:extLst>
            </c:dLbl>
            <c:dLbl>
              <c:idx val="1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2-7405-42D2-84DE-F8EA208DA7BA}"/>
                </c:ext>
              </c:extLst>
            </c:dLbl>
            <c:dLbl>
              <c:idx val="1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3-7405-42D2-84DE-F8EA208DA7BA}"/>
                </c:ext>
              </c:extLst>
            </c:dLbl>
            <c:dLbl>
              <c:idx val="1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4-7405-42D2-84DE-F8EA208DA7BA}"/>
                </c:ext>
              </c:extLst>
            </c:dLbl>
            <c:dLbl>
              <c:idx val="1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5-7405-42D2-84DE-F8EA208DA7BA}"/>
                </c:ext>
              </c:extLst>
            </c:dLbl>
            <c:dLbl>
              <c:idx val="1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6-7405-42D2-84DE-F8EA208DA7BA}"/>
                </c:ext>
              </c:extLst>
            </c:dLbl>
            <c:dLbl>
              <c:idx val="1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7-7405-42D2-84DE-F8EA208DA7BA}"/>
                </c:ext>
              </c:extLst>
            </c:dLbl>
            <c:dLbl>
              <c:idx val="1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8-7405-42D2-84DE-F8EA208DA7BA}"/>
                </c:ext>
              </c:extLst>
            </c:dLbl>
            <c:dLbl>
              <c:idx val="1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9-7405-42D2-84DE-F8EA208DA7BA}"/>
                </c:ext>
              </c:extLst>
            </c:dLbl>
            <c:dLbl>
              <c:idx val="1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A-7405-42D2-84DE-F8EA208DA7BA}"/>
                </c:ext>
              </c:extLst>
            </c:dLbl>
            <c:dLbl>
              <c:idx val="1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B-7405-42D2-84DE-F8EA208DA7BA}"/>
                </c:ext>
              </c:extLst>
            </c:dLbl>
            <c:dLbl>
              <c:idx val="1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C-7405-42D2-84DE-F8EA208DA7BA}"/>
                </c:ext>
              </c:extLst>
            </c:dLbl>
            <c:dLbl>
              <c:idx val="1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D-7405-42D2-84DE-F8EA208DA7BA}"/>
                </c:ext>
              </c:extLst>
            </c:dLbl>
            <c:dLbl>
              <c:idx val="1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E-7405-42D2-84DE-F8EA208DA7BA}"/>
                </c:ext>
              </c:extLst>
            </c:dLbl>
            <c:dLbl>
              <c:idx val="1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F-7405-42D2-84DE-F8EA208DA7BA}"/>
                </c:ext>
              </c:extLst>
            </c:dLbl>
            <c:dLbl>
              <c:idx val="1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0-7405-42D2-84DE-F8EA208DA7BA}"/>
                </c:ext>
              </c:extLst>
            </c:dLbl>
            <c:dLbl>
              <c:idx val="1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1-7405-42D2-84DE-F8EA208DA7BA}"/>
                </c:ext>
              </c:extLst>
            </c:dLbl>
            <c:dLbl>
              <c:idx val="1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2-7405-42D2-84DE-F8EA208DA7BA}"/>
                </c:ext>
              </c:extLst>
            </c:dLbl>
            <c:dLbl>
              <c:idx val="1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3-7405-42D2-84DE-F8EA208DA7BA}"/>
                </c:ext>
              </c:extLst>
            </c:dLbl>
            <c:dLbl>
              <c:idx val="1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4-7405-42D2-84DE-F8EA208DA7BA}"/>
                </c:ext>
              </c:extLst>
            </c:dLbl>
            <c:dLbl>
              <c:idx val="1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5-7405-42D2-84DE-F8EA208DA7BA}"/>
                </c:ext>
              </c:extLst>
            </c:dLbl>
            <c:dLbl>
              <c:idx val="1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6-7405-42D2-84DE-F8EA208DA7BA}"/>
                </c:ext>
              </c:extLst>
            </c:dLbl>
            <c:dLbl>
              <c:idx val="1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7-7405-42D2-84DE-F8EA208DA7BA}"/>
                </c:ext>
              </c:extLst>
            </c:dLbl>
            <c:dLbl>
              <c:idx val="1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8-7405-42D2-84DE-F8EA208DA7BA}"/>
                </c:ext>
              </c:extLst>
            </c:dLbl>
            <c:dLbl>
              <c:idx val="1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9-7405-42D2-84DE-F8EA208DA7BA}"/>
                </c:ext>
              </c:extLst>
            </c:dLbl>
            <c:dLbl>
              <c:idx val="1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A-7405-42D2-84DE-F8EA208DA7BA}"/>
                </c:ext>
              </c:extLst>
            </c:dLbl>
            <c:dLbl>
              <c:idx val="1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B-7405-42D2-84DE-F8EA208DA7BA}"/>
                </c:ext>
              </c:extLst>
            </c:dLbl>
            <c:dLbl>
              <c:idx val="1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C-7405-42D2-84DE-F8EA208DA7BA}"/>
                </c:ext>
              </c:extLst>
            </c:dLbl>
            <c:dLbl>
              <c:idx val="1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D-7405-42D2-84DE-F8EA208DA7BA}"/>
                </c:ext>
              </c:extLst>
            </c:dLbl>
            <c:dLbl>
              <c:idx val="1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E-7405-42D2-84DE-F8EA208DA7BA}"/>
                </c:ext>
              </c:extLst>
            </c:dLbl>
            <c:dLbl>
              <c:idx val="1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F-7405-42D2-84DE-F8EA208DA7BA}"/>
                </c:ext>
              </c:extLst>
            </c:dLbl>
            <c:dLbl>
              <c:idx val="1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0-7405-42D2-84DE-F8EA208DA7BA}"/>
                </c:ext>
              </c:extLst>
            </c:dLbl>
            <c:dLbl>
              <c:idx val="1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1-7405-42D2-84DE-F8EA208DA7BA}"/>
                </c:ext>
              </c:extLst>
            </c:dLbl>
            <c:dLbl>
              <c:idx val="1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2-7405-42D2-84DE-F8EA208DA7BA}"/>
                </c:ext>
              </c:extLst>
            </c:dLbl>
            <c:dLbl>
              <c:idx val="1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3-7405-42D2-84DE-F8EA208DA7BA}"/>
                </c:ext>
              </c:extLst>
            </c:dLbl>
            <c:dLbl>
              <c:idx val="1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4-7405-42D2-84DE-F8EA208DA7BA}"/>
                </c:ext>
              </c:extLst>
            </c:dLbl>
            <c:dLbl>
              <c:idx val="1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5-7405-42D2-84DE-F8EA208DA7BA}"/>
                </c:ext>
              </c:extLst>
            </c:dLbl>
            <c:dLbl>
              <c:idx val="1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6-7405-42D2-84DE-F8EA208DA7BA}"/>
                </c:ext>
              </c:extLst>
            </c:dLbl>
            <c:dLbl>
              <c:idx val="1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7-7405-42D2-84DE-F8EA208DA7BA}"/>
                </c:ext>
              </c:extLst>
            </c:dLbl>
            <c:dLbl>
              <c:idx val="1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8-7405-42D2-84DE-F8EA208DA7BA}"/>
                </c:ext>
              </c:extLst>
            </c:dLbl>
            <c:dLbl>
              <c:idx val="1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9-7405-42D2-84DE-F8EA208DA7BA}"/>
                </c:ext>
              </c:extLst>
            </c:dLbl>
            <c:dLbl>
              <c:idx val="1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A-7405-42D2-84DE-F8EA208DA7BA}"/>
                </c:ext>
              </c:extLst>
            </c:dLbl>
            <c:dLbl>
              <c:idx val="1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B-7405-42D2-84DE-F8EA208DA7BA}"/>
                </c:ext>
              </c:extLst>
            </c:dLbl>
            <c:dLbl>
              <c:idx val="1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C-7405-42D2-84DE-F8EA208DA7BA}"/>
                </c:ext>
              </c:extLst>
            </c:dLbl>
            <c:dLbl>
              <c:idx val="1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D-7405-42D2-84DE-F8EA208DA7BA}"/>
                </c:ext>
              </c:extLst>
            </c:dLbl>
            <c:dLbl>
              <c:idx val="1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E-7405-42D2-84DE-F8EA208DA7BA}"/>
                </c:ext>
              </c:extLst>
            </c:dLbl>
            <c:dLbl>
              <c:idx val="1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F-7405-42D2-84DE-F8EA208DA7BA}"/>
                </c:ext>
              </c:extLst>
            </c:dLbl>
            <c:dLbl>
              <c:idx val="1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0-7405-42D2-84DE-F8EA208DA7BA}"/>
                </c:ext>
              </c:extLst>
            </c:dLbl>
            <c:dLbl>
              <c:idx val="1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1-7405-42D2-84DE-F8EA208DA7BA}"/>
                </c:ext>
              </c:extLst>
            </c:dLbl>
            <c:dLbl>
              <c:idx val="1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2-7405-42D2-84DE-F8EA208DA7BA}"/>
                </c:ext>
              </c:extLst>
            </c:dLbl>
            <c:dLbl>
              <c:idx val="1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3-7405-42D2-84DE-F8EA208DA7BA}"/>
                </c:ext>
              </c:extLst>
            </c:dLbl>
            <c:dLbl>
              <c:idx val="1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4-7405-42D2-84DE-F8EA208DA7BA}"/>
                </c:ext>
              </c:extLst>
            </c:dLbl>
            <c:dLbl>
              <c:idx val="1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5-7405-42D2-84DE-F8EA208DA7BA}"/>
                </c:ext>
              </c:extLst>
            </c:dLbl>
            <c:dLbl>
              <c:idx val="1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6-7405-42D2-84DE-F8EA208DA7BA}"/>
                </c:ext>
              </c:extLst>
            </c:dLbl>
            <c:dLbl>
              <c:idx val="1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7-7405-42D2-84DE-F8EA208DA7BA}"/>
                </c:ext>
              </c:extLst>
            </c:dLbl>
            <c:dLbl>
              <c:idx val="1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8-7405-42D2-84DE-F8EA208DA7BA}"/>
                </c:ext>
              </c:extLst>
            </c:dLbl>
            <c:dLbl>
              <c:idx val="1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9-7405-42D2-84DE-F8EA208DA7BA}"/>
                </c:ext>
              </c:extLst>
            </c:dLbl>
            <c:dLbl>
              <c:idx val="1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A-7405-42D2-84DE-F8EA208DA7BA}"/>
                </c:ext>
              </c:extLst>
            </c:dLbl>
            <c:dLbl>
              <c:idx val="1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B-7405-42D2-84DE-F8EA208DA7BA}"/>
                </c:ext>
              </c:extLst>
            </c:dLbl>
            <c:dLbl>
              <c:idx val="1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C-7405-42D2-84DE-F8EA208DA7BA}"/>
                </c:ext>
              </c:extLst>
            </c:dLbl>
            <c:dLbl>
              <c:idx val="1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D-7405-42D2-84DE-F8EA208DA7BA}"/>
                </c:ext>
              </c:extLst>
            </c:dLbl>
            <c:dLbl>
              <c:idx val="1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E-7405-42D2-84DE-F8EA208DA7BA}"/>
                </c:ext>
              </c:extLst>
            </c:dLbl>
            <c:dLbl>
              <c:idx val="1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F-7405-42D2-84DE-F8EA208DA7BA}"/>
                </c:ext>
              </c:extLst>
            </c:dLbl>
            <c:dLbl>
              <c:idx val="1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0-7405-42D2-84DE-F8EA208DA7BA}"/>
                </c:ext>
              </c:extLst>
            </c:dLbl>
            <c:dLbl>
              <c:idx val="1199"/>
              <c:layout>
                <c:manualLayout>
                  <c:x val="-4.5542966292287943E-3"/>
                  <c:y val="-0.1742782833644721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Winston-Salem State U.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4B1-7405-42D2-84DE-F8EA208DA7BA}"/>
                </c:ext>
              </c:extLst>
            </c:dLbl>
            <c:dLbl>
              <c:idx val="1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2-7405-42D2-84DE-F8EA208DA7BA}"/>
                </c:ext>
              </c:extLst>
            </c:dLbl>
            <c:dLbl>
              <c:idx val="1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3-7405-42D2-84DE-F8EA208DA7BA}"/>
                </c:ext>
              </c:extLst>
            </c:dLbl>
            <c:dLbl>
              <c:idx val="1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4-7405-42D2-84DE-F8EA208DA7BA}"/>
                </c:ext>
              </c:extLst>
            </c:dLbl>
            <c:dLbl>
              <c:idx val="1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5-7405-42D2-84DE-F8EA208DA7BA}"/>
                </c:ext>
              </c:extLst>
            </c:dLbl>
            <c:dLbl>
              <c:idx val="1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6-7405-42D2-84DE-F8EA208DA7BA}"/>
                </c:ext>
              </c:extLst>
            </c:dLbl>
            <c:dLbl>
              <c:idx val="1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7-7405-42D2-84DE-F8EA208DA7BA}"/>
                </c:ext>
              </c:extLst>
            </c:dLbl>
            <c:dLbl>
              <c:idx val="1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8-7405-42D2-84DE-F8EA208DA7BA}"/>
                </c:ext>
              </c:extLst>
            </c:dLbl>
            <c:dLbl>
              <c:idx val="1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9-7405-42D2-84DE-F8EA208DA7BA}"/>
                </c:ext>
              </c:extLst>
            </c:dLbl>
            <c:dLbl>
              <c:idx val="1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A-7405-42D2-84DE-F8EA208DA7BA}"/>
                </c:ext>
              </c:extLst>
            </c:dLbl>
            <c:dLbl>
              <c:idx val="1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B-7405-42D2-84DE-F8EA208DA7BA}"/>
                </c:ext>
              </c:extLst>
            </c:dLbl>
            <c:dLbl>
              <c:idx val="1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C-7405-42D2-84DE-F8EA208DA7BA}"/>
                </c:ext>
              </c:extLst>
            </c:dLbl>
            <c:dLbl>
              <c:idx val="1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D-7405-42D2-84DE-F8EA208DA7BA}"/>
                </c:ext>
              </c:extLst>
            </c:dLbl>
            <c:dLbl>
              <c:idx val="1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E-7405-42D2-84DE-F8EA208DA7BA}"/>
                </c:ext>
              </c:extLst>
            </c:dLbl>
            <c:dLbl>
              <c:idx val="1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F-7405-42D2-84DE-F8EA208DA7BA}"/>
                </c:ext>
              </c:extLst>
            </c:dLbl>
            <c:dLbl>
              <c:idx val="1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0-7405-42D2-84DE-F8EA208DA7BA}"/>
                </c:ext>
              </c:extLst>
            </c:dLbl>
            <c:dLbl>
              <c:idx val="1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1-7405-42D2-84DE-F8EA208DA7BA}"/>
                </c:ext>
              </c:extLst>
            </c:dLbl>
            <c:dLbl>
              <c:idx val="1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2-7405-42D2-84DE-F8EA208DA7BA}"/>
                </c:ext>
              </c:extLst>
            </c:dLbl>
            <c:dLbl>
              <c:idx val="1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3-7405-42D2-84DE-F8EA208DA7BA}"/>
                </c:ext>
              </c:extLst>
            </c:dLbl>
            <c:dLbl>
              <c:idx val="1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4-7405-42D2-84DE-F8EA208DA7BA}"/>
                </c:ext>
              </c:extLst>
            </c:dLbl>
            <c:dLbl>
              <c:idx val="1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5-7405-42D2-84DE-F8EA208DA7BA}"/>
                </c:ext>
              </c:extLst>
            </c:dLbl>
            <c:dLbl>
              <c:idx val="1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6-7405-42D2-84DE-F8EA208DA7BA}"/>
                </c:ext>
              </c:extLst>
            </c:dLbl>
            <c:dLbl>
              <c:idx val="1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7-7405-42D2-84DE-F8EA208DA7BA}"/>
                </c:ext>
              </c:extLst>
            </c:dLbl>
            <c:dLbl>
              <c:idx val="1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8-7405-42D2-84DE-F8EA208DA7BA}"/>
                </c:ext>
              </c:extLst>
            </c:dLbl>
            <c:dLbl>
              <c:idx val="1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9-7405-42D2-84DE-F8EA208DA7BA}"/>
                </c:ext>
              </c:extLst>
            </c:dLbl>
            <c:dLbl>
              <c:idx val="1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A-7405-42D2-84DE-F8EA208DA7BA}"/>
                </c:ext>
              </c:extLst>
            </c:dLbl>
            <c:dLbl>
              <c:idx val="1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B-7405-42D2-84DE-F8EA208DA7BA}"/>
                </c:ext>
              </c:extLst>
            </c:dLbl>
            <c:dLbl>
              <c:idx val="1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C-7405-42D2-84DE-F8EA208DA7BA}"/>
                </c:ext>
              </c:extLst>
            </c:dLbl>
            <c:dLbl>
              <c:idx val="1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D-7405-42D2-84DE-F8EA208DA7BA}"/>
                </c:ext>
              </c:extLst>
            </c:dLbl>
            <c:dLbl>
              <c:idx val="1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E-7405-42D2-84DE-F8EA208DA7BA}"/>
                </c:ext>
              </c:extLst>
            </c:dLbl>
            <c:dLbl>
              <c:idx val="1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F-7405-42D2-84DE-F8EA208DA7BA}"/>
                </c:ext>
              </c:extLst>
            </c:dLbl>
            <c:dLbl>
              <c:idx val="1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0-7405-42D2-84DE-F8EA208DA7BA}"/>
                </c:ext>
              </c:extLst>
            </c:dLbl>
            <c:dLbl>
              <c:idx val="1231"/>
              <c:tx>
                <c:rich>
                  <a:bodyPr/>
                  <a:lstStyle/>
                  <a:p>
                    <a:fld id="{CE127FCD-C0D9-4A7E-80FF-03B0F436D08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1-7405-42D2-84DE-F8EA208DA7BA}"/>
                </c:ext>
              </c:extLst>
            </c:dLbl>
            <c:dLbl>
              <c:idx val="1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2-7405-42D2-84DE-F8EA208DA7BA}"/>
                </c:ext>
              </c:extLst>
            </c:dLbl>
            <c:dLbl>
              <c:idx val="1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3-7405-42D2-84DE-F8EA208DA7BA}"/>
                </c:ext>
              </c:extLst>
            </c:dLbl>
            <c:dLbl>
              <c:idx val="1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4-7405-42D2-84DE-F8EA208DA7BA}"/>
                </c:ext>
              </c:extLst>
            </c:dLbl>
            <c:dLbl>
              <c:idx val="1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5-7405-42D2-84DE-F8EA208DA7BA}"/>
                </c:ext>
              </c:extLst>
            </c:dLbl>
            <c:dLbl>
              <c:idx val="1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6-7405-42D2-84DE-F8EA208DA7BA}"/>
                </c:ext>
              </c:extLst>
            </c:dLbl>
            <c:dLbl>
              <c:idx val="1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7-7405-42D2-84DE-F8EA208DA7BA}"/>
                </c:ext>
              </c:extLst>
            </c:dLbl>
            <c:dLbl>
              <c:idx val="1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8-7405-42D2-84DE-F8EA208DA7BA}"/>
                </c:ext>
              </c:extLst>
            </c:dLbl>
            <c:dLbl>
              <c:idx val="1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9-7405-42D2-84DE-F8EA208DA7BA}"/>
                </c:ext>
              </c:extLst>
            </c:dLbl>
            <c:dLbl>
              <c:idx val="1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A-7405-42D2-84DE-F8EA208DA7BA}"/>
                </c:ext>
              </c:extLst>
            </c:dLbl>
            <c:dLbl>
              <c:idx val="1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B-7405-42D2-84DE-F8EA208DA7BA}"/>
                </c:ext>
              </c:extLst>
            </c:dLbl>
            <c:dLbl>
              <c:idx val="1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C-7405-42D2-84DE-F8EA208DA7BA}"/>
                </c:ext>
              </c:extLst>
            </c:dLbl>
            <c:dLbl>
              <c:idx val="1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D-7405-42D2-84DE-F8EA208DA7BA}"/>
                </c:ext>
              </c:extLst>
            </c:dLbl>
            <c:dLbl>
              <c:idx val="1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E-7405-42D2-84DE-F8EA208DA7BA}"/>
                </c:ext>
              </c:extLst>
            </c:dLbl>
            <c:dLbl>
              <c:idx val="1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F-7405-42D2-84DE-F8EA208DA7BA}"/>
                </c:ext>
              </c:extLst>
            </c:dLbl>
            <c:dLbl>
              <c:idx val="1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0-7405-42D2-84DE-F8EA208DA7BA}"/>
                </c:ext>
              </c:extLst>
            </c:dLbl>
            <c:dLbl>
              <c:idx val="1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1-7405-42D2-84DE-F8EA208DA7BA}"/>
                </c:ext>
              </c:extLst>
            </c:dLbl>
            <c:dLbl>
              <c:idx val="1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2-7405-42D2-84DE-F8EA208DA7BA}"/>
                </c:ext>
              </c:extLst>
            </c:dLbl>
            <c:dLbl>
              <c:idx val="1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3-7405-42D2-84DE-F8EA208DA7BA}"/>
                </c:ext>
              </c:extLst>
            </c:dLbl>
            <c:dLbl>
              <c:idx val="1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4-7405-42D2-84DE-F8EA208DA7BA}"/>
                </c:ext>
              </c:extLst>
            </c:dLbl>
            <c:dLbl>
              <c:idx val="1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5-7405-42D2-84DE-F8EA208DA7BA}"/>
                </c:ext>
              </c:extLst>
            </c:dLbl>
            <c:dLbl>
              <c:idx val="1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6-7405-42D2-84DE-F8EA208DA7BA}"/>
                </c:ext>
              </c:extLst>
            </c:dLbl>
            <c:dLbl>
              <c:idx val="1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7-7405-42D2-84DE-F8EA208DA7BA}"/>
                </c:ext>
              </c:extLst>
            </c:dLbl>
            <c:dLbl>
              <c:idx val="1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8-7405-42D2-84DE-F8EA208DA7BA}"/>
                </c:ext>
              </c:extLst>
            </c:dLbl>
            <c:dLbl>
              <c:idx val="1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9-7405-42D2-84DE-F8EA208DA7BA}"/>
                </c:ext>
              </c:extLst>
            </c:dLbl>
            <c:dLbl>
              <c:idx val="1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A-7405-42D2-84DE-F8EA208DA7BA}"/>
                </c:ext>
              </c:extLst>
            </c:dLbl>
            <c:dLbl>
              <c:idx val="1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B-7405-42D2-84DE-F8EA208DA7BA}"/>
                </c:ext>
              </c:extLst>
            </c:dLbl>
            <c:dLbl>
              <c:idx val="1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C-7405-42D2-84DE-F8EA208DA7BA}"/>
                </c:ext>
              </c:extLst>
            </c:dLbl>
            <c:dLbl>
              <c:idx val="1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D-7405-42D2-84DE-F8EA208DA7BA}"/>
                </c:ext>
              </c:extLst>
            </c:dLbl>
            <c:dLbl>
              <c:idx val="1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E-7405-42D2-84DE-F8EA208DA7BA}"/>
                </c:ext>
              </c:extLst>
            </c:dLbl>
            <c:dLbl>
              <c:idx val="1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F-7405-42D2-84DE-F8EA208DA7BA}"/>
                </c:ext>
              </c:extLst>
            </c:dLbl>
            <c:dLbl>
              <c:idx val="1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0-7405-42D2-84DE-F8EA208DA7BA}"/>
                </c:ext>
              </c:extLst>
            </c:dLbl>
            <c:dLbl>
              <c:idx val="1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1-7405-42D2-84DE-F8EA208DA7BA}"/>
                </c:ext>
              </c:extLst>
            </c:dLbl>
            <c:dLbl>
              <c:idx val="1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2-7405-42D2-84DE-F8EA208DA7BA}"/>
                </c:ext>
              </c:extLst>
            </c:dLbl>
            <c:dLbl>
              <c:idx val="1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3-7405-42D2-84DE-F8EA208DA7BA}"/>
                </c:ext>
              </c:extLst>
            </c:dLbl>
            <c:dLbl>
              <c:idx val="1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4-7405-42D2-84DE-F8EA208DA7BA}"/>
                </c:ext>
              </c:extLst>
            </c:dLbl>
            <c:dLbl>
              <c:idx val="1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5-7405-42D2-84DE-F8EA208DA7BA}"/>
                </c:ext>
              </c:extLst>
            </c:dLbl>
            <c:dLbl>
              <c:idx val="1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6-7405-42D2-84DE-F8EA208DA7BA}"/>
                </c:ext>
              </c:extLst>
            </c:dLbl>
            <c:dLbl>
              <c:idx val="1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7-7405-42D2-84DE-F8EA208DA7BA}"/>
                </c:ext>
              </c:extLst>
            </c:dLbl>
            <c:dLbl>
              <c:idx val="1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8-7405-42D2-84DE-F8EA208DA7BA}"/>
                </c:ext>
              </c:extLst>
            </c:dLbl>
            <c:dLbl>
              <c:idx val="1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9-7405-42D2-84DE-F8EA208DA7BA}"/>
                </c:ext>
              </c:extLst>
            </c:dLbl>
            <c:dLbl>
              <c:idx val="1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A-7405-42D2-84DE-F8EA208DA7BA}"/>
                </c:ext>
              </c:extLst>
            </c:dLbl>
            <c:dLbl>
              <c:idx val="1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B-7405-42D2-84DE-F8EA208DA7BA}"/>
                </c:ext>
              </c:extLst>
            </c:dLbl>
            <c:dLbl>
              <c:idx val="1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C-7405-42D2-84DE-F8EA208DA7BA}"/>
                </c:ext>
              </c:extLst>
            </c:dLbl>
            <c:dLbl>
              <c:idx val="1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D-7405-42D2-84DE-F8EA208DA7BA}"/>
                </c:ext>
              </c:extLst>
            </c:dLbl>
            <c:dLbl>
              <c:idx val="1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E-7405-42D2-84DE-F8EA208DA7BA}"/>
                </c:ext>
              </c:extLst>
            </c:dLbl>
            <c:dLbl>
              <c:idx val="1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F-7405-42D2-84DE-F8EA208DA7BA}"/>
                </c:ext>
              </c:extLst>
            </c:dLbl>
            <c:dLbl>
              <c:idx val="1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0-7405-42D2-84DE-F8EA208DA7BA}"/>
                </c:ext>
              </c:extLst>
            </c:dLbl>
            <c:dLbl>
              <c:idx val="1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1-7405-42D2-84DE-F8EA208DA7BA}"/>
                </c:ext>
              </c:extLst>
            </c:dLbl>
            <c:dLbl>
              <c:idx val="1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2-7405-42D2-84DE-F8EA208DA7BA}"/>
                </c:ext>
              </c:extLst>
            </c:dLbl>
            <c:dLbl>
              <c:idx val="1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3-7405-42D2-84DE-F8EA208DA7BA}"/>
                </c:ext>
              </c:extLst>
            </c:dLbl>
            <c:dLbl>
              <c:idx val="1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4-7405-42D2-84DE-F8EA208DA7BA}"/>
                </c:ext>
              </c:extLst>
            </c:dLbl>
            <c:dLbl>
              <c:idx val="1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5-7405-42D2-84DE-F8EA208DA7BA}"/>
                </c:ext>
              </c:extLst>
            </c:dLbl>
            <c:dLbl>
              <c:idx val="1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6-7405-42D2-84DE-F8EA208DA7BA}"/>
                </c:ext>
              </c:extLst>
            </c:dLbl>
            <c:dLbl>
              <c:idx val="1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7-7405-42D2-84DE-F8EA208DA7BA}"/>
                </c:ext>
              </c:extLst>
            </c:dLbl>
            <c:dLbl>
              <c:idx val="1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8-7405-42D2-84DE-F8EA208DA7BA}"/>
                </c:ext>
              </c:extLst>
            </c:dLbl>
            <c:dLbl>
              <c:idx val="1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9-7405-42D2-84DE-F8EA208DA7BA}"/>
                </c:ext>
              </c:extLst>
            </c:dLbl>
            <c:dLbl>
              <c:idx val="1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A-7405-42D2-84DE-F8EA208DA7BA}"/>
                </c:ext>
              </c:extLst>
            </c:dLbl>
            <c:dLbl>
              <c:idx val="1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B-7405-42D2-84DE-F8EA208DA7BA}"/>
                </c:ext>
              </c:extLst>
            </c:dLbl>
            <c:dLbl>
              <c:idx val="1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C-7405-42D2-84DE-F8EA208DA7BA}"/>
                </c:ext>
              </c:extLst>
            </c:dLbl>
            <c:dLbl>
              <c:idx val="1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D-7405-42D2-84DE-F8EA208DA7BA}"/>
                </c:ext>
              </c:extLst>
            </c:dLbl>
            <c:dLbl>
              <c:idx val="1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E-7405-42D2-84DE-F8EA208DA7BA}"/>
                </c:ext>
              </c:extLst>
            </c:dLbl>
            <c:dLbl>
              <c:idx val="1293"/>
              <c:layout>
                <c:manualLayout>
                  <c:x val="8.6531635955347005E-2"/>
                  <c:y val="-0.1248209326799597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NC Central U.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50F-7405-42D2-84DE-F8EA208DA7BA}"/>
                </c:ext>
              </c:extLst>
            </c:dLbl>
            <c:dLbl>
              <c:idx val="1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0-7405-42D2-84DE-F8EA208DA7BA}"/>
                </c:ext>
              </c:extLst>
            </c:dLbl>
            <c:dLbl>
              <c:idx val="1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1-7405-42D2-84DE-F8EA208DA7BA}"/>
                </c:ext>
              </c:extLst>
            </c:dLbl>
            <c:dLbl>
              <c:idx val="1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2-7405-42D2-84DE-F8EA208DA7BA}"/>
                </c:ext>
              </c:extLst>
            </c:dLbl>
            <c:dLbl>
              <c:idx val="1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3-7405-42D2-84DE-F8EA208DA7BA}"/>
                </c:ext>
              </c:extLst>
            </c:dLbl>
            <c:dLbl>
              <c:idx val="1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4-7405-42D2-84DE-F8EA208DA7BA}"/>
                </c:ext>
              </c:extLst>
            </c:dLbl>
            <c:dLbl>
              <c:idx val="1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5-7405-42D2-84DE-F8EA208DA7BA}"/>
                </c:ext>
              </c:extLst>
            </c:dLbl>
            <c:dLbl>
              <c:idx val="1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6-7405-42D2-84DE-F8EA208DA7BA}"/>
                </c:ext>
              </c:extLst>
            </c:dLbl>
            <c:dLbl>
              <c:idx val="1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7-7405-42D2-84DE-F8EA208DA7BA}"/>
                </c:ext>
              </c:extLst>
            </c:dLbl>
            <c:dLbl>
              <c:idx val="1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8-7405-42D2-84DE-F8EA208DA7BA}"/>
                </c:ext>
              </c:extLst>
            </c:dLbl>
            <c:dLbl>
              <c:idx val="1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9-7405-42D2-84DE-F8EA208DA7BA}"/>
                </c:ext>
              </c:extLst>
            </c:dLbl>
            <c:dLbl>
              <c:idx val="1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A-7405-42D2-84DE-F8EA208DA7BA}"/>
                </c:ext>
              </c:extLst>
            </c:dLbl>
            <c:dLbl>
              <c:idx val="1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B-7405-42D2-84DE-F8EA208DA7BA}"/>
                </c:ext>
              </c:extLst>
            </c:dLbl>
            <c:dLbl>
              <c:idx val="1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C-7405-42D2-84DE-F8EA208DA7BA}"/>
                </c:ext>
              </c:extLst>
            </c:dLbl>
            <c:dLbl>
              <c:idx val="1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D-7405-42D2-84DE-F8EA208DA7BA}"/>
                </c:ext>
              </c:extLst>
            </c:dLbl>
            <c:dLbl>
              <c:idx val="1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E-7405-42D2-84DE-F8EA208DA7BA}"/>
                </c:ext>
              </c:extLst>
            </c:dLbl>
            <c:dLbl>
              <c:idx val="1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F-7405-42D2-84DE-F8EA208DA7BA}"/>
                </c:ext>
              </c:extLst>
            </c:dLbl>
            <c:dLbl>
              <c:idx val="1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0-7405-42D2-84DE-F8EA208DA7BA}"/>
                </c:ext>
              </c:extLst>
            </c:dLbl>
            <c:dLbl>
              <c:idx val="1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1-7405-42D2-84DE-F8EA208DA7BA}"/>
                </c:ext>
              </c:extLst>
            </c:dLbl>
            <c:dLbl>
              <c:idx val="1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2-7405-42D2-84DE-F8EA208DA7BA}"/>
                </c:ext>
              </c:extLst>
            </c:dLbl>
            <c:dLbl>
              <c:idx val="1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3-7405-42D2-84DE-F8EA208DA7BA}"/>
                </c:ext>
              </c:extLst>
            </c:dLbl>
            <c:dLbl>
              <c:idx val="1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4-7405-42D2-84DE-F8EA208DA7BA}"/>
                </c:ext>
              </c:extLst>
            </c:dLbl>
            <c:dLbl>
              <c:idx val="1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5-7405-42D2-84DE-F8EA208DA7BA}"/>
                </c:ext>
              </c:extLst>
            </c:dLbl>
            <c:dLbl>
              <c:idx val="1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6-7405-42D2-84DE-F8EA208DA7BA}"/>
                </c:ext>
              </c:extLst>
            </c:dLbl>
            <c:dLbl>
              <c:idx val="1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7-7405-42D2-84DE-F8EA208DA7BA}"/>
                </c:ext>
              </c:extLst>
            </c:dLbl>
            <c:dLbl>
              <c:idx val="1318"/>
              <c:layout>
                <c:manualLayout>
                  <c:x val="-5.2374411236131138E-2"/>
                  <c:y val="-0.20724985048748035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UNC Pembroke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528-7405-42D2-84DE-F8EA208DA7BA}"/>
                </c:ext>
              </c:extLst>
            </c:dLbl>
            <c:dLbl>
              <c:idx val="1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9-7405-42D2-84DE-F8EA208DA7BA}"/>
                </c:ext>
              </c:extLst>
            </c:dLbl>
            <c:dLbl>
              <c:idx val="1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A-7405-42D2-84DE-F8EA208DA7BA}"/>
                </c:ext>
              </c:extLst>
            </c:dLbl>
            <c:dLbl>
              <c:idx val="1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B-7405-42D2-84DE-F8EA208DA7BA}"/>
                </c:ext>
              </c:extLst>
            </c:dLbl>
            <c:dLbl>
              <c:idx val="1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C-7405-42D2-84DE-F8EA208DA7BA}"/>
                </c:ext>
              </c:extLst>
            </c:dLbl>
            <c:dLbl>
              <c:idx val="1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D-7405-42D2-84DE-F8EA208DA7BA}"/>
                </c:ext>
              </c:extLst>
            </c:dLbl>
            <c:dLbl>
              <c:idx val="1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E-7405-42D2-84DE-F8EA208DA7BA}"/>
                </c:ext>
              </c:extLst>
            </c:dLbl>
            <c:dLbl>
              <c:idx val="1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F-7405-42D2-84DE-F8EA208DA7BA}"/>
                </c:ext>
              </c:extLst>
            </c:dLbl>
            <c:dLbl>
              <c:idx val="1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0-7405-42D2-84DE-F8EA208DA7BA}"/>
                </c:ext>
              </c:extLst>
            </c:dLbl>
            <c:dLbl>
              <c:idx val="1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1-7405-42D2-84DE-F8EA208DA7BA}"/>
                </c:ext>
              </c:extLst>
            </c:dLbl>
            <c:dLbl>
              <c:idx val="1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2-7405-42D2-84DE-F8EA208DA7BA}"/>
                </c:ext>
              </c:extLst>
            </c:dLbl>
            <c:dLbl>
              <c:idx val="1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3-7405-42D2-84DE-F8EA208DA7BA}"/>
                </c:ext>
              </c:extLst>
            </c:dLbl>
            <c:dLbl>
              <c:idx val="1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4-7405-42D2-84DE-F8EA208DA7BA}"/>
                </c:ext>
              </c:extLst>
            </c:dLbl>
            <c:dLbl>
              <c:idx val="1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5-7405-42D2-84DE-F8EA208DA7BA}"/>
                </c:ext>
              </c:extLst>
            </c:dLbl>
            <c:dLbl>
              <c:idx val="1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6-7405-42D2-84DE-F8EA208DA7BA}"/>
                </c:ext>
              </c:extLst>
            </c:dLbl>
            <c:dLbl>
              <c:idx val="1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7-7405-42D2-84DE-F8EA208DA7BA}"/>
                </c:ext>
              </c:extLst>
            </c:dLbl>
            <c:dLbl>
              <c:idx val="1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8-7405-42D2-84DE-F8EA208DA7BA}"/>
                </c:ext>
              </c:extLst>
            </c:dLbl>
            <c:dLbl>
              <c:idx val="1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9-7405-42D2-84DE-F8EA208DA7BA}"/>
                </c:ext>
              </c:extLst>
            </c:dLbl>
            <c:dLbl>
              <c:idx val="1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A-7405-42D2-84DE-F8EA208DA7BA}"/>
                </c:ext>
              </c:extLst>
            </c:dLbl>
            <c:dLbl>
              <c:idx val="1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B-7405-42D2-84DE-F8EA208DA7BA}"/>
                </c:ext>
              </c:extLst>
            </c:dLbl>
            <c:dLbl>
              <c:idx val="1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C-7405-42D2-84DE-F8EA208DA7BA}"/>
                </c:ext>
              </c:extLst>
            </c:dLbl>
            <c:dLbl>
              <c:idx val="1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D-7405-42D2-84DE-F8EA208DA7BA}"/>
                </c:ext>
              </c:extLst>
            </c:dLbl>
            <c:dLbl>
              <c:idx val="1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E-7405-42D2-84DE-F8EA208DA7BA}"/>
                </c:ext>
              </c:extLst>
            </c:dLbl>
            <c:dLbl>
              <c:idx val="1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F-7405-42D2-84DE-F8EA208DA7BA}"/>
                </c:ext>
              </c:extLst>
            </c:dLbl>
            <c:dLbl>
              <c:idx val="1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0-7405-42D2-84DE-F8EA208DA7BA}"/>
                </c:ext>
              </c:extLst>
            </c:dLbl>
            <c:dLbl>
              <c:idx val="1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1-7405-42D2-84DE-F8EA208DA7BA}"/>
                </c:ext>
              </c:extLst>
            </c:dLbl>
            <c:dLbl>
              <c:idx val="1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2-7405-42D2-84DE-F8EA208DA7BA}"/>
                </c:ext>
              </c:extLst>
            </c:dLbl>
            <c:dLbl>
              <c:idx val="1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3-7405-42D2-84DE-F8EA208DA7BA}"/>
                </c:ext>
              </c:extLst>
            </c:dLbl>
            <c:dLbl>
              <c:idx val="1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4-7405-42D2-84DE-F8EA208DA7BA}"/>
                </c:ext>
              </c:extLst>
            </c:dLbl>
            <c:dLbl>
              <c:idx val="1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5-7405-42D2-84DE-F8EA208DA7BA}"/>
                </c:ext>
              </c:extLst>
            </c:dLbl>
            <c:dLbl>
              <c:idx val="1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6-7405-42D2-84DE-F8EA208DA7BA}"/>
                </c:ext>
              </c:extLst>
            </c:dLbl>
            <c:dLbl>
              <c:idx val="1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7-7405-42D2-84DE-F8EA208DA7BA}"/>
                </c:ext>
              </c:extLst>
            </c:dLbl>
            <c:dLbl>
              <c:idx val="1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8-7405-42D2-84DE-F8EA208DA7BA}"/>
                </c:ext>
              </c:extLst>
            </c:dLbl>
            <c:dLbl>
              <c:idx val="1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9-7405-42D2-84DE-F8EA208DA7BA}"/>
                </c:ext>
              </c:extLst>
            </c:dLbl>
            <c:dLbl>
              <c:idx val="1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A-7405-42D2-84DE-F8EA208DA7BA}"/>
                </c:ext>
              </c:extLst>
            </c:dLbl>
            <c:dLbl>
              <c:idx val="1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B-7405-42D2-84DE-F8EA208DA7BA}"/>
                </c:ext>
              </c:extLst>
            </c:dLbl>
            <c:dLbl>
              <c:idx val="1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C-7405-42D2-84DE-F8EA208DA7BA}"/>
                </c:ext>
              </c:extLst>
            </c:dLbl>
            <c:dLbl>
              <c:idx val="1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D-7405-42D2-84DE-F8EA208DA7BA}"/>
                </c:ext>
              </c:extLst>
            </c:dLbl>
            <c:dLbl>
              <c:idx val="1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E-7405-42D2-84DE-F8EA208DA7BA}"/>
                </c:ext>
              </c:extLst>
            </c:dLbl>
            <c:dLbl>
              <c:idx val="1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F-7405-42D2-84DE-F8EA208DA7BA}"/>
                </c:ext>
              </c:extLst>
            </c:dLbl>
            <c:dLbl>
              <c:idx val="1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0-7405-42D2-84DE-F8EA208DA7BA}"/>
                </c:ext>
              </c:extLst>
            </c:dLbl>
            <c:dLbl>
              <c:idx val="1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1-7405-42D2-84DE-F8EA208DA7BA}"/>
                </c:ext>
              </c:extLst>
            </c:dLbl>
            <c:dLbl>
              <c:idx val="1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2-7405-42D2-84DE-F8EA208DA7BA}"/>
                </c:ext>
              </c:extLst>
            </c:dLbl>
            <c:dLbl>
              <c:idx val="1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3-7405-42D2-84DE-F8EA208DA7BA}"/>
                </c:ext>
              </c:extLst>
            </c:dLbl>
            <c:dLbl>
              <c:idx val="1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4-7405-42D2-84DE-F8EA208DA7BA}"/>
                </c:ext>
              </c:extLst>
            </c:dLbl>
            <c:dLbl>
              <c:idx val="1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5-7405-42D2-84DE-F8EA208DA7BA}"/>
                </c:ext>
              </c:extLst>
            </c:dLbl>
            <c:dLbl>
              <c:idx val="1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6-7405-42D2-84DE-F8EA208DA7BA}"/>
                </c:ext>
              </c:extLst>
            </c:dLbl>
            <c:dLbl>
              <c:idx val="1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7-7405-42D2-84DE-F8EA208DA7BA}"/>
                </c:ext>
              </c:extLst>
            </c:dLbl>
            <c:dLbl>
              <c:idx val="1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8-7405-42D2-84DE-F8EA208DA7BA}"/>
                </c:ext>
              </c:extLst>
            </c:dLbl>
            <c:dLbl>
              <c:idx val="1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9-7405-42D2-84DE-F8EA208DA7BA}"/>
                </c:ext>
              </c:extLst>
            </c:dLbl>
            <c:dLbl>
              <c:idx val="1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A-7405-42D2-84DE-F8EA208DA7BA}"/>
                </c:ext>
              </c:extLst>
            </c:dLbl>
            <c:dLbl>
              <c:idx val="1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B-7405-42D2-84DE-F8EA208DA7BA}"/>
                </c:ext>
              </c:extLst>
            </c:dLbl>
            <c:dLbl>
              <c:idx val="1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C-7405-42D2-84DE-F8EA208DA7BA}"/>
                </c:ext>
              </c:extLst>
            </c:dLbl>
            <c:dLbl>
              <c:idx val="1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D-7405-42D2-84DE-F8EA208DA7BA}"/>
                </c:ext>
              </c:extLst>
            </c:dLbl>
            <c:dLbl>
              <c:idx val="1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E-7405-42D2-84DE-F8EA208DA7BA}"/>
                </c:ext>
              </c:extLst>
            </c:dLbl>
            <c:dLbl>
              <c:idx val="1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F-7405-42D2-84DE-F8EA208DA7BA}"/>
                </c:ext>
              </c:extLst>
            </c:dLbl>
            <c:dLbl>
              <c:idx val="1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0-7405-42D2-84DE-F8EA208DA7BA}"/>
                </c:ext>
              </c:extLst>
            </c:dLbl>
            <c:dLbl>
              <c:idx val="1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1-7405-42D2-84DE-F8EA208DA7BA}"/>
                </c:ext>
              </c:extLst>
            </c:dLbl>
            <c:dLbl>
              <c:idx val="1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2-7405-42D2-84DE-F8EA208DA7BA}"/>
                </c:ext>
              </c:extLst>
            </c:dLbl>
            <c:dLbl>
              <c:idx val="1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3-7405-42D2-84DE-F8EA208DA7BA}"/>
                </c:ext>
              </c:extLst>
            </c:dLbl>
            <c:dLbl>
              <c:idx val="1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4-7405-42D2-84DE-F8EA208DA7BA}"/>
                </c:ext>
              </c:extLst>
            </c:dLbl>
            <c:dLbl>
              <c:idx val="1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5-7405-42D2-84DE-F8EA208DA7BA}"/>
                </c:ext>
              </c:extLst>
            </c:dLbl>
            <c:dLbl>
              <c:idx val="1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6-7405-42D2-84DE-F8EA208DA7BA}"/>
                </c:ext>
              </c:extLst>
            </c:dLbl>
            <c:dLbl>
              <c:idx val="1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7-7405-42D2-84DE-F8EA208DA7BA}"/>
                </c:ext>
              </c:extLst>
            </c:dLbl>
            <c:dLbl>
              <c:idx val="1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8-7405-42D2-84DE-F8EA208DA7BA}"/>
                </c:ext>
              </c:extLst>
            </c:dLbl>
            <c:dLbl>
              <c:idx val="1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9-7405-42D2-84DE-F8EA208DA7BA}"/>
                </c:ext>
              </c:extLst>
            </c:dLbl>
            <c:dLbl>
              <c:idx val="1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A-7405-42D2-84DE-F8EA208DA7BA}"/>
                </c:ext>
              </c:extLst>
            </c:dLbl>
            <c:dLbl>
              <c:idx val="1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B-7405-42D2-84DE-F8EA208DA7BA}"/>
                </c:ext>
              </c:extLst>
            </c:dLbl>
            <c:dLbl>
              <c:idx val="1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C-7405-42D2-84DE-F8EA208DA7BA}"/>
                </c:ext>
              </c:extLst>
            </c:dLbl>
            <c:dLbl>
              <c:idx val="1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D-7405-42D2-84DE-F8EA208DA7BA}"/>
                </c:ext>
              </c:extLst>
            </c:dLbl>
            <c:dLbl>
              <c:idx val="1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E-7405-42D2-84DE-F8EA208DA7BA}"/>
                </c:ext>
              </c:extLst>
            </c:dLbl>
            <c:dLbl>
              <c:idx val="1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F-7405-42D2-84DE-F8EA208DA7BA}"/>
                </c:ext>
              </c:extLst>
            </c:dLbl>
            <c:dLbl>
              <c:idx val="1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0-7405-42D2-84DE-F8EA208DA7BA}"/>
                </c:ext>
              </c:extLst>
            </c:dLbl>
            <c:dLbl>
              <c:idx val="1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1-7405-42D2-84DE-F8EA208DA7BA}"/>
                </c:ext>
              </c:extLst>
            </c:dLbl>
            <c:dLbl>
              <c:idx val="1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2-7405-42D2-84DE-F8EA208DA7BA}"/>
                </c:ext>
              </c:extLst>
            </c:dLbl>
            <c:dLbl>
              <c:idx val="1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3-7405-42D2-84DE-F8EA208DA7BA}"/>
                </c:ext>
              </c:extLst>
            </c:dLbl>
            <c:dLbl>
              <c:idx val="1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4-7405-42D2-84DE-F8EA208DA7BA}"/>
                </c:ext>
              </c:extLst>
            </c:dLbl>
            <c:dLbl>
              <c:idx val="1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5-7405-42D2-84DE-F8EA208DA7BA}"/>
                </c:ext>
              </c:extLst>
            </c:dLbl>
            <c:dLbl>
              <c:idx val="1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6-7405-42D2-84DE-F8EA208DA7BA}"/>
                </c:ext>
              </c:extLst>
            </c:dLbl>
            <c:dLbl>
              <c:idx val="1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7-7405-42D2-84DE-F8EA208DA7BA}"/>
                </c:ext>
              </c:extLst>
            </c:dLbl>
            <c:dLbl>
              <c:idx val="1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8-7405-42D2-84DE-F8EA208DA7BA}"/>
                </c:ext>
              </c:extLst>
            </c:dLbl>
            <c:dLbl>
              <c:idx val="1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9-7405-42D2-84DE-F8EA208DA7BA}"/>
                </c:ext>
              </c:extLst>
            </c:dLbl>
            <c:dLbl>
              <c:idx val="1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A-7405-42D2-84DE-F8EA208DA7BA}"/>
                </c:ext>
              </c:extLst>
            </c:dLbl>
            <c:dLbl>
              <c:idx val="1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B-7405-42D2-84DE-F8EA208DA7BA}"/>
                </c:ext>
              </c:extLst>
            </c:dLbl>
            <c:dLbl>
              <c:idx val="1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C-7405-42D2-84DE-F8EA208DA7BA}"/>
                </c:ext>
              </c:extLst>
            </c:dLbl>
            <c:dLbl>
              <c:idx val="1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D-7405-42D2-84DE-F8EA208DA7BA}"/>
                </c:ext>
              </c:extLst>
            </c:dLbl>
            <c:dLbl>
              <c:idx val="1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E-7405-42D2-84DE-F8EA208DA7BA}"/>
                </c:ext>
              </c:extLst>
            </c:dLbl>
            <c:dLbl>
              <c:idx val="1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F-7405-42D2-84DE-F8EA208DA7BA}"/>
                </c:ext>
              </c:extLst>
            </c:dLbl>
            <c:dLbl>
              <c:idx val="1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0-7405-42D2-84DE-F8EA208DA7BA}"/>
                </c:ext>
              </c:extLst>
            </c:dLbl>
            <c:dLbl>
              <c:idx val="1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1-7405-42D2-84DE-F8EA208DA7BA}"/>
                </c:ext>
              </c:extLst>
            </c:dLbl>
            <c:dLbl>
              <c:idx val="1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2-7405-42D2-84DE-F8EA208DA7BA}"/>
                </c:ext>
              </c:extLst>
            </c:dLbl>
            <c:dLbl>
              <c:idx val="1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3-7405-42D2-84DE-F8EA208DA7BA}"/>
                </c:ext>
              </c:extLst>
            </c:dLbl>
            <c:dLbl>
              <c:idx val="1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4-7405-42D2-84DE-F8EA208DA7BA}"/>
                </c:ext>
              </c:extLst>
            </c:dLbl>
            <c:dLbl>
              <c:idx val="1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5-7405-42D2-84DE-F8EA208DA7BA}"/>
                </c:ext>
              </c:extLst>
            </c:dLbl>
            <c:dLbl>
              <c:idx val="1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6-7405-42D2-84DE-F8EA208DA7BA}"/>
                </c:ext>
              </c:extLst>
            </c:dLbl>
            <c:dLbl>
              <c:idx val="1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7-7405-42D2-84DE-F8EA208DA7BA}"/>
                </c:ext>
              </c:extLst>
            </c:dLbl>
            <c:dLbl>
              <c:idx val="1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8-7405-42D2-84DE-F8EA208DA7BA}"/>
                </c:ext>
              </c:extLst>
            </c:dLbl>
            <c:dLbl>
              <c:idx val="1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9-7405-42D2-84DE-F8EA208DA7BA}"/>
                </c:ext>
              </c:extLst>
            </c:dLbl>
            <c:dLbl>
              <c:idx val="1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A-7405-42D2-84DE-F8EA208DA7BA}"/>
                </c:ext>
              </c:extLst>
            </c:dLbl>
            <c:dLbl>
              <c:idx val="1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B-7405-42D2-84DE-F8EA208DA7BA}"/>
                </c:ext>
              </c:extLst>
            </c:dLbl>
            <c:dLbl>
              <c:idx val="1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C-7405-42D2-84DE-F8EA208DA7BA}"/>
                </c:ext>
              </c:extLst>
            </c:dLbl>
            <c:dLbl>
              <c:idx val="1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D-7405-42D2-84DE-F8EA208DA7BA}"/>
                </c:ext>
              </c:extLst>
            </c:dLbl>
            <c:dLbl>
              <c:idx val="1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E-7405-42D2-84DE-F8EA208DA7BA}"/>
                </c:ext>
              </c:extLst>
            </c:dLbl>
            <c:dLbl>
              <c:idx val="1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F-7405-42D2-84DE-F8EA208DA7BA}"/>
                </c:ext>
              </c:extLst>
            </c:dLbl>
            <c:dLbl>
              <c:idx val="1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0-7405-42D2-84DE-F8EA208DA7BA}"/>
                </c:ext>
              </c:extLst>
            </c:dLbl>
            <c:dLbl>
              <c:idx val="1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1-7405-42D2-84DE-F8EA208DA7BA}"/>
                </c:ext>
              </c:extLst>
            </c:dLbl>
            <c:dLbl>
              <c:idx val="1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2-7405-42D2-84DE-F8EA208DA7BA}"/>
                </c:ext>
              </c:extLst>
            </c:dLbl>
            <c:dLbl>
              <c:idx val="1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3-7405-42D2-84DE-F8EA208DA7BA}"/>
                </c:ext>
              </c:extLst>
            </c:dLbl>
            <c:dLbl>
              <c:idx val="1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4-7405-42D2-84DE-F8EA208DA7BA}"/>
                </c:ext>
              </c:extLst>
            </c:dLbl>
            <c:dLbl>
              <c:idx val="1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5-7405-42D2-84DE-F8EA208DA7BA}"/>
                </c:ext>
              </c:extLst>
            </c:dLbl>
            <c:dLbl>
              <c:idx val="1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6-7405-42D2-84DE-F8EA208DA7BA}"/>
                </c:ext>
              </c:extLst>
            </c:dLbl>
            <c:dLbl>
              <c:idx val="1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7-7405-42D2-84DE-F8EA208DA7BA}"/>
                </c:ext>
              </c:extLst>
            </c:dLbl>
            <c:dLbl>
              <c:idx val="1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8-7405-42D2-84DE-F8EA208DA7BA}"/>
                </c:ext>
              </c:extLst>
            </c:dLbl>
            <c:dLbl>
              <c:idx val="1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9-7405-42D2-84DE-F8EA208DA7BA}"/>
                </c:ext>
              </c:extLst>
            </c:dLbl>
            <c:dLbl>
              <c:idx val="1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A-7405-42D2-84DE-F8EA208DA7BA}"/>
                </c:ext>
              </c:extLst>
            </c:dLbl>
            <c:dLbl>
              <c:idx val="1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B-7405-42D2-84DE-F8EA208DA7BA}"/>
                </c:ext>
              </c:extLst>
            </c:dLbl>
            <c:dLbl>
              <c:idx val="1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C-7405-42D2-84DE-F8EA208DA7BA}"/>
                </c:ext>
              </c:extLst>
            </c:dLbl>
            <c:dLbl>
              <c:idx val="1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D-7405-42D2-84DE-F8EA208DA7BA}"/>
                </c:ext>
              </c:extLst>
            </c:dLbl>
            <c:dLbl>
              <c:idx val="1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E-7405-42D2-84DE-F8EA208DA7BA}"/>
                </c:ext>
              </c:extLst>
            </c:dLbl>
            <c:dLbl>
              <c:idx val="1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F-7405-42D2-84DE-F8EA208DA7BA}"/>
                </c:ext>
              </c:extLst>
            </c:dLbl>
            <c:dLbl>
              <c:idx val="1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0-7405-42D2-84DE-F8EA208DA7BA}"/>
                </c:ext>
              </c:extLst>
            </c:dLbl>
            <c:dLbl>
              <c:idx val="1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1-7405-42D2-84DE-F8EA208DA7BA}"/>
                </c:ext>
              </c:extLst>
            </c:dLbl>
            <c:dLbl>
              <c:idx val="1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2-7405-42D2-84DE-F8EA208DA7BA}"/>
                </c:ext>
              </c:extLst>
            </c:dLbl>
            <c:dLbl>
              <c:idx val="1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3-7405-42D2-84DE-F8EA208DA7BA}"/>
                </c:ext>
              </c:extLst>
            </c:dLbl>
            <c:dLbl>
              <c:idx val="1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4-7405-42D2-84DE-F8EA208DA7BA}"/>
                </c:ext>
              </c:extLst>
            </c:dLbl>
            <c:dLbl>
              <c:idx val="1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5-7405-42D2-84DE-F8EA208DA7BA}"/>
                </c:ext>
              </c:extLst>
            </c:dLbl>
            <c:dLbl>
              <c:idx val="1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6-7405-42D2-84DE-F8EA208DA7BA}"/>
                </c:ext>
              </c:extLst>
            </c:dLbl>
            <c:dLbl>
              <c:idx val="1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7-7405-42D2-84DE-F8EA208DA7BA}"/>
                </c:ext>
              </c:extLst>
            </c:dLbl>
            <c:dLbl>
              <c:idx val="1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8-7405-42D2-84DE-F8EA208DA7BA}"/>
                </c:ext>
              </c:extLst>
            </c:dLbl>
            <c:dLbl>
              <c:idx val="1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9-7405-42D2-84DE-F8EA208DA7BA}"/>
                </c:ext>
              </c:extLst>
            </c:dLbl>
            <c:dLbl>
              <c:idx val="1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A-7405-42D2-84DE-F8EA208DA7BA}"/>
                </c:ext>
              </c:extLst>
            </c:dLbl>
            <c:dLbl>
              <c:idx val="1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B-7405-42D2-84DE-F8EA208DA7BA}"/>
                </c:ext>
              </c:extLst>
            </c:dLbl>
            <c:dLbl>
              <c:idx val="1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C-7405-42D2-84DE-F8EA208DA7BA}"/>
                </c:ext>
              </c:extLst>
            </c:dLbl>
            <c:dLbl>
              <c:idx val="1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D-7405-42D2-84DE-F8EA208DA7BA}"/>
                </c:ext>
              </c:extLst>
            </c:dLbl>
            <c:dLbl>
              <c:idx val="1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E-7405-42D2-84DE-F8EA208DA7BA}"/>
                </c:ext>
              </c:extLst>
            </c:dLbl>
            <c:dLbl>
              <c:idx val="1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F-7405-42D2-84DE-F8EA208DA7BA}"/>
                </c:ext>
              </c:extLst>
            </c:dLbl>
            <c:dLbl>
              <c:idx val="1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0-7405-42D2-84DE-F8EA208DA7BA}"/>
                </c:ext>
              </c:extLst>
            </c:dLbl>
            <c:dLbl>
              <c:idx val="1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1-7405-42D2-84DE-F8EA208DA7BA}"/>
                </c:ext>
              </c:extLst>
            </c:dLbl>
            <c:dLbl>
              <c:idx val="1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2-7405-42D2-84DE-F8EA208DA7BA}"/>
                </c:ext>
              </c:extLst>
            </c:dLbl>
            <c:dLbl>
              <c:idx val="1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3-7405-42D2-84DE-F8EA208DA7BA}"/>
                </c:ext>
              </c:extLst>
            </c:dLbl>
            <c:dLbl>
              <c:idx val="1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4-7405-42D2-84DE-F8EA208DA7BA}"/>
                </c:ext>
              </c:extLst>
            </c:dLbl>
            <c:dLbl>
              <c:idx val="1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5-7405-42D2-84DE-F8EA208DA7BA}"/>
                </c:ext>
              </c:extLst>
            </c:dLbl>
            <c:dLbl>
              <c:idx val="1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6-7405-42D2-84DE-F8EA208DA7BA}"/>
                </c:ext>
              </c:extLst>
            </c:dLbl>
            <c:dLbl>
              <c:idx val="1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7-7405-42D2-84DE-F8EA208DA7BA}"/>
                </c:ext>
              </c:extLst>
            </c:dLbl>
            <c:dLbl>
              <c:idx val="1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8-7405-42D2-84DE-F8EA208DA7BA}"/>
                </c:ext>
              </c:extLst>
            </c:dLbl>
            <c:dLbl>
              <c:idx val="1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9-7405-42D2-84DE-F8EA208DA7BA}"/>
                </c:ext>
              </c:extLst>
            </c:dLbl>
            <c:dLbl>
              <c:idx val="1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A-7405-42D2-84DE-F8EA208DA7BA}"/>
                </c:ext>
              </c:extLst>
            </c:dLbl>
            <c:dLbl>
              <c:idx val="1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B-7405-42D2-84DE-F8EA208DA7BA}"/>
                </c:ext>
              </c:extLst>
            </c:dLbl>
            <c:dLbl>
              <c:idx val="1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C-7405-42D2-84DE-F8EA208DA7BA}"/>
                </c:ext>
              </c:extLst>
            </c:dLbl>
            <c:dLbl>
              <c:idx val="1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D-7405-42D2-84DE-F8EA208DA7BA}"/>
                </c:ext>
              </c:extLst>
            </c:dLbl>
            <c:dLbl>
              <c:idx val="1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E-7405-42D2-84DE-F8EA208DA7BA}"/>
                </c:ext>
              </c:extLst>
            </c:dLbl>
            <c:dLbl>
              <c:idx val="1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F-7405-42D2-84DE-F8EA208DA7BA}"/>
                </c:ext>
              </c:extLst>
            </c:dLbl>
            <c:dLbl>
              <c:idx val="1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0-7405-42D2-84DE-F8EA208DA7BA}"/>
                </c:ext>
              </c:extLst>
            </c:dLbl>
            <c:dLbl>
              <c:idx val="1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1-7405-42D2-84DE-F8EA208DA7BA}"/>
                </c:ext>
              </c:extLst>
            </c:dLbl>
            <c:dLbl>
              <c:idx val="1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2-7405-42D2-84DE-F8EA208DA7BA}"/>
                </c:ext>
              </c:extLst>
            </c:dLbl>
            <c:dLbl>
              <c:idx val="1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3-7405-42D2-84DE-F8EA208DA7BA}"/>
                </c:ext>
              </c:extLst>
            </c:dLbl>
            <c:dLbl>
              <c:idx val="1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4-7405-42D2-84DE-F8EA208DA7BA}"/>
                </c:ext>
              </c:extLst>
            </c:dLbl>
            <c:dLbl>
              <c:idx val="1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5-7405-42D2-84DE-F8EA208DA7BA}"/>
                </c:ext>
              </c:extLst>
            </c:dLbl>
            <c:dLbl>
              <c:idx val="1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6-7405-42D2-84DE-F8EA208DA7BA}"/>
                </c:ext>
              </c:extLst>
            </c:dLbl>
            <c:dLbl>
              <c:idx val="1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7-7405-42D2-84DE-F8EA208DA7BA}"/>
                </c:ext>
              </c:extLst>
            </c:dLbl>
            <c:dLbl>
              <c:idx val="1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8-7405-42D2-84DE-F8EA208DA7BA}"/>
                </c:ext>
              </c:extLst>
            </c:dLbl>
            <c:dLbl>
              <c:idx val="1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9-7405-42D2-84DE-F8EA208DA7BA}"/>
                </c:ext>
              </c:extLst>
            </c:dLbl>
            <c:dLbl>
              <c:idx val="1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A-7405-42D2-84DE-F8EA208DA7BA}"/>
                </c:ext>
              </c:extLst>
            </c:dLbl>
            <c:dLbl>
              <c:idx val="1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B-7405-42D2-84DE-F8EA208DA7BA}"/>
                </c:ext>
              </c:extLst>
            </c:dLbl>
            <c:dLbl>
              <c:idx val="1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C-7405-42D2-84DE-F8EA208DA7BA}"/>
                </c:ext>
              </c:extLst>
            </c:dLbl>
            <c:dLbl>
              <c:idx val="1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D-7405-42D2-84DE-F8EA208DA7BA}"/>
                </c:ext>
              </c:extLst>
            </c:dLbl>
            <c:dLbl>
              <c:idx val="1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E-7405-42D2-84DE-F8EA208DA7BA}"/>
                </c:ext>
              </c:extLst>
            </c:dLbl>
            <c:dLbl>
              <c:idx val="1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F-7405-42D2-84DE-F8EA208DA7BA}"/>
                </c:ext>
              </c:extLst>
            </c:dLbl>
            <c:dLbl>
              <c:idx val="1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0-7405-42D2-84DE-F8EA208DA7BA}"/>
                </c:ext>
              </c:extLst>
            </c:dLbl>
            <c:dLbl>
              <c:idx val="1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1-7405-42D2-84DE-F8EA208DA7BA}"/>
                </c:ext>
              </c:extLst>
            </c:dLbl>
            <c:dLbl>
              <c:idx val="1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2-7405-42D2-84DE-F8EA208DA7BA}"/>
                </c:ext>
              </c:extLst>
            </c:dLbl>
            <c:dLbl>
              <c:idx val="1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3-7405-42D2-84DE-F8EA208DA7BA}"/>
                </c:ext>
              </c:extLst>
            </c:dLbl>
            <c:dLbl>
              <c:idx val="1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4-7405-42D2-84DE-F8EA208DA7BA}"/>
                </c:ext>
              </c:extLst>
            </c:dLbl>
            <c:dLbl>
              <c:idx val="1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5-7405-42D2-84DE-F8EA208DA7BA}"/>
                </c:ext>
              </c:extLst>
            </c:dLbl>
            <c:dLbl>
              <c:idx val="1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6-7405-42D2-84DE-F8EA208DA7BA}"/>
                </c:ext>
              </c:extLst>
            </c:dLbl>
            <c:dLbl>
              <c:idx val="1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7-7405-42D2-84DE-F8EA208DA7BA}"/>
                </c:ext>
              </c:extLst>
            </c:dLbl>
            <c:dLbl>
              <c:idx val="1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8-7405-42D2-84DE-F8EA208DA7BA}"/>
                </c:ext>
              </c:extLst>
            </c:dLbl>
            <c:dLbl>
              <c:idx val="1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9-7405-42D2-84DE-F8EA208DA7BA}"/>
                </c:ext>
              </c:extLst>
            </c:dLbl>
            <c:dLbl>
              <c:idx val="1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A-7405-42D2-84DE-F8EA208DA7BA}"/>
                </c:ext>
              </c:extLst>
            </c:dLbl>
            <c:dLbl>
              <c:idx val="1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B-7405-42D2-84DE-F8EA208DA7BA}"/>
                </c:ext>
              </c:extLst>
            </c:dLbl>
            <c:dLbl>
              <c:idx val="1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C-7405-42D2-84DE-F8EA208DA7BA}"/>
                </c:ext>
              </c:extLst>
            </c:dLbl>
            <c:dLbl>
              <c:idx val="1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D-7405-42D2-84DE-F8EA208DA7BA}"/>
                </c:ext>
              </c:extLst>
            </c:dLbl>
            <c:dLbl>
              <c:idx val="1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E-7405-42D2-84DE-F8EA208DA7BA}"/>
                </c:ext>
              </c:extLst>
            </c:dLbl>
            <c:dLbl>
              <c:idx val="1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F-7405-42D2-84DE-F8EA208DA7BA}"/>
                </c:ext>
              </c:extLst>
            </c:dLbl>
            <c:dLbl>
              <c:idx val="1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0-7405-42D2-84DE-F8EA208DA7BA}"/>
                </c:ext>
              </c:extLst>
            </c:dLbl>
            <c:dLbl>
              <c:idx val="1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1-7405-42D2-84DE-F8EA208DA7BA}"/>
                </c:ext>
              </c:extLst>
            </c:dLbl>
            <c:dLbl>
              <c:idx val="1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2-7405-42D2-84DE-F8EA208DA7BA}"/>
                </c:ext>
              </c:extLst>
            </c:dLbl>
            <c:dLbl>
              <c:idx val="1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3-7405-42D2-84DE-F8EA208DA7BA}"/>
                </c:ext>
              </c:extLst>
            </c:dLbl>
            <c:dLbl>
              <c:idx val="1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4-7405-42D2-84DE-F8EA208DA7BA}"/>
                </c:ext>
              </c:extLst>
            </c:dLbl>
            <c:dLbl>
              <c:idx val="1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5-7405-42D2-84DE-F8EA208DA7BA}"/>
                </c:ext>
              </c:extLst>
            </c:dLbl>
            <c:dLbl>
              <c:idx val="1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6-7405-42D2-84DE-F8EA208DA7BA}"/>
                </c:ext>
              </c:extLst>
            </c:dLbl>
            <c:dLbl>
              <c:idx val="1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7-7405-42D2-84DE-F8EA208DA7BA}"/>
                </c:ext>
              </c:extLst>
            </c:dLbl>
            <c:dLbl>
              <c:idx val="1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8-7405-42D2-84DE-F8EA208DA7BA}"/>
                </c:ext>
              </c:extLst>
            </c:dLbl>
            <c:dLbl>
              <c:idx val="1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9-7405-42D2-84DE-F8EA208DA7BA}"/>
                </c:ext>
              </c:extLst>
            </c:dLbl>
            <c:dLbl>
              <c:idx val="1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A-7405-42D2-84DE-F8EA208DA7BA}"/>
                </c:ext>
              </c:extLst>
            </c:dLbl>
            <c:dLbl>
              <c:idx val="1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B-7405-42D2-84DE-F8EA208DA7BA}"/>
                </c:ext>
              </c:extLst>
            </c:dLbl>
            <c:dLbl>
              <c:idx val="1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C-7405-42D2-84DE-F8EA208DA7BA}"/>
                </c:ext>
              </c:extLst>
            </c:dLbl>
            <c:dLbl>
              <c:idx val="1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D-7405-42D2-84DE-F8EA208DA7BA}"/>
                </c:ext>
              </c:extLst>
            </c:dLbl>
            <c:dLbl>
              <c:idx val="1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E-7405-42D2-84DE-F8EA208DA7BA}"/>
                </c:ext>
              </c:extLst>
            </c:dLbl>
            <c:dLbl>
              <c:idx val="1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F-7405-42D2-84DE-F8EA208DA7BA}"/>
                </c:ext>
              </c:extLst>
            </c:dLbl>
            <c:dLbl>
              <c:idx val="1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0-7405-42D2-84DE-F8EA208DA7BA}"/>
                </c:ext>
              </c:extLst>
            </c:dLbl>
            <c:dLbl>
              <c:idx val="1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1-7405-42D2-84DE-F8EA208DA7BA}"/>
                </c:ext>
              </c:extLst>
            </c:dLbl>
            <c:dLbl>
              <c:idx val="1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2-7405-42D2-84DE-F8EA208DA7BA}"/>
                </c:ext>
              </c:extLst>
            </c:dLbl>
            <c:dLbl>
              <c:idx val="1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3-7405-42D2-84DE-F8EA208DA7BA}"/>
                </c:ext>
              </c:extLst>
            </c:dLbl>
            <c:dLbl>
              <c:idx val="1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4-7405-42D2-84DE-F8EA208DA7BA}"/>
                </c:ext>
              </c:extLst>
            </c:dLbl>
            <c:dLbl>
              <c:idx val="1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5-7405-42D2-84DE-F8EA208DA7BA}"/>
                </c:ext>
              </c:extLst>
            </c:dLbl>
            <c:dLbl>
              <c:idx val="1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6-7405-42D2-84DE-F8EA208DA7BA}"/>
                </c:ext>
              </c:extLst>
            </c:dLbl>
            <c:dLbl>
              <c:idx val="1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7-7405-42D2-84DE-F8EA208DA7BA}"/>
                </c:ext>
              </c:extLst>
            </c:dLbl>
            <c:dLbl>
              <c:idx val="1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8-7405-42D2-84DE-F8EA208DA7BA}"/>
                </c:ext>
              </c:extLst>
            </c:dLbl>
            <c:dLbl>
              <c:idx val="1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9-7405-42D2-84DE-F8EA208DA7BA}"/>
                </c:ext>
              </c:extLst>
            </c:dLbl>
            <c:dLbl>
              <c:idx val="1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A-7405-42D2-84DE-F8EA208DA7BA}"/>
                </c:ext>
              </c:extLst>
            </c:dLbl>
            <c:dLbl>
              <c:idx val="1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B-7405-42D2-84DE-F8EA208DA7BA}"/>
                </c:ext>
              </c:extLst>
            </c:dLbl>
            <c:dLbl>
              <c:idx val="1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C-7405-42D2-84DE-F8EA208DA7BA}"/>
                </c:ext>
              </c:extLst>
            </c:dLbl>
            <c:dLbl>
              <c:idx val="1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D-7405-42D2-84DE-F8EA208DA7BA}"/>
                </c:ext>
              </c:extLst>
            </c:dLbl>
            <c:dLbl>
              <c:idx val="1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E-7405-42D2-84DE-F8EA208DA7BA}"/>
                </c:ext>
              </c:extLst>
            </c:dLbl>
            <c:dLbl>
              <c:idx val="1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F-7405-42D2-84DE-F8EA208DA7BA}"/>
                </c:ext>
              </c:extLst>
            </c:dLbl>
            <c:dLbl>
              <c:idx val="1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0-7405-42D2-84DE-F8EA208DA7BA}"/>
                </c:ext>
              </c:extLst>
            </c:dLbl>
            <c:dLbl>
              <c:idx val="1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1-7405-42D2-84DE-F8EA208DA7BA}"/>
                </c:ext>
              </c:extLst>
            </c:dLbl>
            <c:dLbl>
              <c:idx val="1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2-7405-42D2-84DE-F8EA208DA7BA}"/>
                </c:ext>
              </c:extLst>
            </c:dLbl>
            <c:dLbl>
              <c:idx val="1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3-7405-42D2-84DE-F8EA208DA7BA}"/>
                </c:ext>
              </c:extLst>
            </c:dLbl>
            <c:dLbl>
              <c:idx val="1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4-7405-42D2-84DE-F8EA208DA7BA}"/>
                </c:ext>
              </c:extLst>
            </c:dLbl>
            <c:dLbl>
              <c:idx val="1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5-7405-42D2-84DE-F8EA208DA7BA}"/>
                </c:ext>
              </c:extLst>
            </c:dLbl>
            <c:dLbl>
              <c:idx val="1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6-7405-42D2-84DE-F8EA208DA7BA}"/>
                </c:ext>
              </c:extLst>
            </c:dLbl>
            <c:dLbl>
              <c:idx val="1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7-7405-42D2-84DE-F8EA208DA7BA}"/>
                </c:ext>
              </c:extLst>
            </c:dLbl>
            <c:dLbl>
              <c:idx val="1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8-7405-42D2-84DE-F8EA208DA7BA}"/>
                </c:ext>
              </c:extLst>
            </c:dLbl>
            <c:dLbl>
              <c:idx val="1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9-7405-42D2-84DE-F8EA208DA7BA}"/>
                </c:ext>
              </c:extLst>
            </c:dLbl>
            <c:dLbl>
              <c:idx val="1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A-7405-42D2-84DE-F8EA208DA7BA}"/>
                </c:ext>
              </c:extLst>
            </c:dLbl>
            <c:dLbl>
              <c:idx val="1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B-7405-42D2-84DE-F8EA208DA7BA}"/>
                </c:ext>
              </c:extLst>
            </c:dLbl>
            <c:dLbl>
              <c:idx val="1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C-7405-42D2-84DE-F8EA208DA7BA}"/>
                </c:ext>
              </c:extLst>
            </c:dLbl>
            <c:dLbl>
              <c:idx val="1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D-7405-42D2-84DE-F8EA208DA7BA}"/>
                </c:ext>
              </c:extLst>
            </c:dLbl>
            <c:dLbl>
              <c:idx val="1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E-7405-42D2-84DE-F8EA208DA7BA}"/>
                </c:ext>
              </c:extLst>
            </c:dLbl>
            <c:dLbl>
              <c:idx val="1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F-7405-42D2-84DE-F8EA208DA7BA}"/>
                </c:ext>
              </c:extLst>
            </c:dLbl>
            <c:dLbl>
              <c:idx val="1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0-7405-42D2-84DE-F8EA208DA7BA}"/>
                </c:ext>
              </c:extLst>
            </c:dLbl>
            <c:dLbl>
              <c:idx val="1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1-7405-42D2-84DE-F8EA208DA7BA}"/>
                </c:ext>
              </c:extLst>
            </c:dLbl>
            <c:dLbl>
              <c:idx val="1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2-7405-42D2-84DE-F8EA208DA7BA}"/>
                </c:ext>
              </c:extLst>
            </c:dLbl>
            <c:dLbl>
              <c:idx val="1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3-7405-42D2-84DE-F8EA208DA7BA}"/>
                </c:ext>
              </c:extLst>
            </c:dLbl>
            <c:dLbl>
              <c:idx val="1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4-7405-42D2-84DE-F8EA208DA7BA}"/>
                </c:ext>
              </c:extLst>
            </c:dLbl>
            <c:dLbl>
              <c:idx val="1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5-7405-42D2-84DE-F8EA208DA7BA}"/>
                </c:ext>
              </c:extLst>
            </c:dLbl>
            <c:dLbl>
              <c:idx val="1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6-7405-42D2-84DE-F8EA208DA7BA}"/>
                </c:ext>
              </c:extLst>
            </c:dLbl>
            <c:dLbl>
              <c:idx val="1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7-7405-42D2-84DE-F8EA208DA7BA}"/>
                </c:ext>
              </c:extLst>
            </c:dLbl>
            <c:dLbl>
              <c:idx val="1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8-7405-42D2-84DE-F8EA208DA7BA}"/>
                </c:ext>
              </c:extLst>
            </c:dLbl>
            <c:dLbl>
              <c:idx val="1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9-7405-42D2-84DE-F8EA208DA7BA}"/>
                </c:ext>
              </c:extLst>
            </c:dLbl>
            <c:dLbl>
              <c:idx val="1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A-7405-42D2-84DE-F8EA208DA7BA}"/>
                </c:ext>
              </c:extLst>
            </c:dLbl>
            <c:dLbl>
              <c:idx val="1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B-7405-42D2-84DE-F8EA208DA7BA}"/>
                </c:ext>
              </c:extLst>
            </c:dLbl>
            <c:dLbl>
              <c:idx val="1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C-7405-42D2-84DE-F8EA208DA7BA}"/>
                </c:ext>
              </c:extLst>
            </c:dLbl>
            <c:dLbl>
              <c:idx val="1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D-7405-42D2-84DE-F8EA208DA7BA}"/>
                </c:ext>
              </c:extLst>
            </c:dLbl>
            <c:dLbl>
              <c:idx val="1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E-7405-42D2-84DE-F8EA208DA7BA}"/>
                </c:ext>
              </c:extLst>
            </c:dLbl>
            <c:dLbl>
              <c:idx val="1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F-7405-42D2-84DE-F8EA208DA7BA}"/>
                </c:ext>
              </c:extLst>
            </c:dLbl>
            <c:dLbl>
              <c:idx val="1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0-7405-42D2-84DE-F8EA208DA7BA}"/>
                </c:ext>
              </c:extLst>
            </c:dLbl>
            <c:dLbl>
              <c:idx val="1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1-7405-42D2-84DE-F8EA208DA7BA}"/>
                </c:ext>
              </c:extLst>
            </c:dLbl>
            <c:dLbl>
              <c:idx val="1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2-7405-42D2-84DE-F8EA208DA7BA}"/>
                </c:ext>
              </c:extLst>
            </c:dLbl>
            <c:dLbl>
              <c:idx val="1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3-7405-42D2-84DE-F8EA208DA7BA}"/>
                </c:ext>
              </c:extLst>
            </c:dLbl>
            <c:dLbl>
              <c:idx val="1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4-7405-42D2-84DE-F8EA208DA7BA}"/>
                </c:ext>
              </c:extLst>
            </c:dLbl>
            <c:dLbl>
              <c:idx val="1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5-7405-42D2-84DE-F8EA208DA7BA}"/>
                </c:ext>
              </c:extLst>
            </c:dLbl>
            <c:dLbl>
              <c:idx val="1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6-7405-42D2-84DE-F8EA208DA7BA}"/>
                </c:ext>
              </c:extLst>
            </c:dLbl>
            <c:dLbl>
              <c:idx val="1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7-7405-42D2-84DE-F8EA208DA7BA}"/>
                </c:ext>
              </c:extLst>
            </c:dLbl>
            <c:dLbl>
              <c:idx val="1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8-7405-42D2-84DE-F8EA208DA7BA}"/>
                </c:ext>
              </c:extLst>
            </c:dLbl>
            <c:dLbl>
              <c:idx val="1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9-7405-42D2-84DE-F8EA208DA7BA}"/>
                </c:ext>
              </c:extLst>
            </c:dLbl>
            <c:dLbl>
              <c:idx val="1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A-7405-42D2-84DE-F8EA208DA7BA}"/>
                </c:ext>
              </c:extLst>
            </c:dLbl>
            <c:dLbl>
              <c:idx val="1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B-7405-42D2-84DE-F8EA208DA7BA}"/>
                </c:ext>
              </c:extLst>
            </c:dLbl>
            <c:dLbl>
              <c:idx val="1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C-7405-42D2-84DE-F8EA208DA7BA}"/>
                </c:ext>
              </c:extLst>
            </c:dLbl>
            <c:dLbl>
              <c:idx val="1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D-7405-42D2-84DE-F8EA208DA7BA}"/>
                </c:ext>
              </c:extLst>
            </c:dLbl>
            <c:dLbl>
              <c:idx val="1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E-7405-42D2-84DE-F8EA208DA7BA}"/>
                </c:ext>
              </c:extLst>
            </c:dLbl>
            <c:dLbl>
              <c:idx val="1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F-7405-42D2-84DE-F8EA208DA7BA}"/>
                </c:ext>
              </c:extLst>
            </c:dLbl>
            <c:dLbl>
              <c:idx val="1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0-7405-42D2-84DE-F8EA208DA7BA}"/>
                </c:ext>
              </c:extLst>
            </c:dLbl>
            <c:dLbl>
              <c:idx val="1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1-7405-42D2-84DE-F8EA208DA7BA}"/>
                </c:ext>
              </c:extLst>
            </c:dLbl>
            <c:dLbl>
              <c:idx val="1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2-7405-42D2-84DE-F8EA208DA7BA}"/>
                </c:ext>
              </c:extLst>
            </c:dLbl>
            <c:dLbl>
              <c:idx val="1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3-7405-42D2-84DE-F8EA208DA7BA}"/>
                </c:ext>
              </c:extLst>
            </c:dLbl>
            <c:dLbl>
              <c:idx val="1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4-7405-42D2-84DE-F8EA208DA7BA}"/>
                </c:ext>
              </c:extLst>
            </c:dLbl>
            <c:dLbl>
              <c:idx val="1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5-7405-42D2-84DE-F8EA208DA7BA}"/>
                </c:ext>
              </c:extLst>
            </c:dLbl>
            <c:dLbl>
              <c:idx val="1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6-7405-42D2-84DE-F8EA208DA7BA}"/>
                </c:ext>
              </c:extLst>
            </c:dLbl>
            <c:dLbl>
              <c:idx val="1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7-7405-42D2-84DE-F8EA208DA7BA}"/>
                </c:ext>
              </c:extLst>
            </c:dLbl>
            <c:dLbl>
              <c:idx val="1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8-7405-42D2-84DE-F8EA208DA7BA}"/>
                </c:ext>
              </c:extLst>
            </c:dLbl>
            <c:dLbl>
              <c:idx val="1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9-7405-42D2-84DE-F8EA208DA7BA}"/>
                </c:ext>
              </c:extLst>
            </c:dLbl>
            <c:dLbl>
              <c:idx val="1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A-7405-42D2-84DE-F8EA208DA7BA}"/>
                </c:ext>
              </c:extLst>
            </c:dLbl>
            <c:dLbl>
              <c:idx val="1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B-7405-42D2-84DE-F8EA208DA7BA}"/>
                </c:ext>
              </c:extLst>
            </c:dLbl>
            <c:dLbl>
              <c:idx val="1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C-7405-42D2-84DE-F8EA208DA7BA}"/>
                </c:ext>
              </c:extLst>
            </c:dLbl>
            <c:dLbl>
              <c:idx val="1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D-7405-42D2-84DE-F8EA208DA7BA}"/>
                </c:ext>
              </c:extLst>
            </c:dLbl>
            <c:dLbl>
              <c:idx val="1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E-7405-42D2-84DE-F8EA208DA7BA}"/>
                </c:ext>
              </c:extLst>
            </c:dLbl>
            <c:dLbl>
              <c:idx val="1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F-7405-42D2-84DE-F8EA208DA7BA}"/>
                </c:ext>
              </c:extLst>
            </c:dLbl>
            <c:dLbl>
              <c:idx val="1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0-7405-42D2-84DE-F8EA208DA7BA}"/>
                </c:ext>
              </c:extLst>
            </c:dLbl>
            <c:dLbl>
              <c:idx val="1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1-7405-42D2-84DE-F8EA208DA7BA}"/>
                </c:ext>
              </c:extLst>
            </c:dLbl>
            <c:dLbl>
              <c:idx val="1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2-7405-42D2-84DE-F8EA208DA7BA}"/>
                </c:ext>
              </c:extLst>
            </c:dLbl>
            <c:dLbl>
              <c:idx val="1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3-7405-42D2-84DE-F8EA208DA7BA}"/>
                </c:ext>
              </c:extLst>
            </c:dLbl>
            <c:dLbl>
              <c:idx val="1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4-7405-42D2-84DE-F8EA208DA7BA}"/>
                </c:ext>
              </c:extLst>
            </c:dLbl>
            <c:dLbl>
              <c:idx val="1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5-7405-42D2-84DE-F8EA208DA7BA}"/>
                </c:ext>
              </c:extLst>
            </c:dLbl>
            <c:dLbl>
              <c:idx val="1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6-7405-42D2-84DE-F8EA208DA7BA}"/>
                </c:ext>
              </c:extLst>
            </c:dLbl>
            <c:dLbl>
              <c:idx val="1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7-7405-42D2-84DE-F8EA208DA7BA}"/>
                </c:ext>
              </c:extLst>
            </c:dLbl>
            <c:dLbl>
              <c:idx val="1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8-7405-42D2-84DE-F8EA208DA7BA}"/>
                </c:ext>
              </c:extLst>
            </c:dLbl>
            <c:dLbl>
              <c:idx val="1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9-7405-42D2-84DE-F8EA208DA7BA}"/>
                </c:ext>
              </c:extLst>
            </c:dLbl>
            <c:dLbl>
              <c:idx val="1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A-7405-42D2-84DE-F8EA208DA7BA}"/>
                </c:ext>
              </c:extLst>
            </c:dLbl>
            <c:dLbl>
              <c:idx val="1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B-7405-42D2-84DE-F8EA208DA7BA}"/>
                </c:ext>
              </c:extLst>
            </c:dLbl>
            <c:dLbl>
              <c:idx val="1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C-7405-42D2-84DE-F8EA208DA7BA}"/>
                </c:ext>
              </c:extLst>
            </c:dLbl>
            <c:dLbl>
              <c:idx val="1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D-7405-42D2-84DE-F8EA208DA7BA}"/>
                </c:ext>
              </c:extLst>
            </c:dLbl>
            <c:dLbl>
              <c:idx val="1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E-7405-42D2-84DE-F8EA208DA7BA}"/>
                </c:ext>
              </c:extLst>
            </c:dLbl>
            <c:dLbl>
              <c:idx val="1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F-7405-42D2-84DE-F8EA208DA7BA}"/>
                </c:ext>
              </c:extLst>
            </c:dLbl>
            <c:dLbl>
              <c:idx val="1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0-7405-42D2-84DE-F8EA208DA7BA}"/>
                </c:ext>
              </c:extLst>
            </c:dLbl>
            <c:dLbl>
              <c:idx val="1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1-7405-42D2-84DE-F8EA208DA7BA}"/>
                </c:ext>
              </c:extLst>
            </c:dLbl>
            <c:dLbl>
              <c:idx val="1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2-7405-42D2-84DE-F8EA208DA7BA}"/>
                </c:ext>
              </c:extLst>
            </c:dLbl>
            <c:dLbl>
              <c:idx val="1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3-7405-42D2-84DE-F8EA208DA7BA}"/>
                </c:ext>
              </c:extLst>
            </c:dLbl>
            <c:dLbl>
              <c:idx val="1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4-7405-42D2-84DE-F8EA208DA7BA}"/>
                </c:ext>
              </c:extLst>
            </c:dLbl>
            <c:dLbl>
              <c:idx val="1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5-7405-42D2-84DE-F8EA208DA7BA}"/>
                </c:ext>
              </c:extLst>
            </c:dLbl>
            <c:dLbl>
              <c:idx val="1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6-7405-42D2-84DE-F8EA208DA7BA}"/>
                </c:ext>
              </c:extLst>
            </c:dLbl>
            <c:dLbl>
              <c:idx val="1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7-7405-42D2-84DE-F8EA208DA7BA}"/>
                </c:ext>
              </c:extLst>
            </c:dLbl>
            <c:dLbl>
              <c:idx val="1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8-7405-42D2-84DE-F8EA208DA7BA}"/>
                </c:ext>
              </c:extLst>
            </c:dLbl>
            <c:dLbl>
              <c:idx val="1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9-7405-42D2-84DE-F8EA208DA7BA}"/>
                </c:ext>
              </c:extLst>
            </c:dLbl>
            <c:dLbl>
              <c:idx val="1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A-7405-42D2-84DE-F8EA208DA7BA}"/>
                </c:ext>
              </c:extLst>
            </c:dLbl>
            <c:dLbl>
              <c:idx val="1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B-7405-42D2-84DE-F8EA208DA7BA}"/>
                </c:ext>
              </c:extLst>
            </c:dLbl>
            <c:dLbl>
              <c:idx val="1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C-7405-42D2-84DE-F8EA208DA7BA}"/>
                </c:ext>
              </c:extLst>
            </c:dLbl>
            <c:dLbl>
              <c:idx val="1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D-7405-42D2-84DE-F8EA208DA7BA}"/>
                </c:ext>
              </c:extLst>
            </c:dLbl>
            <c:dLbl>
              <c:idx val="1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E-7405-42D2-84DE-F8EA208DA7BA}"/>
                </c:ext>
              </c:extLst>
            </c:dLbl>
            <c:dLbl>
              <c:idx val="1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F-7405-42D2-84DE-F8EA208DA7BA}"/>
                </c:ext>
              </c:extLst>
            </c:dLbl>
            <c:dLbl>
              <c:idx val="1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0-7405-42D2-84DE-F8EA208DA7BA}"/>
                </c:ext>
              </c:extLst>
            </c:dLbl>
            <c:dLbl>
              <c:idx val="1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1-7405-42D2-84DE-F8EA208DA7BA}"/>
                </c:ext>
              </c:extLst>
            </c:dLbl>
            <c:dLbl>
              <c:idx val="1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2-7405-42D2-84DE-F8EA208DA7BA}"/>
                </c:ext>
              </c:extLst>
            </c:dLbl>
            <c:dLbl>
              <c:idx val="1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3-7405-42D2-84DE-F8EA208DA7BA}"/>
                </c:ext>
              </c:extLst>
            </c:dLbl>
            <c:dLbl>
              <c:idx val="1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4-7405-42D2-84DE-F8EA208DA7BA}"/>
                </c:ext>
              </c:extLst>
            </c:dLbl>
            <c:dLbl>
              <c:idx val="1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5-7405-42D2-84DE-F8EA208DA7BA}"/>
                </c:ext>
              </c:extLst>
            </c:dLbl>
            <c:dLbl>
              <c:idx val="1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6-7405-42D2-84DE-F8EA208DA7BA}"/>
                </c:ext>
              </c:extLst>
            </c:dLbl>
            <c:dLbl>
              <c:idx val="1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7-7405-42D2-84DE-F8EA208DA7BA}"/>
                </c:ext>
              </c:extLst>
            </c:dLbl>
            <c:dLbl>
              <c:idx val="1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8-7405-42D2-84DE-F8EA208DA7BA}"/>
                </c:ext>
              </c:extLst>
            </c:dLbl>
            <c:dLbl>
              <c:idx val="1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9-7405-42D2-84DE-F8EA208DA7BA}"/>
                </c:ext>
              </c:extLst>
            </c:dLbl>
            <c:dLbl>
              <c:idx val="1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A-7405-42D2-84DE-F8EA208DA7BA}"/>
                </c:ext>
              </c:extLst>
            </c:dLbl>
            <c:dLbl>
              <c:idx val="1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B-7405-42D2-84DE-F8EA208DA7BA}"/>
                </c:ext>
              </c:extLst>
            </c:dLbl>
            <c:dLbl>
              <c:idx val="1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C-7405-42D2-84DE-F8EA208DA7BA}"/>
                </c:ext>
              </c:extLst>
            </c:dLbl>
            <c:dLbl>
              <c:idx val="1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D-7405-42D2-84DE-F8EA208DA7BA}"/>
                </c:ext>
              </c:extLst>
            </c:dLbl>
            <c:dLbl>
              <c:idx val="1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E-7405-42D2-84DE-F8EA208DA7BA}"/>
                </c:ext>
              </c:extLst>
            </c:dLbl>
            <c:dLbl>
              <c:idx val="1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F-7405-42D2-84DE-F8EA208DA7BA}"/>
                </c:ext>
              </c:extLst>
            </c:dLbl>
            <c:dLbl>
              <c:idx val="1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0-7405-42D2-84DE-F8EA208DA7BA}"/>
                </c:ext>
              </c:extLst>
            </c:dLbl>
            <c:dLbl>
              <c:idx val="1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1-7405-42D2-84DE-F8EA208DA7BA}"/>
                </c:ext>
              </c:extLst>
            </c:dLbl>
            <c:dLbl>
              <c:idx val="1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2-7405-42D2-84DE-F8EA208DA7BA}"/>
                </c:ext>
              </c:extLst>
            </c:dLbl>
            <c:dLbl>
              <c:idx val="1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3-7405-42D2-84DE-F8EA208DA7BA}"/>
                </c:ext>
              </c:extLst>
            </c:dLbl>
            <c:dLbl>
              <c:idx val="1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4-7405-42D2-84DE-F8EA208DA7BA}"/>
                </c:ext>
              </c:extLst>
            </c:dLbl>
            <c:dLbl>
              <c:idx val="1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5-7405-42D2-84DE-F8EA208DA7BA}"/>
                </c:ext>
              </c:extLst>
            </c:dLbl>
            <c:dLbl>
              <c:idx val="1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6-7405-42D2-84DE-F8EA208DA7BA}"/>
                </c:ext>
              </c:extLst>
            </c:dLbl>
            <c:dLbl>
              <c:idx val="1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7-7405-42D2-84DE-F8EA208DA7BA}"/>
                </c:ext>
              </c:extLst>
            </c:dLbl>
            <c:dLbl>
              <c:idx val="1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8-7405-42D2-84DE-F8EA208DA7BA}"/>
                </c:ext>
              </c:extLst>
            </c:dLbl>
            <c:dLbl>
              <c:idx val="1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9-7405-42D2-84DE-F8EA208DA7BA}"/>
                </c:ext>
              </c:extLst>
            </c:dLbl>
            <c:dLbl>
              <c:idx val="1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A-7405-42D2-84DE-F8EA208DA7BA}"/>
                </c:ext>
              </c:extLst>
            </c:dLbl>
            <c:dLbl>
              <c:idx val="1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B-7405-42D2-84DE-F8EA208DA7BA}"/>
                </c:ext>
              </c:extLst>
            </c:dLbl>
            <c:dLbl>
              <c:idx val="1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C-7405-42D2-84DE-F8EA208DA7BA}"/>
                </c:ext>
              </c:extLst>
            </c:dLbl>
            <c:dLbl>
              <c:idx val="1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D-7405-42D2-84DE-F8EA208DA7BA}"/>
                </c:ext>
              </c:extLst>
            </c:dLbl>
            <c:dLbl>
              <c:idx val="1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E-7405-42D2-84DE-F8EA208DA7BA}"/>
                </c:ext>
              </c:extLst>
            </c:dLbl>
            <c:dLbl>
              <c:idx val="1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F-7405-42D2-84DE-F8EA208DA7BA}"/>
                </c:ext>
              </c:extLst>
            </c:dLbl>
            <c:dLbl>
              <c:idx val="1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0-7405-42D2-84DE-F8EA208DA7BA}"/>
                </c:ext>
              </c:extLst>
            </c:dLbl>
            <c:dLbl>
              <c:idx val="1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1-7405-42D2-84DE-F8EA208DA7BA}"/>
                </c:ext>
              </c:extLst>
            </c:dLbl>
            <c:dLbl>
              <c:idx val="1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2-7405-42D2-84DE-F8EA208DA7BA}"/>
                </c:ext>
              </c:extLst>
            </c:dLbl>
            <c:dLbl>
              <c:idx val="1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3-7405-42D2-84DE-F8EA208DA7BA}"/>
                </c:ext>
              </c:extLst>
            </c:dLbl>
            <c:dLbl>
              <c:idx val="1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4-7405-42D2-84DE-F8EA208DA7BA}"/>
                </c:ext>
              </c:extLst>
            </c:dLbl>
            <c:dLbl>
              <c:idx val="1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5-7405-42D2-84DE-F8EA208DA7BA}"/>
                </c:ext>
              </c:extLst>
            </c:dLbl>
            <c:dLbl>
              <c:idx val="1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6-7405-42D2-84DE-F8EA208DA7BA}"/>
                </c:ext>
              </c:extLst>
            </c:dLbl>
            <c:dLbl>
              <c:idx val="1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7-7405-42D2-84DE-F8EA208DA7BA}"/>
                </c:ext>
              </c:extLst>
            </c:dLbl>
            <c:dLbl>
              <c:idx val="1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8-7405-42D2-84DE-F8EA208DA7BA}"/>
                </c:ext>
              </c:extLst>
            </c:dLbl>
            <c:dLbl>
              <c:idx val="1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9-7405-42D2-84DE-F8EA208DA7BA}"/>
                </c:ext>
              </c:extLst>
            </c:dLbl>
            <c:dLbl>
              <c:idx val="1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A-7405-42D2-84DE-F8EA208DA7BA}"/>
                </c:ext>
              </c:extLst>
            </c:dLbl>
            <c:dLbl>
              <c:idx val="1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B-7405-42D2-84DE-F8EA208DA7BA}"/>
                </c:ext>
              </c:extLst>
            </c:dLbl>
            <c:dLbl>
              <c:idx val="1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C-7405-42D2-84DE-F8EA208DA7BA}"/>
                </c:ext>
              </c:extLst>
            </c:dLbl>
            <c:dLbl>
              <c:idx val="1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D-7405-42D2-84DE-F8EA208DA7BA}"/>
                </c:ext>
              </c:extLst>
            </c:dLbl>
            <c:dLbl>
              <c:idx val="1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E-7405-42D2-84DE-F8EA208DA7BA}"/>
                </c:ext>
              </c:extLst>
            </c:dLbl>
            <c:dLbl>
              <c:idx val="1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F-7405-42D2-84DE-F8EA208DA7BA}"/>
                </c:ext>
              </c:extLst>
            </c:dLbl>
            <c:dLbl>
              <c:idx val="1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0-7405-42D2-84DE-F8EA208DA7BA}"/>
                </c:ext>
              </c:extLst>
            </c:dLbl>
            <c:dLbl>
              <c:idx val="1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1-7405-42D2-84DE-F8EA208DA7BA}"/>
                </c:ext>
              </c:extLst>
            </c:dLbl>
            <c:dLbl>
              <c:idx val="1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2-7405-42D2-84DE-F8EA208DA7BA}"/>
                </c:ext>
              </c:extLst>
            </c:dLbl>
            <c:dLbl>
              <c:idx val="1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3-7405-42D2-84DE-F8EA208DA7BA}"/>
                </c:ext>
              </c:extLst>
            </c:dLbl>
            <c:dLbl>
              <c:idx val="1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4-7405-42D2-84DE-F8EA208DA7BA}"/>
                </c:ext>
              </c:extLst>
            </c:dLbl>
            <c:dLbl>
              <c:idx val="1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5-7405-42D2-84DE-F8EA208DA7BA}"/>
                </c:ext>
              </c:extLst>
            </c:dLbl>
            <c:dLbl>
              <c:idx val="1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6-7405-42D2-84DE-F8EA208DA7BA}"/>
                </c:ext>
              </c:extLst>
            </c:dLbl>
            <c:dLbl>
              <c:idx val="1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7-7405-42D2-84DE-F8EA208DA7BA}"/>
                </c:ext>
              </c:extLst>
            </c:dLbl>
            <c:dLbl>
              <c:idx val="1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8-7405-42D2-84DE-F8EA208DA7BA}"/>
                </c:ext>
              </c:extLst>
            </c:dLbl>
            <c:dLbl>
              <c:idx val="1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9-7405-42D2-84DE-F8EA208DA7BA}"/>
                </c:ext>
              </c:extLst>
            </c:dLbl>
            <c:dLbl>
              <c:idx val="1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A-7405-42D2-84DE-F8EA208DA7BA}"/>
                </c:ext>
              </c:extLst>
            </c:dLbl>
            <c:dLbl>
              <c:idx val="1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B-7405-42D2-84DE-F8EA208DA7BA}"/>
                </c:ext>
              </c:extLst>
            </c:dLbl>
            <c:dLbl>
              <c:idx val="1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C-7405-42D2-84DE-F8EA208DA7BA}"/>
                </c:ext>
              </c:extLst>
            </c:dLbl>
            <c:dLbl>
              <c:idx val="1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D-7405-42D2-84DE-F8EA208DA7BA}"/>
                </c:ext>
              </c:extLst>
            </c:dLbl>
            <c:dLbl>
              <c:idx val="1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E-7405-42D2-84DE-F8EA208DA7BA}"/>
                </c:ext>
              </c:extLst>
            </c:dLbl>
            <c:dLbl>
              <c:idx val="1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F-7405-42D2-84DE-F8EA208DA7BA}"/>
                </c:ext>
              </c:extLst>
            </c:dLbl>
            <c:dLbl>
              <c:idx val="1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0-7405-42D2-84DE-F8EA208DA7BA}"/>
                </c:ext>
              </c:extLst>
            </c:dLbl>
            <c:dLbl>
              <c:idx val="1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1-7405-42D2-84DE-F8EA208DA7BA}"/>
                </c:ext>
              </c:extLst>
            </c:dLbl>
            <c:dLbl>
              <c:idx val="1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2-7405-42D2-84DE-F8EA208DA7BA}"/>
                </c:ext>
              </c:extLst>
            </c:dLbl>
            <c:dLbl>
              <c:idx val="1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3-7405-42D2-84DE-F8EA208DA7BA}"/>
                </c:ext>
              </c:extLst>
            </c:dLbl>
            <c:dLbl>
              <c:idx val="1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4-7405-42D2-84DE-F8EA208DA7BA}"/>
                </c:ext>
              </c:extLst>
            </c:dLbl>
            <c:dLbl>
              <c:idx val="1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5-7405-42D2-84DE-F8EA208DA7BA}"/>
                </c:ext>
              </c:extLst>
            </c:dLbl>
            <c:dLbl>
              <c:idx val="1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6-7405-42D2-84DE-F8EA208DA7BA}"/>
                </c:ext>
              </c:extLst>
            </c:dLbl>
            <c:dLbl>
              <c:idx val="1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7-7405-42D2-84DE-F8EA208DA7BA}"/>
                </c:ext>
              </c:extLst>
            </c:dLbl>
            <c:dLbl>
              <c:idx val="1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8-7405-42D2-84DE-F8EA208DA7BA}"/>
                </c:ext>
              </c:extLst>
            </c:dLbl>
            <c:dLbl>
              <c:idx val="1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9-7405-42D2-84DE-F8EA208DA7BA}"/>
                </c:ext>
              </c:extLst>
            </c:dLbl>
            <c:dLbl>
              <c:idx val="1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A-7405-42D2-84DE-F8EA208DA7BA}"/>
                </c:ext>
              </c:extLst>
            </c:dLbl>
            <c:dLbl>
              <c:idx val="1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B-7405-42D2-84DE-F8EA208DA7BA}"/>
                </c:ext>
              </c:extLst>
            </c:dLbl>
            <c:dLbl>
              <c:idx val="1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C-7405-42D2-84DE-F8EA208DA7BA}"/>
                </c:ext>
              </c:extLst>
            </c:dLbl>
            <c:dLbl>
              <c:idx val="1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D-7405-42D2-84DE-F8EA208DA7BA}"/>
                </c:ext>
              </c:extLst>
            </c:dLbl>
            <c:dLbl>
              <c:idx val="1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E-7405-42D2-84DE-F8EA208DA7BA}"/>
                </c:ext>
              </c:extLst>
            </c:dLbl>
            <c:dLbl>
              <c:idx val="1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F-7405-42D2-84DE-F8EA208DA7BA}"/>
                </c:ext>
              </c:extLst>
            </c:dLbl>
            <c:dLbl>
              <c:idx val="1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0-7405-42D2-84DE-F8EA208DA7BA}"/>
                </c:ext>
              </c:extLst>
            </c:dLbl>
            <c:dLbl>
              <c:idx val="1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1-7405-42D2-84DE-F8EA208DA7BA}"/>
                </c:ext>
              </c:extLst>
            </c:dLbl>
            <c:dLbl>
              <c:idx val="1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2-7405-42D2-84DE-F8EA208DA7BA}"/>
                </c:ext>
              </c:extLst>
            </c:dLbl>
            <c:dLbl>
              <c:idx val="1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3-7405-42D2-84DE-F8EA208DA7BA}"/>
                </c:ext>
              </c:extLst>
            </c:dLbl>
            <c:dLbl>
              <c:idx val="1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4-7405-42D2-84DE-F8EA208DA7BA}"/>
                </c:ext>
              </c:extLst>
            </c:dLbl>
            <c:dLbl>
              <c:idx val="1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5-7405-42D2-84DE-F8EA208DA7BA}"/>
                </c:ext>
              </c:extLst>
            </c:dLbl>
            <c:dLbl>
              <c:idx val="1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6-7405-42D2-84DE-F8EA208DA7BA}"/>
                </c:ext>
              </c:extLst>
            </c:dLbl>
            <c:dLbl>
              <c:idx val="1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7-7405-42D2-84DE-F8EA208DA7BA}"/>
                </c:ext>
              </c:extLst>
            </c:dLbl>
            <c:dLbl>
              <c:idx val="1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8-7405-42D2-84DE-F8EA208DA7BA}"/>
                </c:ext>
              </c:extLst>
            </c:dLbl>
            <c:dLbl>
              <c:idx val="1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9-7405-42D2-84DE-F8EA208DA7BA}"/>
                </c:ext>
              </c:extLst>
            </c:dLbl>
            <c:dLbl>
              <c:idx val="1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A-7405-42D2-84DE-F8EA208DA7BA}"/>
                </c:ext>
              </c:extLst>
            </c:dLbl>
            <c:dLbl>
              <c:idx val="1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B-7405-42D2-84DE-F8EA208DA7BA}"/>
                </c:ext>
              </c:extLst>
            </c:dLbl>
            <c:dLbl>
              <c:idx val="1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C-7405-42D2-84DE-F8EA208DA7BA}"/>
                </c:ext>
              </c:extLst>
            </c:dLbl>
            <c:dLbl>
              <c:idx val="1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D-7405-42D2-84DE-F8EA208DA7BA}"/>
                </c:ext>
              </c:extLst>
            </c:dLbl>
            <c:dLbl>
              <c:idx val="1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E-7405-42D2-84DE-F8EA208DA7BA}"/>
                </c:ext>
              </c:extLst>
            </c:dLbl>
            <c:dLbl>
              <c:idx val="1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F-7405-42D2-84DE-F8EA208DA7BA}"/>
                </c:ext>
              </c:extLst>
            </c:dLbl>
            <c:dLbl>
              <c:idx val="1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0-7405-42D2-84DE-F8EA208DA7BA}"/>
                </c:ext>
              </c:extLst>
            </c:dLbl>
            <c:dLbl>
              <c:idx val="1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1-7405-42D2-84DE-F8EA208DA7BA}"/>
                </c:ext>
              </c:extLst>
            </c:dLbl>
            <c:dLbl>
              <c:idx val="1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2-7405-42D2-84DE-F8EA208DA7BA}"/>
                </c:ext>
              </c:extLst>
            </c:dLbl>
            <c:dLbl>
              <c:idx val="1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3-7405-42D2-84DE-F8EA208DA7BA}"/>
                </c:ext>
              </c:extLst>
            </c:dLbl>
            <c:dLbl>
              <c:idx val="1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4-7405-42D2-84DE-F8EA208DA7BA}"/>
                </c:ext>
              </c:extLst>
            </c:dLbl>
            <c:dLbl>
              <c:idx val="1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5-7405-42D2-84DE-F8EA208DA7BA}"/>
                </c:ext>
              </c:extLst>
            </c:dLbl>
            <c:dLbl>
              <c:idx val="1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6-7405-42D2-84DE-F8EA208DA7BA}"/>
                </c:ext>
              </c:extLst>
            </c:dLbl>
            <c:dLbl>
              <c:idx val="1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7-7405-42D2-84DE-F8EA208DA7BA}"/>
                </c:ext>
              </c:extLst>
            </c:dLbl>
            <c:dLbl>
              <c:idx val="1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8-7405-42D2-84DE-F8EA208DA7BA}"/>
                </c:ext>
              </c:extLst>
            </c:dLbl>
            <c:dLbl>
              <c:idx val="1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9-7405-42D2-84DE-F8EA208DA7BA}"/>
                </c:ext>
              </c:extLst>
            </c:dLbl>
            <c:dLbl>
              <c:idx val="1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A-7405-42D2-84DE-F8EA208DA7BA}"/>
                </c:ext>
              </c:extLst>
            </c:dLbl>
            <c:dLbl>
              <c:idx val="1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B-7405-42D2-84DE-F8EA208DA7BA}"/>
                </c:ext>
              </c:extLst>
            </c:dLbl>
            <c:dLbl>
              <c:idx val="1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C-7405-42D2-84DE-F8EA208DA7BA}"/>
                </c:ext>
              </c:extLst>
            </c:dLbl>
            <c:dLbl>
              <c:idx val="1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D-7405-42D2-84DE-F8EA208DA7BA}"/>
                </c:ext>
              </c:extLst>
            </c:dLbl>
            <c:dLbl>
              <c:idx val="1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E-7405-42D2-84DE-F8EA208DA7BA}"/>
                </c:ext>
              </c:extLst>
            </c:dLbl>
            <c:dLbl>
              <c:idx val="1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F-7405-42D2-84DE-F8EA208DA7BA}"/>
                </c:ext>
              </c:extLst>
            </c:dLbl>
            <c:dLbl>
              <c:idx val="1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0-7405-42D2-84DE-F8EA208DA7BA}"/>
                </c:ext>
              </c:extLst>
            </c:dLbl>
            <c:dLbl>
              <c:idx val="1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1-7405-42D2-84DE-F8EA208DA7BA}"/>
                </c:ext>
              </c:extLst>
            </c:dLbl>
            <c:dLbl>
              <c:idx val="1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2-7405-42D2-84DE-F8EA208DA7BA}"/>
                </c:ext>
              </c:extLst>
            </c:dLbl>
            <c:dLbl>
              <c:idx val="1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3-7405-42D2-84DE-F8EA208DA7BA}"/>
                </c:ext>
              </c:extLst>
            </c:dLbl>
            <c:dLbl>
              <c:idx val="1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4-7405-42D2-84DE-F8EA208DA7BA}"/>
                </c:ext>
              </c:extLst>
            </c:dLbl>
            <c:dLbl>
              <c:idx val="1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5-7405-42D2-84DE-F8EA208DA7BA}"/>
                </c:ext>
              </c:extLst>
            </c:dLbl>
            <c:dLbl>
              <c:idx val="1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6-7405-42D2-84DE-F8EA208DA7BA}"/>
                </c:ext>
              </c:extLst>
            </c:dLbl>
            <c:dLbl>
              <c:idx val="1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7-7405-42D2-84DE-F8EA208DA7BA}"/>
                </c:ext>
              </c:extLst>
            </c:dLbl>
            <c:dLbl>
              <c:idx val="1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8-7405-42D2-84DE-F8EA208DA7BA}"/>
                </c:ext>
              </c:extLst>
            </c:dLbl>
            <c:dLbl>
              <c:idx val="1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9-7405-42D2-84DE-F8EA208DA7BA}"/>
                </c:ext>
              </c:extLst>
            </c:dLbl>
            <c:dLbl>
              <c:idx val="1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A-7405-42D2-84DE-F8EA208DA7BA}"/>
                </c:ext>
              </c:extLst>
            </c:dLbl>
            <c:dLbl>
              <c:idx val="1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B-7405-42D2-84DE-F8EA208DA7BA}"/>
                </c:ext>
              </c:extLst>
            </c:dLbl>
            <c:dLbl>
              <c:idx val="1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C-7405-42D2-84DE-F8EA208DA7BA}"/>
                </c:ext>
              </c:extLst>
            </c:dLbl>
            <c:dLbl>
              <c:idx val="1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D-7405-42D2-84DE-F8EA208DA7BA}"/>
                </c:ext>
              </c:extLst>
            </c:dLbl>
            <c:dLbl>
              <c:idx val="1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E-7405-42D2-84DE-F8EA208DA7BA}"/>
                </c:ext>
              </c:extLst>
            </c:dLbl>
            <c:dLbl>
              <c:idx val="1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F-7405-42D2-84DE-F8EA208DA7BA}"/>
                </c:ext>
              </c:extLst>
            </c:dLbl>
            <c:dLbl>
              <c:idx val="1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0-7405-42D2-84DE-F8EA208DA7BA}"/>
                </c:ext>
              </c:extLst>
            </c:dLbl>
            <c:dLbl>
              <c:idx val="1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1-7405-42D2-84DE-F8EA208DA7BA}"/>
                </c:ext>
              </c:extLst>
            </c:dLbl>
            <c:dLbl>
              <c:idx val="1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2-7405-42D2-84DE-F8EA208DA7BA}"/>
                </c:ext>
              </c:extLst>
            </c:dLbl>
            <c:dLbl>
              <c:idx val="1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3-7405-42D2-84DE-F8EA208DA7BA}"/>
                </c:ext>
              </c:extLst>
            </c:dLbl>
            <c:dLbl>
              <c:idx val="1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4-7405-42D2-84DE-F8EA208DA7BA}"/>
                </c:ext>
              </c:extLst>
            </c:dLbl>
            <c:dLbl>
              <c:idx val="1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5-7405-42D2-84DE-F8EA208DA7BA}"/>
                </c:ext>
              </c:extLst>
            </c:dLbl>
            <c:dLbl>
              <c:idx val="1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6-7405-42D2-84DE-F8EA208DA7BA}"/>
                </c:ext>
              </c:extLst>
            </c:dLbl>
            <c:dLbl>
              <c:idx val="1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7-7405-42D2-84DE-F8EA208DA7BA}"/>
                </c:ext>
              </c:extLst>
            </c:dLbl>
            <c:dLbl>
              <c:idx val="1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8-7405-42D2-84DE-F8EA208DA7BA}"/>
                </c:ext>
              </c:extLst>
            </c:dLbl>
            <c:dLbl>
              <c:idx val="1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9-7405-42D2-84DE-F8EA208DA7BA}"/>
                </c:ext>
              </c:extLst>
            </c:dLbl>
            <c:dLbl>
              <c:idx val="1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A-7405-42D2-84DE-F8EA208DA7BA}"/>
                </c:ext>
              </c:extLst>
            </c:dLbl>
            <c:dLbl>
              <c:idx val="1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B-7405-42D2-84DE-F8EA208DA7BA}"/>
                </c:ext>
              </c:extLst>
            </c:dLbl>
            <c:dLbl>
              <c:idx val="1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C-7405-42D2-84DE-F8EA208DA7BA}"/>
                </c:ext>
              </c:extLst>
            </c:dLbl>
            <c:dLbl>
              <c:idx val="1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D-7405-42D2-84DE-F8EA208DA7BA}"/>
                </c:ext>
              </c:extLst>
            </c:dLbl>
            <c:dLbl>
              <c:idx val="1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E-7405-42D2-84DE-F8EA208DA7BA}"/>
                </c:ext>
              </c:extLst>
            </c:dLbl>
            <c:dLbl>
              <c:idx val="1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F-7405-42D2-84DE-F8EA208DA7BA}"/>
                </c:ext>
              </c:extLst>
            </c:dLbl>
            <c:dLbl>
              <c:idx val="1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0-7405-42D2-84DE-F8EA208DA7BA}"/>
                </c:ext>
              </c:extLst>
            </c:dLbl>
            <c:dLbl>
              <c:idx val="1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1-7405-42D2-84DE-F8EA208DA7BA}"/>
                </c:ext>
              </c:extLst>
            </c:dLbl>
            <c:dLbl>
              <c:idx val="1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2-7405-42D2-84DE-F8EA208DA7BA}"/>
                </c:ext>
              </c:extLst>
            </c:dLbl>
            <c:dLbl>
              <c:idx val="1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3-7405-42D2-84DE-F8EA208DA7BA}"/>
                </c:ext>
              </c:extLst>
            </c:dLbl>
            <c:dLbl>
              <c:idx val="1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4-7405-42D2-84DE-F8EA208DA7BA}"/>
                </c:ext>
              </c:extLst>
            </c:dLbl>
            <c:dLbl>
              <c:idx val="1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5-7405-42D2-84DE-F8EA208DA7BA}"/>
                </c:ext>
              </c:extLst>
            </c:dLbl>
            <c:dLbl>
              <c:idx val="1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6-7405-42D2-84DE-F8EA208DA7BA}"/>
                </c:ext>
              </c:extLst>
            </c:dLbl>
            <c:dLbl>
              <c:idx val="1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7-7405-42D2-84DE-F8EA208DA7BA}"/>
                </c:ext>
              </c:extLst>
            </c:dLbl>
            <c:dLbl>
              <c:idx val="1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8-7405-42D2-84DE-F8EA208DA7BA}"/>
                </c:ext>
              </c:extLst>
            </c:dLbl>
            <c:dLbl>
              <c:idx val="1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9-7405-42D2-84DE-F8EA208DA7BA}"/>
                </c:ext>
              </c:extLst>
            </c:dLbl>
            <c:dLbl>
              <c:idx val="1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A-7405-42D2-84DE-F8EA208DA7BA}"/>
                </c:ext>
              </c:extLst>
            </c:dLbl>
            <c:dLbl>
              <c:idx val="1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B-7405-42D2-84DE-F8EA208DA7BA}"/>
                </c:ext>
              </c:extLst>
            </c:dLbl>
            <c:dLbl>
              <c:idx val="1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C-7405-42D2-84DE-F8EA208DA7BA}"/>
                </c:ext>
              </c:extLst>
            </c:dLbl>
            <c:dLbl>
              <c:idx val="1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D-7405-42D2-84DE-F8EA208DA7BA}"/>
                </c:ext>
              </c:extLst>
            </c:dLbl>
            <c:dLbl>
              <c:idx val="1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E-7405-42D2-84DE-F8EA208DA7BA}"/>
                </c:ext>
              </c:extLst>
            </c:dLbl>
            <c:dLbl>
              <c:idx val="1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F-7405-42D2-84DE-F8EA208DA7BA}"/>
                </c:ext>
              </c:extLst>
            </c:dLbl>
            <c:dLbl>
              <c:idx val="1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0-7405-42D2-84DE-F8EA208DA7BA}"/>
                </c:ext>
              </c:extLst>
            </c:dLbl>
            <c:dLbl>
              <c:idx val="1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1-7405-42D2-84DE-F8EA208DA7BA}"/>
                </c:ext>
              </c:extLst>
            </c:dLbl>
            <c:dLbl>
              <c:idx val="1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2-7405-42D2-84DE-F8EA208DA7BA}"/>
                </c:ext>
              </c:extLst>
            </c:dLbl>
            <c:dLbl>
              <c:idx val="1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3-7405-42D2-84DE-F8EA208DA7BA}"/>
                </c:ext>
              </c:extLst>
            </c:dLbl>
            <c:dLbl>
              <c:idx val="1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4-7405-42D2-84DE-F8EA208DA7BA}"/>
                </c:ext>
              </c:extLst>
            </c:dLbl>
            <c:dLbl>
              <c:idx val="1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5-7405-42D2-84DE-F8EA208DA7BA}"/>
                </c:ext>
              </c:extLst>
            </c:dLbl>
            <c:dLbl>
              <c:idx val="1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6-7405-42D2-84DE-F8EA208DA7BA}"/>
                </c:ext>
              </c:extLst>
            </c:dLbl>
            <c:dLbl>
              <c:idx val="1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7-7405-42D2-84DE-F8EA208DA7BA}"/>
                </c:ext>
              </c:extLst>
            </c:dLbl>
            <c:dLbl>
              <c:idx val="1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8-7405-42D2-84DE-F8EA208DA7BA}"/>
                </c:ext>
              </c:extLst>
            </c:dLbl>
            <c:dLbl>
              <c:idx val="1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9-7405-42D2-84DE-F8EA208DA7BA}"/>
                </c:ext>
              </c:extLst>
            </c:dLbl>
            <c:dLbl>
              <c:idx val="1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A-7405-42D2-84DE-F8EA208DA7BA}"/>
                </c:ext>
              </c:extLst>
            </c:dLbl>
            <c:dLbl>
              <c:idx val="1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B-7405-42D2-84DE-F8EA208DA7BA}"/>
                </c:ext>
              </c:extLst>
            </c:dLbl>
            <c:dLbl>
              <c:idx val="1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C-7405-42D2-84DE-F8EA208DA7BA}"/>
                </c:ext>
              </c:extLst>
            </c:dLbl>
            <c:dLbl>
              <c:idx val="1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D-7405-42D2-84DE-F8EA208DA7BA}"/>
                </c:ext>
              </c:extLst>
            </c:dLbl>
            <c:dLbl>
              <c:idx val="1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E-7405-42D2-84DE-F8EA208DA7BA}"/>
                </c:ext>
              </c:extLst>
            </c:dLbl>
            <c:dLbl>
              <c:idx val="1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F-7405-42D2-84DE-F8EA208DA7BA}"/>
                </c:ext>
              </c:extLst>
            </c:dLbl>
            <c:dLbl>
              <c:idx val="1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0-7405-42D2-84DE-F8EA208DA7BA}"/>
                </c:ext>
              </c:extLst>
            </c:dLbl>
            <c:dLbl>
              <c:idx val="1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1-7405-42D2-84DE-F8EA208DA7BA}"/>
                </c:ext>
              </c:extLst>
            </c:dLbl>
            <c:dLbl>
              <c:idx val="1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2-7405-42D2-84DE-F8EA208DA7BA}"/>
                </c:ext>
              </c:extLst>
            </c:dLbl>
            <c:dLbl>
              <c:idx val="1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3-7405-42D2-84DE-F8EA208DA7BA}"/>
                </c:ext>
              </c:extLst>
            </c:dLbl>
            <c:dLbl>
              <c:idx val="1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4-7405-42D2-84DE-F8EA208DA7BA}"/>
                </c:ext>
              </c:extLst>
            </c:dLbl>
            <c:dLbl>
              <c:idx val="1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5-7405-42D2-84DE-F8EA208DA7BA}"/>
                </c:ext>
              </c:extLst>
            </c:dLbl>
            <c:dLbl>
              <c:idx val="1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6-7405-42D2-84DE-F8EA208DA7BA}"/>
                </c:ext>
              </c:extLst>
            </c:dLbl>
            <c:dLbl>
              <c:idx val="1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7-7405-42D2-84DE-F8EA208DA7BA}"/>
                </c:ext>
              </c:extLst>
            </c:dLbl>
            <c:dLbl>
              <c:idx val="1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8-7405-42D2-84DE-F8EA208DA7BA}"/>
                </c:ext>
              </c:extLst>
            </c:dLbl>
            <c:dLbl>
              <c:idx val="1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9-7405-42D2-84DE-F8EA208DA7BA}"/>
                </c:ext>
              </c:extLst>
            </c:dLbl>
            <c:dLbl>
              <c:idx val="1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A-7405-42D2-84DE-F8EA208DA7BA}"/>
                </c:ext>
              </c:extLst>
            </c:dLbl>
            <c:dLbl>
              <c:idx val="1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B-7405-42D2-84DE-F8EA208DA7BA}"/>
                </c:ext>
              </c:extLst>
            </c:dLbl>
            <c:dLbl>
              <c:idx val="1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C-7405-42D2-84DE-F8EA208DA7BA}"/>
                </c:ext>
              </c:extLst>
            </c:dLbl>
            <c:dLbl>
              <c:idx val="1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D-7405-42D2-84DE-F8EA208DA7BA}"/>
                </c:ext>
              </c:extLst>
            </c:dLbl>
            <c:dLbl>
              <c:idx val="1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E-7405-42D2-84DE-F8EA208DA7BA}"/>
                </c:ext>
              </c:extLst>
            </c:dLbl>
            <c:dLbl>
              <c:idx val="1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F-7405-42D2-84DE-F8EA208DA7BA}"/>
                </c:ext>
              </c:extLst>
            </c:dLbl>
            <c:dLbl>
              <c:idx val="1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0-7405-42D2-84DE-F8EA208DA7BA}"/>
                </c:ext>
              </c:extLst>
            </c:dLbl>
            <c:dLbl>
              <c:idx val="1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1-7405-42D2-84DE-F8EA208DA7BA}"/>
                </c:ext>
              </c:extLst>
            </c:dLbl>
            <c:dLbl>
              <c:idx val="1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2-7405-42D2-84DE-F8EA208DA7BA}"/>
                </c:ext>
              </c:extLst>
            </c:dLbl>
            <c:dLbl>
              <c:idx val="1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3-7405-42D2-84DE-F8EA208DA7BA}"/>
                </c:ext>
              </c:extLst>
            </c:dLbl>
            <c:dLbl>
              <c:idx val="1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4-7405-42D2-84DE-F8EA208DA7BA}"/>
                </c:ext>
              </c:extLst>
            </c:dLbl>
            <c:dLbl>
              <c:idx val="1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5-7405-42D2-84DE-F8EA208DA7BA}"/>
                </c:ext>
              </c:extLst>
            </c:dLbl>
            <c:dLbl>
              <c:idx val="1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6-7405-42D2-84DE-F8EA208DA7BA}"/>
                </c:ext>
              </c:extLst>
            </c:dLbl>
            <c:dLbl>
              <c:idx val="1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7-7405-42D2-84DE-F8EA208DA7BA}"/>
                </c:ext>
              </c:extLst>
            </c:dLbl>
            <c:dLbl>
              <c:idx val="1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8-7405-42D2-84DE-F8EA208DA7BA}"/>
                </c:ext>
              </c:extLst>
            </c:dLbl>
            <c:dLbl>
              <c:idx val="1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9-7405-42D2-84DE-F8EA208DA7BA}"/>
                </c:ext>
              </c:extLst>
            </c:dLbl>
            <c:dLbl>
              <c:idx val="1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A-7405-42D2-84DE-F8EA208DA7BA}"/>
                </c:ext>
              </c:extLst>
            </c:dLbl>
            <c:dLbl>
              <c:idx val="1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B-7405-42D2-84DE-F8EA208DA7BA}"/>
                </c:ext>
              </c:extLst>
            </c:dLbl>
            <c:dLbl>
              <c:idx val="1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C-7405-42D2-84DE-F8EA208DA7BA}"/>
                </c:ext>
              </c:extLst>
            </c:dLbl>
            <c:dLbl>
              <c:idx val="1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D-7405-42D2-84DE-F8EA208DA7BA}"/>
                </c:ext>
              </c:extLst>
            </c:dLbl>
            <c:dLbl>
              <c:idx val="1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E-7405-42D2-84DE-F8EA208DA7BA}"/>
                </c:ext>
              </c:extLst>
            </c:dLbl>
            <c:dLbl>
              <c:idx val="1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F-7405-42D2-84DE-F8EA208DA7BA}"/>
                </c:ext>
              </c:extLst>
            </c:dLbl>
            <c:dLbl>
              <c:idx val="1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0-7405-42D2-84DE-F8EA208DA7BA}"/>
                </c:ext>
              </c:extLst>
            </c:dLbl>
            <c:dLbl>
              <c:idx val="1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1-7405-42D2-84DE-F8EA208DA7BA}"/>
                </c:ext>
              </c:extLst>
            </c:dLbl>
            <c:dLbl>
              <c:idx val="1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2-7405-42D2-84DE-F8EA208DA7BA}"/>
                </c:ext>
              </c:extLst>
            </c:dLbl>
            <c:dLbl>
              <c:idx val="1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3-7405-42D2-84DE-F8EA208DA7BA}"/>
                </c:ext>
              </c:extLst>
            </c:dLbl>
            <c:dLbl>
              <c:idx val="1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4-7405-42D2-84DE-F8EA208DA7BA}"/>
                </c:ext>
              </c:extLst>
            </c:dLbl>
            <c:dLbl>
              <c:idx val="1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5-7405-42D2-84DE-F8EA208DA7BA}"/>
                </c:ext>
              </c:extLst>
            </c:dLbl>
            <c:dLbl>
              <c:idx val="1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6-7405-42D2-84DE-F8EA208DA7BA}"/>
                </c:ext>
              </c:extLst>
            </c:dLbl>
            <c:dLbl>
              <c:idx val="1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7-7405-42D2-84DE-F8EA208DA7BA}"/>
                </c:ext>
              </c:extLst>
            </c:dLbl>
            <c:dLbl>
              <c:idx val="1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8-7405-42D2-84DE-F8EA208DA7BA}"/>
                </c:ext>
              </c:extLst>
            </c:dLbl>
            <c:dLbl>
              <c:idx val="1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9-7405-42D2-84DE-F8EA208DA7BA}"/>
                </c:ext>
              </c:extLst>
            </c:dLbl>
            <c:dLbl>
              <c:idx val="1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A-7405-42D2-84DE-F8EA208DA7BA}"/>
                </c:ext>
              </c:extLst>
            </c:dLbl>
            <c:dLbl>
              <c:idx val="1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B-7405-42D2-84DE-F8EA208DA7BA}"/>
                </c:ext>
              </c:extLst>
            </c:dLbl>
            <c:dLbl>
              <c:idx val="1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C-7405-42D2-84DE-F8EA208DA7BA}"/>
                </c:ext>
              </c:extLst>
            </c:dLbl>
            <c:dLbl>
              <c:idx val="1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D-7405-42D2-84DE-F8EA208DA7BA}"/>
                </c:ext>
              </c:extLst>
            </c:dLbl>
            <c:dLbl>
              <c:idx val="1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E-7405-42D2-84DE-F8EA208DA7BA}"/>
                </c:ext>
              </c:extLst>
            </c:dLbl>
            <c:dLbl>
              <c:idx val="1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F-7405-42D2-84DE-F8EA208DA7BA}"/>
                </c:ext>
              </c:extLst>
            </c:dLbl>
            <c:dLbl>
              <c:idx val="1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0-7405-42D2-84DE-F8EA208DA7BA}"/>
                </c:ext>
              </c:extLst>
            </c:dLbl>
            <c:dLbl>
              <c:idx val="1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1-7405-42D2-84DE-F8EA208DA7BA}"/>
                </c:ext>
              </c:extLst>
            </c:dLbl>
            <c:dLbl>
              <c:idx val="1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2-7405-42D2-84DE-F8EA208DA7BA}"/>
                </c:ext>
              </c:extLst>
            </c:dLbl>
            <c:dLbl>
              <c:idx val="1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3-7405-42D2-84DE-F8EA208DA7BA}"/>
                </c:ext>
              </c:extLst>
            </c:dLbl>
            <c:dLbl>
              <c:idx val="1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4-7405-42D2-84DE-F8EA208DA7BA}"/>
                </c:ext>
              </c:extLst>
            </c:dLbl>
            <c:dLbl>
              <c:idx val="1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5-7405-42D2-84DE-F8EA208DA7BA}"/>
                </c:ext>
              </c:extLst>
            </c:dLbl>
            <c:dLbl>
              <c:idx val="1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6-7405-42D2-84DE-F8EA208DA7BA}"/>
                </c:ext>
              </c:extLst>
            </c:dLbl>
            <c:dLbl>
              <c:idx val="1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7-7405-42D2-84DE-F8EA208DA7BA}"/>
                </c:ext>
              </c:extLst>
            </c:dLbl>
            <c:dLbl>
              <c:idx val="1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8-7405-42D2-84DE-F8EA208DA7BA}"/>
                </c:ext>
              </c:extLst>
            </c:dLbl>
            <c:dLbl>
              <c:idx val="1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9-7405-42D2-84DE-F8EA208DA7BA}"/>
                </c:ext>
              </c:extLst>
            </c:dLbl>
            <c:dLbl>
              <c:idx val="1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A-7405-42D2-84DE-F8EA208DA7BA}"/>
                </c:ext>
              </c:extLst>
            </c:dLbl>
            <c:dLbl>
              <c:idx val="1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B-7405-42D2-84DE-F8EA208DA7BA}"/>
                </c:ext>
              </c:extLst>
            </c:dLbl>
            <c:dLbl>
              <c:idx val="1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C-7405-42D2-84DE-F8EA208DA7BA}"/>
                </c:ext>
              </c:extLst>
            </c:dLbl>
            <c:dLbl>
              <c:idx val="1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D-7405-42D2-84DE-F8EA208DA7BA}"/>
                </c:ext>
              </c:extLst>
            </c:dLbl>
            <c:dLbl>
              <c:idx val="1868"/>
              <c:layout>
                <c:manualLayout>
                  <c:x val="-0.22657625730413253"/>
                  <c:y val="1.413067162414638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Central Piedmont CC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74E-7405-42D2-84DE-F8EA208DA7BA}"/>
                </c:ext>
              </c:extLst>
            </c:dLbl>
            <c:dLbl>
              <c:idx val="1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F-7405-42D2-84DE-F8EA208DA7BA}"/>
                </c:ext>
              </c:extLst>
            </c:dLbl>
            <c:dLbl>
              <c:idx val="1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0-7405-42D2-84DE-F8EA208DA7BA}"/>
                </c:ext>
              </c:extLst>
            </c:dLbl>
            <c:dLbl>
              <c:idx val="1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1-7405-42D2-84DE-F8EA208DA7BA}"/>
                </c:ext>
              </c:extLst>
            </c:dLbl>
            <c:dLbl>
              <c:idx val="1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2-7405-42D2-84DE-F8EA208DA7BA}"/>
                </c:ext>
              </c:extLst>
            </c:dLbl>
            <c:dLbl>
              <c:idx val="1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3-7405-42D2-84DE-F8EA208DA7BA}"/>
                </c:ext>
              </c:extLst>
            </c:dLbl>
            <c:dLbl>
              <c:idx val="1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4-7405-42D2-84DE-F8EA208DA7BA}"/>
                </c:ext>
              </c:extLst>
            </c:dLbl>
            <c:dLbl>
              <c:idx val="1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5-7405-42D2-84DE-F8EA208DA7BA}"/>
                </c:ext>
              </c:extLst>
            </c:dLbl>
            <c:dLbl>
              <c:idx val="1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6-7405-42D2-84DE-F8EA208DA7BA}"/>
                </c:ext>
              </c:extLst>
            </c:dLbl>
            <c:dLbl>
              <c:idx val="1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7-7405-42D2-84DE-F8EA208DA7BA}"/>
                </c:ext>
              </c:extLst>
            </c:dLbl>
            <c:dLbl>
              <c:idx val="1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8-7405-42D2-84DE-F8EA208DA7BA}"/>
                </c:ext>
              </c:extLst>
            </c:dLbl>
            <c:dLbl>
              <c:idx val="1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9-7405-42D2-84DE-F8EA208DA7BA}"/>
                </c:ext>
              </c:extLst>
            </c:dLbl>
            <c:dLbl>
              <c:idx val="1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A-7405-42D2-84DE-F8EA208DA7BA}"/>
                </c:ext>
              </c:extLst>
            </c:dLbl>
            <c:dLbl>
              <c:idx val="1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B-7405-42D2-84DE-F8EA208DA7BA}"/>
                </c:ext>
              </c:extLst>
            </c:dLbl>
            <c:dLbl>
              <c:idx val="1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C-7405-42D2-84DE-F8EA208DA7BA}"/>
                </c:ext>
              </c:extLst>
            </c:dLbl>
            <c:dLbl>
              <c:idx val="1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D-7405-42D2-84DE-F8EA208DA7BA}"/>
                </c:ext>
              </c:extLst>
            </c:dLbl>
            <c:dLbl>
              <c:idx val="1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E-7405-42D2-84DE-F8EA208DA7BA}"/>
                </c:ext>
              </c:extLst>
            </c:dLbl>
            <c:dLbl>
              <c:idx val="1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F-7405-42D2-84DE-F8EA208DA7BA}"/>
                </c:ext>
              </c:extLst>
            </c:dLbl>
            <c:dLbl>
              <c:idx val="1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0-7405-42D2-84DE-F8EA208DA7BA}"/>
                </c:ext>
              </c:extLst>
            </c:dLbl>
            <c:dLbl>
              <c:idx val="1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1-7405-42D2-84DE-F8EA208DA7BA}"/>
                </c:ext>
              </c:extLst>
            </c:dLbl>
            <c:dLbl>
              <c:idx val="1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2-7405-42D2-84DE-F8EA208DA7BA}"/>
                </c:ext>
              </c:extLst>
            </c:dLbl>
            <c:dLbl>
              <c:idx val="1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3-7405-42D2-84DE-F8EA208DA7BA}"/>
                </c:ext>
              </c:extLst>
            </c:dLbl>
            <c:dLbl>
              <c:idx val="1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4-7405-42D2-84DE-F8EA208DA7BA}"/>
                </c:ext>
              </c:extLst>
            </c:dLbl>
            <c:dLbl>
              <c:idx val="1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5-7405-42D2-84DE-F8EA208DA7BA}"/>
                </c:ext>
              </c:extLst>
            </c:dLbl>
            <c:dLbl>
              <c:idx val="1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6-7405-42D2-84DE-F8EA208DA7BA}"/>
                </c:ext>
              </c:extLst>
            </c:dLbl>
            <c:dLbl>
              <c:idx val="1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7-7405-42D2-84DE-F8EA208DA7BA}"/>
                </c:ext>
              </c:extLst>
            </c:dLbl>
            <c:dLbl>
              <c:idx val="1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8-7405-42D2-84DE-F8EA208DA7BA}"/>
                </c:ext>
              </c:extLst>
            </c:dLbl>
            <c:dLbl>
              <c:idx val="1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9-7405-42D2-84DE-F8EA208DA7BA}"/>
                </c:ext>
              </c:extLst>
            </c:dLbl>
            <c:dLbl>
              <c:idx val="1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A-7405-42D2-84DE-F8EA208DA7BA}"/>
                </c:ext>
              </c:extLst>
            </c:dLbl>
            <c:dLbl>
              <c:idx val="1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B-7405-42D2-84DE-F8EA208DA7BA}"/>
                </c:ext>
              </c:extLst>
            </c:dLbl>
            <c:dLbl>
              <c:idx val="1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C-7405-42D2-84DE-F8EA208DA7BA}"/>
                </c:ext>
              </c:extLst>
            </c:dLbl>
            <c:dLbl>
              <c:idx val="1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D-7405-42D2-84DE-F8EA208DA7BA}"/>
                </c:ext>
              </c:extLst>
            </c:dLbl>
            <c:dLbl>
              <c:idx val="1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E-7405-42D2-84DE-F8EA208DA7BA}"/>
                </c:ext>
              </c:extLst>
            </c:dLbl>
            <c:dLbl>
              <c:idx val="1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F-7405-42D2-84DE-F8EA208DA7BA}"/>
                </c:ext>
              </c:extLst>
            </c:dLbl>
            <c:dLbl>
              <c:idx val="1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0-7405-42D2-84DE-F8EA208DA7BA}"/>
                </c:ext>
              </c:extLst>
            </c:dLbl>
            <c:dLbl>
              <c:idx val="1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1-7405-42D2-84DE-F8EA208DA7BA}"/>
                </c:ext>
              </c:extLst>
            </c:dLbl>
            <c:dLbl>
              <c:idx val="1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2-7405-42D2-84DE-F8EA208DA7BA}"/>
                </c:ext>
              </c:extLst>
            </c:dLbl>
            <c:dLbl>
              <c:idx val="1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3-7405-42D2-84DE-F8EA208DA7BA}"/>
                </c:ext>
              </c:extLst>
            </c:dLbl>
            <c:dLbl>
              <c:idx val="1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4-7405-42D2-84DE-F8EA208DA7BA}"/>
                </c:ext>
              </c:extLst>
            </c:dLbl>
            <c:dLbl>
              <c:idx val="1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5-7405-42D2-84DE-F8EA208DA7BA}"/>
                </c:ext>
              </c:extLst>
            </c:dLbl>
            <c:dLbl>
              <c:idx val="1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6-7405-42D2-84DE-F8EA208DA7BA}"/>
                </c:ext>
              </c:extLst>
            </c:dLbl>
            <c:dLbl>
              <c:idx val="1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7-7405-42D2-84DE-F8EA208DA7BA}"/>
                </c:ext>
              </c:extLst>
            </c:dLbl>
            <c:dLbl>
              <c:idx val="1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8-7405-42D2-84DE-F8EA208DA7BA}"/>
                </c:ext>
              </c:extLst>
            </c:dLbl>
            <c:dLbl>
              <c:idx val="1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9-7405-42D2-84DE-F8EA208DA7BA}"/>
                </c:ext>
              </c:extLst>
            </c:dLbl>
            <c:dLbl>
              <c:idx val="1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A-7405-42D2-84DE-F8EA208DA7BA}"/>
                </c:ext>
              </c:extLst>
            </c:dLbl>
            <c:dLbl>
              <c:idx val="1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B-7405-42D2-84DE-F8EA208DA7BA}"/>
                </c:ext>
              </c:extLst>
            </c:dLbl>
            <c:dLbl>
              <c:idx val="1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C-7405-42D2-84DE-F8EA208DA7BA}"/>
                </c:ext>
              </c:extLst>
            </c:dLbl>
            <c:dLbl>
              <c:idx val="1915"/>
              <c:tx>
                <c:rich>
                  <a:bodyPr/>
                  <a:lstStyle/>
                  <a:p>
                    <a:r>
                      <a:rPr lang="en-US"/>
                      <a:t>Stanly CC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77D-7405-42D2-84DE-F8EA208DA7BA}"/>
                </c:ext>
              </c:extLst>
            </c:dLbl>
            <c:dLbl>
              <c:idx val="1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E-7405-42D2-84DE-F8EA208DA7BA}"/>
                </c:ext>
              </c:extLst>
            </c:dLbl>
            <c:dLbl>
              <c:idx val="1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F-7405-42D2-84DE-F8EA208DA7BA}"/>
                </c:ext>
              </c:extLst>
            </c:dLbl>
            <c:dLbl>
              <c:idx val="1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0-7405-42D2-84DE-F8EA208DA7BA}"/>
                </c:ext>
              </c:extLst>
            </c:dLbl>
            <c:dLbl>
              <c:idx val="1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1-7405-42D2-84DE-F8EA208DA7BA}"/>
                </c:ext>
              </c:extLst>
            </c:dLbl>
            <c:dLbl>
              <c:idx val="1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2-7405-42D2-84DE-F8EA208DA7BA}"/>
                </c:ext>
              </c:extLst>
            </c:dLbl>
            <c:dLbl>
              <c:idx val="1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3-7405-42D2-84DE-F8EA208DA7BA}"/>
                </c:ext>
              </c:extLst>
            </c:dLbl>
            <c:dLbl>
              <c:idx val="1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4-7405-42D2-84DE-F8EA208DA7BA}"/>
                </c:ext>
              </c:extLst>
            </c:dLbl>
            <c:dLbl>
              <c:idx val="1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5-7405-42D2-84DE-F8EA208DA7BA}"/>
                </c:ext>
              </c:extLst>
            </c:dLbl>
            <c:dLbl>
              <c:idx val="1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6-7405-42D2-84DE-F8EA208DA7BA}"/>
                </c:ext>
              </c:extLst>
            </c:dLbl>
            <c:dLbl>
              <c:idx val="1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7-7405-42D2-84DE-F8EA208DA7BA}"/>
                </c:ext>
              </c:extLst>
            </c:dLbl>
            <c:dLbl>
              <c:idx val="1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8-7405-42D2-84DE-F8EA208DA7BA}"/>
                </c:ext>
              </c:extLst>
            </c:dLbl>
            <c:dLbl>
              <c:idx val="1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9-7405-42D2-84DE-F8EA208DA7BA}"/>
                </c:ext>
              </c:extLst>
            </c:dLbl>
            <c:dLbl>
              <c:idx val="1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A-7405-42D2-84DE-F8EA208DA7BA}"/>
                </c:ext>
              </c:extLst>
            </c:dLbl>
            <c:dLbl>
              <c:idx val="1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B-7405-42D2-84DE-F8EA208DA7BA}"/>
                </c:ext>
              </c:extLst>
            </c:dLbl>
            <c:dLbl>
              <c:idx val="1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C-7405-42D2-84DE-F8EA208DA7BA}"/>
                </c:ext>
              </c:extLst>
            </c:dLbl>
            <c:dLbl>
              <c:idx val="1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D-7405-42D2-84DE-F8EA208DA7BA}"/>
                </c:ext>
              </c:extLst>
            </c:dLbl>
            <c:dLbl>
              <c:idx val="1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E-7405-42D2-84DE-F8EA208DA7BA}"/>
                </c:ext>
              </c:extLst>
            </c:dLbl>
            <c:dLbl>
              <c:idx val="1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F-7405-42D2-84DE-F8EA208DA7BA}"/>
                </c:ext>
              </c:extLst>
            </c:dLbl>
            <c:dLbl>
              <c:idx val="1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0-7405-42D2-84DE-F8EA208DA7BA}"/>
                </c:ext>
              </c:extLst>
            </c:dLbl>
            <c:dLbl>
              <c:idx val="1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1-7405-42D2-84DE-F8EA208DA7BA}"/>
                </c:ext>
              </c:extLst>
            </c:dLbl>
            <c:dLbl>
              <c:idx val="1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2-7405-42D2-84DE-F8EA208DA7BA}"/>
                </c:ext>
              </c:extLst>
            </c:dLbl>
            <c:dLbl>
              <c:idx val="1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3-7405-42D2-84DE-F8EA208DA7BA}"/>
                </c:ext>
              </c:extLst>
            </c:dLbl>
            <c:dLbl>
              <c:idx val="1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4-7405-42D2-84DE-F8EA208DA7BA}"/>
                </c:ext>
              </c:extLst>
            </c:dLbl>
            <c:dLbl>
              <c:idx val="1939"/>
              <c:layout>
                <c:manualLayout>
                  <c:x val="-0.15256893707916461"/>
                  <c:y val="4.003690293508143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Rowan-Cabarrus</a:t>
                    </a:r>
                    <a:r>
                      <a:rPr lang="en-US" baseline="0" dirty="0"/>
                      <a:t> CC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795-7405-42D2-84DE-F8EA208DA7BA}"/>
                </c:ext>
              </c:extLst>
            </c:dLbl>
            <c:dLbl>
              <c:idx val="1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6-7405-42D2-84DE-F8EA208DA7BA}"/>
                </c:ext>
              </c:extLst>
            </c:dLbl>
            <c:dLbl>
              <c:idx val="1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7-7405-42D2-84DE-F8EA208DA7BA}"/>
                </c:ext>
              </c:extLst>
            </c:dLbl>
            <c:dLbl>
              <c:idx val="1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8-7405-42D2-84DE-F8EA208DA7BA}"/>
                </c:ext>
              </c:extLst>
            </c:dLbl>
            <c:dLbl>
              <c:idx val="1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9-7405-42D2-84DE-F8EA208DA7BA}"/>
                </c:ext>
              </c:extLst>
            </c:dLbl>
            <c:dLbl>
              <c:idx val="1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A-7405-42D2-84DE-F8EA208DA7BA}"/>
                </c:ext>
              </c:extLst>
            </c:dLbl>
            <c:dLbl>
              <c:idx val="1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B-7405-42D2-84DE-F8EA208DA7BA}"/>
                </c:ext>
              </c:extLst>
            </c:dLbl>
            <c:dLbl>
              <c:idx val="1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C-7405-42D2-84DE-F8EA208DA7BA}"/>
                </c:ext>
              </c:extLst>
            </c:dLbl>
            <c:dLbl>
              <c:idx val="1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D-7405-42D2-84DE-F8EA208DA7BA}"/>
                </c:ext>
              </c:extLst>
            </c:dLbl>
            <c:dLbl>
              <c:idx val="1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E-7405-42D2-84DE-F8EA208DA7BA}"/>
                </c:ext>
              </c:extLst>
            </c:dLbl>
            <c:dLbl>
              <c:idx val="1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F-7405-42D2-84DE-F8EA208DA7BA}"/>
                </c:ext>
              </c:extLst>
            </c:dLbl>
            <c:dLbl>
              <c:idx val="1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0-7405-42D2-84DE-F8EA208DA7BA}"/>
                </c:ext>
              </c:extLst>
            </c:dLbl>
            <c:dLbl>
              <c:idx val="1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1-7405-42D2-84DE-F8EA208DA7BA}"/>
                </c:ext>
              </c:extLst>
            </c:dLbl>
            <c:dLbl>
              <c:idx val="1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2-7405-42D2-84DE-F8EA208DA7BA}"/>
                </c:ext>
              </c:extLst>
            </c:dLbl>
            <c:dLbl>
              <c:idx val="1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3-7405-42D2-84DE-F8EA208DA7BA}"/>
                </c:ext>
              </c:extLst>
            </c:dLbl>
            <c:dLbl>
              <c:idx val="1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4-7405-42D2-84DE-F8EA208DA7BA}"/>
                </c:ext>
              </c:extLst>
            </c:dLbl>
            <c:dLbl>
              <c:idx val="1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5-7405-42D2-84DE-F8EA208DA7BA}"/>
                </c:ext>
              </c:extLst>
            </c:dLbl>
            <c:dLbl>
              <c:idx val="1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6-7405-42D2-84DE-F8EA208DA7BA}"/>
                </c:ext>
              </c:extLst>
            </c:dLbl>
            <c:dLbl>
              <c:idx val="1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7-7405-42D2-84DE-F8EA208DA7BA}"/>
                </c:ext>
              </c:extLst>
            </c:dLbl>
            <c:dLbl>
              <c:idx val="1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8-7405-42D2-84DE-F8EA208DA7BA}"/>
                </c:ext>
              </c:extLst>
            </c:dLbl>
            <c:dLbl>
              <c:idx val="1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9-7405-42D2-84DE-F8EA208DA7BA}"/>
                </c:ext>
              </c:extLst>
            </c:dLbl>
            <c:dLbl>
              <c:idx val="1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A-7405-42D2-84DE-F8EA208DA7BA}"/>
                </c:ext>
              </c:extLst>
            </c:dLbl>
            <c:dLbl>
              <c:idx val="1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B-7405-42D2-84DE-F8EA208DA7BA}"/>
                </c:ext>
              </c:extLst>
            </c:dLbl>
            <c:dLbl>
              <c:idx val="1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C-7405-42D2-84DE-F8EA208DA7BA}"/>
                </c:ext>
              </c:extLst>
            </c:dLbl>
            <c:dLbl>
              <c:idx val="1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D-7405-42D2-84DE-F8EA208DA7BA}"/>
                </c:ext>
              </c:extLst>
            </c:dLbl>
            <c:dLbl>
              <c:idx val="1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E-7405-42D2-84DE-F8EA208DA7BA}"/>
                </c:ext>
              </c:extLst>
            </c:dLbl>
            <c:dLbl>
              <c:idx val="1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F-7405-42D2-84DE-F8EA208DA7BA}"/>
                </c:ext>
              </c:extLst>
            </c:dLbl>
            <c:dLbl>
              <c:idx val="1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0-7405-42D2-84DE-F8EA208DA7BA}"/>
                </c:ext>
              </c:extLst>
            </c:dLbl>
            <c:dLbl>
              <c:idx val="1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1-7405-42D2-84DE-F8EA208DA7BA}"/>
                </c:ext>
              </c:extLst>
            </c:dLbl>
            <c:dLbl>
              <c:idx val="1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2-7405-42D2-84DE-F8EA208DA7BA}"/>
                </c:ext>
              </c:extLst>
            </c:dLbl>
            <c:dLbl>
              <c:idx val="1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3-7405-42D2-84DE-F8EA208DA7BA}"/>
                </c:ext>
              </c:extLst>
            </c:dLbl>
            <c:dLbl>
              <c:idx val="1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4-7405-42D2-84DE-F8EA208DA7BA}"/>
                </c:ext>
              </c:extLst>
            </c:dLbl>
            <c:dLbl>
              <c:idx val="1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5-7405-42D2-84DE-F8EA208DA7BA}"/>
                </c:ext>
              </c:extLst>
            </c:dLbl>
            <c:dLbl>
              <c:idx val="1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6-7405-42D2-84DE-F8EA208DA7BA}"/>
                </c:ext>
              </c:extLst>
            </c:dLbl>
            <c:dLbl>
              <c:idx val="1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7-7405-42D2-84DE-F8EA208DA7BA}"/>
                </c:ext>
              </c:extLst>
            </c:dLbl>
            <c:dLbl>
              <c:idx val="1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8-7405-42D2-84DE-F8EA208DA7BA}"/>
                </c:ext>
              </c:extLst>
            </c:dLbl>
            <c:dLbl>
              <c:idx val="1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9-7405-42D2-84DE-F8EA208DA7BA}"/>
                </c:ext>
              </c:extLst>
            </c:dLbl>
            <c:dLbl>
              <c:idx val="1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A-7405-42D2-84DE-F8EA208DA7BA}"/>
                </c:ext>
              </c:extLst>
            </c:dLbl>
            <c:dLbl>
              <c:idx val="1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B-7405-42D2-84DE-F8EA208DA7BA}"/>
                </c:ext>
              </c:extLst>
            </c:dLbl>
            <c:dLbl>
              <c:idx val="1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C-7405-42D2-84DE-F8EA208DA7BA}"/>
                </c:ext>
              </c:extLst>
            </c:dLbl>
            <c:dLbl>
              <c:idx val="1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D-7405-42D2-84DE-F8EA208DA7BA}"/>
                </c:ext>
              </c:extLst>
            </c:dLbl>
            <c:dLbl>
              <c:idx val="1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E-7405-42D2-84DE-F8EA208DA7BA}"/>
                </c:ext>
              </c:extLst>
            </c:dLbl>
            <c:dLbl>
              <c:idx val="1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F-7405-42D2-84DE-F8EA208DA7BA}"/>
                </c:ext>
              </c:extLst>
            </c:dLbl>
            <c:dLbl>
              <c:idx val="1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0-7405-42D2-84DE-F8EA208DA7BA}"/>
                </c:ext>
              </c:extLst>
            </c:dLbl>
            <c:dLbl>
              <c:idx val="1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1-7405-42D2-84DE-F8EA208DA7BA}"/>
                </c:ext>
              </c:extLst>
            </c:dLbl>
            <c:dLbl>
              <c:idx val="1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2-7405-42D2-84DE-F8EA208DA7BA}"/>
                </c:ext>
              </c:extLst>
            </c:dLbl>
            <c:dLbl>
              <c:idx val="1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3-7405-42D2-84DE-F8EA208DA7BA}"/>
                </c:ext>
              </c:extLst>
            </c:dLbl>
            <c:dLbl>
              <c:idx val="1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4-7405-42D2-84DE-F8EA208DA7BA}"/>
                </c:ext>
              </c:extLst>
            </c:dLbl>
            <c:dLbl>
              <c:idx val="1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5-7405-42D2-84DE-F8EA208DA7BA}"/>
                </c:ext>
              </c:extLst>
            </c:dLbl>
            <c:dLbl>
              <c:idx val="1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6-7405-42D2-84DE-F8EA208DA7BA}"/>
                </c:ext>
              </c:extLst>
            </c:dLbl>
            <c:dLbl>
              <c:idx val="1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7-7405-42D2-84DE-F8EA208DA7BA}"/>
                </c:ext>
              </c:extLst>
            </c:dLbl>
            <c:dLbl>
              <c:idx val="1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8-7405-42D2-84DE-F8EA208DA7BA}"/>
                </c:ext>
              </c:extLst>
            </c:dLbl>
            <c:dLbl>
              <c:idx val="1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9-7405-42D2-84DE-F8EA208DA7BA}"/>
                </c:ext>
              </c:extLst>
            </c:dLbl>
            <c:dLbl>
              <c:idx val="1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A-7405-42D2-84DE-F8EA208DA7BA}"/>
                </c:ext>
              </c:extLst>
            </c:dLbl>
            <c:dLbl>
              <c:idx val="1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B-7405-42D2-84DE-F8EA208DA7BA}"/>
                </c:ext>
              </c:extLst>
            </c:dLbl>
            <c:dLbl>
              <c:idx val="1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C-7405-42D2-84DE-F8EA208DA7BA}"/>
                </c:ext>
              </c:extLst>
            </c:dLbl>
            <c:dLbl>
              <c:idx val="1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D-7405-42D2-84DE-F8EA208DA7BA}"/>
                </c:ext>
              </c:extLst>
            </c:dLbl>
            <c:dLbl>
              <c:idx val="1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E-7405-42D2-84DE-F8EA208DA7BA}"/>
                </c:ext>
              </c:extLst>
            </c:dLbl>
            <c:dLbl>
              <c:idx val="1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F-7405-42D2-84DE-F8EA208DA7BA}"/>
                </c:ext>
              </c:extLst>
            </c:dLbl>
            <c:dLbl>
              <c:idx val="1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0-7405-42D2-84DE-F8EA208DA7BA}"/>
                </c:ext>
              </c:extLst>
            </c:dLbl>
            <c:dLbl>
              <c:idx val="1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1-7405-42D2-84DE-F8EA208DA7BA}"/>
                </c:ext>
              </c:extLst>
            </c:dLbl>
            <c:dLbl>
              <c:idx val="2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2-7405-42D2-84DE-F8EA208DA7BA}"/>
                </c:ext>
              </c:extLst>
            </c:dLbl>
            <c:dLbl>
              <c:idx val="2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3-7405-42D2-84DE-F8EA208DA7BA}"/>
                </c:ext>
              </c:extLst>
            </c:dLbl>
            <c:dLbl>
              <c:idx val="2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4-7405-42D2-84DE-F8EA208DA7BA}"/>
                </c:ext>
              </c:extLst>
            </c:dLbl>
            <c:dLbl>
              <c:idx val="2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5-7405-42D2-84DE-F8EA208DA7BA}"/>
                </c:ext>
              </c:extLst>
            </c:dLbl>
            <c:dLbl>
              <c:idx val="2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6-7405-42D2-84DE-F8EA208DA7BA}"/>
                </c:ext>
              </c:extLst>
            </c:dLbl>
            <c:dLbl>
              <c:idx val="2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7-7405-42D2-84DE-F8EA208DA7BA}"/>
                </c:ext>
              </c:extLst>
            </c:dLbl>
            <c:dLbl>
              <c:idx val="2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8-7405-42D2-84DE-F8EA208DA7BA}"/>
                </c:ext>
              </c:extLst>
            </c:dLbl>
            <c:dLbl>
              <c:idx val="2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9-7405-42D2-84DE-F8EA208DA7BA}"/>
                </c:ext>
              </c:extLst>
            </c:dLbl>
            <c:dLbl>
              <c:idx val="2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A-7405-42D2-84DE-F8EA208DA7BA}"/>
                </c:ext>
              </c:extLst>
            </c:dLbl>
            <c:dLbl>
              <c:idx val="2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B-7405-42D2-84DE-F8EA208DA7BA}"/>
                </c:ext>
              </c:extLst>
            </c:dLbl>
            <c:dLbl>
              <c:idx val="2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C-7405-42D2-84DE-F8EA208DA7BA}"/>
                </c:ext>
              </c:extLst>
            </c:dLbl>
            <c:dLbl>
              <c:idx val="2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D-7405-42D2-84DE-F8EA208DA7BA}"/>
                </c:ext>
              </c:extLst>
            </c:dLbl>
            <c:dLbl>
              <c:idx val="2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E-7405-42D2-84DE-F8EA208DA7BA}"/>
                </c:ext>
              </c:extLst>
            </c:dLbl>
            <c:dLbl>
              <c:idx val="2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F-7405-42D2-84DE-F8EA208DA7BA}"/>
                </c:ext>
              </c:extLst>
            </c:dLbl>
            <c:dLbl>
              <c:idx val="2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0-7405-42D2-84DE-F8EA208DA7BA}"/>
                </c:ext>
              </c:extLst>
            </c:dLbl>
            <c:dLbl>
              <c:idx val="2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1-7405-42D2-84DE-F8EA208DA7BA}"/>
                </c:ext>
              </c:extLst>
            </c:dLbl>
            <c:dLbl>
              <c:idx val="2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2-7405-42D2-84DE-F8EA208DA7BA}"/>
                </c:ext>
              </c:extLst>
            </c:dLbl>
            <c:dLbl>
              <c:idx val="2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3-7405-42D2-84DE-F8EA208DA7BA}"/>
                </c:ext>
              </c:extLst>
            </c:dLbl>
            <c:dLbl>
              <c:idx val="2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4-7405-42D2-84DE-F8EA208DA7BA}"/>
                </c:ext>
              </c:extLst>
            </c:dLbl>
            <c:dLbl>
              <c:idx val="2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5-7405-42D2-84DE-F8EA208DA7BA}"/>
                </c:ext>
              </c:extLst>
            </c:dLbl>
            <c:dLbl>
              <c:idx val="2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6-7405-42D2-84DE-F8EA208DA7BA}"/>
                </c:ext>
              </c:extLst>
            </c:dLbl>
            <c:dLbl>
              <c:idx val="2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7-7405-42D2-84DE-F8EA208DA7BA}"/>
                </c:ext>
              </c:extLst>
            </c:dLbl>
            <c:dLbl>
              <c:idx val="2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8-7405-42D2-84DE-F8EA208DA7BA}"/>
                </c:ext>
              </c:extLst>
            </c:dLbl>
            <c:dLbl>
              <c:idx val="2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9-7405-42D2-84DE-F8EA208DA7BA}"/>
                </c:ext>
              </c:extLst>
            </c:dLbl>
            <c:dLbl>
              <c:idx val="2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A-7405-42D2-84DE-F8EA208DA7BA}"/>
                </c:ext>
              </c:extLst>
            </c:dLbl>
            <c:dLbl>
              <c:idx val="2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B-7405-42D2-84DE-F8EA208DA7BA}"/>
                </c:ext>
              </c:extLst>
            </c:dLbl>
            <c:dLbl>
              <c:idx val="2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C-7405-42D2-84DE-F8EA208DA7BA}"/>
                </c:ext>
              </c:extLst>
            </c:dLbl>
            <c:dLbl>
              <c:idx val="2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D-7405-42D2-84DE-F8EA208DA7BA}"/>
                </c:ext>
              </c:extLst>
            </c:dLbl>
            <c:dLbl>
              <c:idx val="2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E-7405-42D2-84DE-F8EA208DA7BA}"/>
                </c:ext>
              </c:extLst>
            </c:dLbl>
            <c:dLbl>
              <c:idx val="2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F-7405-42D2-84DE-F8EA208DA7BA}"/>
                </c:ext>
              </c:extLst>
            </c:dLbl>
            <c:dLbl>
              <c:idx val="2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0-7405-42D2-84DE-F8EA208DA7BA}"/>
                </c:ext>
              </c:extLst>
            </c:dLbl>
            <c:dLbl>
              <c:idx val="2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1-7405-42D2-84DE-F8EA208DA7BA}"/>
                </c:ext>
              </c:extLst>
            </c:dLbl>
            <c:dLbl>
              <c:idx val="2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2-7405-42D2-84DE-F8EA208DA7BA}"/>
                </c:ext>
              </c:extLst>
            </c:dLbl>
            <c:dLbl>
              <c:idx val="2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3-7405-42D2-84DE-F8EA208DA7BA}"/>
                </c:ext>
              </c:extLst>
            </c:dLbl>
            <c:dLbl>
              <c:idx val="2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4-7405-42D2-84DE-F8EA208DA7BA}"/>
                </c:ext>
              </c:extLst>
            </c:dLbl>
            <c:dLbl>
              <c:idx val="2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5-7405-42D2-84DE-F8EA208DA7BA}"/>
                </c:ext>
              </c:extLst>
            </c:dLbl>
            <c:dLbl>
              <c:idx val="2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6-7405-42D2-84DE-F8EA208DA7BA}"/>
                </c:ext>
              </c:extLst>
            </c:dLbl>
            <c:dLbl>
              <c:idx val="2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7-7405-42D2-84DE-F8EA208DA7BA}"/>
                </c:ext>
              </c:extLst>
            </c:dLbl>
            <c:dLbl>
              <c:idx val="2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8-7405-42D2-84DE-F8EA208DA7BA}"/>
                </c:ext>
              </c:extLst>
            </c:dLbl>
            <c:dLbl>
              <c:idx val="2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9-7405-42D2-84DE-F8EA208DA7BA}"/>
                </c:ext>
              </c:extLst>
            </c:dLbl>
            <c:dLbl>
              <c:idx val="2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A-7405-42D2-84DE-F8EA208DA7BA}"/>
                </c:ext>
              </c:extLst>
            </c:dLbl>
            <c:dLbl>
              <c:idx val="2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B-7405-42D2-84DE-F8EA208DA7BA}"/>
                </c:ext>
              </c:extLst>
            </c:dLbl>
            <c:dLbl>
              <c:idx val="2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C-7405-42D2-84DE-F8EA208DA7BA}"/>
                </c:ext>
              </c:extLst>
            </c:dLbl>
            <c:dLbl>
              <c:idx val="2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D-7405-42D2-84DE-F8EA208DA7BA}"/>
                </c:ext>
              </c:extLst>
            </c:dLbl>
            <c:dLbl>
              <c:idx val="2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E-7405-42D2-84DE-F8EA208DA7BA}"/>
                </c:ext>
              </c:extLst>
            </c:dLbl>
            <c:dLbl>
              <c:idx val="2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F-7405-42D2-84DE-F8EA208DA7BA}"/>
                </c:ext>
              </c:extLst>
            </c:dLbl>
            <c:dLbl>
              <c:idx val="2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0-7405-42D2-84DE-F8EA208DA7BA}"/>
                </c:ext>
              </c:extLst>
            </c:dLbl>
            <c:dLbl>
              <c:idx val="2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1-7405-42D2-84DE-F8EA208DA7BA}"/>
                </c:ext>
              </c:extLst>
            </c:dLbl>
            <c:dLbl>
              <c:idx val="2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2-7405-42D2-84DE-F8EA208DA7BA}"/>
                </c:ext>
              </c:extLst>
            </c:dLbl>
            <c:dLbl>
              <c:idx val="2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3-7405-42D2-84DE-F8EA208DA7BA}"/>
                </c:ext>
              </c:extLst>
            </c:dLbl>
            <c:dLbl>
              <c:idx val="2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4-7405-42D2-84DE-F8EA208DA7BA}"/>
                </c:ext>
              </c:extLst>
            </c:dLbl>
            <c:dLbl>
              <c:idx val="2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5-7405-42D2-84DE-F8EA208DA7BA}"/>
                </c:ext>
              </c:extLst>
            </c:dLbl>
            <c:dLbl>
              <c:idx val="2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6-7405-42D2-84DE-F8EA208DA7BA}"/>
                </c:ext>
              </c:extLst>
            </c:dLbl>
            <c:dLbl>
              <c:idx val="2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7-7405-42D2-84DE-F8EA208DA7BA}"/>
                </c:ext>
              </c:extLst>
            </c:dLbl>
            <c:dLbl>
              <c:idx val="2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8-7405-42D2-84DE-F8EA208DA7BA}"/>
                </c:ext>
              </c:extLst>
            </c:dLbl>
            <c:dLbl>
              <c:idx val="2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9-7405-42D2-84DE-F8EA208DA7BA}"/>
                </c:ext>
              </c:extLst>
            </c:dLbl>
            <c:dLbl>
              <c:idx val="2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A-7405-42D2-84DE-F8EA208DA7BA}"/>
                </c:ext>
              </c:extLst>
            </c:dLbl>
            <c:dLbl>
              <c:idx val="2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B-7405-42D2-84DE-F8EA208DA7BA}"/>
                </c:ext>
              </c:extLst>
            </c:dLbl>
            <c:dLbl>
              <c:idx val="2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C-7405-42D2-84DE-F8EA208DA7BA}"/>
                </c:ext>
              </c:extLst>
            </c:dLbl>
            <c:dLbl>
              <c:idx val="2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D-7405-42D2-84DE-F8EA208DA7BA}"/>
                </c:ext>
              </c:extLst>
            </c:dLbl>
            <c:dLbl>
              <c:idx val="2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E-7405-42D2-84DE-F8EA208DA7BA}"/>
                </c:ext>
              </c:extLst>
            </c:dLbl>
            <c:dLbl>
              <c:idx val="2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F-7405-42D2-84DE-F8EA208DA7BA}"/>
                </c:ext>
              </c:extLst>
            </c:dLbl>
            <c:dLbl>
              <c:idx val="2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0-7405-42D2-84DE-F8EA208DA7BA}"/>
                </c:ext>
              </c:extLst>
            </c:dLbl>
            <c:dLbl>
              <c:idx val="2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1-7405-42D2-84DE-F8EA208DA7BA}"/>
                </c:ext>
              </c:extLst>
            </c:dLbl>
            <c:dLbl>
              <c:idx val="2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2-7405-42D2-84DE-F8EA208DA7BA}"/>
                </c:ext>
              </c:extLst>
            </c:dLbl>
            <c:dLbl>
              <c:idx val="2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3-7405-42D2-84DE-F8EA208DA7BA}"/>
                </c:ext>
              </c:extLst>
            </c:dLbl>
            <c:dLbl>
              <c:idx val="2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4-7405-42D2-84DE-F8EA208DA7BA}"/>
                </c:ext>
              </c:extLst>
            </c:dLbl>
            <c:dLbl>
              <c:idx val="2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5-7405-42D2-84DE-F8EA208DA7BA}"/>
                </c:ext>
              </c:extLst>
            </c:dLbl>
            <c:dLbl>
              <c:idx val="2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6-7405-42D2-84DE-F8EA208DA7BA}"/>
                </c:ext>
              </c:extLst>
            </c:dLbl>
            <c:dLbl>
              <c:idx val="2069"/>
              <c:layout>
                <c:manualLayout>
                  <c:x val="-2.2771483146143971E-3"/>
                  <c:y val="-9.4204477494310972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Edgecombe CC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817-7405-42D2-84DE-F8EA208DA7BA}"/>
                </c:ext>
              </c:extLst>
            </c:dLbl>
            <c:dLbl>
              <c:idx val="2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8-7405-42D2-84DE-F8EA208DA7BA}"/>
                </c:ext>
              </c:extLst>
            </c:dLbl>
            <c:dLbl>
              <c:idx val="2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9-7405-42D2-84DE-F8EA208DA7BA}"/>
                </c:ext>
              </c:extLst>
            </c:dLbl>
            <c:dLbl>
              <c:idx val="2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A-7405-42D2-84DE-F8EA208DA7BA}"/>
                </c:ext>
              </c:extLst>
            </c:dLbl>
            <c:dLbl>
              <c:idx val="2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B-7405-42D2-84DE-F8EA208DA7BA}"/>
                </c:ext>
              </c:extLst>
            </c:dLbl>
            <c:dLbl>
              <c:idx val="2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C-7405-42D2-84DE-F8EA208DA7BA}"/>
                </c:ext>
              </c:extLst>
            </c:dLbl>
            <c:dLbl>
              <c:idx val="2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D-7405-42D2-84DE-F8EA208DA7BA}"/>
                </c:ext>
              </c:extLst>
            </c:dLbl>
            <c:dLbl>
              <c:idx val="2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E-7405-42D2-84DE-F8EA208DA7BA}"/>
                </c:ext>
              </c:extLst>
            </c:dLbl>
            <c:dLbl>
              <c:idx val="2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F-7405-42D2-84DE-F8EA208DA7BA}"/>
                </c:ext>
              </c:extLst>
            </c:dLbl>
            <c:dLbl>
              <c:idx val="2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0-7405-42D2-84DE-F8EA208DA7BA}"/>
                </c:ext>
              </c:extLst>
            </c:dLbl>
            <c:dLbl>
              <c:idx val="2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1-7405-42D2-84DE-F8EA208DA7BA}"/>
                </c:ext>
              </c:extLst>
            </c:dLbl>
            <c:dLbl>
              <c:idx val="2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2-7405-42D2-84DE-F8EA208DA7BA}"/>
                </c:ext>
              </c:extLst>
            </c:dLbl>
            <c:dLbl>
              <c:idx val="2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3-7405-42D2-84DE-F8EA208DA7BA}"/>
                </c:ext>
              </c:extLst>
            </c:dLbl>
            <c:dLbl>
              <c:idx val="2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4-7405-42D2-84DE-F8EA208DA7BA}"/>
                </c:ext>
              </c:extLst>
            </c:dLbl>
            <c:dLbl>
              <c:idx val="2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5-7405-42D2-84DE-F8EA208DA7BA}"/>
                </c:ext>
              </c:extLst>
            </c:dLbl>
            <c:dLbl>
              <c:idx val="2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6-7405-42D2-84DE-F8EA208DA7BA}"/>
                </c:ext>
              </c:extLst>
            </c:dLbl>
            <c:dLbl>
              <c:idx val="2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7-7405-42D2-84DE-F8EA208DA7BA}"/>
                </c:ext>
              </c:extLst>
            </c:dLbl>
            <c:dLbl>
              <c:idx val="2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8-7405-42D2-84DE-F8EA208DA7BA}"/>
                </c:ext>
              </c:extLst>
            </c:dLbl>
            <c:dLbl>
              <c:idx val="2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9-7405-42D2-84DE-F8EA208DA7BA}"/>
                </c:ext>
              </c:extLst>
            </c:dLbl>
            <c:dLbl>
              <c:idx val="2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A-7405-42D2-84DE-F8EA208DA7BA}"/>
                </c:ext>
              </c:extLst>
            </c:dLbl>
            <c:dLbl>
              <c:idx val="2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B-7405-42D2-84DE-F8EA208DA7BA}"/>
                </c:ext>
              </c:extLst>
            </c:dLbl>
            <c:dLbl>
              <c:idx val="2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C-7405-42D2-84DE-F8EA208DA7BA}"/>
                </c:ext>
              </c:extLst>
            </c:dLbl>
            <c:dLbl>
              <c:idx val="2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D-7405-42D2-84DE-F8EA208DA7BA}"/>
                </c:ext>
              </c:extLst>
            </c:dLbl>
            <c:dLbl>
              <c:idx val="2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E-7405-42D2-84DE-F8EA208DA7BA}"/>
                </c:ext>
              </c:extLst>
            </c:dLbl>
            <c:dLbl>
              <c:idx val="2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F-7405-42D2-84DE-F8EA208DA7BA}"/>
                </c:ext>
              </c:extLst>
            </c:dLbl>
            <c:dLbl>
              <c:idx val="2094"/>
              <c:layout>
                <c:manualLayout>
                  <c:x val="1.0247167415764787E-2"/>
                  <c:y val="7.0653358120730215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Forsyth Tech CC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830-7405-42D2-84DE-F8EA208DA7BA}"/>
                </c:ext>
              </c:extLst>
            </c:dLbl>
            <c:dLbl>
              <c:idx val="2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1-7405-42D2-84DE-F8EA208DA7BA}"/>
                </c:ext>
              </c:extLst>
            </c:dLbl>
            <c:dLbl>
              <c:idx val="2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2-7405-42D2-84DE-F8EA208DA7BA}"/>
                </c:ext>
              </c:extLst>
            </c:dLbl>
            <c:dLbl>
              <c:idx val="2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3-7405-42D2-84DE-F8EA208DA7BA}"/>
                </c:ext>
              </c:extLst>
            </c:dLbl>
            <c:dLbl>
              <c:idx val="2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4-7405-42D2-84DE-F8EA208DA7BA}"/>
                </c:ext>
              </c:extLst>
            </c:dLbl>
            <c:dLbl>
              <c:idx val="2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5-7405-42D2-84DE-F8EA208DA7BA}"/>
                </c:ext>
              </c:extLst>
            </c:dLbl>
            <c:dLbl>
              <c:idx val="2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6-7405-42D2-84DE-F8EA208DA7BA}"/>
                </c:ext>
              </c:extLst>
            </c:dLbl>
            <c:dLbl>
              <c:idx val="2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7-7405-42D2-84DE-F8EA208DA7BA}"/>
                </c:ext>
              </c:extLst>
            </c:dLbl>
            <c:dLbl>
              <c:idx val="2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8-7405-42D2-84DE-F8EA208DA7BA}"/>
                </c:ext>
              </c:extLst>
            </c:dLbl>
            <c:dLbl>
              <c:idx val="2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9-7405-42D2-84DE-F8EA208DA7BA}"/>
                </c:ext>
              </c:extLst>
            </c:dLbl>
            <c:dLbl>
              <c:idx val="2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A-7405-42D2-84DE-F8EA208DA7BA}"/>
                </c:ext>
              </c:extLst>
            </c:dLbl>
            <c:dLbl>
              <c:idx val="2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B-7405-42D2-84DE-F8EA208DA7BA}"/>
                </c:ext>
              </c:extLst>
            </c:dLbl>
            <c:dLbl>
              <c:idx val="2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C-7405-42D2-84DE-F8EA208DA7BA}"/>
                </c:ext>
              </c:extLst>
            </c:dLbl>
            <c:dLbl>
              <c:idx val="2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D-7405-42D2-84DE-F8EA208DA7BA}"/>
                </c:ext>
              </c:extLst>
            </c:dLbl>
            <c:dLbl>
              <c:idx val="2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E-7405-42D2-84DE-F8EA208DA7BA}"/>
                </c:ext>
              </c:extLst>
            </c:dLbl>
            <c:dLbl>
              <c:idx val="2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F-7405-42D2-84DE-F8EA208DA7BA}"/>
                </c:ext>
              </c:extLst>
            </c:dLbl>
            <c:dLbl>
              <c:idx val="2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0-7405-42D2-84DE-F8EA208DA7BA}"/>
                </c:ext>
              </c:extLst>
            </c:dLbl>
            <c:dLbl>
              <c:idx val="2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1-7405-42D2-84DE-F8EA208DA7BA}"/>
                </c:ext>
              </c:extLst>
            </c:dLbl>
            <c:dLbl>
              <c:idx val="2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2-7405-42D2-84DE-F8EA208DA7BA}"/>
                </c:ext>
              </c:extLst>
            </c:dLbl>
            <c:dLbl>
              <c:idx val="2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3-7405-42D2-84DE-F8EA208DA7BA}"/>
                </c:ext>
              </c:extLst>
            </c:dLbl>
            <c:dLbl>
              <c:idx val="2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4-7405-42D2-84DE-F8EA208DA7BA}"/>
                </c:ext>
              </c:extLst>
            </c:dLbl>
            <c:dLbl>
              <c:idx val="2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5-7405-42D2-84DE-F8EA208DA7BA}"/>
                </c:ext>
              </c:extLst>
            </c:dLbl>
            <c:dLbl>
              <c:idx val="2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6-7405-42D2-84DE-F8EA208DA7BA}"/>
                </c:ext>
              </c:extLst>
            </c:dLbl>
            <c:dLbl>
              <c:idx val="2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7-7405-42D2-84DE-F8EA208DA7BA}"/>
                </c:ext>
              </c:extLst>
            </c:dLbl>
            <c:dLbl>
              <c:idx val="2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8-7405-42D2-84DE-F8EA208DA7BA}"/>
                </c:ext>
              </c:extLst>
            </c:dLbl>
            <c:dLbl>
              <c:idx val="2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9-7405-42D2-84DE-F8EA208DA7BA}"/>
                </c:ext>
              </c:extLst>
            </c:dLbl>
            <c:dLbl>
              <c:idx val="2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A-7405-42D2-84DE-F8EA208DA7BA}"/>
                </c:ext>
              </c:extLst>
            </c:dLbl>
            <c:dLbl>
              <c:idx val="2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B-7405-42D2-84DE-F8EA208DA7BA}"/>
                </c:ext>
              </c:extLst>
            </c:dLbl>
            <c:dLbl>
              <c:idx val="2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C-7405-42D2-84DE-F8EA208DA7BA}"/>
                </c:ext>
              </c:extLst>
            </c:dLbl>
            <c:dLbl>
              <c:idx val="2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D-7405-42D2-84DE-F8EA208DA7BA}"/>
                </c:ext>
              </c:extLst>
            </c:dLbl>
            <c:dLbl>
              <c:idx val="2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E-7405-42D2-84DE-F8EA208DA7BA}"/>
                </c:ext>
              </c:extLst>
            </c:dLbl>
            <c:dLbl>
              <c:idx val="2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F-7405-42D2-84DE-F8EA208DA7BA}"/>
                </c:ext>
              </c:extLst>
            </c:dLbl>
            <c:dLbl>
              <c:idx val="2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0-7405-42D2-84DE-F8EA208DA7BA}"/>
                </c:ext>
              </c:extLst>
            </c:dLbl>
            <c:dLbl>
              <c:idx val="2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1-7405-42D2-84DE-F8EA208DA7BA}"/>
                </c:ext>
              </c:extLst>
            </c:dLbl>
            <c:dLbl>
              <c:idx val="2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2-7405-42D2-84DE-F8EA208DA7BA}"/>
                </c:ext>
              </c:extLst>
            </c:dLbl>
            <c:dLbl>
              <c:idx val="2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3-7405-42D2-84DE-F8EA208DA7BA}"/>
                </c:ext>
              </c:extLst>
            </c:dLbl>
            <c:dLbl>
              <c:idx val="2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4-7405-42D2-84DE-F8EA208DA7BA}"/>
                </c:ext>
              </c:extLst>
            </c:dLbl>
            <c:dLbl>
              <c:idx val="2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5-7405-42D2-84DE-F8EA208DA7BA}"/>
                </c:ext>
              </c:extLst>
            </c:dLbl>
            <c:dLbl>
              <c:idx val="2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6-7405-42D2-84DE-F8EA208DA7BA}"/>
                </c:ext>
              </c:extLst>
            </c:dLbl>
            <c:dLbl>
              <c:idx val="2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7-7405-42D2-84DE-F8EA208DA7BA}"/>
                </c:ext>
              </c:extLst>
            </c:dLbl>
            <c:dLbl>
              <c:idx val="2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8-7405-42D2-84DE-F8EA208DA7BA}"/>
                </c:ext>
              </c:extLst>
            </c:dLbl>
            <c:dLbl>
              <c:idx val="2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9-7405-42D2-84DE-F8EA208DA7BA}"/>
                </c:ext>
              </c:extLst>
            </c:dLbl>
            <c:dLbl>
              <c:idx val="2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A-7405-42D2-84DE-F8EA208DA7BA}"/>
                </c:ext>
              </c:extLst>
            </c:dLbl>
            <c:dLbl>
              <c:idx val="2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B-7405-42D2-84DE-F8EA208DA7BA}"/>
                </c:ext>
              </c:extLst>
            </c:dLbl>
            <c:dLbl>
              <c:idx val="2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C-7405-42D2-84DE-F8EA208DA7BA}"/>
                </c:ext>
              </c:extLst>
            </c:dLbl>
            <c:dLbl>
              <c:idx val="2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D-7405-42D2-84DE-F8EA208DA7BA}"/>
                </c:ext>
              </c:extLst>
            </c:dLbl>
            <c:dLbl>
              <c:idx val="2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E-7405-42D2-84DE-F8EA208DA7BA}"/>
                </c:ext>
              </c:extLst>
            </c:dLbl>
            <c:dLbl>
              <c:idx val="2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F-7405-42D2-84DE-F8EA208DA7BA}"/>
                </c:ext>
              </c:extLst>
            </c:dLbl>
            <c:dLbl>
              <c:idx val="2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0-7405-42D2-84DE-F8EA208DA7BA}"/>
                </c:ext>
              </c:extLst>
            </c:dLbl>
            <c:dLbl>
              <c:idx val="2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1-7405-42D2-84DE-F8EA208DA7BA}"/>
                </c:ext>
              </c:extLst>
            </c:dLbl>
            <c:dLbl>
              <c:idx val="2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2-7405-42D2-84DE-F8EA208DA7BA}"/>
                </c:ext>
              </c:extLst>
            </c:dLbl>
            <c:dLbl>
              <c:idx val="2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3-7405-42D2-84DE-F8EA208DA7BA}"/>
                </c:ext>
              </c:extLst>
            </c:dLbl>
            <c:dLbl>
              <c:idx val="2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4-7405-42D2-84DE-F8EA208DA7BA}"/>
                </c:ext>
              </c:extLst>
            </c:dLbl>
            <c:dLbl>
              <c:idx val="2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5-7405-42D2-84DE-F8EA208DA7BA}"/>
                </c:ext>
              </c:extLst>
            </c:dLbl>
            <c:dLbl>
              <c:idx val="2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6-7405-42D2-84DE-F8EA208DA7BA}"/>
                </c:ext>
              </c:extLst>
            </c:dLbl>
            <c:dLbl>
              <c:idx val="2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7-7405-42D2-84DE-F8EA208DA7BA}"/>
                </c:ext>
              </c:extLst>
            </c:dLbl>
            <c:dLbl>
              <c:idx val="2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8-7405-42D2-84DE-F8EA208DA7BA}"/>
                </c:ext>
              </c:extLst>
            </c:dLbl>
            <c:dLbl>
              <c:idx val="2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9-7405-42D2-84DE-F8EA208DA7BA}"/>
                </c:ext>
              </c:extLst>
            </c:dLbl>
            <c:dLbl>
              <c:idx val="2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A-7405-42D2-84DE-F8EA208DA7BA}"/>
                </c:ext>
              </c:extLst>
            </c:dLbl>
            <c:dLbl>
              <c:idx val="2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B-7405-42D2-84DE-F8EA208DA7BA}"/>
                </c:ext>
              </c:extLst>
            </c:dLbl>
            <c:dLbl>
              <c:idx val="2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C-7405-42D2-84DE-F8EA208DA7BA}"/>
                </c:ext>
              </c:extLst>
            </c:dLbl>
            <c:dLbl>
              <c:idx val="2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D-7405-42D2-84DE-F8EA208DA7BA}"/>
                </c:ext>
              </c:extLst>
            </c:dLbl>
            <c:dLbl>
              <c:idx val="2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E-7405-42D2-84DE-F8EA208DA7BA}"/>
                </c:ext>
              </c:extLst>
            </c:dLbl>
            <c:dLbl>
              <c:idx val="2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F-7405-42D2-84DE-F8EA208DA7BA}"/>
                </c:ext>
              </c:extLst>
            </c:dLbl>
            <c:dLbl>
              <c:idx val="2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0-7405-42D2-84DE-F8EA208DA7BA}"/>
                </c:ext>
              </c:extLst>
            </c:dLbl>
            <c:dLbl>
              <c:idx val="2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1-7405-42D2-84DE-F8EA208DA7BA}"/>
                </c:ext>
              </c:extLst>
            </c:dLbl>
            <c:dLbl>
              <c:idx val="2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2-7405-42D2-84DE-F8EA208DA7BA}"/>
                </c:ext>
              </c:extLst>
            </c:dLbl>
            <c:dLbl>
              <c:idx val="2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3-7405-42D2-84DE-F8EA208DA7BA}"/>
                </c:ext>
              </c:extLst>
            </c:dLbl>
            <c:dLbl>
              <c:idx val="2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4-7405-42D2-84DE-F8EA208DA7BA}"/>
                </c:ext>
              </c:extLst>
            </c:dLbl>
            <c:dLbl>
              <c:idx val="2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5-7405-42D2-84DE-F8EA208DA7BA}"/>
                </c:ext>
              </c:extLst>
            </c:dLbl>
            <c:dLbl>
              <c:idx val="2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6-7405-42D2-84DE-F8EA208DA7BA}"/>
                </c:ext>
              </c:extLst>
            </c:dLbl>
            <c:dLbl>
              <c:idx val="2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7-7405-42D2-84DE-F8EA208DA7BA}"/>
                </c:ext>
              </c:extLst>
            </c:dLbl>
            <c:dLbl>
              <c:idx val="2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8-7405-42D2-84DE-F8EA208DA7BA}"/>
                </c:ext>
              </c:extLst>
            </c:dLbl>
            <c:dLbl>
              <c:idx val="2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9-7405-42D2-84DE-F8EA208DA7BA}"/>
                </c:ext>
              </c:extLst>
            </c:dLbl>
            <c:dLbl>
              <c:idx val="2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A-7405-42D2-84DE-F8EA208DA7BA}"/>
                </c:ext>
              </c:extLst>
            </c:dLbl>
            <c:dLbl>
              <c:idx val="2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B-7405-42D2-84DE-F8EA208DA7BA}"/>
                </c:ext>
              </c:extLst>
            </c:dLbl>
            <c:dLbl>
              <c:idx val="2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C-7405-42D2-84DE-F8EA208DA7BA}"/>
                </c:ext>
              </c:extLst>
            </c:dLbl>
            <c:dLbl>
              <c:idx val="2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D-7405-42D2-84DE-F8EA208DA7BA}"/>
                </c:ext>
              </c:extLst>
            </c:dLbl>
            <c:dLbl>
              <c:idx val="2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E-7405-42D2-84DE-F8EA208DA7BA}"/>
                </c:ext>
              </c:extLst>
            </c:dLbl>
            <c:dLbl>
              <c:idx val="2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F-7405-42D2-84DE-F8EA208DA7BA}"/>
                </c:ext>
              </c:extLst>
            </c:dLbl>
            <c:dLbl>
              <c:idx val="2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0-7405-42D2-84DE-F8EA208DA7BA}"/>
                </c:ext>
              </c:extLst>
            </c:dLbl>
            <c:dLbl>
              <c:idx val="2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1-7405-42D2-84DE-F8EA208DA7BA}"/>
                </c:ext>
              </c:extLst>
            </c:dLbl>
            <c:dLbl>
              <c:idx val="2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2-7405-42D2-84DE-F8EA208DA7BA}"/>
                </c:ext>
              </c:extLst>
            </c:dLbl>
            <c:dLbl>
              <c:idx val="2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3-7405-42D2-84DE-F8EA208DA7BA}"/>
                </c:ext>
              </c:extLst>
            </c:dLbl>
            <c:dLbl>
              <c:idx val="2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4-7405-42D2-84DE-F8EA208DA7BA}"/>
                </c:ext>
              </c:extLst>
            </c:dLbl>
            <c:dLbl>
              <c:idx val="2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5-7405-42D2-84DE-F8EA208DA7BA}"/>
                </c:ext>
              </c:extLst>
            </c:dLbl>
            <c:dLbl>
              <c:idx val="2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6-7405-42D2-84DE-F8EA208DA7BA}"/>
                </c:ext>
              </c:extLst>
            </c:dLbl>
            <c:dLbl>
              <c:idx val="2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7-7405-42D2-84DE-F8EA208DA7BA}"/>
                </c:ext>
              </c:extLst>
            </c:dLbl>
            <c:dLbl>
              <c:idx val="2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8-7405-42D2-84DE-F8EA208DA7BA}"/>
                </c:ext>
              </c:extLst>
            </c:dLbl>
            <c:dLbl>
              <c:idx val="2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9-7405-42D2-84DE-F8EA208DA7BA}"/>
                </c:ext>
              </c:extLst>
            </c:dLbl>
            <c:dLbl>
              <c:idx val="2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A-7405-42D2-84DE-F8EA208DA7BA}"/>
                </c:ext>
              </c:extLst>
            </c:dLbl>
            <c:dLbl>
              <c:idx val="2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B-7405-42D2-84DE-F8EA208DA7BA}"/>
                </c:ext>
              </c:extLst>
            </c:dLbl>
            <c:dLbl>
              <c:idx val="2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C-7405-42D2-84DE-F8EA208DA7BA}"/>
                </c:ext>
              </c:extLst>
            </c:dLbl>
            <c:dLbl>
              <c:idx val="2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D-7405-42D2-84DE-F8EA208DA7BA}"/>
                </c:ext>
              </c:extLst>
            </c:dLbl>
            <c:dLbl>
              <c:idx val="2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E-7405-42D2-84DE-F8EA208DA7BA}"/>
                </c:ext>
              </c:extLst>
            </c:dLbl>
            <c:dLbl>
              <c:idx val="2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F-7405-42D2-84DE-F8EA208DA7BA}"/>
                </c:ext>
              </c:extLst>
            </c:dLbl>
            <c:dLbl>
              <c:idx val="2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0-7405-42D2-84DE-F8EA208DA7BA}"/>
                </c:ext>
              </c:extLst>
            </c:dLbl>
            <c:dLbl>
              <c:idx val="2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1-7405-42D2-84DE-F8EA208DA7BA}"/>
                </c:ext>
              </c:extLst>
            </c:dLbl>
            <c:dLbl>
              <c:idx val="2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2-7405-42D2-84DE-F8EA208DA7BA}"/>
                </c:ext>
              </c:extLst>
            </c:dLbl>
            <c:dLbl>
              <c:idx val="2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3-7405-42D2-84DE-F8EA208DA7BA}"/>
                </c:ext>
              </c:extLst>
            </c:dLbl>
            <c:dLbl>
              <c:idx val="2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4-7405-42D2-84DE-F8EA208DA7BA}"/>
                </c:ext>
              </c:extLst>
            </c:dLbl>
            <c:dLbl>
              <c:idx val="2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5-7405-42D2-84DE-F8EA208DA7BA}"/>
                </c:ext>
              </c:extLst>
            </c:dLbl>
            <c:dLbl>
              <c:idx val="2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6-7405-42D2-84DE-F8EA208DA7BA}"/>
                </c:ext>
              </c:extLst>
            </c:dLbl>
            <c:dLbl>
              <c:idx val="2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7-7405-42D2-84DE-F8EA208DA7BA}"/>
                </c:ext>
              </c:extLst>
            </c:dLbl>
            <c:dLbl>
              <c:idx val="2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8-7405-42D2-84DE-F8EA208DA7BA}"/>
                </c:ext>
              </c:extLst>
            </c:dLbl>
            <c:dLbl>
              <c:idx val="2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9-7405-42D2-84DE-F8EA208DA7BA}"/>
                </c:ext>
              </c:extLst>
            </c:dLbl>
            <c:dLbl>
              <c:idx val="2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A-7405-42D2-84DE-F8EA208DA7BA}"/>
                </c:ext>
              </c:extLst>
            </c:dLbl>
            <c:dLbl>
              <c:idx val="2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B-7405-42D2-84DE-F8EA208DA7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l"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bg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Braven!$D$2:$D$2203</c:f>
              <c:numCache>
                <c:formatCode>General</c:formatCode>
                <c:ptCount val="2202"/>
                <c:pt idx="92">
                  <c:v>3.1803748999999999</c:v>
                </c:pt>
                <c:pt idx="208">
                  <c:v>1.7875916999999999</c:v>
                </c:pt>
                <c:pt idx="248">
                  <c:v>6.9826335999999998</c:v>
                </c:pt>
                <c:pt idx="331">
                  <c:v>3.4589846</c:v>
                </c:pt>
                <c:pt idx="377">
                  <c:v>4.2567462999999996</c:v>
                </c:pt>
                <c:pt idx="446">
                  <c:v>1.3816976999999999</c:v>
                </c:pt>
                <c:pt idx="593">
                  <c:v>6.5462718000000004</c:v>
                </c:pt>
                <c:pt idx="789">
                  <c:v>4.1673346000000002</c:v>
                </c:pt>
                <c:pt idx="812">
                  <c:v>3.6087096000000001</c:v>
                </c:pt>
                <c:pt idx="884">
                  <c:v>6.7847729000000001</c:v>
                </c:pt>
                <c:pt idx="1096">
                  <c:v>17.229799</c:v>
                </c:pt>
                <c:pt idx="1199">
                  <c:v>21.012121</c:v>
                </c:pt>
                <c:pt idx="1231">
                  <c:v>6.0231829000000001</c:v>
                </c:pt>
                <c:pt idx="1293">
                  <c:v>21.139999</c:v>
                </c:pt>
                <c:pt idx="1318">
                  <c:v>15.239432000000001</c:v>
                </c:pt>
                <c:pt idx="1868">
                  <c:v>12.285538000000001</c:v>
                </c:pt>
                <c:pt idx="1915">
                  <c:v>15.632856</c:v>
                </c:pt>
                <c:pt idx="1939">
                  <c:v>12.845675</c:v>
                </c:pt>
                <c:pt idx="2069">
                  <c:v>34.405360999999999</c:v>
                </c:pt>
                <c:pt idx="2094">
                  <c:v>14.158376000000001</c:v>
                </c:pt>
              </c:numCache>
            </c:numRef>
          </c:xVal>
          <c:yVal>
            <c:numRef>
              <c:f>Braven!$E$2:$E$2203</c:f>
              <c:numCache>
                <c:formatCode>General</c:formatCode>
                <c:ptCount val="2202"/>
                <c:pt idx="92">
                  <c:v>50.391167000000003</c:v>
                </c:pt>
                <c:pt idx="208">
                  <c:v>40.344776000000003</c:v>
                </c:pt>
                <c:pt idx="248">
                  <c:v>37.757083999999999</c:v>
                </c:pt>
                <c:pt idx="331">
                  <c:v>33.300896000000002</c:v>
                </c:pt>
                <c:pt idx="377">
                  <c:v>31.746281</c:v>
                </c:pt>
                <c:pt idx="446">
                  <c:v>29.688521999999999</c:v>
                </c:pt>
                <c:pt idx="593">
                  <c:v>25.022473999999999</c:v>
                </c:pt>
                <c:pt idx="789">
                  <c:v>20.236183</c:v>
                </c:pt>
                <c:pt idx="812">
                  <c:v>19.721117</c:v>
                </c:pt>
                <c:pt idx="884">
                  <c:v>18.644908999999998</c:v>
                </c:pt>
                <c:pt idx="1096">
                  <c:v>15.756985999999999</c:v>
                </c:pt>
                <c:pt idx="1199">
                  <c:v>14.410923</c:v>
                </c:pt>
                <c:pt idx="1231">
                  <c:v>14.080359</c:v>
                </c:pt>
                <c:pt idx="1293">
                  <c:v>13.439994</c:v>
                </c:pt>
                <c:pt idx="1318">
                  <c:v>13.098610000000001</c:v>
                </c:pt>
                <c:pt idx="1868">
                  <c:v>7.2304950000000003</c:v>
                </c:pt>
                <c:pt idx="1915">
                  <c:v>6.6552372000000002</c:v>
                </c:pt>
                <c:pt idx="1939">
                  <c:v>6.3271341000000003</c:v>
                </c:pt>
                <c:pt idx="2069">
                  <c:v>4.1779871000000002</c:v>
                </c:pt>
                <c:pt idx="2094">
                  <c:v>3.7457015999999999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Braven!$A$2:$A$2203</c15:f>
                <c15:dlblRangeCache>
                  <c:ptCount val="2202"/>
                  <c:pt idx="0">
                    <c:v>Saint Louis College Of Pharmacy</c:v>
                  </c:pt>
                  <c:pt idx="1">
                    <c:v>MCPHS University</c:v>
                  </c:pt>
                  <c:pt idx="2">
                    <c:v>Albany College Of Pharmacy And Health Sciences</c:v>
                  </c:pt>
                  <c:pt idx="3">
                    <c:v>California Maritime Academy</c:v>
                  </c:pt>
                  <c:pt idx="4">
                    <c:v>Rose - Hulman Institute Of Technology</c:v>
                  </c:pt>
                  <c:pt idx="5">
                    <c:v>Advanced Institute Of Hair Design</c:v>
                  </c:pt>
                  <c:pt idx="6">
                    <c:v>Kettering University</c:v>
                  </c:pt>
                  <c:pt idx="7">
                    <c:v>Harvey Mudd College</c:v>
                  </c:pt>
                  <c:pt idx="8">
                    <c:v>Claremont Mckenna College</c:v>
                  </c:pt>
                  <c:pt idx="9">
                    <c:v>Babson College</c:v>
                  </c:pt>
                  <c:pt idx="10">
                    <c:v>Worcester Polytechnic Institute</c:v>
                  </c:pt>
                  <c:pt idx="11">
                    <c:v>MIT</c:v>
                  </c:pt>
                  <c:pt idx="12">
                    <c:v>California Institute Of Technology</c:v>
                  </c:pt>
                  <c:pt idx="13">
                    <c:v>Princeton University</c:v>
                  </c:pt>
                  <c:pt idx="14">
                    <c:v>Rensselaer Polytechnic Institute</c:v>
                  </c:pt>
                  <c:pt idx="15">
                    <c:v>Colorado School Of Mines</c:v>
                  </c:pt>
                  <c:pt idx="16">
                    <c:v>New Jersey Institute Of Technology</c:v>
                  </c:pt>
                  <c:pt idx="17">
                    <c:v>Fairfield University</c:v>
                  </c:pt>
                  <c:pt idx="18">
                    <c:v>University Of The Sciences In Philadelphia</c:v>
                  </c:pt>
                  <c:pt idx="19">
                    <c:v>Stanford</c:v>
                  </c:pt>
                  <c:pt idx="20">
                    <c:v>College Of Mount Saint Vincent And Manhattan College</c:v>
                  </c:pt>
                  <c:pt idx="21">
                    <c:v>Stevens Institute Of Technology</c:v>
                  </c:pt>
                  <c:pt idx="22">
                    <c:v>University Of Notre Dame</c:v>
                  </c:pt>
                  <c:pt idx="23">
                    <c:v>Tufts University</c:v>
                  </c:pt>
                  <c:pt idx="24">
                    <c:v>Santa Clara University</c:v>
                  </c:pt>
                  <c:pt idx="25">
                    <c:v>Massachusetts Maritime Academy</c:v>
                  </c:pt>
                  <c:pt idx="26">
                    <c:v>Columbia University In The City Of New York</c:v>
                  </c:pt>
                  <c:pt idx="27">
                    <c:v>Georgetown University</c:v>
                  </c:pt>
                  <c:pt idx="28">
                    <c:v>Colby College</c:v>
                  </c:pt>
                  <c:pt idx="29">
                    <c:v>University Of Mary Washington</c:v>
                  </c:pt>
                  <c:pt idx="30">
                    <c:v>Bentley University</c:v>
                  </c:pt>
                  <c:pt idx="31">
                    <c:v>Illinois Institute Of Technology</c:v>
                  </c:pt>
                  <c:pt idx="32">
                    <c:v>Hamilton College</c:v>
                  </c:pt>
                  <c:pt idx="33">
                    <c:v>Cornell University</c:v>
                  </c:pt>
                  <c:pt idx="34">
                    <c:v>Vanderbilt University</c:v>
                  </c:pt>
                  <c:pt idx="35">
                    <c:v>Saint John's University of Collegeville, MN</c:v>
                  </c:pt>
                  <c:pt idx="36">
                    <c:v>Johns Hopkins University</c:v>
                  </c:pt>
                  <c:pt idx="37">
                    <c:v>Lafayette College</c:v>
                  </c:pt>
                  <c:pt idx="38">
                    <c:v>University Of Pennsylvania</c:v>
                  </c:pt>
                  <c:pt idx="39">
                    <c:v>Villanova University</c:v>
                  </c:pt>
                  <c:pt idx="40">
                    <c:v>Rhodes College</c:v>
                  </c:pt>
                  <c:pt idx="41">
                    <c:v>Harvard</c:v>
                  </c:pt>
                  <c:pt idx="42">
                    <c:v>Georgia Institute Of Technology</c:v>
                  </c:pt>
                  <c:pt idx="43">
                    <c:v>Yale University</c:v>
                  </c:pt>
                  <c:pt idx="44">
                    <c:v>Lehigh University</c:v>
                  </c:pt>
                  <c:pt idx="45">
                    <c:v>Drew University</c:v>
                  </c:pt>
                  <c:pt idx="46">
                    <c:v>Franklin &amp; Marshall College</c:v>
                  </c:pt>
                  <c:pt idx="47">
                    <c:v>Boston College</c:v>
                  </c:pt>
                  <c:pt idx="48">
                    <c:v>Pace University</c:v>
                  </c:pt>
                  <c:pt idx="49">
                    <c:v>University Of California, Irvine</c:v>
                  </c:pt>
                  <c:pt idx="50">
                    <c:v>University Of California, Berkeley</c:v>
                  </c:pt>
                  <c:pt idx="51">
                    <c:v>Northwestern University</c:v>
                  </c:pt>
                  <c:pt idx="52">
                    <c:v>Bucknell University</c:v>
                  </c:pt>
                  <c:pt idx="53">
                    <c:v>University Of California, San Diego</c:v>
                  </c:pt>
                  <c:pt idx="54">
                    <c:v>Case Western Reserve University</c:v>
                  </c:pt>
                  <c:pt idx="55">
                    <c:v>University Of California, Los Angeles</c:v>
                  </c:pt>
                  <c:pt idx="56">
                    <c:v>Middlebury College</c:v>
                  </c:pt>
                  <c:pt idx="57">
                    <c:v>Trinity College of Hartford, CT</c:v>
                  </c:pt>
                  <c:pt idx="58">
                    <c:v>University Of Southern California</c:v>
                  </c:pt>
                  <c:pt idx="59">
                    <c:v>Dickinson College</c:v>
                  </c:pt>
                  <c:pt idx="60">
                    <c:v>Binghamton University</c:v>
                  </c:pt>
                  <c:pt idx="61">
                    <c:v>Illinois Wesleyan University</c:v>
                  </c:pt>
                  <c:pt idx="62">
                    <c:v>Bryant University</c:v>
                  </c:pt>
                  <c:pt idx="63">
                    <c:v>California Polytechnic State University</c:v>
                  </c:pt>
                  <c:pt idx="64">
                    <c:v>Washington University In St. Louis</c:v>
                  </c:pt>
                  <c:pt idx="65">
                    <c:v>Creighton University</c:v>
                  </c:pt>
                  <c:pt idx="66">
                    <c:v>Carnegie Mellon University</c:v>
                  </c:pt>
                  <c:pt idx="67">
                    <c:v>Brown University</c:v>
                  </c:pt>
                  <c:pt idx="68">
                    <c:v>Clarkson University</c:v>
                  </c:pt>
                  <c:pt idx="69">
                    <c:v>Pomona College</c:v>
                  </c:pt>
                  <c:pt idx="70">
                    <c:v>Carleton College</c:v>
                  </c:pt>
                  <c:pt idx="71">
                    <c:v>Barnard College</c:v>
                  </c:pt>
                  <c:pt idx="72">
                    <c:v>Western New England University</c:v>
                  </c:pt>
                  <c:pt idx="73">
                    <c:v>Dominican University Of California</c:v>
                  </c:pt>
                  <c:pt idx="74">
                    <c:v>University Of Rochester</c:v>
                  </c:pt>
                  <c:pt idx="75">
                    <c:v>Willamette University</c:v>
                  </c:pt>
                  <c:pt idx="76">
                    <c:v>Nichols College</c:v>
                  </c:pt>
                  <c:pt idx="77">
                    <c:v>New York University</c:v>
                  </c:pt>
                  <c:pt idx="78">
                    <c:v>Ohio Northern University</c:v>
                  </c:pt>
                  <c:pt idx="79">
                    <c:v>Fordham University</c:v>
                  </c:pt>
                  <c:pt idx="80">
                    <c:v>University Of Virginia</c:v>
                  </c:pt>
                  <c:pt idx="81">
                    <c:v>University Of California, Davis</c:v>
                  </c:pt>
                  <c:pt idx="82">
                    <c:v>Rochester Institute Of Technology</c:v>
                  </c:pt>
                  <c:pt idx="83">
                    <c:v>Cooper Union For The Advancement Of Science &amp; Art </c:v>
                  </c:pt>
                  <c:pt idx="84">
                    <c:v>Syracuse University</c:v>
                  </c:pt>
                  <c:pt idx="85">
                    <c:v>SUNY Maritime College</c:v>
                  </c:pt>
                  <c:pt idx="86">
                    <c:v>State University Of New York At Stony Brook</c:v>
                  </c:pt>
                  <c:pt idx="87">
                    <c:v>Florida Institute Of Technology</c:v>
                  </c:pt>
                  <c:pt idx="88">
                    <c:v>Washington And Lee University</c:v>
                  </c:pt>
                  <c:pt idx="89">
                    <c:v>Brandeis University</c:v>
                  </c:pt>
                  <c:pt idx="90">
                    <c:v>Connecticut College</c:v>
                  </c:pt>
                  <c:pt idx="91">
                    <c:v>Boston University</c:v>
                  </c:pt>
                  <c:pt idx="92">
                    <c:v>Duke University</c:v>
                  </c:pt>
                  <c:pt idx="93">
                    <c:v>University Of Michigan - Ann Arbor</c:v>
                  </c:pt>
                  <c:pt idx="94">
                    <c:v>George Mason University</c:v>
                  </c:pt>
                  <c:pt idx="95">
                    <c:v>Milwaukee School Of Engineering</c:v>
                  </c:pt>
                  <c:pt idx="96">
                    <c:v>Emory University</c:v>
                  </c:pt>
                  <c:pt idx="97">
                    <c:v>College Of New Jersey </c:v>
                  </c:pt>
                  <c:pt idx="98">
                    <c:v>University Of The Pacific</c:v>
                  </c:pt>
                  <c:pt idx="99">
                    <c:v>Dartmouth College</c:v>
                  </c:pt>
                  <c:pt idx="100">
                    <c:v>MCP Hahnemann And Drexel Universities</c:v>
                  </c:pt>
                  <c:pt idx="101">
                    <c:v>University Of California, Santa Barbara</c:v>
                  </c:pt>
                  <c:pt idx="102">
                    <c:v>Saint Francis College</c:v>
                  </c:pt>
                  <c:pt idx="103">
                    <c:v>Scripps College</c:v>
                  </c:pt>
                  <c:pt idx="104">
                    <c:v>Swarthmore College</c:v>
                  </c:pt>
                  <c:pt idx="105">
                    <c:v>Clarke University</c:v>
                  </c:pt>
                  <c:pt idx="106">
                    <c:v>Rice University</c:v>
                  </c:pt>
                  <c:pt idx="107">
                    <c:v>College Of The Holy Cross</c:v>
                  </c:pt>
                  <c:pt idx="108">
                    <c:v>Quinnipiac University</c:v>
                  </c:pt>
                  <c:pt idx="109">
                    <c:v>University Of Scranton</c:v>
                  </c:pt>
                  <c:pt idx="110">
                    <c:v>Dominican College Of Blauvelt</c:v>
                  </c:pt>
                  <c:pt idx="111">
                    <c:v>Embry-Riddle Aeronautical University</c:v>
                  </c:pt>
                  <c:pt idx="112">
                    <c:v>College Of Saint Scholastica</c:v>
                  </c:pt>
                  <c:pt idx="113">
                    <c:v>Messiah College</c:v>
                  </c:pt>
                  <c:pt idx="114">
                    <c:v>Drake University</c:v>
                  </c:pt>
                  <c:pt idx="115">
                    <c:v>College Of Saint Benedict</c:v>
                  </c:pt>
                  <c:pt idx="116">
                    <c:v>Trinity University</c:v>
                  </c:pt>
                  <c:pt idx="117">
                    <c:v>Butler University</c:v>
                  </c:pt>
                  <c:pt idx="118">
                    <c:v>New Mexico Institute Of Mining &amp; Technology</c:v>
                  </c:pt>
                  <c:pt idx="119">
                    <c:v>Lake Forest College</c:v>
                  </c:pt>
                  <c:pt idx="120">
                    <c:v>Juniata College</c:v>
                  </c:pt>
                  <c:pt idx="121">
                    <c:v>Yeshiva University</c:v>
                  </c:pt>
                  <c:pt idx="122">
                    <c:v>Virginia Polytechnic Institute &amp; State University</c:v>
                  </c:pt>
                  <c:pt idx="123">
                    <c:v>Saint John's University of Queens, NY</c:v>
                  </c:pt>
                  <c:pt idx="124">
                    <c:v>Northeastern University</c:v>
                  </c:pt>
                  <c:pt idx="125">
                    <c:v>University Of Denver</c:v>
                  </c:pt>
                  <c:pt idx="126">
                    <c:v>Trine University</c:v>
                  </c:pt>
                  <c:pt idx="127">
                    <c:v>Augustana College of Rock Island, IL</c:v>
                  </c:pt>
                  <c:pt idx="128">
                    <c:v>CUNY Bernard M. Baruch College</c:v>
                  </c:pt>
                  <c:pt idx="129">
                    <c:v>University Of Connecticut</c:v>
                  </c:pt>
                  <c:pt idx="130">
                    <c:v>Wesleyan University</c:v>
                  </c:pt>
                  <c:pt idx="131">
                    <c:v>University Of San Diego</c:v>
                  </c:pt>
                  <c:pt idx="132">
                    <c:v>Michigan Technological University</c:v>
                  </c:pt>
                  <c:pt idx="133">
                    <c:v>Muhlenberg College</c:v>
                  </c:pt>
                  <c:pt idx="134">
                    <c:v>Amherst College</c:v>
                  </c:pt>
                  <c:pt idx="135">
                    <c:v>Westminster College of Fulton, MO</c:v>
                  </c:pt>
                  <c:pt idx="136">
                    <c:v>University Of San Francisco</c:v>
                  </c:pt>
                  <c:pt idx="137">
                    <c:v>Loyola Marymount University</c:v>
                  </c:pt>
                  <c:pt idx="138">
                    <c:v>California State Polytechnic University, Pomona</c:v>
                  </c:pt>
                  <c:pt idx="139">
                    <c:v>Maine Maritime Academy</c:v>
                  </c:pt>
                  <c:pt idx="140">
                    <c:v>University Of Washington System</c:v>
                  </c:pt>
                  <c:pt idx="141">
                    <c:v>Providence College</c:v>
                  </c:pt>
                  <c:pt idx="142">
                    <c:v>University Of Saint Thomas of Saint Paul, MN</c:v>
                  </c:pt>
                  <c:pt idx="143">
                    <c:v>University Of Chicago </c:v>
                  </c:pt>
                  <c:pt idx="144">
                    <c:v>Pacific Union College</c:v>
                  </c:pt>
                  <c:pt idx="145">
                    <c:v>Union College of Schenectady, NY</c:v>
                  </c:pt>
                  <c:pt idx="146">
                    <c:v>Vaughn College Of Aeronautics And Technology</c:v>
                  </c:pt>
                  <c:pt idx="147">
                    <c:v>Citadel, The Military College Of South Carolina</c:v>
                  </c:pt>
                  <c:pt idx="148">
                    <c:v>Wilkes University</c:v>
                  </c:pt>
                  <c:pt idx="149">
                    <c:v>Texas A&amp;M University</c:v>
                  </c:pt>
                  <c:pt idx="150">
                    <c:v>University Of Texas At Austin</c:v>
                  </c:pt>
                  <c:pt idx="151">
                    <c:v>Skidmore College</c:v>
                  </c:pt>
                  <c:pt idx="152">
                    <c:v>Jamestown College</c:v>
                  </c:pt>
                  <c:pt idx="153">
                    <c:v>SUNY College At Geneseo</c:v>
                  </c:pt>
                  <c:pt idx="154">
                    <c:v>California State University, East Bay</c:v>
                  </c:pt>
                  <c:pt idx="155">
                    <c:v>Gettysburg College</c:v>
                  </c:pt>
                  <c:pt idx="156">
                    <c:v>Saint Mary's College Of California</c:v>
                  </c:pt>
                  <c:pt idx="157">
                    <c:v>Wellesley College</c:v>
                  </c:pt>
                  <c:pt idx="158">
                    <c:v>Salve Regina University</c:v>
                  </c:pt>
                  <c:pt idx="159">
                    <c:v>Hood College</c:v>
                  </c:pt>
                  <c:pt idx="160">
                    <c:v>State University Of New York At Albany</c:v>
                  </c:pt>
                  <c:pt idx="161">
                    <c:v>Saint Joseph's College of Brooklyn, NY</c:v>
                  </c:pt>
                  <c:pt idx="162">
                    <c:v>Virginia Military Institute</c:v>
                  </c:pt>
                  <c:pt idx="163">
                    <c:v>Mount Holyoke College</c:v>
                  </c:pt>
                  <c:pt idx="164">
                    <c:v>Pepperdine University</c:v>
                  </c:pt>
                  <c:pt idx="165">
                    <c:v>Depaul University</c:v>
                  </c:pt>
                  <c:pt idx="166">
                    <c:v>University Of Mary</c:v>
                  </c:pt>
                  <c:pt idx="167">
                    <c:v>Robert Morris University</c:v>
                  </c:pt>
                  <c:pt idx="168">
                    <c:v>University Of Florida</c:v>
                  </c:pt>
                  <c:pt idx="169">
                    <c:v>La Salle University</c:v>
                  </c:pt>
                  <c:pt idx="170">
                    <c:v>Philadelphia University</c:v>
                  </c:pt>
                  <c:pt idx="171">
                    <c:v>Point Loma Nazarene University</c:v>
                  </c:pt>
                  <c:pt idx="172">
                    <c:v>Concordia University of Portland, OR</c:v>
                  </c:pt>
                  <c:pt idx="173">
                    <c:v>Albertus Magnus College</c:v>
                  </c:pt>
                  <c:pt idx="174">
                    <c:v>Assumption College</c:v>
                  </c:pt>
                  <c:pt idx="175">
                    <c:v>Letourneau University</c:v>
                  </c:pt>
                  <c:pt idx="176">
                    <c:v>State University Of New York At Buffalo</c:v>
                  </c:pt>
                  <c:pt idx="177">
                    <c:v>Clark University</c:v>
                  </c:pt>
                  <c:pt idx="178">
                    <c:v>Hofstra University</c:v>
                  </c:pt>
                  <c:pt idx="179">
                    <c:v>George Washington University</c:v>
                  </c:pt>
                  <c:pt idx="180">
                    <c:v>Seton Hall University</c:v>
                  </c:pt>
                  <c:pt idx="181">
                    <c:v>Wagner College</c:v>
                  </c:pt>
                  <c:pt idx="182">
                    <c:v>Saint Louis University</c:v>
                  </c:pt>
                  <c:pt idx="183">
                    <c:v>Sacred Heart University</c:v>
                  </c:pt>
                  <c:pt idx="184">
                    <c:v>University Of Texas At Dallas</c:v>
                  </c:pt>
                  <c:pt idx="185">
                    <c:v>University Of Illinois System</c:v>
                  </c:pt>
                  <c:pt idx="186">
                    <c:v>Saint Olaf College</c:v>
                  </c:pt>
                  <c:pt idx="187">
                    <c:v>Marquette University</c:v>
                  </c:pt>
                  <c:pt idx="188">
                    <c:v>Saint Anselm College</c:v>
                  </c:pt>
                  <c:pt idx="189">
                    <c:v>Bowdoin College</c:v>
                  </c:pt>
                  <c:pt idx="190">
                    <c:v>Manhattanville College</c:v>
                  </c:pt>
                  <c:pt idx="191">
                    <c:v>Duquesne University Of The Holy Spirit</c:v>
                  </c:pt>
                  <c:pt idx="192">
                    <c:v>Bates College</c:v>
                  </c:pt>
                  <c:pt idx="193">
                    <c:v>Ohio Wesleyan University</c:v>
                  </c:pt>
                  <c:pt idx="194">
                    <c:v>Regis University</c:v>
                  </c:pt>
                  <c:pt idx="195">
                    <c:v>McDaniel College</c:v>
                  </c:pt>
                  <c:pt idx="196">
                    <c:v>Grinnell College</c:v>
                  </c:pt>
                  <c:pt idx="197">
                    <c:v>Mount Saint Mary College</c:v>
                  </c:pt>
                  <c:pt idx="198">
                    <c:v>University Of California, Riverside</c:v>
                  </c:pt>
                  <c:pt idx="199">
                    <c:v>Presbyterian College</c:v>
                  </c:pt>
                  <c:pt idx="200">
                    <c:v>Dunwoody College Of Technology</c:v>
                  </c:pt>
                  <c:pt idx="201">
                    <c:v>Simmons College</c:v>
                  </c:pt>
                  <c:pt idx="202">
                    <c:v>San Diego State University</c:v>
                  </c:pt>
                  <c:pt idx="203">
                    <c:v>Kalamazoo College</c:v>
                  </c:pt>
                  <c:pt idx="204">
                    <c:v>Saint Joseph's University</c:v>
                  </c:pt>
                  <c:pt idx="205">
                    <c:v>Thomas A Edison State College</c:v>
                  </c:pt>
                  <c:pt idx="206">
                    <c:v>James Madison University</c:v>
                  </c:pt>
                  <c:pt idx="207">
                    <c:v>Christian Brothers University</c:v>
                  </c:pt>
                  <c:pt idx="208">
                    <c:v>Wake Forest University</c:v>
                  </c:pt>
                  <c:pt idx="209">
                    <c:v>Seattle University</c:v>
                  </c:pt>
                  <c:pt idx="210">
                    <c:v>Bradley University</c:v>
                  </c:pt>
                  <c:pt idx="211">
                    <c:v>Ramapo College Of New Jersey</c:v>
                  </c:pt>
                  <c:pt idx="212">
                    <c:v>ITI Technical College</c:v>
                  </c:pt>
                  <c:pt idx="213">
                    <c:v>Otis College Of Art &amp; Design</c:v>
                  </c:pt>
                  <c:pt idx="214">
                    <c:v>University Of Miami</c:v>
                  </c:pt>
                  <c:pt idx="215">
                    <c:v>Loyola University Maryland</c:v>
                  </c:pt>
                  <c:pt idx="216">
                    <c:v>Southern Methodist University</c:v>
                  </c:pt>
                  <c:pt idx="217">
                    <c:v>Simpson College</c:v>
                  </c:pt>
                  <c:pt idx="218">
                    <c:v>Wabash College</c:v>
                  </c:pt>
                  <c:pt idx="219">
                    <c:v>California State University, Fullerton</c:v>
                  </c:pt>
                  <c:pt idx="220">
                    <c:v>Austin College</c:v>
                  </c:pt>
                  <c:pt idx="221">
                    <c:v>Spring Hill College</c:v>
                  </c:pt>
                  <c:pt idx="222">
                    <c:v>Haverford College</c:v>
                  </c:pt>
                  <c:pt idx="223">
                    <c:v>Hampden Sydney College</c:v>
                  </c:pt>
                  <c:pt idx="224">
                    <c:v>Iona College</c:v>
                  </c:pt>
                  <c:pt idx="225">
                    <c:v>Southern Polytechnic State University</c:v>
                  </c:pt>
                  <c:pt idx="226">
                    <c:v>Occidental College</c:v>
                  </c:pt>
                  <c:pt idx="227">
                    <c:v>Wentworth Institute Of Technology</c:v>
                  </c:pt>
                  <c:pt idx="228">
                    <c:v>University Of Delaware</c:v>
                  </c:pt>
                  <c:pt idx="229">
                    <c:v>Westminster College of New Wilmington, PA</c:v>
                  </c:pt>
                  <c:pt idx="230">
                    <c:v>College Of William &amp; Mary</c:v>
                  </c:pt>
                  <c:pt idx="231">
                    <c:v>Tabor College</c:v>
                  </c:pt>
                  <c:pt idx="232">
                    <c:v>Coe College</c:v>
                  </c:pt>
                  <c:pt idx="233">
                    <c:v>Stevenson University</c:v>
                  </c:pt>
                  <c:pt idx="234">
                    <c:v>Utica College</c:v>
                  </c:pt>
                  <c:pt idx="235">
                    <c:v>Rockhurst University</c:v>
                  </c:pt>
                  <c:pt idx="236">
                    <c:v>California Lutheran University</c:v>
                  </c:pt>
                  <c:pt idx="237">
                    <c:v>California State University, Long Beach</c:v>
                  </c:pt>
                  <c:pt idx="238">
                    <c:v>Catholic University Of America </c:v>
                  </c:pt>
                  <c:pt idx="239">
                    <c:v>Texas Lutheran University</c:v>
                  </c:pt>
                  <c:pt idx="240">
                    <c:v>Saint Mary's University</c:v>
                  </c:pt>
                  <c:pt idx="241">
                    <c:v>King's College of Wilkes-Barre, PA</c:v>
                  </c:pt>
                  <c:pt idx="242">
                    <c:v>Monmouth University</c:v>
                  </c:pt>
                  <c:pt idx="243">
                    <c:v>University Of Saint Joseph</c:v>
                  </c:pt>
                  <c:pt idx="244">
                    <c:v>Benedictine University</c:v>
                  </c:pt>
                  <c:pt idx="245">
                    <c:v>Western Connecticut State University</c:v>
                  </c:pt>
                  <c:pt idx="246">
                    <c:v>Colorado College</c:v>
                  </c:pt>
                  <c:pt idx="247">
                    <c:v>Clemson University</c:v>
                  </c:pt>
                  <c:pt idx="248">
                    <c:v>Queens University Of Charlotte</c:v>
                  </c:pt>
                  <c:pt idx="249">
                    <c:v>Endicott College</c:v>
                  </c:pt>
                  <c:pt idx="250">
                    <c:v>Milwaukee Institute Of Art &amp; Design</c:v>
                  </c:pt>
                  <c:pt idx="251">
                    <c:v>Loyola University Chicago</c:v>
                  </c:pt>
                  <c:pt idx="252">
                    <c:v>University Of California, Santa Cruz</c:v>
                  </c:pt>
                  <c:pt idx="253">
                    <c:v>Whittier College</c:v>
                  </c:pt>
                  <c:pt idx="254">
                    <c:v>Smith College</c:v>
                  </c:pt>
                  <c:pt idx="255">
                    <c:v>Rider University</c:v>
                  </c:pt>
                  <c:pt idx="256">
                    <c:v>Adelphi University</c:v>
                  </c:pt>
                  <c:pt idx="257">
                    <c:v>DePauw University</c:v>
                  </c:pt>
                  <c:pt idx="258">
                    <c:v>Texas Christian University</c:v>
                  </c:pt>
                  <c:pt idx="259">
                    <c:v>State University Of New York At New Paltz</c:v>
                  </c:pt>
                  <c:pt idx="260">
                    <c:v>Ripon College</c:v>
                  </c:pt>
                  <c:pt idx="261">
                    <c:v>Howard University</c:v>
                  </c:pt>
                  <c:pt idx="262">
                    <c:v>University Of Richmond</c:v>
                  </c:pt>
                  <c:pt idx="263">
                    <c:v>New York Institute Of Technology</c:v>
                  </c:pt>
                  <c:pt idx="264">
                    <c:v>Baker University</c:v>
                  </c:pt>
                  <c:pt idx="265">
                    <c:v>Fresno Pacific University</c:v>
                  </c:pt>
                  <c:pt idx="266">
                    <c:v>University Of Dayton</c:v>
                  </c:pt>
                  <c:pt idx="267">
                    <c:v>Stonehill College</c:v>
                  </c:pt>
                  <c:pt idx="268">
                    <c:v>Colgate University</c:v>
                  </c:pt>
                  <c:pt idx="269">
                    <c:v>Perry Technical Institute</c:v>
                  </c:pt>
                  <c:pt idx="270">
                    <c:v>Washington College</c:v>
                  </c:pt>
                  <c:pt idx="271">
                    <c:v>Morehouse College</c:v>
                  </c:pt>
                  <c:pt idx="272">
                    <c:v>American University </c:v>
                  </c:pt>
                  <c:pt idx="273">
                    <c:v>Stetson University</c:v>
                  </c:pt>
                  <c:pt idx="274">
                    <c:v>University Of Massachusetts System</c:v>
                  </c:pt>
                  <c:pt idx="275">
                    <c:v>Ithaca College</c:v>
                  </c:pt>
                  <c:pt idx="276">
                    <c:v>University Of Michigan - Dearborn</c:v>
                  </c:pt>
                  <c:pt idx="277">
                    <c:v>Oregon Institute Of Technology</c:v>
                  </c:pt>
                  <c:pt idx="278">
                    <c:v>SUNY Upstate Medical University And SUNY College Of Environment Science And Forestry</c:v>
                  </c:pt>
                  <c:pt idx="279">
                    <c:v>University Of Central Florida</c:v>
                  </c:pt>
                  <c:pt idx="280">
                    <c:v>Allegheny College</c:v>
                  </c:pt>
                  <c:pt idx="281">
                    <c:v>Rocky Mountain College</c:v>
                  </c:pt>
                  <c:pt idx="282">
                    <c:v>Marymount University</c:v>
                  </c:pt>
                  <c:pt idx="283">
                    <c:v>Hobart And William Smith Colleges</c:v>
                  </c:pt>
                  <c:pt idx="284">
                    <c:v>CUNY John Jay College Of Criminal Justice</c:v>
                  </c:pt>
                  <c:pt idx="285">
                    <c:v>CUNY Hunter College</c:v>
                  </c:pt>
                  <c:pt idx="286">
                    <c:v>Temple University</c:v>
                  </c:pt>
                  <c:pt idx="287">
                    <c:v>Iowa State University Of Science &amp; Technology</c:v>
                  </c:pt>
                  <c:pt idx="288">
                    <c:v>Pitzer College</c:v>
                  </c:pt>
                  <c:pt idx="289">
                    <c:v>Siena College</c:v>
                  </c:pt>
                  <c:pt idx="290">
                    <c:v>Carroll College</c:v>
                  </c:pt>
                  <c:pt idx="291">
                    <c:v>CUNY Queens College</c:v>
                  </c:pt>
                  <c:pt idx="292">
                    <c:v>Colorado State University</c:v>
                  </c:pt>
                  <c:pt idx="293">
                    <c:v>Bryn Mawr College</c:v>
                  </c:pt>
                  <c:pt idx="294">
                    <c:v>Goucher College</c:v>
                  </c:pt>
                  <c:pt idx="295">
                    <c:v>University Of Georgia</c:v>
                  </c:pt>
                  <c:pt idx="296">
                    <c:v>Marist College</c:v>
                  </c:pt>
                  <c:pt idx="297">
                    <c:v>Saint Michael's College</c:v>
                  </c:pt>
                  <c:pt idx="298">
                    <c:v>Roanoke College</c:v>
                  </c:pt>
                  <c:pt idx="299">
                    <c:v>Caldwell College</c:v>
                  </c:pt>
                  <c:pt idx="300">
                    <c:v>Elmhurst College</c:v>
                  </c:pt>
                  <c:pt idx="301">
                    <c:v>Suffolk University</c:v>
                  </c:pt>
                  <c:pt idx="302">
                    <c:v>Fairleigh Dickinson University</c:v>
                  </c:pt>
                  <c:pt idx="303">
                    <c:v>Florida International University</c:v>
                  </c:pt>
                  <c:pt idx="304">
                    <c:v>University Of North Dakota</c:v>
                  </c:pt>
                  <c:pt idx="305">
                    <c:v>CUNY Brooklyn College</c:v>
                  </c:pt>
                  <c:pt idx="306">
                    <c:v>Wheaton College of Norton, MA</c:v>
                  </c:pt>
                  <c:pt idx="307">
                    <c:v>Marietta College</c:v>
                  </c:pt>
                  <c:pt idx="308">
                    <c:v>College Of Idaho </c:v>
                  </c:pt>
                  <c:pt idx="309">
                    <c:v>Saint Francis University</c:v>
                  </c:pt>
                  <c:pt idx="310">
                    <c:v>Sarah Lawrence College</c:v>
                  </c:pt>
                  <c:pt idx="311">
                    <c:v>Elizabethtown College</c:v>
                  </c:pt>
                  <c:pt idx="312">
                    <c:v>Sonoma State University</c:v>
                  </c:pt>
                  <c:pt idx="313">
                    <c:v>Lebanon Valley College</c:v>
                  </c:pt>
                  <c:pt idx="314">
                    <c:v>Florida State University</c:v>
                  </c:pt>
                  <c:pt idx="315">
                    <c:v>Baylor University</c:v>
                  </c:pt>
                  <c:pt idx="316">
                    <c:v>Moravian College</c:v>
                  </c:pt>
                  <c:pt idx="317">
                    <c:v>Woodbury University</c:v>
                  </c:pt>
                  <c:pt idx="318">
                    <c:v>University Of North Carolina School Of The Arts</c:v>
                  </c:pt>
                  <c:pt idx="319">
                    <c:v>St. Lawrence University</c:v>
                  </c:pt>
                  <c:pt idx="320">
                    <c:v>Michigan State University</c:v>
                  </c:pt>
                  <c:pt idx="321">
                    <c:v>Emmanuel College of Boston, MA</c:v>
                  </c:pt>
                  <c:pt idx="322">
                    <c:v>Anna Maria College</c:v>
                  </c:pt>
                  <c:pt idx="323">
                    <c:v>University Of Rhode Island</c:v>
                  </c:pt>
                  <c:pt idx="324">
                    <c:v>Norwich University</c:v>
                  </c:pt>
                  <c:pt idx="325">
                    <c:v>Texas Tech University</c:v>
                  </c:pt>
                  <c:pt idx="326">
                    <c:v>Illinois State University</c:v>
                  </c:pt>
                  <c:pt idx="327">
                    <c:v>Montclair State University</c:v>
                  </c:pt>
                  <c:pt idx="328">
                    <c:v>Western Washington University</c:v>
                  </c:pt>
                  <c:pt idx="329">
                    <c:v>University Of New Hampshire</c:v>
                  </c:pt>
                  <c:pt idx="330">
                    <c:v>Arcadia University</c:v>
                  </c:pt>
                  <c:pt idx="331">
                    <c:v>University Of North Carolina - Chapel Hill</c:v>
                  </c:pt>
                  <c:pt idx="332">
                    <c:v>University Of Saint Thomas of Houston, TX</c:v>
                  </c:pt>
                  <c:pt idx="333">
                    <c:v>Widener University</c:v>
                  </c:pt>
                  <c:pt idx="334">
                    <c:v>University Of Colorado System</c:v>
                  </c:pt>
                  <c:pt idx="335">
                    <c:v>Canisius College</c:v>
                  </c:pt>
                  <c:pt idx="336">
                    <c:v>Saint Mary's College</c:v>
                  </c:pt>
                  <c:pt idx="337">
                    <c:v>Alvernia University</c:v>
                  </c:pt>
                  <c:pt idx="338">
                    <c:v>Washington State University</c:v>
                  </c:pt>
                  <c:pt idx="339">
                    <c:v>University Of Portland</c:v>
                  </c:pt>
                  <c:pt idx="340">
                    <c:v>North Dakota State University - Main Campus - Fargo</c:v>
                  </c:pt>
                  <c:pt idx="341">
                    <c:v>Oglethorpe University</c:v>
                  </c:pt>
                  <c:pt idx="342">
                    <c:v>Whitman College</c:v>
                  </c:pt>
                  <c:pt idx="343">
                    <c:v>California State University, Bakersfield</c:v>
                  </c:pt>
                  <c:pt idx="344">
                    <c:v>Oregon State University</c:v>
                  </c:pt>
                  <c:pt idx="345">
                    <c:v>Oklahoma State University</c:v>
                  </c:pt>
                  <c:pt idx="346">
                    <c:v>University Of Arkansas</c:v>
                  </c:pt>
                  <c:pt idx="347">
                    <c:v>Meredith College</c:v>
                  </c:pt>
                  <c:pt idx="348">
                    <c:v>Vassar College</c:v>
                  </c:pt>
                  <c:pt idx="349">
                    <c:v>Rhode Island School Of Design</c:v>
                  </c:pt>
                  <c:pt idx="350">
                    <c:v>Xavier University</c:v>
                  </c:pt>
                  <c:pt idx="351">
                    <c:v>University Of Tampa </c:v>
                  </c:pt>
                  <c:pt idx="352">
                    <c:v>Cardinal Stritch University</c:v>
                  </c:pt>
                  <c:pt idx="353">
                    <c:v>University Of Puget Sound</c:v>
                  </c:pt>
                  <c:pt idx="354">
                    <c:v>Loras College</c:v>
                  </c:pt>
                  <c:pt idx="355">
                    <c:v>University Of Redlands</c:v>
                  </c:pt>
                  <c:pt idx="356">
                    <c:v>Washington And Jefferson College</c:v>
                  </c:pt>
                  <c:pt idx="357">
                    <c:v>California State University, Monterey Bay</c:v>
                  </c:pt>
                  <c:pt idx="358">
                    <c:v>William Paterson University Of New Jersey</c:v>
                  </c:pt>
                  <c:pt idx="359">
                    <c:v>North Central College</c:v>
                  </c:pt>
                  <c:pt idx="360">
                    <c:v>California State University, Chico</c:v>
                  </c:pt>
                  <c:pt idx="361">
                    <c:v>Wells College</c:v>
                  </c:pt>
                  <c:pt idx="362">
                    <c:v>Augsburg College</c:v>
                  </c:pt>
                  <c:pt idx="363">
                    <c:v>Luther College</c:v>
                  </c:pt>
                  <c:pt idx="364">
                    <c:v>University Of Iowa</c:v>
                  </c:pt>
                  <c:pt idx="365">
                    <c:v>Arizona State And Northern Arizona University And University Of Arizona</c:v>
                  </c:pt>
                  <c:pt idx="366">
                    <c:v>Auburn University</c:v>
                  </c:pt>
                  <c:pt idx="367">
                    <c:v>University Of Northern Iowa</c:v>
                  </c:pt>
                  <c:pt idx="368">
                    <c:v>California State University, Northridge</c:v>
                  </c:pt>
                  <c:pt idx="369">
                    <c:v>California State University - Sacramento</c:v>
                  </c:pt>
                  <c:pt idx="370">
                    <c:v>Chapman University</c:v>
                  </c:pt>
                  <c:pt idx="371">
                    <c:v>Hamline University</c:v>
                  </c:pt>
                  <c:pt idx="372">
                    <c:v>School Of Visual Arts</c:v>
                  </c:pt>
                  <c:pt idx="373">
                    <c:v>Spartan College Of Aeronautics And Technology</c:v>
                  </c:pt>
                  <c:pt idx="374">
                    <c:v>Calvin College</c:v>
                  </c:pt>
                  <c:pt idx="375">
                    <c:v>Transylvania University</c:v>
                  </c:pt>
                  <c:pt idx="376">
                    <c:v>Flagler College</c:v>
                  </c:pt>
                  <c:pt idx="377">
                    <c:v>North Carolina State University</c:v>
                  </c:pt>
                  <c:pt idx="378">
                    <c:v>Mitchell Technical Institute</c:v>
                  </c:pt>
                  <c:pt idx="379">
                    <c:v>Rowan University</c:v>
                  </c:pt>
                  <c:pt idx="380">
                    <c:v>St. John's College</c:v>
                  </c:pt>
                  <c:pt idx="381">
                    <c:v>University Of Pittsburgh System</c:v>
                  </c:pt>
                  <c:pt idx="382">
                    <c:v>Roger Williams University</c:v>
                  </c:pt>
                  <c:pt idx="383">
                    <c:v>State University Of New York Institute Of Technology At Utica</c:v>
                  </c:pt>
                  <c:pt idx="384">
                    <c:v>California State University Channel Islands</c:v>
                  </c:pt>
                  <c:pt idx="385">
                    <c:v>Purdue University</c:v>
                  </c:pt>
                  <c:pt idx="386">
                    <c:v>Ursuline College</c:v>
                  </c:pt>
                  <c:pt idx="387">
                    <c:v>Xavier University Of Louisiana</c:v>
                  </c:pt>
                  <c:pt idx="388">
                    <c:v>Wofford College</c:v>
                  </c:pt>
                  <c:pt idx="389">
                    <c:v>Pacific University</c:v>
                  </c:pt>
                  <c:pt idx="390">
                    <c:v>Shippensburg University Of Pennsylvania</c:v>
                  </c:pt>
                  <c:pt idx="391">
                    <c:v>Lawrence Technological University</c:v>
                  </c:pt>
                  <c:pt idx="392">
                    <c:v>Saint Xavier University</c:v>
                  </c:pt>
                  <c:pt idx="393">
                    <c:v>Bellarmine University</c:v>
                  </c:pt>
                  <c:pt idx="394">
                    <c:v>Furman University</c:v>
                  </c:pt>
                  <c:pt idx="395">
                    <c:v>University Of Houston System</c:v>
                  </c:pt>
                  <c:pt idx="396">
                    <c:v>Digipen Institute Of Technology</c:v>
                  </c:pt>
                  <c:pt idx="397">
                    <c:v>Lim College</c:v>
                  </c:pt>
                  <c:pt idx="398">
                    <c:v>California State University, San Bernardino</c:v>
                  </c:pt>
                  <c:pt idx="399">
                    <c:v>Mount Saint Mary's University</c:v>
                  </c:pt>
                  <c:pt idx="400">
                    <c:v>Gustavus Adolphus College</c:v>
                  </c:pt>
                  <c:pt idx="401">
                    <c:v>Westminster College of Salt Lake City, UT</c:v>
                  </c:pt>
                  <c:pt idx="402">
                    <c:v>Mills College</c:v>
                  </c:pt>
                  <c:pt idx="403">
                    <c:v>University Of The South </c:v>
                  </c:pt>
                  <c:pt idx="404">
                    <c:v>California Baptist University</c:v>
                  </c:pt>
                  <c:pt idx="405">
                    <c:v>Brenau University</c:v>
                  </c:pt>
                  <c:pt idx="406">
                    <c:v>Fitchburg State University</c:v>
                  </c:pt>
                  <c:pt idx="407">
                    <c:v>Azusa Pacific University</c:v>
                  </c:pt>
                  <c:pt idx="408">
                    <c:v>Williams College</c:v>
                  </c:pt>
                  <c:pt idx="409">
                    <c:v>Elon University</c:v>
                  </c:pt>
                  <c:pt idx="410">
                    <c:v>Baldwin Wallace University</c:v>
                  </c:pt>
                  <c:pt idx="411">
                    <c:v>Kean University</c:v>
                  </c:pt>
                  <c:pt idx="412">
                    <c:v>Wheaton College of Wheaton, IL</c:v>
                  </c:pt>
                  <c:pt idx="413">
                    <c:v>Berry College</c:v>
                  </c:pt>
                  <c:pt idx="414">
                    <c:v>University Of Utah</c:v>
                  </c:pt>
                  <c:pt idx="415">
                    <c:v>Art Center College Of Design</c:v>
                  </c:pt>
                  <c:pt idx="416">
                    <c:v>Millsaps College</c:v>
                  </c:pt>
                  <c:pt idx="417">
                    <c:v>North Dakota State College Of Science</c:v>
                  </c:pt>
                  <c:pt idx="418">
                    <c:v>Huntingdon College</c:v>
                  </c:pt>
                  <c:pt idx="419">
                    <c:v>University Of Minnesota System</c:v>
                  </c:pt>
                  <c:pt idx="420">
                    <c:v>SUNY College At Cortland</c:v>
                  </c:pt>
                  <c:pt idx="421">
                    <c:v>University Of Oklahoma</c:v>
                  </c:pt>
                  <c:pt idx="422">
                    <c:v>Dowling College</c:v>
                  </c:pt>
                  <c:pt idx="423">
                    <c:v>University Of Hartford</c:v>
                  </c:pt>
                  <c:pt idx="424">
                    <c:v>West Chester University Of Pennsylvania</c:v>
                  </c:pt>
                  <c:pt idx="425">
                    <c:v>Pennsylvania State University </c:v>
                  </c:pt>
                  <c:pt idx="426">
                    <c:v>Seattle Pacific University</c:v>
                  </c:pt>
                  <c:pt idx="427">
                    <c:v>University Of Wyoming</c:v>
                  </c:pt>
                  <c:pt idx="428">
                    <c:v>Denison University</c:v>
                  </c:pt>
                  <c:pt idx="429">
                    <c:v>Kenyon College</c:v>
                  </c:pt>
                  <c:pt idx="430">
                    <c:v>Mount St. Mary's College</c:v>
                  </c:pt>
                  <c:pt idx="431">
                    <c:v>Albion College</c:v>
                  </c:pt>
                  <c:pt idx="432">
                    <c:v>Crimson Technical College</c:v>
                  </c:pt>
                  <c:pt idx="433">
                    <c:v>Concordia College - Moorhead</c:v>
                  </c:pt>
                  <c:pt idx="434">
                    <c:v>University Of La Verne</c:v>
                  </c:pt>
                  <c:pt idx="435">
                    <c:v>Saint John Fisher College</c:v>
                  </c:pt>
                  <c:pt idx="436">
                    <c:v>Belmont Abbey College</c:v>
                  </c:pt>
                  <c:pt idx="437">
                    <c:v>California State University, Los Angeles</c:v>
                  </c:pt>
                  <c:pt idx="438">
                    <c:v>Saint Vincent College &amp; Seminary</c:v>
                  </c:pt>
                  <c:pt idx="439">
                    <c:v>Oberlin College</c:v>
                  </c:pt>
                  <c:pt idx="440">
                    <c:v>Saint Martin's University</c:v>
                  </c:pt>
                  <c:pt idx="441">
                    <c:v>University Of Saint Francis of Joliet, IL</c:v>
                  </c:pt>
                  <c:pt idx="442">
                    <c:v>Curry College</c:v>
                  </c:pt>
                  <c:pt idx="443">
                    <c:v>Long Island University System</c:v>
                  </c:pt>
                  <c:pt idx="444">
                    <c:v>University Of Missouri System And Missouri University Of Science And Technology</c:v>
                  </c:pt>
                  <c:pt idx="445">
                    <c:v>Gonzaga University</c:v>
                  </c:pt>
                  <c:pt idx="446">
                    <c:v>Davidson College</c:v>
                  </c:pt>
                  <c:pt idx="447">
                    <c:v>Adventist University Of Health Sciences</c:v>
                  </c:pt>
                  <c:pt idx="448">
                    <c:v>Covenant College</c:v>
                  </c:pt>
                  <c:pt idx="449">
                    <c:v>Kansas State University</c:v>
                  </c:pt>
                  <c:pt idx="450">
                    <c:v>University Of Alabama In Huntsville</c:v>
                  </c:pt>
                  <c:pt idx="451">
                    <c:v>Conservatory Of Recording Arts &amp; Sciences</c:v>
                  </c:pt>
                  <c:pt idx="452">
                    <c:v>Brigham Young University</c:v>
                  </c:pt>
                  <c:pt idx="453">
                    <c:v>Dickinson State University</c:v>
                  </c:pt>
                  <c:pt idx="454">
                    <c:v>La Sierra University</c:v>
                  </c:pt>
                  <c:pt idx="455">
                    <c:v>University Of Kansas</c:v>
                  </c:pt>
                  <c:pt idx="456">
                    <c:v>Westmont College</c:v>
                  </c:pt>
                  <c:pt idx="457">
                    <c:v>University Of Maryland System (Except University College) And Baltimore City Community College</c:v>
                  </c:pt>
                  <c:pt idx="458">
                    <c:v>Macalester College</c:v>
                  </c:pt>
                  <c:pt idx="459">
                    <c:v>McPherson College</c:v>
                  </c:pt>
                  <c:pt idx="460">
                    <c:v>College Of Saint Rose</c:v>
                  </c:pt>
                  <c:pt idx="461">
                    <c:v>Montana Tech Of The University Of Montana</c:v>
                  </c:pt>
                  <c:pt idx="462">
                    <c:v>Culinary Institute Of America</c:v>
                  </c:pt>
                  <c:pt idx="463">
                    <c:v>University Of Oregon</c:v>
                  </c:pt>
                  <c:pt idx="464">
                    <c:v>Western Michigan University</c:v>
                  </c:pt>
                  <c:pt idx="465">
                    <c:v>Hartwick College</c:v>
                  </c:pt>
                  <c:pt idx="466">
                    <c:v>Ohlone College</c:v>
                  </c:pt>
                  <c:pt idx="467">
                    <c:v>University Of Nevada - Las Vegas</c:v>
                  </c:pt>
                  <c:pt idx="468">
                    <c:v>Monmouth College</c:v>
                  </c:pt>
                  <c:pt idx="469">
                    <c:v>Lasell College</c:v>
                  </c:pt>
                  <c:pt idx="470">
                    <c:v>California State University, Stanislaus</c:v>
                  </c:pt>
                  <c:pt idx="471">
                    <c:v>College Of Staten Island/CUNY</c:v>
                  </c:pt>
                  <c:pt idx="472">
                    <c:v>Pacific Lutheran University</c:v>
                  </c:pt>
                  <c:pt idx="473">
                    <c:v>Loyola University New Orleans</c:v>
                  </c:pt>
                  <c:pt idx="474">
                    <c:v>University Of Nebraska System</c:v>
                  </c:pt>
                  <c:pt idx="475">
                    <c:v>University Of South Florida</c:v>
                  </c:pt>
                  <c:pt idx="476">
                    <c:v>Central Connecticut State University</c:v>
                  </c:pt>
                  <c:pt idx="477">
                    <c:v>Truman State University</c:v>
                  </c:pt>
                  <c:pt idx="478">
                    <c:v>Rockford University</c:v>
                  </c:pt>
                  <c:pt idx="479">
                    <c:v>Cedarville University</c:v>
                  </c:pt>
                  <c:pt idx="480">
                    <c:v>University Of Dallas</c:v>
                  </c:pt>
                  <c:pt idx="481">
                    <c:v>University Of Vermont And State Agricultural College</c:v>
                  </c:pt>
                  <c:pt idx="482">
                    <c:v>Brazosport College</c:v>
                  </c:pt>
                  <c:pt idx="483">
                    <c:v>University Of Texas At Tyler</c:v>
                  </c:pt>
                  <c:pt idx="484">
                    <c:v>Bay Path College</c:v>
                  </c:pt>
                  <c:pt idx="485">
                    <c:v>University Of Nevada , Reno</c:v>
                  </c:pt>
                  <c:pt idx="486">
                    <c:v>Lewis University</c:v>
                  </c:pt>
                  <c:pt idx="487">
                    <c:v>Trocaire College</c:v>
                  </c:pt>
                  <c:pt idx="488">
                    <c:v>John Carroll University</c:v>
                  </c:pt>
                  <c:pt idx="489">
                    <c:v>Le Moyne College</c:v>
                  </c:pt>
                  <c:pt idx="490">
                    <c:v>Mount Mercy University</c:v>
                  </c:pt>
                  <c:pt idx="491">
                    <c:v>Maryland Institute College Of Art</c:v>
                  </c:pt>
                  <c:pt idx="492">
                    <c:v>Fashion Institute Of Technology</c:v>
                  </c:pt>
                  <c:pt idx="493">
                    <c:v>Georgetown College</c:v>
                  </c:pt>
                  <c:pt idx="494">
                    <c:v>State University Of New York At Farmingdale</c:v>
                  </c:pt>
                  <c:pt idx="495">
                    <c:v>Carthage College</c:v>
                  </c:pt>
                  <c:pt idx="496">
                    <c:v>Buena Vista University</c:v>
                  </c:pt>
                  <c:pt idx="497">
                    <c:v>Eastern Washington University</c:v>
                  </c:pt>
                  <c:pt idx="498">
                    <c:v>Morningside College</c:v>
                  </c:pt>
                  <c:pt idx="499">
                    <c:v>Southern Adventist University</c:v>
                  </c:pt>
                  <c:pt idx="500">
                    <c:v>Miami University</c:v>
                  </c:pt>
                  <c:pt idx="501">
                    <c:v>Tuskegee University</c:v>
                  </c:pt>
                  <c:pt idx="502">
                    <c:v>Old Dominion University</c:v>
                  </c:pt>
                  <c:pt idx="503">
                    <c:v>D'Youville College</c:v>
                  </c:pt>
                  <c:pt idx="504">
                    <c:v>Valparaiso University</c:v>
                  </c:pt>
                  <c:pt idx="505">
                    <c:v>St. Catherine University</c:v>
                  </c:pt>
                  <c:pt idx="506">
                    <c:v>Houghton College</c:v>
                  </c:pt>
                  <c:pt idx="507">
                    <c:v>Richard Stockton College Of New Jersey </c:v>
                  </c:pt>
                  <c:pt idx="508">
                    <c:v>SUNY College At Brockport</c:v>
                  </c:pt>
                  <c:pt idx="509">
                    <c:v>CUNY Lehman College</c:v>
                  </c:pt>
                  <c:pt idx="510">
                    <c:v>Bloomsburg University Of Pennsylvania</c:v>
                  </c:pt>
                  <c:pt idx="511">
                    <c:v>University Of Texas At Arlington</c:v>
                  </c:pt>
                  <c:pt idx="512">
                    <c:v>Bridgewater State University</c:v>
                  </c:pt>
                  <c:pt idx="513">
                    <c:v>Ursinus College</c:v>
                  </c:pt>
                  <c:pt idx="514">
                    <c:v>Marymount Manhattan College</c:v>
                  </c:pt>
                  <c:pt idx="515">
                    <c:v>Centenary College Of Louisiana</c:v>
                  </c:pt>
                  <c:pt idx="516">
                    <c:v>Bethany College of Bethany, WV</c:v>
                  </c:pt>
                  <c:pt idx="517">
                    <c:v>Park University</c:v>
                  </c:pt>
                  <c:pt idx="518">
                    <c:v>Centre College Of Kentucky</c:v>
                  </c:pt>
                  <c:pt idx="519">
                    <c:v>Emerson College</c:v>
                  </c:pt>
                  <c:pt idx="520">
                    <c:v>Salem State University</c:v>
                  </c:pt>
                  <c:pt idx="521">
                    <c:v>Abilene Christian University</c:v>
                  </c:pt>
                  <c:pt idx="522">
                    <c:v>West Valley-Mission Community College District</c:v>
                  </c:pt>
                  <c:pt idx="523">
                    <c:v>Mercer University</c:v>
                  </c:pt>
                  <c:pt idx="524">
                    <c:v>Holy Family University</c:v>
                  </c:pt>
                  <c:pt idx="525">
                    <c:v>Regis College</c:v>
                  </c:pt>
                  <c:pt idx="526">
                    <c:v>Houston Baptist University</c:v>
                  </c:pt>
                  <c:pt idx="527">
                    <c:v>Birmingham Southern College</c:v>
                  </c:pt>
                  <c:pt idx="528">
                    <c:v>New School, The</c:v>
                  </c:pt>
                  <c:pt idx="529">
                    <c:v>University Of North Florida</c:v>
                  </c:pt>
                  <c:pt idx="530">
                    <c:v>Elmira College</c:v>
                  </c:pt>
                  <c:pt idx="531">
                    <c:v>Pratt Institute</c:v>
                  </c:pt>
                  <c:pt idx="532">
                    <c:v>Virginia Commonwealth University</c:v>
                  </c:pt>
                  <c:pt idx="533">
                    <c:v>Reed College</c:v>
                  </c:pt>
                  <c:pt idx="534">
                    <c:v>Texas Woman's University</c:v>
                  </c:pt>
                  <c:pt idx="535">
                    <c:v>Northwest Nazarene University</c:v>
                  </c:pt>
                  <c:pt idx="536">
                    <c:v>Merrimack College</c:v>
                  </c:pt>
                  <c:pt idx="537">
                    <c:v>Northwest University</c:v>
                  </c:pt>
                  <c:pt idx="538">
                    <c:v>School Of The Art Institute Of Chicago</c:v>
                  </c:pt>
                  <c:pt idx="539">
                    <c:v>Hampton University</c:v>
                  </c:pt>
                  <c:pt idx="540">
                    <c:v>Saint Peter's University</c:v>
                  </c:pt>
                  <c:pt idx="541">
                    <c:v>Poster &amp; Chester Institute</c:v>
                  </c:pt>
                  <c:pt idx="542">
                    <c:v>Northwestern College of Orange City, IA</c:v>
                  </c:pt>
                  <c:pt idx="543">
                    <c:v>University Of North Georgia</c:v>
                  </c:pt>
                  <c:pt idx="544">
                    <c:v>Albright College</c:v>
                  </c:pt>
                  <c:pt idx="545">
                    <c:v>Campbell University</c:v>
                  </c:pt>
                  <c:pt idx="546">
                    <c:v>Lewis &amp; Clark College</c:v>
                  </c:pt>
                  <c:pt idx="547">
                    <c:v>Misericordia  University</c:v>
                  </c:pt>
                  <c:pt idx="548">
                    <c:v>Central College</c:v>
                  </c:pt>
                  <c:pt idx="549">
                    <c:v>College Of Saint Elizabeth</c:v>
                  </c:pt>
                  <c:pt idx="550">
                    <c:v>Florida Atlantic University</c:v>
                  </c:pt>
                  <c:pt idx="551">
                    <c:v>University Of Mount Union</c:v>
                  </c:pt>
                  <c:pt idx="552">
                    <c:v>Otterbein University</c:v>
                  </c:pt>
                  <c:pt idx="553">
                    <c:v>California State University, Fresno</c:v>
                  </c:pt>
                  <c:pt idx="554">
                    <c:v>Delaware Valley College Of Science &amp; Agriculture</c:v>
                  </c:pt>
                  <c:pt idx="555">
                    <c:v>Randolph - Macon College</c:v>
                  </c:pt>
                  <c:pt idx="556">
                    <c:v>Concordia University of Irvine, CA</c:v>
                  </c:pt>
                  <c:pt idx="557">
                    <c:v>Sweet Briar College</c:v>
                  </c:pt>
                  <c:pt idx="558">
                    <c:v>Pittsburgh Institute Of Aeronautics</c:v>
                  </c:pt>
                  <c:pt idx="559">
                    <c:v>Simpson University</c:v>
                  </c:pt>
                  <c:pt idx="560">
                    <c:v>New Jersey City University</c:v>
                  </c:pt>
                  <c:pt idx="561">
                    <c:v>George Fox University</c:v>
                  </c:pt>
                  <c:pt idx="562">
                    <c:v>University Of Michigan - Flint</c:v>
                  </c:pt>
                  <c:pt idx="563">
                    <c:v>Saint Ambrose University</c:v>
                  </c:pt>
                  <c:pt idx="564">
                    <c:v>Northern Virginia Community College</c:v>
                  </c:pt>
                  <c:pt idx="565">
                    <c:v>Biola University</c:v>
                  </c:pt>
                  <c:pt idx="566">
                    <c:v>Southern Connecticut State University</c:v>
                  </c:pt>
                  <c:pt idx="567">
                    <c:v>Eastern Illinois University</c:v>
                  </c:pt>
                  <c:pt idx="568">
                    <c:v>Southern New Hampshire University</c:v>
                  </c:pt>
                  <c:pt idx="569">
                    <c:v>Franklin University</c:v>
                  </c:pt>
                  <c:pt idx="570">
                    <c:v>Millikin University</c:v>
                  </c:pt>
                  <c:pt idx="571">
                    <c:v>Andrews University</c:v>
                  </c:pt>
                  <c:pt idx="572">
                    <c:v>SUNY Empire State College</c:v>
                  </c:pt>
                  <c:pt idx="573">
                    <c:v>Union University</c:v>
                  </c:pt>
                  <c:pt idx="574">
                    <c:v>Niagara University</c:v>
                  </c:pt>
                  <c:pt idx="575">
                    <c:v>Midland College</c:v>
                  </c:pt>
                  <c:pt idx="576">
                    <c:v>Hesston College</c:v>
                  </c:pt>
                  <c:pt idx="577">
                    <c:v>SUNY College At Oneonta</c:v>
                  </c:pt>
                  <c:pt idx="578">
                    <c:v>Ouachita Baptist University</c:v>
                  </c:pt>
                  <c:pt idx="579">
                    <c:v>La Roche College</c:v>
                  </c:pt>
                  <c:pt idx="580">
                    <c:v>Columbus College Of Art &amp; Design</c:v>
                  </c:pt>
                  <c:pt idx="581">
                    <c:v>Knox College</c:v>
                  </c:pt>
                  <c:pt idx="582">
                    <c:v>Triangle Tech</c:v>
                  </c:pt>
                  <c:pt idx="583">
                    <c:v>John Brown University</c:v>
                  </c:pt>
                  <c:pt idx="584">
                    <c:v>Texas A&amp;M International University</c:v>
                  </c:pt>
                  <c:pt idx="585">
                    <c:v>Wittenberg University</c:v>
                  </c:pt>
                  <c:pt idx="586">
                    <c:v>Maryville University Of Saint Louis</c:v>
                  </c:pt>
                  <c:pt idx="587">
                    <c:v>East Stroudsburg University Of Pennsylvania</c:v>
                  </c:pt>
                  <c:pt idx="588">
                    <c:v>Colby-Sawyer College</c:v>
                  </c:pt>
                  <c:pt idx="589">
                    <c:v>SUNY At Fredonia</c:v>
                  </c:pt>
                  <c:pt idx="590">
                    <c:v>Belhaven University</c:v>
                  </c:pt>
                  <c:pt idx="591">
                    <c:v>Lawrence University Of Wisconsin</c:v>
                  </c:pt>
                  <c:pt idx="592">
                    <c:v>Central Washington University</c:v>
                  </c:pt>
                  <c:pt idx="593">
                    <c:v>University Of North Carolina - Charlotte</c:v>
                  </c:pt>
                  <c:pt idx="594">
                    <c:v>Samford University</c:v>
                  </c:pt>
                  <c:pt idx="595">
                    <c:v>Greenville College</c:v>
                  </c:pt>
                  <c:pt idx="596">
                    <c:v>Bismarck State College</c:v>
                  </c:pt>
                  <c:pt idx="597">
                    <c:v>University Of Alabama</c:v>
                  </c:pt>
                  <c:pt idx="598">
                    <c:v>Cornell College</c:v>
                  </c:pt>
                  <c:pt idx="599">
                    <c:v>Madonna University</c:v>
                  </c:pt>
                  <c:pt idx="600">
                    <c:v>Notre Dame Of Maryland University</c:v>
                  </c:pt>
                  <c:pt idx="601">
                    <c:v>Doane College</c:v>
                  </c:pt>
                  <c:pt idx="602">
                    <c:v>Louisiana State University System</c:v>
                  </c:pt>
                  <c:pt idx="603">
                    <c:v>State University Of New York College At Plattsburgh</c:v>
                  </c:pt>
                  <c:pt idx="604">
                    <c:v>Champlain College</c:v>
                  </c:pt>
                  <c:pt idx="605">
                    <c:v>University Of Mary Hardin-Baylor</c:v>
                  </c:pt>
                  <c:pt idx="606">
                    <c:v>Southwestern University</c:v>
                  </c:pt>
                  <c:pt idx="607">
                    <c:v>SUNY College At Old Westbury</c:v>
                  </c:pt>
                  <c:pt idx="608">
                    <c:v>Reinhardt University</c:v>
                  </c:pt>
                  <c:pt idx="609">
                    <c:v>Brigham Young University - Hawaii</c:v>
                  </c:pt>
                  <c:pt idx="610">
                    <c:v>San Mateo County Community College District</c:v>
                  </c:pt>
                  <c:pt idx="611">
                    <c:v>Northwood University</c:v>
                  </c:pt>
                  <c:pt idx="612">
                    <c:v>Worcester State University</c:v>
                  </c:pt>
                  <c:pt idx="613">
                    <c:v>Texas State University</c:v>
                  </c:pt>
                  <c:pt idx="614">
                    <c:v>University Of Texas At El Paso</c:v>
                  </c:pt>
                  <c:pt idx="615">
                    <c:v>St. Edward's University</c:v>
                  </c:pt>
                  <c:pt idx="616">
                    <c:v>Colorado State University-Pueblo</c:v>
                  </c:pt>
                  <c:pt idx="617">
                    <c:v>Gwynedd Mercy University</c:v>
                  </c:pt>
                  <c:pt idx="618">
                    <c:v>Devry University, Devry Institute Of Technology And Denver Technical College</c:v>
                  </c:pt>
                  <c:pt idx="619">
                    <c:v>University Of Texas Of The Permian Basin</c:v>
                  </c:pt>
                  <c:pt idx="620">
                    <c:v>Tennessee Technological University</c:v>
                  </c:pt>
                  <c:pt idx="621">
                    <c:v>Western Illinois University</c:v>
                  </c:pt>
                  <c:pt idx="622">
                    <c:v>Grace College And Theological Seminary</c:v>
                  </c:pt>
                  <c:pt idx="623">
                    <c:v>Wesley College</c:v>
                  </c:pt>
                  <c:pt idx="624">
                    <c:v>SUNY College At Purchase</c:v>
                  </c:pt>
                  <c:pt idx="625">
                    <c:v>Eckerd College</c:v>
                  </c:pt>
                  <c:pt idx="626">
                    <c:v>Illinois College</c:v>
                  </c:pt>
                  <c:pt idx="627">
                    <c:v>Nova Southeastern University</c:v>
                  </c:pt>
                  <c:pt idx="628">
                    <c:v>Portland State University</c:v>
                  </c:pt>
                  <c:pt idx="629">
                    <c:v>Florida Southern College</c:v>
                  </c:pt>
                  <c:pt idx="630">
                    <c:v>Cabrini College</c:v>
                  </c:pt>
                  <c:pt idx="631">
                    <c:v>Kennesaw State University</c:v>
                  </c:pt>
                  <c:pt idx="632">
                    <c:v>Montana State University - Northern</c:v>
                  </c:pt>
                  <c:pt idx="633">
                    <c:v>University Of New Haven</c:v>
                  </c:pt>
                  <c:pt idx="634">
                    <c:v>Weber State University</c:v>
                  </c:pt>
                  <c:pt idx="635">
                    <c:v>Beloit College</c:v>
                  </c:pt>
                  <c:pt idx="636">
                    <c:v>Franklin College Of Indiana</c:v>
                  </c:pt>
                  <c:pt idx="637">
                    <c:v>Texas A&amp;M University - Corpus Christi</c:v>
                  </c:pt>
                  <c:pt idx="638">
                    <c:v>Lynn University</c:v>
                  </c:pt>
                  <c:pt idx="639">
                    <c:v>University Of Idaho</c:v>
                  </c:pt>
                  <c:pt idx="640">
                    <c:v>Southwestern College</c:v>
                  </c:pt>
                  <c:pt idx="641">
                    <c:v>University Of Mississippi</c:v>
                  </c:pt>
                  <c:pt idx="642">
                    <c:v>Central Michigan University</c:v>
                  </c:pt>
                  <c:pt idx="643">
                    <c:v>New York City College Of Technology Of The City University Of New</c:v>
                  </c:pt>
                  <c:pt idx="644">
                    <c:v>Bard College</c:v>
                  </c:pt>
                  <c:pt idx="645">
                    <c:v>Waynesburg University</c:v>
                  </c:pt>
                  <c:pt idx="646">
                    <c:v>Plymouth State University Of The University System Of New Hampshire</c:v>
                  </c:pt>
                  <c:pt idx="647">
                    <c:v>Trinity Christian College</c:v>
                  </c:pt>
                  <c:pt idx="648">
                    <c:v>Goshen College</c:v>
                  </c:pt>
                  <c:pt idx="649">
                    <c:v>Dominican University</c:v>
                  </c:pt>
                  <c:pt idx="650">
                    <c:v>Grand Valley State University</c:v>
                  </c:pt>
                  <c:pt idx="651">
                    <c:v>California State University, San Marcos</c:v>
                  </c:pt>
                  <c:pt idx="652">
                    <c:v>Hardin-Simmons University</c:v>
                  </c:pt>
                  <c:pt idx="653">
                    <c:v>Alma College</c:v>
                  </c:pt>
                  <c:pt idx="654">
                    <c:v>Universal Technical Institute of Rancho Cucamonga, CA</c:v>
                  </c:pt>
                  <c:pt idx="655">
                    <c:v>Linfield College</c:v>
                  </c:pt>
                  <c:pt idx="656">
                    <c:v>Warren County Community College</c:v>
                  </c:pt>
                  <c:pt idx="657">
                    <c:v>North Park University</c:v>
                  </c:pt>
                  <c:pt idx="658">
                    <c:v>Concordia University Texas</c:v>
                  </c:pt>
                  <c:pt idx="659">
                    <c:v>Hilbert College</c:v>
                  </c:pt>
                  <c:pt idx="660">
                    <c:v>Wartburg College</c:v>
                  </c:pt>
                  <c:pt idx="661">
                    <c:v>Barry University</c:v>
                  </c:pt>
                  <c:pt idx="662">
                    <c:v>Pittsburg State University</c:v>
                  </c:pt>
                  <c:pt idx="663">
                    <c:v>University Of Northern Colorado</c:v>
                  </c:pt>
                  <c:pt idx="664">
                    <c:v>Bellevue College</c:v>
                  </c:pt>
                  <c:pt idx="665">
                    <c:v>Shenandoah University</c:v>
                  </c:pt>
                  <c:pt idx="666">
                    <c:v>Westfield State University</c:v>
                  </c:pt>
                  <c:pt idx="667">
                    <c:v>Thomas College</c:v>
                  </c:pt>
                  <c:pt idx="668">
                    <c:v>University Of North Texas</c:v>
                  </c:pt>
                  <c:pt idx="669">
                    <c:v>University Of Texas At San Antonio</c:v>
                  </c:pt>
                  <c:pt idx="670">
                    <c:v>Montgomery College</c:v>
                  </c:pt>
                  <c:pt idx="671">
                    <c:v>Colorado Mesa University</c:v>
                  </c:pt>
                  <c:pt idx="672">
                    <c:v>Asbury College</c:v>
                  </c:pt>
                  <c:pt idx="673">
                    <c:v>Odessa College</c:v>
                  </c:pt>
                  <c:pt idx="674">
                    <c:v>Rollins College</c:v>
                  </c:pt>
                  <c:pt idx="675">
                    <c:v>University Of Tulsa </c:v>
                  </c:pt>
                  <c:pt idx="676">
                    <c:v>Bergen Community College</c:v>
                  </c:pt>
                  <c:pt idx="677">
                    <c:v>Sam Houston State University</c:v>
                  </c:pt>
                  <c:pt idx="678">
                    <c:v>College Of Charleston</c:v>
                  </c:pt>
                  <c:pt idx="679">
                    <c:v>Alfred University</c:v>
                  </c:pt>
                  <c:pt idx="680">
                    <c:v>Master's College &amp; Seminary </c:v>
                  </c:pt>
                  <c:pt idx="681">
                    <c:v>Hollins University</c:v>
                  </c:pt>
                  <c:pt idx="682">
                    <c:v>Wharton County Junior College</c:v>
                  </c:pt>
                  <c:pt idx="683">
                    <c:v>Roosevelt University</c:v>
                  </c:pt>
                  <c:pt idx="684">
                    <c:v>Fashion Institute Of Design &amp; Merchandising</c:v>
                  </c:pt>
                  <c:pt idx="685">
                    <c:v>Wisconsin Lutheran College</c:v>
                  </c:pt>
                  <c:pt idx="686">
                    <c:v>University Of West Florida </c:v>
                  </c:pt>
                  <c:pt idx="687">
                    <c:v>Bloomfield College</c:v>
                  </c:pt>
                  <c:pt idx="688">
                    <c:v>Tarleton State University</c:v>
                  </c:pt>
                  <c:pt idx="689">
                    <c:v>Georgian Court University</c:v>
                  </c:pt>
                  <c:pt idx="690">
                    <c:v>Northwest Iowa Community College</c:v>
                  </c:pt>
                  <c:pt idx="691">
                    <c:v>Multnomah University</c:v>
                  </c:pt>
                  <c:pt idx="692">
                    <c:v>MacMurray College</c:v>
                  </c:pt>
                  <c:pt idx="693">
                    <c:v>Georgia State University</c:v>
                  </c:pt>
                  <c:pt idx="694">
                    <c:v>Florida Gulf Coast University</c:v>
                  </c:pt>
                  <c:pt idx="695">
                    <c:v>ETI School Of Skilled Trades</c:v>
                  </c:pt>
                  <c:pt idx="696">
                    <c:v>Concordia University - Saint Paul</c:v>
                  </c:pt>
                  <c:pt idx="697">
                    <c:v>CUNY York College</c:v>
                  </c:pt>
                  <c:pt idx="698">
                    <c:v>University Of Evansville</c:v>
                  </c:pt>
                  <c:pt idx="699">
                    <c:v>Sul Ross State University</c:v>
                  </c:pt>
                  <c:pt idx="700">
                    <c:v>Hannibal - Lagrange University</c:v>
                  </c:pt>
                  <c:pt idx="701">
                    <c:v>Midwestern State University</c:v>
                  </c:pt>
                  <c:pt idx="702">
                    <c:v>Millersville University Of Pennsylvania</c:v>
                  </c:pt>
                  <c:pt idx="703">
                    <c:v>University Of Wisconsin System</c:v>
                  </c:pt>
                  <c:pt idx="704">
                    <c:v>Post University</c:v>
                  </c:pt>
                  <c:pt idx="705">
                    <c:v>Louisiana College</c:v>
                  </c:pt>
                  <c:pt idx="706">
                    <c:v>Freed Hardeman University</c:v>
                  </c:pt>
                  <c:pt idx="707">
                    <c:v>Montana State University Bozeman</c:v>
                  </c:pt>
                  <c:pt idx="708">
                    <c:v>Methodist University</c:v>
                  </c:pt>
                  <c:pt idx="709">
                    <c:v>Radford University</c:v>
                  </c:pt>
                  <c:pt idx="710">
                    <c:v>Williston State College</c:v>
                  </c:pt>
                  <c:pt idx="711">
                    <c:v>Susquehanna University</c:v>
                  </c:pt>
                  <c:pt idx="712">
                    <c:v>Glendale Community College</c:v>
                  </c:pt>
                  <c:pt idx="713">
                    <c:v>Saint Norbert College</c:v>
                  </c:pt>
                  <c:pt idx="714">
                    <c:v>Hawaii Pacific University</c:v>
                  </c:pt>
                  <c:pt idx="715">
                    <c:v>Chaminade University Of Honolulu</c:v>
                  </c:pt>
                  <c:pt idx="716">
                    <c:v>Minot State University</c:v>
                  </c:pt>
                  <c:pt idx="717">
                    <c:v>Christopher Newport University</c:v>
                  </c:pt>
                  <c:pt idx="718">
                    <c:v>Raritan Valley Community College</c:v>
                  </c:pt>
                  <c:pt idx="719">
                    <c:v>Catawba College</c:v>
                  </c:pt>
                  <c:pt idx="720">
                    <c:v>University Of South Dakota, South Dakota State Universities And South Dakota School Of Mines And Technology</c:v>
                  </c:pt>
                  <c:pt idx="721">
                    <c:v>College Of Our Lady Of The Elms</c:v>
                  </c:pt>
                  <c:pt idx="722">
                    <c:v>Defiance College</c:v>
                  </c:pt>
                  <c:pt idx="723">
                    <c:v>Western Oregon University</c:v>
                  </c:pt>
                  <c:pt idx="724">
                    <c:v>Nassau Community College</c:v>
                  </c:pt>
                  <c:pt idx="725">
                    <c:v>Stephen F Austin State University</c:v>
                  </c:pt>
                  <c:pt idx="726">
                    <c:v>Oakland University</c:v>
                  </c:pt>
                  <c:pt idx="727">
                    <c:v>Hope College</c:v>
                  </c:pt>
                  <c:pt idx="728">
                    <c:v>Hastings College</c:v>
                  </c:pt>
                  <c:pt idx="729">
                    <c:v>Springfield College</c:v>
                  </c:pt>
                  <c:pt idx="730">
                    <c:v>West Virginia University, West Virginia University Institute Of Technology, West Virginia University - Parkersburg, And Potomac State College</c:v>
                  </c:pt>
                  <c:pt idx="731">
                    <c:v>Alderson Broaddus University</c:v>
                  </c:pt>
                  <c:pt idx="732">
                    <c:v>University Of Tennessee System</c:v>
                  </c:pt>
                  <c:pt idx="733">
                    <c:v>Lamar University</c:v>
                  </c:pt>
                  <c:pt idx="734">
                    <c:v>Longwood University</c:v>
                  </c:pt>
                  <c:pt idx="735">
                    <c:v>California State University, Dominguez Hills</c:v>
                  </c:pt>
                  <c:pt idx="736">
                    <c:v>University Of Maryland University College</c:v>
                  </c:pt>
                  <c:pt idx="737">
                    <c:v>Bennett College</c:v>
                  </c:pt>
                  <c:pt idx="738">
                    <c:v>Florida Agricultural &amp; Mechanical University</c:v>
                  </c:pt>
                  <c:pt idx="739">
                    <c:v>SUNY College At Oswego</c:v>
                  </c:pt>
                  <c:pt idx="740">
                    <c:v>Gannon University</c:v>
                  </c:pt>
                  <c:pt idx="741">
                    <c:v>Lindenwood University</c:v>
                  </c:pt>
                  <c:pt idx="742">
                    <c:v>San Jacinto Community College District</c:v>
                  </c:pt>
                  <c:pt idx="743">
                    <c:v>Culver-Stockton College</c:v>
                  </c:pt>
                  <c:pt idx="744">
                    <c:v>Hiram College</c:v>
                  </c:pt>
                  <c:pt idx="745">
                    <c:v>Our Lady Of Holy Cross College</c:v>
                  </c:pt>
                  <c:pt idx="746">
                    <c:v>Berkeley College of New York, NY</c:v>
                  </c:pt>
                  <c:pt idx="747">
                    <c:v>High Point University</c:v>
                  </c:pt>
                  <c:pt idx="748">
                    <c:v>SUNY Westchester Community College</c:v>
                  </c:pt>
                  <c:pt idx="749">
                    <c:v>Emory &amp; Henry College</c:v>
                  </c:pt>
                  <c:pt idx="750">
                    <c:v>Oklahoma City University</c:v>
                  </c:pt>
                  <c:pt idx="751">
                    <c:v>Edgewood College</c:v>
                  </c:pt>
                  <c:pt idx="752">
                    <c:v>Tulsa Welding School</c:v>
                  </c:pt>
                  <c:pt idx="753">
                    <c:v>Carroll University</c:v>
                  </c:pt>
                  <c:pt idx="754">
                    <c:v>University Of Sioux Falls</c:v>
                  </c:pt>
                  <c:pt idx="755">
                    <c:v>Carlow University</c:v>
                  </c:pt>
                  <c:pt idx="756">
                    <c:v>Texas A&amp;M University - Kingsville</c:v>
                  </c:pt>
                  <c:pt idx="757">
                    <c:v>University Of West Georgia</c:v>
                  </c:pt>
                  <c:pt idx="758">
                    <c:v>Taylor University</c:v>
                  </c:pt>
                  <c:pt idx="759">
                    <c:v>Coast Community College District</c:v>
                  </c:pt>
                  <c:pt idx="760">
                    <c:v>McMurry University</c:v>
                  </c:pt>
                  <c:pt idx="761">
                    <c:v>Oklahoma Panhandle State University</c:v>
                  </c:pt>
                  <c:pt idx="762">
                    <c:v>Louisiana Tech University</c:v>
                  </c:pt>
                  <c:pt idx="763">
                    <c:v>West Texas A&amp;M University</c:v>
                  </c:pt>
                  <c:pt idx="764">
                    <c:v>Moody Bible Institute</c:v>
                  </c:pt>
                  <c:pt idx="765">
                    <c:v>Southern Oregon University</c:v>
                  </c:pt>
                  <c:pt idx="766">
                    <c:v>Nyack College</c:v>
                  </c:pt>
                  <c:pt idx="767">
                    <c:v>Taft College</c:v>
                  </c:pt>
                  <c:pt idx="768">
                    <c:v>Highline Community College</c:v>
                  </c:pt>
                  <c:pt idx="769">
                    <c:v>Shorter University</c:v>
                  </c:pt>
                  <c:pt idx="770">
                    <c:v>Oklahoma Christian University</c:v>
                  </c:pt>
                  <c:pt idx="771">
                    <c:v>Burlington County College - Pemberton Campus</c:v>
                  </c:pt>
                  <c:pt idx="772">
                    <c:v>Southwestern Adventist University</c:v>
                  </c:pt>
                  <c:pt idx="773">
                    <c:v>University Of New England</c:v>
                  </c:pt>
                  <c:pt idx="774">
                    <c:v>Nashua Community College</c:v>
                  </c:pt>
                  <c:pt idx="775">
                    <c:v>Kutztown University Of Pennsylvania</c:v>
                  </c:pt>
                  <c:pt idx="776">
                    <c:v>Agnes Scott College</c:v>
                  </c:pt>
                  <c:pt idx="777">
                    <c:v>Saint Mary's University Of Minnesota</c:v>
                  </c:pt>
                  <c:pt idx="778">
                    <c:v>Missouri State University</c:v>
                  </c:pt>
                  <c:pt idx="779">
                    <c:v>Bowling Green State University</c:v>
                  </c:pt>
                  <c:pt idx="780">
                    <c:v>Geneva College</c:v>
                  </c:pt>
                  <c:pt idx="781">
                    <c:v>Baptist Bible College</c:v>
                  </c:pt>
                  <c:pt idx="782">
                    <c:v>Howard Payne University</c:v>
                  </c:pt>
                  <c:pt idx="783">
                    <c:v>Mississippi State University</c:v>
                  </c:pt>
                  <c:pt idx="784">
                    <c:v>Saginaw Valley State University</c:v>
                  </c:pt>
                  <c:pt idx="785">
                    <c:v>Dillard University</c:v>
                  </c:pt>
                  <c:pt idx="786">
                    <c:v>New Castle School Of Trades</c:v>
                  </c:pt>
                  <c:pt idx="787">
                    <c:v>Eastern Connecticut State University</c:v>
                  </c:pt>
                  <c:pt idx="788">
                    <c:v>Judson University</c:v>
                  </c:pt>
                  <c:pt idx="789">
                    <c:v>Guilford College</c:v>
                  </c:pt>
                  <c:pt idx="790">
                    <c:v>Southeast Technical Institute</c:v>
                  </c:pt>
                  <c:pt idx="791">
                    <c:v>Southwestern Oklahoma State University</c:v>
                  </c:pt>
                  <c:pt idx="792">
                    <c:v>Pierce College</c:v>
                  </c:pt>
                  <c:pt idx="793">
                    <c:v>University Of Louisiana At Lafayette</c:v>
                  </c:pt>
                  <c:pt idx="794">
                    <c:v>College Of Wooster </c:v>
                  </c:pt>
                  <c:pt idx="795">
                    <c:v>Queensborough Community College-CUNY</c:v>
                  </c:pt>
                  <c:pt idx="796">
                    <c:v>Muskingum University</c:v>
                  </c:pt>
                  <c:pt idx="797">
                    <c:v>College Of Westchester </c:v>
                  </c:pt>
                  <c:pt idx="798">
                    <c:v>Walla Walla University</c:v>
                  </c:pt>
                  <c:pt idx="799">
                    <c:v>Quincy University</c:v>
                  </c:pt>
                  <c:pt idx="800">
                    <c:v>Keene State College</c:v>
                  </c:pt>
                  <c:pt idx="801">
                    <c:v>Green River Community College</c:v>
                  </c:pt>
                  <c:pt idx="802">
                    <c:v>Lenoir-Rhyne University</c:v>
                  </c:pt>
                  <c:pt idx="803">
                    <c:v>Mcneese State University</c:v>
                  </c:pt>
                  <c:pt idx="804">
                    <c:v>Colorado Northwestern Community College</c:v>
                  </c:pt>
                  <c:pt idx="805">
                    <c:v>Prince George's Community College</c:v>
                  </c:pt>
                  <c:pt idx="806">
                    <c:v>Technical Career Institutes</c:v>
                  </c:pt>
                  <c:pt idx="807">
                    <c:v>Massachusetts College Of Art And Design</c:v>
                  </c:pt>
                  <c:pt idx="808">
                    <c:v>Belmont University</c:v>
                  </c:pt>
                  <c:pt idx="809">
                    <c:v>University Of Central Arkansas</c:v>
                  </c:pt>
                  <c:pt idx="810">
                    <c:v>University Of Texas - Pan American</c:v>
                  </c:pt>
                  <c:pt idx="811">
                    <c:v>Shoreline Community College</c:v>
                  </c:pt>
                  <c:pt idx="812">
                    <c:v>University Of North Carolina At Wilmington </c:v>
                  </c:pt>
                  <c:pt idx="813">
                    <c:v>Advanced Technology Institute</c:v>
                  </c:pt>
                  <c:pt idx="814">
                    <c:v>New Mexico Junior College</c:v>
                  </c:pt>
                  <c:pt idx="815">
                    <c:v>Foothill-Deanza Community College District</c:v>
                  </c:pt>
                  <c:pt idx="816">
                    <c:v>Coyne College</c:v>
                  </c:pt>
                  <c:pt idx="817">
                    <c:v>San Francisco Community College District</c:v>
                  </c:pt>
                  <c:pt idx="818">
                    <c:v>Anne Arundel Community College</c:v>
                  </c:pt>
                  <c:pt idx="819">
                    <c:v>Irvine Valley College</c:v>
                  </c:pt>
                  <c:pt idx="820">
                    <c:v>Berklee College Of Music</c:v>
                  </c:pt>
                  <c:pt idx="821">
                    <c:v>McHenry County College</c:v>
                  </c:pt>
                  <c:pt idx="822">
                    <c:v>Manor College</c:v>
                  </c:pt>
                  <c:pt idx="823">
                    <c:v>Lamar Institute Of Technology</c:v>
                  </c:pt>
                  <c:pt idx="824">
                    <c:v>Minneapolis College Of Art &amp; Design</c:v>
                  </c:pt>
                  <c:pt idx="825">
                    <c:v>Linn State Technical College</c:v>
                  </c:pt>
                  <c:pt idx="826">
                    <c:v>Saint Joseph's College of Rensselaer, IN</c:v>
                  </c:pt>
                  <c:pt idx="827">
                    <c:v>Valley City State University</c:v>
                  </c:pt>
                  <c:pt idx="828">
                    <c:v>University Of The Incarnate Word</c:v>
                  </c:pt>
                  <c:pt idx="829">
                    <c:v>Wayne State University</c:v>
                  </c:pt>
                  <c:pt idx="830">
                    <c:v>Georgia Southern University</c:v>
                  </c:pt>
                  <c:pt idx="831">
                    <c:v>University Of Central Oklahoma</c:v>
                  </c:pt>
                  <c:pt idx="832">
                    <c:v>East Carolina University</c:v>
                  </c:pt>
                  <c:pt idx="833">
                    <c:v>Medaille College</c:v>
                  </c:pt>
                  <c:pt idx="834">
                    <c:v>Santa Rosa Junior College</c:v>
                  </c:pt>
                  <c:pt idx="835">
                    <c:v>Santa Monica College</c:v>
                  </c:pt>
                  <c:pt idx="836">
                    <c:v>Eureka College</c:v>
                  </c:pt>
                  <c:pt idx="837">
                    <c:v>Pennsylvania College Of Technology</c:v>
                  </c:pt>
                  <c:pt idx="838">
                    <c:v>Berkeley College of Woodland Park, NJ</c:v>
                  </c:pt>
                  <c:pt idx="839">
                    <c:v>San Jose-Evergreen Community College District</c:v>
                  </c:pt>
                  <c:pt idx="840">
                    <c:v>Rhode Island College</c:v>
                  </c:pt>
                  <c:pt idx="841">
                    <c:v>Palm Beach Atlantic University</c:v>
                  </c:pt>
                  <c:pt idx="842">
                    <c:v>Thomas More College</c:v>
                  </c:pt>
                  <c:pt idx="843">
                    <c:v>Grand View University</c:v>
                  </c:pt>
                  <c:pt idx="844">
                    <c:v>Graceland University</c:v>
                  </c:pt>
                  <c:pt idx="845">
                    <c:v>DeSales University</c:v>
                  </c:pt>
                  <c:pt idx="846">
                    <c:v>Quincy College</c:v>
                  </c:pt>
                  <c:pt idx="847">
                    <c:v>Wheeling Jesuit University</c:v>
                  </c:pt>
                  <c:pt idx="848">
                    <c:v>Alvin Community College</c:v>
                  </c:pt>
                  <c:pt idx="849">
                    <c:v>Casper College</c:v>
                  </c:pt>
                  <c:pt idx="850">
                    <c:v>Eastern Mennonite University</c:v>
                  </c:pt>
                  <c:pt idx="851">
                    <c:v>University Of Alaska System</c:v>
                  </c:pt>
                  <c:pt idx="852">
                    <c:v>Saint Leo University</c:v>
                  </c:pt>
                  <c:pt idx="853">
                    <c:v>Norwalk Community College</c:v>
                  </c:pt>
                  <c:pt idx="854">
                    <c:v>Central Texas College District</c:v>
                  </c:pt>
                  <c:pt idx="855">
                    <c:v>Middlesex Community College of Middletown, CT</c:v>
                  </c:pt>
                  <c:pt idx="856">
                    <c:v>Briarcliffe College</c:v>
                  </c:pt>
                  <c:pt idx="857">
                    <c:v>Lee College</c:v>
                  </c:pt>
                  <c:pt idx="858">
                    <c:v>Southern Illinois University At Carbondale</c:v>
                  </c:pt>
                  <c:pt idx="859">
                    <c:v>Rockland Community College</c:v>
                  </c:pt>
                  <c:pt idx="860">
                    <c:v>Felician College</c:v>
                  </c:pt>
                  <c:pt idx="861">
                    <c:v>Eastern Michigan University</c:v>
                  </c:pt>
                  <c:pt idx="862">
                    <c:v>Martin Methodist College</c:v>
                  </c:pt>
                  <c:pt idx="863">
                    <c:v>Victoria College</c:v>
                  </c:pt>
                  <c:pt idx="864">
                    <c:v>University Of Virginia's College At Wise </c:v>
                  </c:pt>
                  <c:pt idx="865">
                    <c:v>Southern Illinois University Edwardsville</c:v>
                  </c:pt>
                  <c:pt idx="866">
                    <c:v>Mississippi College</c:v>
                  </c:pt>
                  <c:pt idx="867">
                    <c:v>Art Institute Of Portland </c:v>
                  </c:pt>
                  <c:pt idx="868">
                    <c:v>Washington Adventist University</c:v>
                  </c:pt>
                  <c:pt idx="869">
                    <c:v>Ringling College Of Art &amp; Design</c:v>
                  </c:pt>
                  <c:pt idx="870">
                    <c:v>Edmonds Community College</c:v>
                  </c:pt>
                  <c:pt idx="871">
                    <c:v>Savannah College Of Art And Design</c:v>
                  </c:pt>
                  <c:pt idx="872">
                    <c:v>Art Institute Of Seattle </c:v>
                  </c:pt>
                  <c:pt idx="873">
                    <c:v>Suffolk County Community College</c:v>
                  </c:pt>
                  <c:pt idx="874">
                    <c:v>South Seattle Community College</c:v>
                  </c:pt>
                  <c:pt idx="875">
                    <c:v>St. Bonaventure University</c:v>
                  </c:pt>
                  <c:pt idx="876">
                    <c:v>Mount Marty College</c:v>
                  </c:pt>
                  <c:pt idx="877">
                    <c:v>Nicholls State University</c:v>
                  </c:pt>
                  <c:pt idx="878">
                    <c:v>Fort Hays State University</c:v>
                  </c:pt>
                  <c:pt idx="879">
                    <c:v>Northern Michigan University</c:v>
                  </c:pt>
                  <c:pt idx="880">
                    <c:v>University Of Detroit Mercy</c:v>
                  </c:pt>
                  <c:pt idx="881">
                    <c:v>ITT Technical Institute</c:v>
                  </c:pt>
                  <c:pt idx="882">
                    <c:v>College Of Southern Maryland</c:v>
                  </c:pt>
                  <c:pt idx="883">
                    <c:v>Harding University</c:v>
                  </c:pt>
                  <c:pt idx="884">
                    <c:v>University Of North Carolina - Greensboro</c:v>
                  </c:pt>
                  <c:pt idx="885">
                    <c:v>Santa Barbara City College</c:v>
                  </c:pt>
                  <c:pt idx="886">
                    <c:v>Webster University</c:v>
                  </c:pt>
                  <c:pt idx="887">
                    <c:v>Florida College</c:v>
                  </c:pt>
                  <c:pt idx="888">
                    <c:v>Armstrong Atlantic State University</c:v>
                  </c:pt>
                  <c:pt idx="889">
                    <c:v>County College Of Morris</c:v>
                  </c:pt>
                  <c:pt idx="890">
                    <c:v>Bethany College of Lindsborg, KS</c:v>
                  </c:pt>
                  <c:pt idx="891">
                    <c:v>Ferris State University</c:v>
                  </c:pt>
                  <c:pt idx="892">
                    <c:v>Olivet Nazarene University</c:v>
                  </c:pt>
                  <c:pt idx="893">
                    <c:v>Utah Valley University</c:v>
                  </c:pt>
                  <c:pt idx="894">
                    <c:v>Georgia College &amp; State University</c:v>
                  </c:pt>
                  <c:pt idx="895">
                    <c:v>University Of New Orleans </c:v>
                  </c:pt>
                  <c:pt idx="896">
                    <c:v>University Of The Cumberlands</c:v>
                  </c:pt>
                  <c:pt idx="897">
                    <c:v>Clark Atlanta University</c:v>
                  </c:pt>
                  <c:pt idx="898">
                    <c:v>College Of The Ozarks</c:v>
                  </c:pt>
                  <c:pt idx="899">
                    <c:v>Bucks County Community College</c:v>
                  </c:pt>
                  <c:pt idx="900">
                    <c:v>American International College</c:v>
                  </c:pt>
                  <c:pt idx="901">
                    <c:v>Southeastern Oklahoma State University</c:v>
                  </c:pt>
                  <c:pt idx="902">
                    <c:v>Johnson College</c:v>
                  </c:pt>
                  <c:pt idx="903">
                    <c:v>Eastern Oregon University</c:v>
                  </c:pt>
                  <c:pt idx="904">
                    <c:v>Barstow Community College</c:v>
                  </c:pt>
                  <c:pt idx="905">
                    <c:v>Humboldt State University</c:v>
                  </c:pt>
                  <c:pt idx="906">
                    <c:v>Vanguard University Of Southern California</c:v>
                  </c:pt>
                  <c:pt idx="907">
                    <c:v>Kingsborough Commmunity College/CUNY</c:v>
                  </c:pt>
                  <c:pt idx="908">
                    <c:v>Tennessee College Of Applied Technology-Jackson</c:v>
                  </c:pt>
                  <c:pt idx="909">
                    <c:v>Green Mountain College</c:v>
                  </c:pt>
                  <c:pt idx="910">
                    <c:v>Malone University</c:v>
                  </c:pt>
                  <c:pt idx="911">
                    <c:v>University Of Phoenix</c:v>
                  </c:pt>
                  <c:pt idx="912">
                    <c:v>Paul Smith's College Of Arts &amp; Sciences</c:v>
                  </c:pt>
                  <c:pt idx="913">
                    <c:v>Benedictine College</c:v>
                  </c:pt>
                  <c:pt idx="914">
                    <c:v>Contra Costa Community College District</c:v>
                  </c:pt>
                  <c:pt idx="915">
                    <c:v>Brigham Young University-Idaho</c:v>
                  </c:pt>
                  <c:pt idx="916">
                    <c:v>Winthrop University</c:v>
                  </c:pt>
                  <c:pt idx="917">
                    <c:v>Great Basin College</c:v>
                  </c:pt>
                  <c:pt idx="918">
                    <c:v>College For Creative Studies</c:v>
                  </c:pt>
                  <c:pt idx="919">
                    <c:v>University Of Indianapolis</c:v>
                  </c:pt>
                  <c:pt idx="920">
                    <c:v>Angelo State University</c:v>
                  </c:pt>
                  <c:pt idx="921">
                    <c:v>Wingate University</c:v>
                  </c:pt>
                  <c:pt idx="922">
                    <c:v>Auburn University Montgomery</c:v>
                  </c:pt>
                  <c:pt idx="923">
                    <c:v>University Of Louisiana At Monroe</c:v>
                  </c:pt>
                  <c:pt idx="924">
                    <c:v>SUNY College At Buffalo</c:v>
                  </c:pt>
                  <c:pt idx="925">
                    <c:v>Massachusetts College Of Liberal Arts</c:v>
                  </c:pt>
                  <c:pt idx="926">
                    <c:v>University Of South Carolina System</c:v>
                  </c:pt>
                  <c:pt idx="927">
                    <c:v>Western Wyoming Community College</c:v>
                  </c:pt>
                  <c:pt idx="928">
                    <c:v>Oakton Community College</c:v>
                  </c:pt>
                  <c:pt idx="929">
                    <c:v>Charleston Southern University</c:v>
                  </c:pt>
                  <c:pt idx="930">
                    <c:v>North Seattle College</c:v>
                  </c:pt>
                  <c:pt idx="931">
                    <c:v>Pinnacle Career Institute</c:v>
                  </c:pt>
                  <c:pt idx="932">
                    <c:v>Georgia Highlands College</c:v>
                  </c:pt>
                  <c:pt idx="933">
                    <c:v>Pfeiffer University</c:v>
                  </c:pt>
                  <c:pt idx="934">
                    <c:v>Virginia State University</c:v>
                  </c:pt>
                  <c:pt idx="935">
                    <c:v>Elgin Community College</c:v>
                  </c:pt>
                  <c:pt idx="936">
                    <c:v>Keuka College</c:v>
                  </c:pt>
                  <c:pt idx="937">
                    <c:v>Milligan College</c:v>
                  </c:pt>
                  <c:pt idx="938">
                    <c:v>Henderson State University</c:v>
                  </c:pt>
                  <c:pt idx="939">
                    <c:v>New Mexico State University</c:v>
                  </c:pt>
                  <c:pt idx="940">
                    <c:v>Houston Community College</c:v>
                  </c:pt>
                  <c:pt idx="941">
                    <c:v>Middlesex County College</c:v>
                  </c:pt>
                  <c:pt idx="942">
                    <c:v>Miles Community College</c:v>
                  </c:pt>
                  <c:pt idx="943">
                    <c:v>American Institute Of Business</c:v>
                  </c:pt>
                  <c:pt idx="944">
                    <c:v>Seward County Community College/Area Technical School</c:v>
                  </c:pt>
                  <c:pt idx="945">
                    <c:v>Wood Tobe - Coburn School</c:v>
                  </c:pt>
                  <c:pt idx="946">
                    <c:v>Alverno College</c:v>
                  </c:pt>
                  <c:pt idx="947">
                    <c:v>Chestnut Hill College</c:v>
                  </c:pt>
                  <c:pt idx="948">
                    <c:v>Mount San Antonio College</c:v>
                  </c:pt>
                  <c:pt idx="949">
                    <c:v>Hallmark College Of Technology</c:v>
                  </c:pt>
                  <c:pt idx="950">
                    <c:v>Palomar College</c:v>
                  </c:pt>
                  <c:pt idx="951">
                    <c:v>Cumberland County College</c:v>
                  </c:pt>
                  <c:pt idx="952">
                    <c:v>Eastern Nazarene College</c:v>
                  </c:pt>
                  <c:pt idx="953">
                    <c:v>Howard County Junior College District</c:v>
                  </c:pt>
                  <c:pt idx="954">
                    <c:v>Marshall University</c:v>
                  </c:pt>
                  <c:pt idx="955">
                    <c:v>Lakeshore Technical College</c:v>
                  </c:pt>
                  <c:pt idx="956">
                    <c:v>Point Park University</c:v>
                  </c:pt>
                  <c:pt idx="957">
                    <c:v>Strayer University</c:v>
                  </c:pt>
                  <c:pt idx="958">
                    <c:v>Chadron State College</c:v>
                  </c:pt>
                  <c:pt idx="959">
                    <c:v>CUNY Borough Of Manhattan Community College</c:v>
                  </c:pt>
                  <c:pt idx="960">
                    <c:v>Academy Of Art University</c:v>
                  </c:pt>
                  <c:pt idx="961">
                    <c:v>Gardner - Webb University</c:v>
                  </c:pt>
                  <c:pt idx="962">
                    <c:v>Sage Colleges</c:v>
                  </c:pt>
                  <c:pt idx="963">
                    <c:v>Mississippi University For Women</c:v>
                  </c:pt>
                  <c:pt idx="964">
                    <c:v>University Of Bridgeport</c:v>
                  </c:pt>
                  <c:pt idx="965">
                    <c:v>Copper Mountain College</c:v>
                  </c:pt>
                  <c:pt idx="966">
                    <c:v>Indiana University System</c:v>
                  </c:pt>
                  <c:pt idx="967">
                    <c:v>Spring Arbor University</c:v>
                  </c:pt>
                  <c:pt idx="968">
                    <c:v>University Of South Alabama</c:v>
                  </c:pt>
                  <c:pt idx="969">
                    <c:v>South Puget Sound Community College</c:v>
                  </c:pt>
                  <c:pt idx="970">
                    <c:v>Union College of Barbourville, KY</c:v>
                  </c:pt>
                  <c:pt idx="971">
                    <c:v>University Of Toledo</c:v>
                  </c:pt>
                  <c:pt idx="972">
                    <c:v>Alabama Agricultural &amp; Mechanical University</c:v>
                  </c:pt>
                  <c:pt idx="973">
                    <c:v>NHTI  - Concord's Community College</c:v>
                  </c:pt>
                  <c:pt idx="974">
                    <c:v>Huntington University</c:v>
                  </c:pt>
                  <c:pt idx="975">
                    <c:v>University Of Northwestern- St Paul</c:v>
                  </c:pt>
                  <c:pt idx="976">
                    <c:v>Northeastern Illinois University</c:v>
                  </c:pt>
                  <c:pt idx="977">
                    <c:v>Seton Hill University</c:v>
                  </c:pt>
                  <c:pt idx="978">
                    <c:v>Pasadena City College</c:v>
                  </c:pt>
                  <c:pt idx="979">
                    <c:v>Cameron University</c:v>
                  </c:pt>
                  <c:pt idx="980">
                    <c:v>Fontbonne University</c:v>
                  </c:pt>
                  <c:pt idx="981">
                    <c:v>Concordia University of Seward, NE</c:v>
                  </c:pt>
                  <c:pt idx="982">
                    <c:v>Aquinas College</c:v>
                  </c:pt>
                  <c:pt idx="983">
                    <c:v>University Of Kentucky</c:v>
                  </c:pt>
                  <c:pt idx="984">
                    <c:v>University Of North Alabama</c:v>
                  </c:pt>
                  <c:pt idx="985">
                    <c:v>Boise State University</c:v>
                  </c:pt>
                  <c:pt idx="986">
                    <c:v>Franklin Pierce University</c:v>
                  </c:pt>
                  <c:pt idx="987">
                    <c:v>Ball State University</c:v>
                  </c:pt>
                  <c:pt idx="988">
                    <c:v>Middle Tennessee State University</c:v>
                  </c:pt>
                  <c:pt idx="989">
                    <c:v>Orange County Community College</c:v>
                  </c:pt>
                  <c:pt idx="990">
                    <c:v>Northwest Missouri State University</c:v>
                  </c:pt>
                  <c:pt idx="991">
                    <c:v>Murray State University</c:v>
                  </c:pt>
                  <c:pt idx="992">
                    <c:v>Sussex County Community College</c:v>
                  </c:pt>
                  <c:pt idx="993">
                    <c:v>Wichita State University</c:v>
                  </c:pt>
                  <c:pt idx="994">
                    <c:v>Franciscan University Of Steubenville</c:v>
                  </c:pt>
                  <c:pt idx="995">
                    <c:v>Dutchess Community College</c:v>
                  </c:pt>
                  <c:pt idx="996">
                    <c:v>Lewis-Clark State College</c:v>
                  </c:pt>
                  <c:pt idx="997">
                    <c:v>College Of The Canyons</c:v>
                  </c:pt>
                  <c:pt idx="998">
                    <c:v>Northwestern Oklahoma State University</c:v>
                  </c:pt>
                  <c:pt idx="999">
                    <c:v>University Of Southern Mississippi</c:v>
                  </c:pt>
                  <c:pt idx="1000">
                    <c:v>Frederick Community College</c:v>
                  </c:pt>
                  <c:pt idx="1001">
                    <c:v>Thiel College</c:v>
                  </c:pt>
                  <c:pt idx="1002">
                    <c:v>SUNY College Of Technology At Alfred</c:v>
                  </c:pt>
                  <c:pt idx="1003">
                    <c:v>Utah State University</c:v>
                  </c:pt>
                  <c:pt idx="1004">
                    <c:v>Moraine Valley Community College</c:v>
                  </c:pt>
                  <c:pt idx="1005">
                    <c:v>Fox College</c:v>
                  </c:pt>
                  <c:pt idx="1006">
                    <c:v>Chabot-Las Positas Community College District</c:v>
                  </c:pt>
                  <c:pt idx="1007">
                    <c:v>Wilmington University</c:v>
                  </c:pt>
                  <c:pt idx="1008">
                    <c:v>Brookdale Community College</c:v>
                  </c:pt>
                  <c:pt idx="1009">
                    <c:v>Cascadia Community College</c:v>
                  </c:pt>
                  <c:pt idx="1010">
                    <c:v>Lone Star College-North Harris</c:v>
                  </c:pt>
                  <c:pt idx="1011">
                    <c:v>Norfolk State University</c:v>
                  </c:pt>
                  <c:pt idx="1012">
                    <c:v>Western Texas College</c:v>
                  </c:pt>
                  <c:pt idx="1013">
                    <c:v>Wright State University</c:v>
                  </c:pt>
                  <c:pt idx="1014">
                    <c:v>Cuesta College</c:v>
                  </c:pt>
                  <c:pt idx="1015">
                    <c:v>Texas State Technical College West Texas</c:v>
                  </c:pt>
                  <c:pt idx="1016">
                    <c:v>Southern Arkansas University</c:v>
                  </c:pt>
                  <c:pt idx="1017">
                    <c:v>Indiana University Of Pennsylvania</c:v>
                  </c:pt>
                  <c:pt idx="1018">
                    <c:v>Neumann University</c:v>
                  </c:pt>
                  <c:pt idx="1019">
                    <c:v>William Penn University</c:v>
                  </c:pt>
                  <c:pt idx="1020">
                    <c:v>University Of Advancing Computer Technology</c:v>
                  </c:pt>
                  <c:pt idx="1021">
                    <c:v>North Greenville University</c:v>
                  </c:pt>
                  <c:pt idx="1022">
                    <c:v>Anthem Institute</c:v>
                  </c:pt>
                  <c:pt idx="1023">
                    <c:v>Columbia Basin College</c:v>
                  </c:pt>
                  <c:pt idx="1024">
                    <c:v>University Of Central Missouri</c:v>
                  </c:pt>
                  <c:pt idx="1025">
                    <c:v>California University Of Pennsylvania</c:v>
                  </c:pt>
                  <c:pt idx="1026">
                    <c:v>Hanover College</c:v>
                  </c:pt>
                  <c:pt idx="1027">
                    <c:v>Rancho Santiago Community College District</c:v>
                  </c:pt>
                  <c:pt idx="1028">
                    <c:v>CUNY Medgar Evers College</c:v>
                  </c:pt>
                  <c:pt idx="1029">
                    <c:v>Columbus State University</c:v>
                  </c:pt>
                  <c:pt idx="1030">
                    <c:v>Dixie State University</c:v>
                  </c:pt>
                  <c:pt idx="1031">
                    <c:v>Kentucky Wesleyan College</c:v>
                  </c:pt>
                  <c:pt idx="1032">
                    <c:v>Howard Community College</c:v>
                  </c:pt>
                  <c:pt idx="1033">
                    <c:v>Arapahoe Community College</c:v>
                  </c:pt>
                  <c:pt idx="1034">
                    <c:v>Le Cordon Bleu College Of Culinary Arts of Pasadena, CA</c:v>
                  </c:pt>
                  <c:pt idx="1035">
                    <c:v>University Of Louisville</c:v>
                  </c:pt>
                  <c:pt idx="1036">
                    <c:v>Saddleback College</c:v>
                  </c:pt>
                  <c:pt idx="1037">
                    <c:v>Napa Valley College</c:v>
                  </c:pt>
                  <c:pt idx="1038">
                    <c:v>CUNY Laguardia Community College</c:v>
                  </c:pt>
                  <c:pt idx="1039">
                    <c:v>Middlesex Community College of Bedford, MA</c:v>
                  </c:pt>
                  <c:pt idx="1040">
                    <c:v>Las Positas College</c:v>
                  </c:pt>
                  <c:pt idx="1041">
                    <c:v>Slippery Rock University</c:v>
                  </c:pt>
                  <c:pt idx="1042">
                    <c:v>Marymount California University</c:v>
                  </c:pt>
                  <c:pt idx="1043">
                    <c:v>Bridgewater College</c:v>
                  </c:pt>
                  <c:pt idx="1044">
                    <c:v>Del Mar College</c:v>
                  </c:pt>
                  <c:pt idx="1045">
                    <c:v>Cape Cod Community College</c:v>
                  </c:pt>
                  <c:pt idx="1046">
                    <c:v>Grossmont-Cuyamaca Community College District</c:v>
                  </c:pt>
                  <c:pt idx="1047">
                    <c:v>Clarendon College</c:v>
                  </c:pt>
                  <c:pt idx="1048">
                    <c:v>Whatcom Community College</c:v>
                  </c:pt>
                  <c:pt idx="1049">
                    <c:v>Lincoln University of Lincoln University, PA</c:v>
                  </c:pt>
                  <c:pt idx="1050">
                    <c:v>Mary Baldwin College</c:v>
                  </c:pt>
                  <c:pt idx="1051">
                    <c:v>Savannah State University</c:v>
                  </c:pt>
                  <c:pt idx="1052">
                    <c:v>Our Lady Of The Lake University</c:v>
                  </c:pt>
                  <c:pt idx="1053">
                    <c:v>Concordia University of River Forest, IL</c:v>
                  </c:pt>
                  <c:pt idx="1054">
                    <c:v>Maryville College</c:v>
                  </c:pt>
                  <c:pt idx="1055">
                    <c:v>Lesley University</c:v>
                  </c:pt>
                  <c:pt idx="1056">
                    <c:v>University Of Hawaii And Hawaii Community Colleges</c:v>
                  </c:pt>
                  <c:pt idx="1057">
                    <c:v>Chatham University</c:v>
                  </c:pt>
                  <c:pt idx="1058">
                    <c:v>New England Institute Of Technology</c:v>
                  </c:pt>
                  <c:pt idx="1059">
                    <c:v>Tennessee State University</c:v>
                  </c:pt>
                  <c:pt idx="1060">
                    <c:v>Carson - Newman University</c:v>
                  </c:pt>
                  <c:pt idx="1061">
                    <c:v>Bethel University of Saint Paul, MN</c:v>
                  </c:pt>
                  <c:pt idx="1062">
                    <c:v>Chippewa Valley Technical College</c:v>
                  </c:pt>
                  <c:pt idx="1063">
                    <c:v>Macomb Community College</c:v>
                  </c:pt>
                  <c:pt idx="1064">
                    <c:v>Nebraska Wesleyan University</c:v>
                  </c:pt>
                  <c:pt idx="1065">
                    <c:v>Jacksonville University</c:v>
                  </c:pt>
                  <c:pt idx="1066">
                    <c:v>Union County College</c:v>
                  </c:pt>
                  <c:pt idx="1067">
                    <c:v>Valdosta State University</c:v>
                  </c:pt>
                  <c:pt idx="1068">
                    <c:v>Southeastern Illinois College</c:v>
                  </c:pt>
                  <c:pt idx="1069">
                    <c:v>Truett Mcconnell College</c:v>
                  </c:pt>
                  <c:pt idx="1070">
                    <c:v>Eastern Arizona College</c:v>
                  </c:pt>
                  <c:pt idx="1071">
                    <c:v>Le Cordon Bleu College Of Culinary Arts of Dallas, TX</c:v>
                  </c:pt>
                  <c:pt idx="1072">
                    <c:v>Brooks Institute</c:v>
                  </c:pt>
                  <c:pt idx="1073">
                    <c:v>Prairie View Agricultural &amp; Mechanical University</c:v>
                  </c:pt>
                  <c:pt idx="1074">
                    <c:v>Yosemite Community College District</c:v>
                  </c:pt>
                  <c:pt idx="1075">
                    <c:v>Indiana State University</c:v>
                  </c:pt>
                  <c:pt idx="1076">
                    <c:v>Ocean County College</c:v>
                  </c:pt>
                  <c:pt idx="1077">
                    <c:v>Saint Thomas University</c:v>
                  </c:pt>
                  <c:pt idx="1078">
                    <c:v>Randolph College</c:v>
                  </c:pt>
                  <c:pt idx="1079">
                    <c:v>School Of The Museum Of Fine Arts</c:v>
                  </c:pt>
                  <c:pt idx="1080">
                    <c:v>Lamar State College - Orange</c:v>
                  </c:pt>
                  <c:pt idx="1081">
                    <c:v>Lord Fairfax Community College</c:v>
                  </c:pt>
                  <c:pt idx="1082">
                    <c:v>Augustana College of Sioux Falls, SD</c:v>
                  </c:pt>
                  <c:pt idx="1083">
                    <c:v>Eastern University</c:v>
                  </c:pt>
                  <c:pt idx="1084">
                    <c:v>University Of Cincinnati</c:v>
                  </c:pt>
                  <c:pt idx="1085">
                    <c:v>Cisco College</c:v>
                  </c:pt>
                  <c:pt idx="1086">
                    <c:v>Art Institute Of Houston </c:v>
                  </c:pt>
                  <c:pt idx="1087">
                    <c:v>College Of Lake County</c:v>
                  </c:pt>
                  <c:pt idx="1088">
                    <c:v>Kent State University</c:v>
                  </c:pt>
                  <c:pt idx="1089">
                    <c:v>Daniel Webster College</c:v>
                  </c:pt>
                  <c:pt idx="1090">
                    <c:v>Rowan College At Gloucester County</c:v>
                  </c:pt>
                  <c:pt idx="1091">
                    <c:v>Texas A&amp;M University - Commerce</c:v>
                  </c:pt>
                  <c:pt idx="1092">
                    <c:v>Heidelberg University</c:v>
                  </c:pt>
                  <c:pt idx="1093">
                    <c:v>Virginia Wesleyan College</c:v>
                  </c:pt>
                  <c:pt idx="1094">
                    <c:v>Western Carolina University</c:v>
                  </c:pt>
                  <c:pt idx="1095">
                    <c:v>Lee University</c:v>
                  </c:pt>
                  <c:pt idx="1096">
                    <c:v>North Carolina Agricultural &amp; Technical State University</c:v>
                  </c:pt>
                  <c:pt idx="1097">
                    <c:v>State University Of New York College At Potsdam</c:v>
                  </c:pt>
                  <c:pt idx="1098">
                    <c:v>Mercy College</c:v>
                  </c:pt>
                  <c:pt idx="1099">
                    <c:v>Sierra College</c:v>
                  </c:pt>
                  <c:pt idx="1100">
                    <c:v>Adrian College</c:v>
                  </c:pt>
                  <c:pt idx="1101">
                    <c:v>Lake Superior State University</c:v>
                  </c:pt>
                  <c:pt idx="1102">
                    <c:v>Arkansas Tech University</c:v>
                  </c:pt>
                  <c:pt idx="1103">
                    <c:v>Automotive Training Center</c:v>
                  </c:pt>
                  <c:pt idx="1104">
                    <c:v>University Of Alabama At Birmingham</c:v>
                  </c:pt>
                  <c:pt idx="1105">
                    <c:v>Tarrant County College District</c:v>
                  </c:pt>
                  <c:pt idx="1106">
                    <c:v>Waldorf College</c:v>
                  </c:pt>
                  <c:pt idx="1107">
                    <c:v>University Of Saint Francis of Fort Wayne, IN</c:v>
                  </c:pt>
                  <c:pt idx="1108">
                    <c:v>Southeast Community College</c:v>
                  </c:pt>
                  <c:pt idx="1109">
                    <c:v>Clayton State University</c:v>
                  </c:pt>
                  <c:pt idx="1110">
                    <c:v>Kern &amp; North Orange County Community College Districts</c:v>
                  </c:pt>
                  <c:pt idx="1111">
                    <c:v>Johnson &amp; Wales University</c:v>
                  </c:pt>
                  <c:pt idx="1112">
                    <c:v>Manchester Community College of Manchester, CT</c:v>
                  </c:pt>
                  <c:pt idx="1113">
                    <c:v>Northwest College</c:v>
                  </c:pt>
                  <c:pt idx="1114">
                    <c:v>Hudson Valley Community College</c:v>
                  </c:pt>
                  <c:pt idx="1115">
                    <c:v>Laredo Community College</c:v>
                  </c:pt>
                  <c:pt idx="1116">
                    <c:v>Lakes Region Community College</c:v>
                  </c:pt>
                  <c:pt idx="1117">
                    <c:v>Montgomery County Community College</c:v>
                  </c:pt>
                  <c:pt idx="1118">
                    <c:v>San Diego Community College District</c:v>
                  </c:pt>
                  <c:pt idx="1119">
                    <c:v>University Of Montana </c:v>
                  </c:pt>
                  <c:pt idx="1120">
                    <c:v>Gavilan College</c:v>
                  </c:pt>
                  <c:pt idx="1121">
                    <c:v>Western Technical College of El Paso, TX</c:v>
                  </c:pt>
                  <c:pt idx="1122">
                    <c:v>Coastal Carolina University</c:v>
                  </c:pt>
                  <c:pt idx="1123">
                    <c:v>Massachusetts Bay Community College</c:v>
                  </c:pt>
                  <c:pt idx="1124">
                    <c:v>Heald College</c:v>
                  </c:pt>
                  <c:pt idx="1125">
                    <c:v>New England College</c:v>
                  </c:pt>
                  <c:pt idx="1126">
                    <c:v>Southwestern Community College of Creston, IA</c:v>
                  </c:pt>
                  <c:pt idx="1127">
                    <c:v>Eastern Wyoming College</c:v>
                  </c:pt>
                  <c:pt idx="1128">
                    <c:v>Mayville State University</c:v>
                  </c:pt>
                  <c:pt idx="1129">
                    <c:v>University Of The District Of Columbia</c:v>
                  </c:pt>
                  <c:pt idx="1130">
                    <c:v>Salt Lake Community College</c:v>
                  </c:pt>
                  <c:pt idx="1131">
                    <c:v>Ventura County Community College District</c:v>
                  </c:pt>
                  <c:pt idx="1132">
                    <c:v>Georgia Southwestern State University</c:v>
                  </c:pt>
                  <c:pt idx="1133">
                    <c:v>Rio Hondo Community College</c:v>
                  </c:pt>
                  <c:pt idx="1134">
                    <c:v>Capital University</c:v>
                  </c:pt>
                  <c:pt idx="1135">
                    <c:v>University Of Findlay </c:v>
                  </c:pt>
                  <c:pt idx="1136">
                    <c:v>Oklahoma State University Institute Of Technology - Okmulgee</c:v>
                  </c:pt>
                  <c:pt idx="1137">
                    <c:v>Appalachian State University</c:v>
                  </c:pt>
                  <c:pt idx="1138">
                    <c:v>Triton College</c:v>
                  </c:pt>
                  <c:pt idx="1139">
                    <c:v>Northwest Kansas Technical College</c:v>
                  </c:pt>
                  <c:pt idx="1140">
                    <c:v>Ohio University</c:v>
                  </c:pt>
                  <c:pt idx="1141">
                    <c:v>Oral Roberts University</c:v>
                  </c:pt>
                  <c:pt idx="1142">
                    <c:v>Lock Haven University Of Pennsylvania</c:v>
                  </c:pt>
                  <c:pt idx="1143">
                    <c:v>Bristol Community College</c:v>
                  </c:pt>
                  <c:pt idx="1144">
                    <c:v>Troy University And Troy State Universities, Montgomery And Dothan</c:v>
                  </c:pt>
                  <c:pt idx="1145">
                    <c:v>William Jewell College</c:v>
                  </c:pt>
                  <c:pt idx="1146">
                    <c:v>Blinn College</c:v>
                  </c:pt>
                  <c:pt idx="1147">
                    <c:v>Texas State Technical College</c:v>
                  </c:pt>
                  <c:pt idx="1148">
                    <c:v>Shepherd University</c:v>
                  </c:pt>
                  <c:pt idx="1149">
                    <c:v>Marshalltown Community College</c:v>
                  </c:pt>
                  <c:pt idx="1150">
                    <c:v>Southern Nazarene University</c:v>
                  </c:pt>
                  <c:pt idx="1151">
                    <c:v>Los Rios Community College District</c:v>
                  </c:pt>
                  <c:pt idx="1152">
                    <c:v>New England Culinary Institute</c:v>
                  </c:pt>
                  <c:pt idx="1153">
                    <c:v>University Of New Mexico</c:v>
                  </c:pt>
                  <c:pt idx="1154">
                    <c:v>Aurora University</c:v>
                  </c:pt>
                  <c:pt idx="1155">
                    <c:v>Mercyhurst University</c:v>
                  </c:pt>
                  <c:pt idx="1156">
                    <c:v>Ulster County Community College</c:v>
                  </c:pt>
                  <c:pt idx="1157">
                    <c:v>Weatherford College</c:v>
                  </c:pt>
                  <c:pt idx="1158">
                    <c:v>Hartnell Community College</c:v>
                  </c:pt>
                  <c:pt idx="1159">
                    <c:v>Tacoma Community College</c:v>
                  </c:pt>
                  <c:pt idx="1160">
                    <c:v>Vincennes University</c:v>
                  </c:pt>
                  <c:pt idx="1161">
                    <c:v>Campbellsville University</c:v>
                  </c:pt>
                  <c:pt idx="1162">
                    <c:v>San Juan College</c:v>
                  </c:pt>
                  <c:pt idx="1163">
                    <c:v>Concordia University - Wisconsin</c:v>
                  </c:pt>
                  <c:pt idx="1164">
                    <c:v>Nazareth College Of Rochester</c:v>
                  </c:pt>
                  <c:pt idx="1165">
                    <c:v>West Liberty University</c:v>
                  </c:pt>
                  <c:pt idx="1166">
                    <c:v>SUNY College Of Agriculture &amp; Technology At Morrisville</c:v>
                  </c:pt>
                  <c:pt idx="1167">
                    <c:v>Arkansas State University</c:v>
                  </c:pt>
                  <c:pt idx="1168">
                    <c:v>Cleveland State University</c:v>
                  </c:pt>
                  <c:pt idx="1169">
                    <c:v>Central Ohio Technical College</c:v>
                  </c:pt>
                  <c:pt idx="1170">
                    <c:v>Central Methodist University</c:v>
                  </c:pt>
                  <c:pt idx="1171">
                    <c:v>Friends University</c:v>
                  </c:pt>
                  <c:pt idx="1172">
                    <c:v>Harper College</c:v>
                  </c:pt>
                  <c:pt idx="1173">
                    <c:v>Western State Colorado University</c:v>
                  </c:pt>
                  <c:pt idx="1174">
                    <c:v>Lipscomb University</c:v>
                  </c:pt>
                  <c:pt idx="1175">
                    <c:v>College Of Marin</c:v>
                  </c:pt>
                  <c:pt idx="1176">
                    <c:v>Missouri Western State University</c:v>
                  </c:pt>
                  <c:pt idx="1177">
                    <c:v>Bates Technical College</c:v>
                  </c:pt>
                  <c:pt idx="1178">
                    <c:v>Saint Charles Community College</c:v>
                  </c:pt>
                  <c:pt idx="1179">
                    <c:v>Cumberland University</c:v>
                  </c:pt>
                  <c:pt idx="1180">
                    <c:v>Hill College</c:v>
                  </c:pt>
                  <c:pt idx="1181">
                    <c:v>Husson University</c:v>
                  </c:pt>
                  <c:pt idx="1182">
                    <c:v>Missouri Southern State University</c:v>
                  </c:pt>
                  <c:pt idx="1183">
                    <c:v>Colby Community College</c:v>
                  </c:pt>
                  <c:pt idx="1184">
                    <c:v>Midamerica Nazarene University</c:v>
                  </c:pt>
                  <c:pt idx="1185">
                    <c:v>Miami Dade CC</c:v>
                  </c:pt>
                  <c:pt idx="1186">
                    <c:v>Mount Vernon Nazarene University</c:v>
                  </c:pt>
                  <c:pt idx="1187">
                    <c:v>Delaware County Community College</c:v>
                  </c:pt>
                  <c:pt idx="1188">
                    <c:v>Johnson County Community College</c:v>
                  </c:pt>
                  <c:pt idx="1189">
                    <c:v>Adams State University</c:v>
                  </c:pt>
                  <c:pt idx="1190">
                    <c:v>New Mexico Highlands University</c:v>
                  </c:pt>
                  <c:pt idx="1191">
                    <c:v>Pittsburgh Technical Institute</c:v>
                  </c:pt>
                  <c:pt idx="1192">
                    <c:v>Midland University</c:v>
                  </c:pt>
                  <c:pt idx="1193">
                    <c:v>Citrus Community College</c:v>
                  </c:pt>
                  <c:pt idx="1194">
                    <c:v>Mount Hood Community College</c:v>
                  </c:pt>
                  <c:pt idx="1195">
                    <c:v>East Tennessee State University</c:v>
                  </c:pt>
                  <c:pt idx="1196">
                    <c:v>Lincoln Memorial University</c:v>
                  </c:pt>
                  <c:pt idx="1197">
                    <c:v>Minnesota State University System, Century And Various Other Minnesota Community Colleges</c:v>
                  </c:pt>
                  <c:pt idx="1198">
                    <c:v>Metropolitan State University Of Denver</c:v>
                  </c:pt>
                  <c:pt idx="1199">
                    <c:v>Winston-Salem State University</c:v>
                  </c:pt>
                  <c:pt idx="1200">
                    <c:v>Eastern Idaho Technical College</c:v>
                  </c:pt>
                  <c:pt idx="1201">
                    <c:v>Barton County Community College</c:v>
                  </c:pt>
                  <c:pt idx="1202">
                    <c:v>Northern Kentucky University</c:v>
                  </c:pt>
                  <c:pt idx="1203">
                    <c:v>CUNY Bronx Community College</c:v>
                  </c:pt>
                  <c:pt idx="1204">
                    <c:v>Youngstown State University</c:v>
                  </c:pt>
                  <c:pt idx="1205">
                    <c:v>University Of Maine System</c:v>
                  </c:pt>
                  <c:pt idx="1206">
                    <c:v>Los Angeles Community College District</c:v>
                  </c:pt>
                  <c:pt idx="1207">
                    <c:v>Riverside Community College District</c:v>
                  </c:pt>
                  <c:pt idx="1208">
                    <c:v>University Of Akron </c:v>
                  </c:pt>
                  <c:pt idx="1209">
                    <c:v>Lubbock Christian University</c:v>
                  </c:pt>
                  <c:pt idx="1210">
                    <c:v>Daemen College</c:v>
                  </c:pt>
                  <c:pt idx="1211">
                    <c:v>Evangel University</c:v>
                  </c:pt>
                  <c:pt idx="1212">
                    <c:v>Southwestern Assemblies Of God University</c:v>
                  </c:pt>
                  <c:pt idx="1213">
                    <c:v>Ferrum College</c:v>
                  </c:pt>
                  <c:pt idx="1214">
                    <c:v>Texas State Technical College Harlingen</c:v>
                  </c:pt>
                  <c:pt idx="1215">
                    <c:v>Grand Canyon University</c:v>
                  </c:pt>
                  <c:pt idx="1216">
                    <c:v>Northwest Arkansas Community College</c:v>
                  </c:pt>
                  <c:pt idx="1217">
                    <c:v>El Camino College</c:v>
                  </c:pt>
                  <c:pt idx="1218">
                    <c:v>University Of Montevallo</c:v>
                  </c:pt>
                  <c:pt idx="1219">
                    <c:v>CUNY, Hostos Community College</c:v>
                  </c:pt>
                  <c:pt idx="1220">
                    <c:v>North Central University</c:v>
                  </c:pt>
                  <c:pt idx="1221">
                    <c:v>Broward College</c:v>
                  </c:pt>
                  <c:pt idx="1222">
                    <c:v>Columbia - Greene Community College - SUNY Office Of Cmnty Colleg</c:v>
                  </c:pt>
                  <c:pt idx="1223">
                    <c:v>Cerritos Community College</c:v>
                  </c:pt>
                  <c:pt idx="1224">
                    <c:v>Naugatuck Valley Community College</c:v>
                  </c:pt>
                  <c:pt idx="1225">
                    <c:v>Manchester Community College of Manchester, NH</c:v>
                  </c:pt>
                  <c:pt idx="1226">
                    <c:v>North Central Texas College</c:v>
                  </c:pt>
                  <c:pt idx="1227">
                    <c:v>Austin Community College</c:v>
                  </c:pt>
                  <c:pt idx="1228">
                    <c:v>San Joaquin Delta College</c:v>
                  </c:pt>
                  <c:pt idx="1229">
                    <c:v>Wheelock College</c:v>
                  </c:pt>
                  <c:pt idx="1230">
                    <c:v>Our Lady Of The Lake College</c:v>
                  </c:pt>
                  <c:pt idx="1231">
                    <c:v>Salem College</c:v>
                  </c:pt>
                  <c:pt idx="1232">
                    <c:v>Southeastern University</c:v>
                  </c:pt>
                  <c:pt idx="1233">
                    <c:v>University Of Texas At Brownsville</c:v>
                  </c:pt>
                  <c:pt idx="1234">
                    <c:v>Anderson University of Anderson, SC</c:v>
                  </c:pt>
                  <c:pt idx="1235">
                    <c:v>Crown College</c:v>
                  </c:pt>
                  <c:pt idx="1236">
                    <c:v>Snow College</c:v>
                  </c:pt>
                  <c:pt idx="1237">
                    <c:v>Community College Of Baltimore County</c:v>
                  </c:pt>
                  <c:pt idx="1238">
                    <c:v>Immaculata University</c:v>
                  </c:pt>
                  <c:pt idx="1239">
                    <c:v>Reid State Technical College</c:v>
                  </c:pt>
                  <c:pt idx="1240">
                    <c:v>Clarion University Of Pennsylvania</c:v>
                  </c:pt>
                  <c:pt idx="1241">
                    <c:v>Wayland Baptist University</c:v>
                  </c:pt>
                  <c:pt idx="1242">
                    <c:v>East Texas Baptist University</c:v>
                  </c:pt>
                  <c:pt idx="1243">
                    <c:v>Southern University And Agricultural &amp; Mechanical Colg At Baton R</c:v>
                  </c:pt>
                  <c:pt idx="1244">
                    <c:v>Southern Utah University</c:v>
                  </c:pt>
                  <c:pt idx="1245">
                    <c:v>Northeast Community College</c:v>
                  </c:pt>
                  <c:pt idx="1246">
                    <c:v>Waukesha County Technical College</c:v>
                  </c:pt>
                  <c:pt idx="1247">
                    <c:v>Northeastern State University</c:v>
                  </c:pt>
                  <c:pt idx="1248">
                    <c:v>Montana State University - Billings</c:v>
                  </c:pt>
                  <c:pt idx="1249">
                    <c:v>University Of Science &amp; Arts Of Oklahoma</c:v>
                  </c:pt>
                  <c:pt idx="1250">
                    <c:v>Allan Hancock College</c:v>
                  </c:pt>
                  <c:pt idx="1251">
                    <c:v>Delta State University</c:v>
                  </c:pt>
                  <c:pt idx="1252">
                    <c:v>Full Sail University</c:v>
                  </c:pt>
                  <c:pt idx="1253">
                    <c:v>Lake Region State College</c:v>
                  </c:pt>
                  <c:pt idx="1254">
                    <c:v>Ohio Dominican University</c:v>
                  </c:pt>
                  <c:pt idx="1255">
                    <c:v>Coffeyville Community College</c:v>
                  </c:pt>
                  <c:pt idx="1256">
                    <c:v>College Of The Mainland</c:v>
                  </c:pt>
                  <c:pt idx="1257">
                    <c:v>Ranken Technical College</c:v>
                  </c:pt>
                  <c:pt idx="1258">
                    <c:v>University Of Arkansas At Little Rock</c:v>
                  </c:pt>
                  <c:pt idx="1259">
                    <c:v>Lancaster Bible College</c:v>
                  </c:pt>
                  <c:pt idx="1260">
                    <c:v>Massasoit Community College</c:v>
                  </c:pt>
                  <c:pt idx="1261">
                    <c:v>Dallas Baptist University</c:v>
                  </c:pt>
                  <c:pt idx="1262">
                    <c:v>Springfield Technical Community College</c:v>
                  </c:pt>
                  <c:pt idx="1263">
                    <c:v>University Of West Alabama</c:v>
                  </c:pt>
                  <c:pt idx="1264">
                    <c:v>Blue Ridge Community College of Weyers Cave, VA</c:v>
                  </c:pt>
                  <c:pt idx="1265">
                    <c:v>Beth Medrash Govoha Of America</c:v>
                  </c:pt>
                  <c:pt idx="1266">
                    <c:v>Long Beach City College</c:v>
                  </c:pt>
                  <c:pt idx="1267">
                    <c:v>Coastal Carolina Community College</c:v>
                  </c:pt>
                  <c:pt idx="1268">
                    <c:v>Solano Community College</c:v>
                  </c:pt>
                  <c:pt idx="1269">
                    <c:v>Parkland College</c:v>
                  </c:pt>
                  <c:pt idx="1270">
                    <c:v>Waubonsee Community College</c:v>
                  </c:pt>
                  <c:pt idx="1271">
                    <c:v>Valencia College</c:v>
                  </c:pt>
                  <c:pt idx="1272">
                    <c:v>Platt College of Alhambra, CA</c:v>
                  </c:pt>
                  <c:pt idx="1273">
                    <c:v>Western Kentucky University</c:v>
                  </c:pt>
                  <c:pt idx="1274">
                    <c:v>Mount Aloysius College</c:v>
                  </c:pt>
                  <c:pt idx="1275">
                    <c:v>Cecil College</c:v>
                  </c:pt>
                  <c:pt idx="1276">
                    <c:v>Phoenix Metro Community Colleges</c:v>
                  </c:pt>
                  <c:pt idx="1277">
                    <c:v>North Country Community College</c:v>
                  </c:pt>
                  <c:pt idx="1278">
                    <c:v>Whitworth University</c:v>
                  </c:pt>
                  <c:pt idx="1279">
                    <c:v>Anderson University of Anderson, IN</c:v>
                  </c:pt>
                  <c:pt idx="1280">
                    <c:v>Clark College</c:v>
                  </c:pt>
                  <c:pt idx="1281">
                    <c:v>Art Institute Of Colorado </c:v>
                  </c:pt>
                  <c:pt idx="1282">
                    <c:v>Germanna Community College</c:v>
                  </c:pt>
                  <c:pt idx="1283">
                    <c:v>University Of Arkansas At Fort Smith</c:v>
                  </c:pt>
                  <c:pt idx="1284">
                    <c:v>Joliet Junior College</c:v>
                  </c:pt>
                  <c:pt idx="1285">
                    <c:v>Lower Columbia College</c:v>
                  </c:pt>
                  <c:pt idx="1286">
                    <c:v>William Carey University</c:v>
                  </c:pt>
                  <c:pt idx="1287">
                    <c:v>Idaho State University</c:v>
                  </c:pt>
                  <c:pt idx="1288">
                    <c:v>Southeast Missouri State University</c:v>
                  </c:pt>
                  <c:pt idx="1289">
                    <c:v>Washburn University - Topeka</c:v>
                  </c:pt>
                  <c:pt idx="1290">
                    <c:v>California Culinary Academy</c:v>
                  </c:pt>
                  <c:pt idx="1291">
                    <c:v>Redlands Community College</c:v>
                  </c:pt>
                  <c:pt idx="1292">
                    <c:v>John Tyler Community College</c:v>
                  </c:pt>
                  <c:pt idx="1293">
                    <c:v>North Carolina Central University</c:v>
                  </c:pt>
                  <c:pt idx="1294">
                    <c:v>Grambling State University</c:v>
                  </c:pt>
                  <c:pt idx="1295">
                    <c:v>Imperial Valley College</c:v>
                  </c:pt>
                  <c:pt idx="1296">
                    <c:v>Seattle Central Community College</c:v>
                  </c:pt>
                  <c:pt idx="1297">
                    <c:v>Peru State College</c:v>
                  </c:pt>
                  <c:pt idx="1298">
                    <c:v>Western New Mexico University</c:v>
                  </c:pt>
                  <c:pt idx="1299">
                    <c:v>Northwestern State University</c:v>
                  </c:pt>
                  <c:pt idx="1300">
                    <c:v>Dallas County Community College District</c:v>
                  </c:pt>
                  <c:pt idx="1301">
                    <c:v>North Shore Community College</c:v>
                  </c:pt>
                  <c:pt idx="1302">
                    <c:v>Southwest Texas Junior College</c:v>
                  </c:pt>
                  <c:pt idx="1303">
                    <c:v>Peninsula College</c:v>
                  </c:pt>
                  <c:pt idx="1304">
                    <c:v>Lake Washington Institute Of Technology</c:v>
                  </c:pt>
                  <c:pt idx="1305">
                    <c:v>Western Oklahoma State College</c:v>
                  </c:pt>
                  <c:pt idx="1306">
                    <c:v>Viterbo University</c:v>
                  </c:pt>
                  <c:pt idx="1307">
                    <c:v>Vernon College</c:v>
                  </c:pt>
                  <c:pt idx="1308">
                    <c:v>Mount Mary University</c:v>
                  </c:pt>
                  <c:pt idx="1309">
                    <c:v>Labette Community College</c:v>
                  </c:pt>
                  <c:pt idx="1310">
                    <c:v>Gordon College</c:v>
                  </c:pt>
                  <c:pt idx="1311">
                    <c:v>Craven Community College</c:v>
                  </c:pt>
                  <c:pt idx="1312">
                    <c:v>South Texas College</c:v>
                  </c:pt>
                  <c:pt idx="1313">
                    <c:v>Cochise College</c:v>
                  </c:pt>
                  <c:pt idx="1314">
                    <c:v>University Of The Arts </c:v>
                  </c:pt>
                  <c:pt idx="1315">
                    <c:v>College Of Du Page</c:v>
                  </c:pt>
                  <c:pt idx="1316">
                    <c:v>Morton College</c:v>
                  </c:pt>
                  <c:pt idx="1317">
                    <c:v>Art Institute Of York  - Pennsylvania</c:v>
                  </c:pt>
                  <c:pt idx="1318">
                    <c:v>University Of North Carolina At Pembroke</c:v>
                  </c:pt>
                  <c:pt idx="1319">
                    <c:v>Hagerstown Community College</c:v>
                  </c:pt>
                  <c:pt idx="1320">
                    <c:v>Laramie County Community College</c:v>
                  </c:pt>
                  <c:pt idx="1321">
                    <c:v>Tunxis Community College</c:v>
                  </c:pt>
                  <c:pt idx="1322">
                    <c:v>Mount Wachusett Community College</c:v>
                  </c:pt>
                  <c:pt idx="1323">
                    <c:v>Spartanburg Methodist College</c:v>
                  </c:pt>
                  <c:pt idx="1324">
                    <c:v>Essex County College</c:v>
                  </c:pt>
                  <c:pt idx="1325">
                    <c:v>College Of The Desert</c:v>
                  </c:pt>
                  <c:pt idx="1326">
                    <c:v>Robert Morgan And Miami Lakes Educational Centers</c:v>
                  </c:pt>
                  <c:pt idx="1327">
                    <c:v>Hampshire College</c:v>
                  </c:pt>
                  <c:pt idx="1328">
                    <c:v>Ranger College</c:v>
                  </c:pt>
                  <c:pt idx="1329">
                    <c:v>Collin County Community College</c:v>
                  </c:pt>
                  <c:pt idx="1330">
                    <c:v>Oklahoma City Community College</c:v>
                  </c:pt>
                  <c:pt idx="1331">
                    <c:v>Wilmington College</c:v>
                  </c:pt>
                  <c:pt idx="1332">
                    <c:v>University Of Arkansas At Monticello</c:v>
                  </c:pt>
                  <c:pt idx="1333">
                    <c:v>Siena Heights University</c:v>
                  </c:pt>
                  <c:pt idx="1334">
                    <c:v>Southwestern Oregon Community College</c:v>
                  </c:pt>
                  <c:pt idx="1335">
                    <c:v>Camden County College</c:v>
                  </c:pt>
                  <c:pt idx="1336">
                    <c:v>Lake Area Technical Institute</c:v>
                  </c:pt>
                  <c:pt idx="1337">
                    <c:v>Northern Wyoming Community College District</c:v>
                  </c:pt>
                  <c:pt idx="1338">
                    <c:v>Walsh University</c:v>
                  </c:pt>
                  <c:pt idx="1339">
                    <c:v>San Bernardino Community College District</c:v>
                  </c:pt>
                  <c:pt idx="1340">
                    <c:v>Harrington College Of Design</c:v>
                  </c:pt>
                  <c:pt idx="1341">
                    <c:v>Jefferson Community College</c:v>
                  </c:pt>
                  <c:pt idx="1342">
                    <c:v>Roberts Wesleyan College</c:v>
                  </c:pt>
                  <c:pt idx="1343">
                    <c:v>Monterey Peninsula College</c:v>
                  </c:pt>
                  <c:pt idx="1344">
                    <c:v>Emporia State University</c:v>
                  </c:pt>
                  <c:pt idx="1345">
                    <c:v>Southeastern Louisiana University</c:v>
                  </c:pt>
                  <c:pt idx="1346">
                    <c:v>YTI Career Institute</c:v>
                  </c:pt>
                  <c:pt idx="1347">
                    <c:v>Le Cordon Bleu College Of Culinary Arts of Scottsdale, AZ</c:v>
                  </c:pt>
                  <c:pt idx="1348">
                    <c:v>Schoolcraft College</c:v>
                  </c:pt>
                  <c:pt idx="1349">
                    <c:v>Mt. San Jacinto College</c:v>
                  </c:pt>
                  <c:pt idx="1350">
                    <c:v>SUNY College Of Agriculture &amp; Technology At Cobleskill</c:v>
                  </c:pt>
                  <c:pt idx="1351">
                    <c:v>Rose State College</c:v>
                  </c:pt>
                  <c:pt idx="1352">
                    <c:v>Marywood University</c:v>
                  </c:pt>
                  <c:pt idx="1353">
                    <c:v>Lander University</c:v>
                  </c:pt>
                  <c:pt idx="1354">
                    <c:v>Cornish College Of The Arts</c:v>
                  </c:pt>
                  <c:pt idx="1355">
                    <c:v>Bellevue University</c:v>
                  </c:pt>
                  <c:pt idx="1356">
                    <c:v>Fisher College</c:v>
                  </c:pt>
                  <c:pt idx="1357">
                    <c:v>Mid-Plains Community College</c:v>
                  </c:pt>
                  <c:pt idx="1358">
                    <c:v>Mansfield University Of Pennsylvania</c:v>
                  </c:pt>
                  <c:pt idx="1359">
                    <c:v>Universal Technical Institute of Orlando, FL</c:v>
                  </c:pt>
                  <c:pt idx="1360">
                    <c:v>Quinsigamond Community College</c:v>
                  </c:pt>
                  <c:pt idx="1361">
                    <c:v>Tennessee College Of Applied Technology-Shelbyville</c:v>
                  </c:pt>
                  <c:pt idx="1362">
                    <c:v>Renton Technical College</c:v>
                  </c:pt>
                  <c:pt idx="1363">
                    <c:v>Allegany College Of Maryland</c:v>
                  </c:pt>
                  <c:pt idx="1364">
                    <c:v>University Of Mobile</c:v>
                  </c:pt>
                  <c:pt idx="1365">
                    <c:v>Temple College</c:v>
                  </c:pt>
                  <c:pt idx="1366">
                    <c:v>College Of Southern Nevada</c:v>
                  </c:pt>
                  <c:pt idx="1367">
                    <c:v>Tulsa Community College</c:v>
                  </c:pt>
                  <c:pt idx="1368">
                    <c:v>Everett Community College</c:v>
                  </c:pt>
                  <c:pt idx="1369">
                    <c:v>Seminole State College Of Florida</c:v>
                  </c:pt>
                  <c:pt idx="1370">
                    <c:v>Art Institute Of Fort Lauderdale </c:v>
                  </c:pt>
                  <c:pt idx="1371">
                    <c:v>Art Institute Of Philadelphia </c:v>
                  </c:pt>
                  <c:pt idx="1372">
                    <c:v>Polk State College</c:v>
                  </c:pt>
                  <c:pt idx="1373">
                    <c:v>Helena College University Of Montana</c:v>
                  </c:pt>
                  <c:pt idx="1374">
                    <c:v>Coker College</c:v>
                  </c:pt>
                  <c:pt idx="1375">
                    <c:v>Illinois Central College</c:v>
                  </c:pt>
                  <c:pt idx="1376">
                    <c:v>Louisiana State University In Shreveport</c:v>
                  </c:pt>
                  <c:pt idx="1377">
                    <c:v>Edinboro University Of Pennsylvania</c:v>
                  </c:pt>
                  <c:pt idx="1378">
                    <c:v>University Of North Carolina  Asheville</c:v>
                  </c:pt>
                  <c:pt idx="1379">
                    <c:v>Indiana Institute Of Technology</c:v>
                  </c:pt>
                  <c:pt idx="1380">
                    <c:v>Sterling College</c:v>
                  </c:pt>
                  <c:pt idx="1381">
                    <c:v>Cabrillo College</c:v>
                  </c:pt>
                  <c:pt idx="1382">
                    <c:v>Columbia College of Columbia, MO</c:v>
                  </c:pt>
                  <c:pt idx="1383">
                    <c:v>Big Bend Community College</c:v>
                  </c:pt>
                  <c:pt idx="1384">
                    <c:v>Oklahoma Baptist University</c:v>
                  </c:pt>
                  <c:pt idx="1385">
                    <c:v>Northeast Alabama Community College</c:v>
                  </c:pt>
                  <c:pt idx="1386">
                    <c:v>Yakima Valley Community College</c:v>
                  </c:pt>
                  <c:pt idx="1387">
                    <c:v>University Of Memphis </c:v>
                  </c:pt>
                  <c:pt idx="1388">
                    <c:v>Northampton County Area Community College</c:v>
                  </c:pt>
                  <c:pt idx="1389">
                    <c:v>Santa Fe College</c:v>
                  </c:pt>
                  <c:pt idx="1390">
                    <c:v>Capital Area Technical College</c:v>
                  </c:pt>
                  <c:pt idx="1391">
                    <c:v>Butte College</c:v>
                  </c:pt>
                  <c:pt idx="1392">
                    <c:v>Carroll Community College</c:v>
                  </c:pt>
                  <c:pt idx="1393">
                    <c:v>Skagit Valley College</c:v>
                  </c:pt>
                  <c:pt idx="1394">
                    <c:v>Grayson  County College</c:v>
                  </c:pt>
                  <c:pt idx="1395">
                    <c:v>New River Community College</c:v>
                  </c:pt>
                  <c:pt idx="1396">
                    <c:v>Enterprise State Community College</c:v>
                  </c:pt>
                  <c:pt idx="1397">
                    <c:v>Trinity Valley Community College</c:v>
                  </c:pt>
                  <c:pt idx="1398">
                    <c:v>George C. Wallace State Community College</c:v>
                  </c:pt>
                  <c:pt idx="1399">
                    <c:v>Cleveland State Community College</c:v>
                  </c:pt>
                  <c:pt idx="1400">
                    <c:v>Victor Valley Community College</c:v>
                  </c:pt>
                  <c:pt idx="1401">
                    <c:v>Elizabeth City State University</c:v>
                  </c:pt>
                  <c:pt idx="1402">
                    <c:v>Centralia College</c:v>
                  </c:pt>
                  <c:pt idx="1403">
                    <c:v>Hillsborough Community College</c:v>
                  </c:pt>
                  <c:pt idx="1404">
                    <c:v>Chaffey Community College</c:v>
                  </c:pt>
                  <c:pt idx="1405">
                    <c:v>Lincoln Technical Institute And Lincoln College Of Technology</c:v>
                  </c:pt>
                  <c:pt idx="1406">
                    <c:v>Amarillo College</c:v>
                  </c:pt>
                  <c:pt idx="1407">
                    <c:v>Southern West Virginia Community And Technical College</c:v>
                  </c:pt>
                  <c:pt idx="1408">
                    <c:v>University Of Montana Western </c:v>
                  </c:pt>
                  <c:pt idx="1409">
                    <c:v>Palm Beach State College</c:v>
                  </c:pt>
                  <c:pt idx="1410">
                    <c:v>Art Institute Of Pittsburgh </c:v>
                  </c:pt>
                  <c:pt idx="1411">
                    <c:v>Fort Valley State University</c:v>
                  </c:pt>
                  <c:pt idx="1412">
                    <c:v>SUNY College Of Technology At Canton</c:v>
                  </c:pt>
                  <c:pt idx="1413">
                    <c:v>Dakota College At Bottineau</c:v>
                  </c:pt>
                  <c:pt idx="1414">
                    <c:v>College Of New Rochelle </c:v>
                  </c:pt>
                  <c:pt idx="1415">
                    <c:v>West Virginia Community And Technical College System</c:v>
                  </c:pt>
                  <c:pt idx="1416">
                    <c:v>Brown College</c:v>
                  </c:pt>
                  <c:pt idx="1417">
                    <c:v>Corning Community College - SUNY Office Of Community Colleges</c:v>
                  </c:pt>
                  <c:pt idx="1418">
                    <c:v>Delaware Technical Community College of Wilmington, DE</c:v>
                  </c:pt>
                  <c:pt idx="1419">
                    <c:v>Wayne State College</c:v>
                  </c:pt>
                  <c:pt idx="1420">
                    <c:v>Lackawanna College</c:v>
                  </c:pt>
                  <c:pt idx="1421">
                    <c:v>Berkshire Community College</c:v>
                  </c:pt>
                  <c:pt idx="1422">
                    <c:v>SUNY College Of Technology At Delhi</c:v>
                  </c:pt>
                  <c:pt idx="1423">
                    <c:v>CC Of Philadelphia</c:v>
                  </c:pt>
                  <c:pt idx="1424">
                    <c:v>Southwestern Community College District</c:v>
                  </c:pt>
                  <c:pt idx="1425">
                    <c:v>United Talmudical Seminary</c:v>
                  </c:pt>
                  <c:pt idx="1426">
                    <c:v>Metropolitan Community College of Kansas City, MO</c:v>
                  </c:pt>
                  <c:pt idx="1427">
                    <c:v>Georgia Perimeter College</c:v>
                  </c:pt>
                  <c:pt idx="1428">
                    <c:v>California Institute Of The Arts</c:v>
                  </c:pt>
                  <c:pt idx="1429">
                    <c:v>Antelope Valley College</c:v>
                  </c:pt>
                  <c:pt idx="1430">
                    <c:v>Mars Hill University</c:v>
                  </c:pt>
                  <c:pt idx="1431">
                    <c:v>Finger Lakes Community College - SUNY Office Of Community College</c:v>
                  </c:pt>
                  <c:pt idx="1432">
                    <c:v>Texarkana College</c:v>
                  </c:pt>
                  <c:pt idx="1433">
                    <c:v>Mississippi Gulf Coast Community College</c:v>
                  </c:pt>
                  <c:pt idx="1434">
                    <c:v>Clackamas Community College</c:v>
                  </c:pt>
                  <c:pt idx="1435">
                    <c:v>Edison State College</c:v>
                  </c:pt>
                  <c:pt idx="1436">
                    <c:v>Marian University of Fond Du Lac, WI</c:v>
                  </c:pt>
                  <c:pt idx="1437">
                    <c:v>El Paso Community College</c:v>
                  </c:pt>
                  <c:pt idx="1438">
                    <c:v>West Hills Community College District</c:v>
                  </c:pt>
                  <c:pt idx="1439">
                    <c:v>Central Wyoming College</c:v>
                  </c:pt>
                  <c:pt idx="1440">
                    <c:v>Oklahoma State University - Oklahoma City</c:v>
                  </c:pt>
                  <c:pt idx="1441">
                    <c:v>Northwest Florida State College</c:v>
                  </c:pt>
                  <c:pt idx="1442">
                    <c:v>College Of The Sequoias</c:v>
                  </c:pt>
                  <c:pt idx="1443">
                    <c:v>Western Dakota Technical Institute</c:v>
                  </c:pt>
                  <c:pt idx="1444">
                    <c:v>Colorado Mountain College</c:v>
                  </c:pt>
                  <c:pt idx="1445">
                    <c:v>Fort Lewis College</c:v>
                  </c:pt>
                  <c:pt idx="1446">
                    <c:v>Emily Griffith Technical College</c:v>
                  </c:pt>
                  <c:pt idx="1447">
                    <c:v>Bethany Lutheran College</c:v>
                  </c:pt>
                  <c:pt idx="1448">
                    <c:v>Truckee Meadows Community College</c:v>
                  </c:pt>
                  <c:pt idx="1449">
                    <c:v>New England Institute Of Art </c:v>
                  </c:pt>
                  <c:pt idx="1450">
                    <c:v>Ashland University</c:v>
                  </c:pt>
                  <c:pt idx="1451">
                    <c:v>Yuba Community College District</c:v>
                  </c:pt>
                  <c:pt idx="1452">
                    <c:v>Trinity International University</c:v>
                  </c:pt>
                  <c:pt idx="1453">
                    <c:v>Yavapai College</c:v>
                  </c:pt>
                  <c:pt idx="1454">
                    <c:v>Austin Peay State University</c:v>
                  </c:pt>
                  <c:pt idx="1455">
                    <c:v>Linn-Benton Community College</c:v>
                  </c:pt>
                  <c:pt idx="1456">
                    <c:v>Lake Sumter State College</c:v>
                  </c:pt>
                  <c:pt idx="1457">
                    <c:v>Ozark Christian College</c:v>
                  </c:pt>
                  <c:pt idx="1458">
                    <c:v>Miracosta College</c:v>
                  </c:pt>
                  <c:pt idx="1459">
                    <c:v>Wenatchee Valley College</c:v>
                  </c:pt>
                  <c:pt idx="1460">
                    <c:v>Monroe County Community College</c:v>
                  </c:pt>
                  <c:pt idx="1461">
                    <c:v>Cowley County Community College &amp; Area Vocational Technical Schoo</c:v>
                  </c:pt>
                  <c:pt idx="1462">
                    <c:v>Arkansas State University - Beebe</c:v>
                  </c:pt>
                  <c:pt idx="1463">
                    <c:v>Claflin University</c:v>
                  </c:pt>
                  <c:pt idx="1464">
                    <c:v>Moore Norman Technology Center School District No. 17</c:v>
                  </c:pt>
                  <c:pt idx="1465">
                    <c:v>State College Of Florida, Manatee-Sarasota</c:v>
                  </c:pt>
                  <c:pt idx="1466">
                    <c:v>East Central College</c:v>
                  </c:pt>
                  <c:pt idx="1467">
                    <c:v>Northeast Texas Community College</c:v>
                  </c:pt>
                  <c:pt idx="1468">
                    <c:v>Flathead Valley Community College</c:v>
                  </c:pt>
                  <c:pt idx="1469">
                    <c:v>Southern Virginia University</c:v>
                  </c:pt>
                  <c:pt idx="1470">
                    <c:v>Bethel College</c:v>
                  </c:pt>
                  <c:pt idx="1471">
                    <c:v>Calhoun Community College</c:v>
                  </c:pt>
                  <c:pt idx="1472">
                    <c:v>Eastern Oklahoma State College</c:v>
                  </c:pt>
                  <c:pt idx="1473">
                    <c:v>Blackburn University</c:v>
                  </c:pt>
                  <c:pt idx="1474">
                    <c:v>Mid-State Technical College</c:v>
                  </c:pt>
                  <c:pt idx="1475">
                    <c:v>Robert Morris University Illinois</c:v>
                  </c:pt>
                  <c:pt idx="1476">
                    <c:v>Kirkwood Community College</c:v>
                  </c:pt>
                  <c:pt idx="1477">
                    <c:v>Blue Mountain Community College</c:v>
                  </c:pt>
                  <c:pt idx="1478">
                    <c:v>William Peace University</c:v>
                  </c:pt>
                  <c:pt idx="1479">
                    <c:v>North Iowa Area Community College</c:v>
                  </c:pt>
                  <c:pt idx="1480">
                    <c:v>Florida State College At Jacksonville</c:v>
                  </c:pt>
                  <c:pt idx="1481">
                    <c:v>Alamo Community College District</c:v>
                  </c:pt>
                  <c:pt idx="1482">
                    <c:v>University Of Charleston</c:v>
                  </c:pt>
                  <c:pt idx="1483">
                    <c:v>Illinois Institute Of Art </c:v>
                  </c:pt>
                  <c:pt idx="1484">
                    <c:v>Emmanuel College of Franklin Springs, GA</c:v>
                  </c:pt>
                  <c:pt idx="1485">
                    <c:v>Northeast Wisconsin Technical College</c:v>
                  </c:pt>
                  <c:pt idx="1486">
                    <c:v>Lewis And Clark Community College</c:v>
                  </c:pt>
                  <c:pt idx="1487">
                    <c:v>Columbia Gorge Community College</c:v>
                  </c:pt>
                  <c:pt idx="1488">
                    <c:v>Gordon State College</c:v>
                  </c:pt>
                  <c:pt idx="1489">
                    <c:v>Motlow State Community College</c:v>
                  </c:pt>
                  <c:pt idx="1490">
                    <c:v>Kankakee Community College</c:v>
                  </c:pt>
                  <c:pt idx="1491">
                    <c:v>Middle Georgia State College</c:v>
                  </c:pt>
                  <c:pt idx="1492">
                    <c:v>St. Petersburg College</c:v>
                  </c:pt>
                  <c:pt idx="1493">
                    <c:v>Wor-Wic Community College</c:v>
                  </c:pt>
                  <c:pt idx="1494">
                    <c:v>Grays Harbor College</c:v>
                  </c:pt>
                  <c:pt idx="1495">
                    <c:v>Maranatha Baptist University</c:v>
                  </c:pt>
                  <c:pt idx="1496">
                    <c:v>Drury University</c:v>
                  </c:pt>
                  <c:pt idx="1497">
                    <c:v>Albany State University</c:v>
                  </c:pt>
                  <c:pt idx="1498">
                    <c:v>Portland Community College</c:v>
                  </c:pt>
                  <c:pt idx="1499">
                    <c:v>Delaware Technical Community College of Dover, DE</c:v>
                  </c:pt>
                  <c:pt idx="1500">
                    <c:v>Saint Johns River State College</c:v>
                  </c:pt>
                  <c:pt idx="1501">
                    <c:v>Texas Southern University</c:v>
                  </c:pt>
                  <c:pt idx="1502">
                    <c:v>Harford Community College</c:v>
                  </c:pt>
                  <c:pt idx="1503">
                    <c:v>Concord University</c:v>
                  </c:pt>
                  <c:pt idx="1504">
                    <c:v>Lakeland Community College</c:v>
                  </c:pt>
                  <c:pt idx="1505">
                    <c:v>Institute Of Audio Research</c:v>
                  </c:pt>
                  <c:pt idx="1506">
                    <c:v>Shawnee State University</c:v>
                  </c:pt>
                  <c:pt idx="1507">
                    <c:v>California College Of The Arts</c:v>
                  </c:pt>
                  <c:pt idx="1508">
                    <c:v>Kilgore College</c:v>
                  </c:pt>
                  <c:pt idx="1509">
                    <c:v>Hudson County Community College</c:v>
                  </c:pt>
                  <c:pt idx="1510">
                    <c:v>Centenary College</c:v>
                  </c:pt>
                  <c:pt idx="1511">
                    <c:v>Connors State College</c:v>
                  </c:pt>
                  <c:pt idx="1512">
                    <c:v>Umpqua Community College</c:v>
                  </c:pt>
                  <c:pt idx="1513">
                    <c:v>Chattahoochee Technical College</c:v>
                  </c:pt>
                  <c:pt idx="1514">
                    <c:v>Holyoke Community College</c:v>
                  </c:pt>
                  <c:pt idx="1515">
                    <c:v>North Idaho College</c:v>
                  </c:pt>
                  <c:pt idx="1516">
                    <c:v>Webber International University</c:v>
                  </c:pt>
                  <c:pt idx="1517">
                    <c:v>University Of Arkansas Community College At Hope</c:v>
                  </c:pt>
                  <c:pt idx="1518">
                    <c:v>Virginia Western Community College</c:v>
                  </c:pt>
                  <c:pt idx="1519">
                    <c:v>Georgia Military College</c:v>
                  </c:pt>
                  <c:pt idx="1520">
                    <c:v>Urbana University</c:v>
                  </c:pt>
                  <c:pt idx="1521">
                    <c:v>Miami International University Of Art &amp; Design</c:v>
                  </c:pt>
                  <c:pt idx="1522">
                    <c:v>Certain Colorado Community Colleges</c:v>
                  </c:pt>
                  <c:pt idx="1523">
                    <c:v>Lassen College</c:v>
                  </c:pt>
                  <c:pt idx="1524">
                    <c:v>Lycoming College</c:v>
                  </c:pt>
                  <c:pt idx="1525">
                    <c:v>Lamar State College - Port Arthur</c:v>
                  </c:pt>
                  <c:pt idx="1526">
                    <c:v>Northern Essex Community College</c:v>
                  </c:pt>
                  <c:pt idx="1527">
                    <c:v>Carl Sandburg College</c:v>
                  </c:pt>
                  <c:pt idx="1528">
                    <c:v>Western Nebraska Community College</c:v>
                  </c:pt>
                  <c:pt idx="1529">
                    <c:v>Mercer County Community College</c:v>
                  </c:pt>
                  <c:pt idx="1530">
                    <c:v>Bunker Hill CC</c:v>
                  </c:pt>
                  <c:pt idx="1531">
                    <c:v>Rogers State University</c:v>
                  </c:pt>
                  <c:pt idx="1532">
                    <c:v>Eastern Kentucky University</c:v>
                  </c:pt>
                  <c:pt idx="1533">
                    <c:v>Oakland Community College</c:v>
                  </c:pt>
                  <c:pt idx="1534">
                    <c:v>Morehead State University</c:v>
                  </c:pt>
                  <c:pt idx="1535">
                    <c:v>Iowa Central Community College</c:v>
                  </c:pt>
                  <c:pt idx="1536">
                    <c:v>Lurleen B. Wallace Community College</c:v>
                  </c:pt>
                  <c:pt idx="1537">
                    <c:v>Tyler Junior College</c:v>
                  </c:pt>
                  <c:pt idx="1538">
                    <c:v>South Carolina State University</c:v>
                  </c:pt>
                  <c:pt idx="1539">
                    <c:v>Northeast Iowa Community College</c:v>
                  </c:pt>
                  <c:pt idx="1540">
                    <c:v>Dalton State College</c:v>
                  </c:pt>
                  <c:pt idx="1541">
                    <c:v>Art Institute Of New York City </c:v>
                  </c:pt>
                  <c:pt idx="1542">
                    <c:v>Gene Juarez Beauty Schools</c:v>
                  </c:pt>
                  <c:pt idx="1543">
                    <c:v>Kentucky State University</c:v>
                  </c:pt>
                  <c:pt idx="1544">
                    <c:v>Kishwaukee College</c:v>
                  </c:pt>
                  <c:pt idx="1545">
                    <c:v>Tidewater Community College</c:v>
                  </c:pt>
                  <c:pt idx="1546">
                    <c:v>Ecpi University And Skyline Colleges</c:v>
                  </c:pt>
                  <c:pt idx="1547">
                    <c:v>Mitchell College</c:v>
                  </c:pt>
                  <c:pt idx="1548">
                    <c:v>Genesee Community College</c:v>
                  </c:pt>
                  <c:pt idx="1549">
                    <c:v>Greensboro College</c:v>
                  </c:pt>
                  <c:pt idx="1550">
                    <c:v>Pima County Community College</c:v>
                  </c:pt>
                  <c:pt idx="1551">
                    <c:v>Paris Junior College</c:v>
                  </c:pt>
                  <c:pt idx="1552">
                    <c:v>Garrett College</c:v>
                  </c:pt>
                  <c:pt idx="1553">
                    <c:v>Pasco - Hernando State College</c:v>
                  </c:pt>
                  <c:pt idx="1554">
                    <c:v>Capital Community College</c:v>
                  </c:pt>
                  <c:pt idx="1555">
                    <c:v>Lincoln Technical Institutes And Lincoln College Of Technology</c:v>
                  </c:pt>
                  <c:pt idx="1556">
                    <c:v>West Shore Community College</c:v>
                  </c:pt>
                  <c:pt idx="1557">
                    <c:v>Clearwater Christian College</c:v>
                  </c:pt>
                  <c:pt idx="1558">
                    <c:v>College Of The Siskiyous</c:v>
                  </c:pt>
                  <c:pt idx="1559">
                    <c:v>Alabama Southern Community College</c:v>
                  </c:pt>
                  <c:pt idx="1560">
                    <c:v>Henry Ford Community College</c:v>
                  </c:pt>
                  <c:pt idx="1561">
                    <c:v>Westwood College - South Bay</c:v>
                  </c:pt>
                  <c:pt idx="1562">
                    <c:v>Erie Community College</c:v>
                  </c:pt>
                  <c:pt idx="1563">
                    <c:v>Cazenovia College</c:v>
                  </c:pt>
                  <c:pt idx="1564">
                    <c:v>Richard Bland College</c:v>
                  </c:pt>
                  <c:pt idx="1565">
                    <c:v>Briar Cliff University</c:v>
                  </c:pt>
                  <c:pt idx="1566">
                    <c:v>Mount Ida College</c:v>
                  </c:pt>
                  <c:pt idx="1567">
                    <c:v>Sanford-Brown College of Farmington, CT</c:v>
                  </c:pt>
                  <c:pt idx="1568">
                    <c:v>Jacksonville State University</c:v>
                  </c:pt>
                  <c:pt idx="1569">
                    <c:v>Luzerne County Community College</c:v>
                  </c:pt>
                  <c:pt idx="1570">
                    <c:v>Pellissippi State Community College</c:v>
                  </c:pt>
                  <c:pt idx="1571">
                    <c:v>Allen County Community College</c:v>
                  </c:pt>
                  <c:pt idx="1572">
                    <c:v>Williams Baptist College</c:v>
                  </c:pt>
                  <c:pt idx="1573">
                    <c:v>Missouri Valley College</c:v>
                  </c:pt>
                  <c:pt idx="1574">
                    <c:v>Central Oregon Community College</c:v>
                  </c:pt>
                  <c:pt idx="1575">
                    <c:v>Corban University</c:v>
                  </c:pt>
                  <c:pt idx="1576">
                    <c:v>Herkimer County Community College - SUNY Office Of Community Coll</c:v>
                  </c:pt>
                  <c:pt idx="1577">
                    <c:v>Texas Wesleyan University</c:v>
                  </c:pt>
                  <c:pt idx="1578">
                    <c:v>Northeastern Oklahoma A &amp; M College</c:v>
                  </c:pt>
                  <c:pt idx="1579">
                    <c:v>Copiah-Lincoln Community College</c:v>
                  </c:pt>
                  <c:pt idx="1580">
                    <c:v>Tennessee College Of Applied Technology - Knoxville</c:v>
                  </c:pt>
                  <c:pt idx="1581">
                    <c:v>Carl Albert State College</c:v>
                  </c:pt>
                  <c:pt idx="1582">
                    <c:v>University Of The Ozarks</c:v>
                  </c:pt>
                  <c:pt idx="1583">
                    <c:v>Hendrix College</c:v>
                  </c:pt>
                  <c:pt idx="1584">
                    <c:v>Midwest Technical Institute</c:v>
                  </c:pt>
                  <c:pt idx="1585">
                    <c:v>American Musical &amp; Dramatic Academy</c:v>
                  </c:pt>
                  <c:pt idx="1586">
                    <c:v>Northwestern Michigan College</c:v>
                  </c:pt>
                  <c:pt idx="1587">
                    <c:v>Sauk Valley Community College</c:v>
                  </c:pt>
                  <c:pt idx="1588">
                    <c:v>Clovis Community College</c:v>
                  </c:pt>
                  <c:pt idx="1589">
                    <c:v>Coconino County Community College</c:v>
                  </c:pt>
                  <c:pt idx="1590">
                    <c:v>Manchester University</c:v>
                  </c:pt>
                  <c:pt idx="1591">
                    <c:v>Washtenaw Community College</c:v>
                  </c:pt>
                  <c:pt idx="1592">
                    <c:v>Bennington College</c:v>
                  </c:pt>
                  <c:pt idx="1593">
                    <c:v>Northern Oklahoma College</c:v>
                  </c:pt>
                  <c:pt idx="1594">
                    <c:v>Olympic College</c:v>
                  </c:pt>
                  <c:pt idx="1595">
                    <c:v>American Intercontinental University</c:v>
                  </c:pt>
                  <c:pt idx="1596">
                    <c:v>University Of Southern Indiana</c:v>
                  </c:pt>
                  <c:pt idx="1597">
                    <c:v>Lake Land College</c:v>
                  </c:pt>
                  <c:pt idx="1598">
                    <c:v>St. Clair County Community College</c:v>
                  </c:pt>
                  <c:pt idx="1599">
                    <c:v>Cairn University</c:v>
                  </c:pt>
                  <c:pt idx="1600">
                    <c:v>Housatonic Community College</c:v>
                  </c:pt>
                  <c:pt idx="1601">
                    <c:v>Indian River State College</c:v>
                  </c:pt>
                  <c:pt idx="1602">
                    <c:v>Galveston College</c:v>
                  </c:pt>
                  <c:pt idx="1603">
                    <c:v>Eastern Florida State College</c:v>
                  </c:pt>
                  <c:pt idx="1604">
                    <c:v>Elaine P. Nunez Community College</c:v>
                  </c:pt>
                  <c:pt idx="1605">
                    <c:v>Francis Marion University</c:v>
                  </c:pt>
                  <c:pt idx="1606">
                    <c:v>Asnuntuck Community College</c:v>
                  </c:pt>
                  <c:pt idx="1607">
                    <c:v>Mohawk Valley Community College - SUNY Office Of Community Colleg</c:v>
                  </c:pt>
                  <c:pt idx="1608">
                    <c:v>Wytheville Community College</c:v>
                  </c:pt>
                  <c:pt idx="1609">
                    <c:v>Lamar Community College</c:v>
                  </c:pt>
                  <c:pt idx="1610">
                    <c:v>Panola College</c:v>
                  </c:pt>
                  <c:pt idx="1611">
                    <c:v>Walla Walla Community College</c:v>
                  </c:pt>
                  <c:pt idx="1612">
                    <c:v>South Plains College</c:v>
                  </c:pt>
                  <c:pt idx="1613">
                    <c:v>North Carolina Wesleyan College</c:v>
                  </c:pt>
                  <c:pt idx="1614">
                    <c:v>Columbus State Community College</c:v>
                  </c:pt>
                  <c:pt idx="1615">
                    <c:v>South Hills School Of Business &amp; Technology</c:v>
                  </c:pt>
                  <c:pt idx="1616">
                    <c:v>Lake Tahoe Community College</c:v>
                  </c:pt>
                  <c:pt idx="1617">
                    <c:v>Pearl River Community College</c:v>
                  </c:pt>
                  <c:pt idx="1618">
                    <c:v>Gulf Coast State College</c:v>
                  </c:pt>
                  <c:pt idx="1619">
                    <c:v>Clinton Community College - SUNY Office Of Community Colleges</c:v>
                  </c:pt>
                  <c:pt idx="1620">
                    <c:v>Navarro College</c:v>
                  </c:pt>
                  <c:pt idx="1621">
                    <c:v>Harrisburg Area Community College</c:v>
                  </c:pt>
                  <c:pt idx="1622">
                    <c:v>Spokane And Spokane Falls Community Colleges</c:v>
                  </c:pt>
                  <c:pt idx="1623">
                    <c:v>Southwest Baptist University</c:v>
                  </c:pt>
                  <c:pt idx="1624">
                    <c:v>SBI Campus - An Affiliate Of Sanford-Brown</c:v>
                  </c:pt>
                  <c:pt idx="1625">
                    <c:v>Jefferson College</c:v>
                  </c:pt>
                  <c:pt idx="1626">
                    <c:v>Community College Of Rhode Island</c:v>
                  </c:pt>
                  <c:pt idx="1627">
                    <c:v>Jackson State University</c:v>
                  </c:pt>
                  <c:pt idx="1628">
                    <c:v>Upper Iowa University</c:v>
                  </c:pt>
                  <c:pt idx="1629">
                    <c:v>Fortis College of Houston, TX</c:v>
                  </c:pt>
                  <c:pt idx="1630">
                    <c:v>H. Councill Trenholm State Technical College</c:v>
                  </c:pt>
                  <c:pt idx="1631">
                    <c:v>West Virginia State University</c:v>
                  </c:pt>
                  <c:pt idx="1632">
                    <c:v>Piedmont Virginia Community College</c:v>
                  </c:pt>
                  <c:pt idx="1633">
                    <c:v>Southern Union State Community College</c:v>
                  </c:pt>
                  <c:pt idx="1634">
                    <c:v>Lincoln University of Jefferson City, MO</c:v>
                  </c:pt>
                  <c:pt idx="1635">
                    <c:v>Piedmont College</c:v>
                  </c:pt>
                  <c:pt idx="1636">
                    <c:v>Fayetteville State University</c:v>
                  </c:pt>
                  <c:pt idx="1637">
                    <c:v>Olivet College</c:v>
                  </c:pt>
                  <c:pt idx="1638">
                    <c:v>Madison Area Technical College</c:v>
                  </c:pt>
                  <c:pt idx="1639">
                    <c:v>Colleges with insufficient data</c:v>
                  </c:pt>
                  <c:pt idx="1640">
                    <c:v>Abraham Baldwin Agricultural College</c:v>
                  </c:pt>
                  <c:pt idx="1641">
                    <c:v>Alpena Community College</c:v>
                  </c:pt>
                  <c:pt idx="1642">
                    <c:v>D G Erwin Technical Center</c:v>
                  </c:pt>
                  <c:pt idx="1643">
                    <c:v>Warren Wilson College</c:v>
                  </c:pt>
                  <c:pt idx="1644">
                    <c:v>Eastern New Mexico University</c:v>
                  </c:pt>
                  <c:pt idx="1645">
                    <c:v>Western Nevada College</c:v>
                  </c:pt>
                  <c:pt idx="1646">
                    <c:v>Becker College</c:v>
                  </c:pt>
                  <c:pt idx="1647">
                    <c:v>Bellingham Technical College</c:v>
                  </c:pt>
                  <c:pt idx="1648">
                    <c:v>Atlantic Cape Community College</c:v>
                  </c:pt>
                  <c:pt idx="1649">
                    <c:v>South Suburban College Of Cook County</c:v>
                  </c:pt>
                  <c:pt idx="1650">
                    <c:v>Lake Michigan College</c:v>
                  </c:pt>
                  <c:pt idx="1651">
                    <c:v>Herzing University</c:v>
                  </c:pt>
                  <c:pt idx="1652">
                    <c:v>Merced Community College</c:v>
                  </c:pt>
                  <c:pt idx="1653">
                    <c:v>Northwestern College of Bridgeview, IL</c:v>
                  </c:pt>
                  <c:pt idx="1654">
                    <c:v>Southern University At New Orleans</c:v>
                  </c:pt>
                  <c:pt idx="1655">
                    <c:v>Shaw University</c:v>
                  </c:pt>
                  <c:pt idx="1656">
                    <c:v>Owens State Community College</c:v>
                  </c:pt>
                  <c:pt idx="1657">
                    <c:v>Northeastern Junior College</c:v>
                  </c:pt>
                  <c:pt idx="1658">
                    <c:v>Three Rivers Community College of Poplar Bluff, MO</c:v>
                  </c:pt>
                  <c:pt idx="1659">
                    <c:v>State Center Community College District</c:v>
                  </c:pt>
                  <c:pt idx="1660">
                    <c:v>Chattanooga State Community College</c:v>
                  </c:pt>
                  <c:pt idx="1661">
                    <c:v>North Central State College</c:v>
                  </c:pt>
                  <c:pt idx="1662">
                    <c:v>Metropolitan Community College of Omaha, NE</c:v>
                  </c:pt>
                  <c:pt idx="1663">
                    <c:v>Chemeketa Community College</c:v>
                  </c:pt>
                  <c:pt idx="1664">
                    <c:v>Kentucky Christian University</c:v>
                  </c:pt>
                  <c:pt idx="1665">
                    <c:v>University Of Arkansas Community College At Batesville</c:v>
                  </c:pt>
                  <c:pt idx="1666">
                    <c:v>Cossatot Community College Of The University Of Arkansas</c:v>
                  </c:pt>
                  <c:pt idx="1667">
                    <c:v>Columbia State Community College</c:v>
                  </c:pt>
                  <c:pt idx="1668">
                    <c:v>Monroe Community College</c:v>
                  </c:pt>
                  <c:pt idx="1669">
                    <c:v>Illinois Valley Community College</c:v>
                  </c:pt>
                  <c:pt idx="1670">
                    <c:v>McLennan Community College</c:v>
                  </c:pt>
                  <c:pt idx="1671">
                    <c:v>Chesapeake College</c:v>
                  </c:pt>
                  <c:pt idx="1672">
                    <c:v>Chattahoochee Valley Community College</c:v>
                  </c:pt>
                  <c:pt idx="1673">
                    <c:v>City Colleges Of Chicago</c:v>
                  </c:pt>
                  <c:pt idx="1674">
                    <c:v>Indian Hills Community College</c:v>
                  </c:pt>
                  <c:pt idx="1675">
                    <c:v>McKendree University</c:v>
                  </c:pt>
                  <c:pt idx="1676">
                    <c:v>Pioneer Pacific College</c:v>
                  </c:pt>
                  <c:pt idx="1677">
                    <c:v>Delta College</c:v>
                  </c:pt>
                  <c:pt idx="1678">
                    <c:v>Jones County Junior College</c:v>
                  </c:pt>
                  <c:pt idx="1679">
                    <c:v>Dean College</c:v>
                  </c:pt>
                  <c:pt idx="1680">
                    <c:v>Bethune Cookman University</c:v>
                  </c:pt>
                  <c:pt idx="1681">
                    <c:v>Jackson State Community College</c:v>
                  </c:pt>
                  <c:pt idx="1682">
                    <c:v>Columbia College of Chicago, IL</c:v>
                  </c:pt>
                  <c:pt idx="1683">
                    <c:v>Blue Ridge Community College of Flat Rock, NC</c:v>
                  </c:pt>
                  <c:pt idx="1684">
                    <c:v>College Of Central Florida</c:v>
                  </c:pt>
                  <c:pt idx="1685">
                    <c:v>Saint Joseph's College of Standish, ME</c:v>
                  </c:pt>
                  <c:pt idx="1686">
                    <c:v>Wake Technical Community College</c:v>
                  </c:pt>
                  <c:pt idx="1687">
                    <c:v>Broome Community College</c:v>
                  </c:pt>
                  <c:pt idx="1688">
                    <c:v>Trident Technical College</c:v>
                  </c:pt>
                  <c:pt idx="1689">
                    <c:v>Fox Valley Technical College</c:v>
                  </c:pt>
                  <c:pt idx="1690">
                    <c:v>Snead State Community College</c:v>
                  </c:pt>
                  <c:pt idx="1691">
                    <c:v>Goldey-Beacom College</c:v>
                  </c:pt>
                  <c:pt idx="1692">
                    <c:v>Iowa Western Community College</c:v>
                  </c:pt>
                  <c:pt idx="1693">
                    <c:v>South Arkansas Community College</c:v>
                  </c:pt>
                  <c:pt idx="1694">
                    <c:v>Lane Community College</c:v>
                  </c:pt>
                  <c:pt idx="1695">
                    <c:v>Wilkes Community College</c:v>
                  </c:pt>
                  <c:pt idx="1696">
                    <c:v>Dordt College</c:v>
                  </c:pt>
                  <c:pt idx="1697">
                    <c:v>Cayuga Community College - SUNY Office Of Community College</c:v>
                  </c:pt>
                  <c:pt idx="1698">
                    <c:v>North Arkansas College</c:v>
                  </c:pt>
                  <c:pt idx="1699">
                    <c:v>Southwest Wisconsin Technical College</c:v>
                  </c:pt>
                  <c:pt idx="1700">
                    <c:v>Jefferson Community And Technical College</c:v>
                  </c:pt>
                  <c:pt idx="1701">
                    <c:v>Kellogg Community College</c:v>
                  </c:pt>
                  <c:pt idx="1702">
                    <c:v>Jefferson State Community College</c:v>
                  </c:pt>
                  <c:pt idx="1703">
                    <c:v>Tri-County Technical College</c:v>
                  </c:pt>
                  <c:pt idx="1704">
                    <c:v>Des Moines Area Community College</c:v>
                  </c:pt>
                  <c:pt idx="1705">
                    <c:v>Passaic County Community College</c:v>
                  </c:pt>
                  <c:pt idx="1706">
                    <c:v>Gateway Community College</c:v>
                  </c:pt>
                  <c:pt idx="1707">
                    <c:v>Zane State College</c:v>
                  </c:pt>
                  <c:pt idx="1708">
                    <c:v>Gadsden State Community College</c:v>
                  </c:pt>
                  <c:pt idx="1709">
                    <c:v>Three Rivers Community College of Norwich, CT</c:v>
                  </c:pt>
                  <c:pt idx="1710">
                    <c:v>Columbia College of Columbia, SC</c:v>
                  </c:pt>
                  <c:pt idx="1711">
                    <c:v>Rock Valley College</c:v>
                  </c:pt>
                  <c:pt idx="1712">
                    <c:v>Hutchinson Community College</c:v>
                  </c:pt>
                  <c:pt idx="1713">
                    <c:v>Washington State Community College</c:v>
                  </c:pt>
                  <c:pt idx="1714">
                    <c:v>Moberly Area Community College</c:v>
                  </c:pt>
                  <c:pt idx="1715">
                    <c:v>Southwest Mississippi Community College</c:v>
                  </c:pt>
                  <c:pt idx="1716">
                    <c:v>Black Hawk College</c:v>
                  </c:pt>
                  <c:pt idx="1717">
                    <c:v>College Of Coastal Georgia</c:v>
                  </c:pt>
                  <c:pt idx="1718">
                    <c:v>Northeast Mississippi Community College</c:v>
                  </c:pt>
                  <c:pt idx="1719">
                    <c:v>Arizona Western College</c:v>
                  </c:pt>
                  <c:pt idx="1720">
                    <c:v>Gwinnett Technical College</c:v>
                  </c:pt>
                  <c:pt idx="1721">
                    <c:v>CollegeAmerica Denver</c:v>
                  </c:pt>
                  <c:pt idx="1722">
                    <c:v>Community College Of Allegheny County</c:v>
                  </c:pt>
                  <c:pt idx="1723">
                    <c:v>Specs Howard School Of Media Arts</c:v>
                  </c:pt>
                  <c:pt idx="1724">
                    <c:v>College Of Southern Idaho</c:v>
                  </c:pt>
                  <c:pt idx="1725">
                    <c:v>West Virginia Wesleyan College</c:v>
                  </c:pt>
                  <c:pt idx="1726">
                    <c:v>Santa Fe Community College</c:v>
                  </c:pt>
                  <c:pt idx="1727">
                    <c:v>Montcalm Community College</c:v>
                  </c:pt>
                  <c:pt idx="1728">
                    <c:v>Garden City Community College</c:v>
                  </c:pt>
                  <c:pt idx="1729">
                    <c:v>Colorado Technical University</c:v>
                  </c:pt>
                  <c:pt idx="1730">
                    <c:v>Stark State College</c:v>
                  </c:pt>
                  <c:pt idx="1731">
                    <c:v>Rappahannock Community College</c:v>
                  </c:pt>
                  <c:pt idx="1732">
                    <c:v>Angelina College</c:v>
                  </c:pt>
                  <c:pt idx="1733">
                    <c:v>Northwest - Shoals Community College</c:v>
                  </c:pt>
                  <c:pt idx="1734">
                    <c:v>University Of Arkansas At Pine Bluff</c:v>
                  </c:pt>
                  <c:pt idx="1735">
                    <c:v>Belmont College</c:v>
                  </c:pt>
                  <c:pt idx="1736">
                    <c:v>Monroe College</c:v>
                  </c:pt>
                  <c:pt idx="1737">
                    <c:v>Converse College</c:v>
                  </c:pt>
                  <c:pt idx="1738">
                    <c:v>James A. Rhodes State College</c:v>
                  </c:pt>
                  <c:pt idx="1739">
                    <c:v>Lansing Community College</c:v>
                  </c:pt>
                  <c:pt idx="1740">
                    <c:v>Stephens College</c:v>
                  </c:pt>
                  <c:pt idx="1741">
                    <c:v>Adirondack Community College - SUNY Office Of Community Colleges</c:v>
                  </c:pt>
                  <c:pt idx="1742">
                    <c:v>Central Arizona College</c:v>
                  </c:pt>
                  <c:pt idx="1743">
                    <c:v>Kansas City Kansas Community College</c:v>
                  </c:pt>
                  <c:pt idx="1744">
                    <c:v>Fayetteville Technical Community College</c:v>
                  </c:pt>
                  <c:pt idx="1745">
                    <c:v>Mississippi Valley State University</c:v>
                  </c:pt>
                  <c:pt idx="1746">
                    <c:v>J Sargeant Reynolds Community College</c:v>
                  </c:pt>
                  <c:pt idx="1747">
                    <c:v>Northland College</c:v>
                  </c:pt>
                  <c:pt idx="1748">
                    <c:v>MTI College</c:v>
                  </c:pt>
                  <c:pt idx="1749">
                    <c:v>Feather River College</c:v>
                  </c:pt>
                  <c:pt idx="1750">
                    <c:v>Hawkeye Community College</c:v>
                  </c:pt>
                  <c:pt idx="1751">
                    <c:v>Globe University</c:v>
                  </c:pt>
                  <c:pt idx="1752">
                    <c:v>Central State University</c:v>
                  </c:pt>
                  <c:pt idx="1753">
                    <c:v>Southwestern Illinois College</c:v>
                  </c:pt>
                  <c:pt idx="1754">
                    <c:v>Stevens Henager College</c:v>
                  </c:pt>
                  <c:pt idx="1755">
                    <c:v>Delaware Technical Community College - Owens Campus</c:v>
                  </c:pt>
                  <c:pt idx="1756">
                    <c:v>Eastern Iowa Community College District</c:v>
                  </c:pt>
                  <c:pt idx="1757">
                    <c:v>Jackson College</c:v>
                  </c:pt>
                  <c:pt idx="1758">
                    <c:v>Hocking Technical College</c:v>
                  </c:pt>
                  <c:pt idx="1759">
                    <c:v>Colorado Christian University</c:v>
                  </c:pt>
                  <c:pt idx="1760">
                    <c:v>Muskegon Community College</c:v>
                  </c:pt>
                  <c:pt idx="1761">
                    <c:v>Jamestown Community College</c:v>
                  </c:pt>
                  <c:pt idx="1762">
                    <c:v>Florida Gateway College</c:v>
                  </c:pt>
                  <c:pt idx="1763">
                    <c:v>Grand Rapids Community College</c:v>
                  </c:pt>
                  <c:pt idx="1764">
                    <c:v>Lehigh Carbon Community College</c:v>
                  </c:pt>
                  <c:pt idx="1765">
                    <c:v>East Central Community College</c:v>
                  </c:pt>
                  <c:pt idx="1766">
                    <c:v>Aiken Technical College</c:v>
                  </c:pt>
                  <c:pt idx="1767">
                    <c:v>Le Cordon Bleu College Of Culinary Arts In Chicago</c:v>
                  </c:pt>
                  <c:pt idx="1768">
                    <c:v>Western Iowa Tech Community College</c:v>
                  </c:pt>
                  <c:pt idx="1769">
                    <c:v>Blackhawk Technical College</c:v>
                  </c:pt>
                  <c:pt idx="1770">
                    <c:v>Brevard College</c:v>
                  </c:pt>
                  <c:pt idx="1771">
                    <c:v>Ozarks Technical Community College</c:v>
                  </c:pt>
                  <c:pt idx="1772">
                    <c:v>Butler County Community College of El Dorado, KS</c:v>
                  </c:pt>
                  <c:pt idx="1773">
                    <c:v>Northcentral Technical College</c:v>
                  </c:pt>
                  <c:pt idx="1774">
                    <c:v>College Of Mount Saint Joseph</c:v>
                  </c:pt>
                  <c:pt idx="1775">
                    <c:v>James H. Faulkner State Community College</c:v>
                  </c:pt>
                  <c:pt idx="1776">
                    <c:v>Bevill State Community College</c:v>
                  </c:pt>
                  <c:pt idx="1777">
                    <c:v>Schreiner University</c:v>
                  </c:pt>
                  <c:pt idx="1778">
                    <c:v>Niagara County Community College</c:v>
                  </c:pt>
                  <c:pt idx="1779">
                    <c:v>Hohokus School - RETS/Nutley</c:v>
                  </c:pt>
                  <c:pt idx="1780">
                    <c:v>Northland Pioneer College</c:v>
                  </c:pt>
                  <c:pt idx="1781">
                    <c:v>Newman University</c:v>
                  </c:pt>
                  <c:pt idx="1782">
                    <c:v>Glendale Career College</c:v>
                  </c:pt>
                  <c:pt idx="1783">
                    <c:v>University Of Rio Grande</c:v>
                  </c:pt>
                  <c:pt idx="1784">
                    <c:v>Heartland Community College</c:v>
                  </c:pt>
                  <c:pt idx="1785">
                    <c:v>Cornerstone University</c:v>
                  </c:pt>
                  <c:pt idx="1786">
                    <c:v>Tompkins Cortland Community College</c:v>
                  </c:pt>
                  <c:pt idx="1787">
                    <c:v>North Georgia Technical College</c:v>
                  </c:pt>
                  <c:pt idx="1788">
                    <c:v>Haywood Community College</c:v>
                  </c:pt>
                  <c:pt idx="1789">
                    <c:v>Plaza College</c:v>
                  </c:pt>
                  <c:pt idx="1790">
                    <c:v>Northeast State Community College</c:v>
                  </c:pt>
                  <c:pt idx="1791">
                    <c:v>Davis Applied Technology College</c:v>
                  </c:pt>
                  <c:pt idx="1792">
                    <c:v>Sullivan University, Sullivan College Of Technology And Design And Spencerian College</c:v>
                  </c:pt>
                  <c:pt idx="1793">
                    <c:v>Volunteer State Community College</c:v>
                  </c:pt>
                  <c:pt idx="1794">
                    <c:v>Baptist Bible College Of Pennsylvania</c:v>
                  </c:pt>
                  <c:pt idx="1795">
                    <c:v>Iowa Lakes Community College</c:v>
                  </c:pt>
                  <c:pt idx="1796">
                    <c:v>Moraine Park Technical College</c:v>
                  </c:pt>
                  <c:pt idx="1797">
                    <c:v>Richland Community College</c:v>
                  </c:pt>
                  <c:pt idx="1798">
                    <c:v>Bethel University of McKenzie, TN</c:v>
                  </c:pt>
                  <c:pt idx="1799">
                    <c:v>Onondaga Community College</c:v>
                  </c:pt>
                  <c:pt idx="1800">
                    <c:v>Cheyney University Of Pennsylvania</c:v>
                  </c:pt>
                  <c:pt idx="1801">
                    <c:v>Greenville Technical College</c:v>
                  </c:pt>
                  <c:pt idx="1802">
                    <c:v>Kaskaskia College</c:v>
                  </c:pt>
                  <c:pt idx="1803">
                    <c:v>Salem Community College</c:v>
                  </c:pt>
                  <c:pt idx="1804">
                    <c:v>Crowder College</c:v>
                  </c:pt>
                  <c:pt idx="1805">
                    <c:v>Newberry College</c:v>
                  </c:pt>
                  <c:pt idx="1806">
                    <c:v>Cape Fear Community College</c:v>
                  </c:pt>
                  <c:pt idx="1807">
                    <c:v>Shelton State Community College</c:v>
                  </c:pt>
                  <c:pt idx="1808">
                    <c:v>Illinois Eastern Community Colleges - Olney Central College</c:v>
                  </c:pt>
                  <c:pt idx="1809">
                    <c:v>University Of Arkansas Community College At Morrilton</c:v>
                  </c:pt>
                  <c:pt idx="1810">
                    <c:v>Avila University</c:v>
                  </c:pt>
                  <c:pt idx="1811">
                    <c:v>North Central Missouri College</c:v>
                  </c:pt>
                  <c:pt idx="1812">
                    <c:v>Lincoln College</c:v>
                  </c:pt>
                  <c:pt idx="1813">
                    <c:v>George C. Wallace Community College</c:v>
                  </c:pt>
                  <c:pt idx="1814">
                    <c:v>Kiamichi Technology Center</c:v>
                  </c:pt>
                  <c:pt idx="1815">
                    <c:v>Lincoln Land Community College</c:v>
                  </c:pt>
                  <c:pt idx="1816">
                    <c:v>Thomas Nelson Community College</c:v>
                  </c:pt>
                  <c:pt idx="1817">
                    <c:v>Florida Memorial University</c:v>
                  </c:pt>
                  <c:pt idx="1818">
                    <c:v>Kalamazoo Valley Community College</c:v>
                  </c:pt>
                  <c:pt idx="1819">
                    <c:v>Tennessee College Of Applied Technology - Dickson</c:v>
                  </c:pt>
                  <c:pt idx="1820">
                    <c:v>Terra State Community College</c:v>
                  </c:pt>
                  <c:pt idx="1821">
                    <c:v>Trevecca Nazarene University</c:v>
                  </c:pt>
                  <c:pt idx="1822">
                    <c:v>Wisconsin Indianhead Technical College</c:v>
                  </c:pt>
                  <c:pt idx="1823">
                    <c:v>Southwestern Michigan College</c:v>
                  </c:pt>
                  <c:pt idx="1824">
                    <c:v>San Joaquin Valley College</c:v>
                  </c:pt>
                  <c:pt idx="1825">
                    <c:v>Pratt Community College</c:v>
                  </c:pt>
                  <c:pt idx="1826">
                    <c:v>Surry Community College</c:v>
                  </c:pt>
                  <c:pt idx="1827">
                    <c:v>Daytona State College</c:v>
                  </c:pt>
                  <c:pt idx="1828">
                    <c:v>Bay State College</c:v>
                  </c:pt>
                  <c:pt idx="1829">
                    <c:v>Johnson University</c:v>
                  </c:pt>
                  <c:pt idx="1830">
                    <c:v>Meridian Community College</c:v>
                  </c:pt>
                  <c:pt idx="1831">
                    <c:v>Boricua College</c:v>
                  </c:pt>
                  <c:pt idx="1832">
                    <c:v>Bossier Parish Community College</c:v>
                  </c:pt>
                  <c:pt idx="1833">
                    <c:v>Darton State College</c:v>
                  </c:pt>
                  <c:pt idx="1834">
                    <c:v>Glenville State College</c:v>
                  </c:pt>
                  <c:pt idx="1835">
                    <c:v>Evergreen State College </c:v>
                  </c:pt>
                  <c:pt idx="1836">
                    <c:v>Art Institutes International Minnesota </c:v>
                  </c:pt>
                  <c:pt idx="1837">
                    <c:v>Mineral Area College</c:v>
                  </c:pt>
                  <c:pt idx="1838">
                    <c:v>Quinebaug Valley Community College</c:v>
                  </c:pt>
                  <c:pt idx="1839">
                    <c:v>University Of Pikeville</c:v>
                  </c:pt>
                  <c:pt idx="1840">
                    <c:v>International Academy Of Design And Technology of Orlando, FL</c:v>
                  </c:pt>
                  <c:pt idx="1841">
                    <c:v>Northwest State Community College</c:v>
                  </c:pt>
                  <c:pt idx="1842">
                    <c:v>Mohave Community College</c:v>
                  </c:pt>
                  <c:pt idx="1843">
                    <c:v>Georgia Piedmont Technical College</c:v>
                  </c:pt>
                  <c:pt idx="1844">
                    <c:v>Art Institute Of Phoenix </c:v>
                  </c:pt>
                  <c:pt idx="1845">
                    <c:v>Rogue Community College</c:v>
                  </c:pt>
                  <c:pt idx="1846">
                    <c:v>Treasure Valley Community College</c:v>
                  </c:pt>
                  <c:pt idx="1847">
                    <c:v>St Louis Community Colleges</c:v>
                  </c:pt>
                  <c:pt idx="1848">
                    <c:v>Harris - Stowe State University</c:v>
                  </c:pt>
                  <c:pt idx="1849">
                    <c:v>South Georgia Technical College</c:v>
                  </c:pt>
                  <c:pt idx="1850">
                    <c:v>College Of The Redwoods</c:v>
                  </c:pt>
                  <c:pt idx="1851">
                    <c:v>Central Community College</c:v>
                  </c:pt>
                  <c:pt idx="1852">
                    <c:v>Southern Careers Institute</c:v>
                  </c:pt>
                  <c:pt idx="1853">
                    <c:v>Butler County Community College of Butler, PA</c:v>
                  </c:pt>
                  <c:pt idx="1854">
                    <c:v>Delgado Community College</c:v>
                  </c:pt>
                  <c:pt idx="1855">
                    <c:v>Aveda Institute</c:v>
                  </c:pt>
                  <c:pt idx="1856">
                    <c:v>University Of Mount Olive</c:v>
                  </c:pt>
                  <c:pt idx="1857">
                    <c:v>Central New Mexico Community College</c:v>
                  </c:pt>
                  <c:pt idx="1858">
                    <c:v>National Park Community College</c:v>
                  </c:pt>
                  <c:pt idx="1859">
                    <c:v>Ivy Tech Community College Of Indiana System</c:v>
                  </c:pt>
                  <c:pt idx="1860">
                    <c:v>Bryan College</c:v>
                  </c:pt>
                  <c:pt idx="1861">
                    <c:v>Clover Park Technical College</c:v>
                  </c:pt>
                  <c:pt idx="1862">
                    <c:v>Midlands Technical College</c:v>
                  </c:pt>
                  <c:pt idx="1863">
                    <c:v>Sheridan Technical Center</c:v>
                  </c:pt>
                  <c:pt idx="1864">
                    <c:v>Rend Lake College</c:v>
                  </c:pt>
                  <c:pt idx="1865">
                    <c:v>Southwestern Community College of Sylva, NC</c:v>
                  </c:pt>
                  <c:pt idx="1866">
                    <c:v>Seminole State College</c:v>
                  </c:pt>
                  <c:pt idx="1867">
                    <c:v>Schenectady County Community College</c:v>
                  </c:pt>
                  <c:pt idx="1868">
                    <c:v>Central Piedmont Community College</c:v>
                  </c:pt>
                  <c:pt idx="1869">
                    <c:v>Pensacola State College</c:v>
                  </c:pt>
                  <c:pt idx="1870">
                    <c:v>Barton College</c:v>
                  </c:pt>
                  <c:pt idx="1871">
                    <c:v>SUNY Fulton-Montgomery Community College</c:v>
                  </c:pt>
                  <c:pt idx="1872">
                    <c:v>Southeast Arkansas College</c:v>
                  </c:pt>
                  <c:pt idx="1873">
                    <c:v>Nashville State Community College</c:v>
                  </c:pt>
                  <c:pt idx="1874">
                    <c:v>Sullivan County Community College - SUNY Office Of Community Coll</c:v>
                  </c:pt>
                  <c:pt idx="1875">
                    <c:v>John, Castleton And Lyndon State Colleges And Community College Of Vermont</c:v>
                  </c:pt>
                  <c:pt idx="1876">
                    <c:v>Lindsey Wilson College</c:v>
                  </c:pt>
                  <c:pt idx="1877">
                    <c:v>Cleveland Community College</c:v>
                  </c:pt>
                  <c:pt idx="1878">
                    <c:v>Reading Area Community College</c:v>
                  </c:pt>
                  <c:pt idx="1879">
                    <c:v>Clatsop Community College</c:v>
                  </c:pt>
                  <c:pt idx="1880">
                    <c:v>Hinds Community College</c:v>
                  </c:pt>
                  <c:pt idx="1881">
                    <c:v>Westmoreland County Community College</c:v>
                  </c:pt>
                  <c:pt idx="1882">
                    <c:v>Averett University</c:v>
                  </c:pt>
                  <c:pt idx="1883">
                    <c:v>Vatterott College</c:v>
                  </c:pt>
                  <c:pt idx="1884">
                    <c:v>Tiffin University</c:v>
                  </c:pt>
                  <c:pt idx="1885">
                    <c:v>Word Of Life Bible Institute</c:v>
                  </c:pt>
                  <c:pt idx="1886">
                    <c:v>North Central Michigan College</c:v>
                  </c:pt>
                  <c:pt idx="1887">
                    <c:v>Tennessee Wesleyan College</c:v>
                  </c:pt>
                  <c:pt idx="1888">
                    <c:v>Tallahassee Community College</c:v>
                  </c:pt>
                  <c:pt idx="1889">
                    <c:v>Greenfield Community College</c:v>
                  </c:pt>
                  <c:pt idx="1890">
                    <c:v>Intercoast Colleges</c:v>
                  </c:pt>
                  <c:pt idx="1891">
                    <c:v>Carrington College California</c:v>
                  </c:pt>
                  <c:pt idx="1892">
                    <c:v>Fort Scott Community College</c:v>
                  </c:pt>
                  <c:pt idx="1893">
                    <c:v>International Academy Of Design And Technology of Chicago, IL</c:v>
                  </c:pt>
                  <c:pt idx="1894">
                    <c:v>White Mountains Community College</c:v>
                  </c:pt>
                  <c:pt idx="1895">
                    <c:v>Virginia Highlands Community College</c:v>
                  </c:pt>
                  <c:pt idx="1896">
                    <c:v>Eastern Shore Community College</c:v>
                  </c:pt>
                  <c:pt idx="1897">
                    <c:v>Brewton Parker College</c:v>
                  </c:pt>
                  <c:pt idx="1898">
                    <c:v>Southern State Community College</c:v>
                  </c:pt>
                  <c:pt idx="1899">
                    <c:v>Keiser University</c:v>
                  </c:pt>
                  <c:pt idx="1900">
                    <c:v>Isothermal Community College</c:v>
                  </c:pt>
                  <c:pt idx="1901">
                    <c:v>Southwest Virginia Community College</c:v>
                  </c:pt>
                  <c:pt idx="1902">
                    <c:v>Cloud County Community College</c:v>
                  </c:pt>
                  <c:pt idx="1903">
                    <c:v>Holmes Community College</c:v>
                  </c:pt>
                  <c:pt idx="1904">
                    <c:v>Clark State Community College</c:v>
                  </c:pt>
                  <c:pt idx="1905">
                    <c:v>Saint Augustine's University</c:v>
                  </c:pt>
                  <c:pt idx="1906">
                    <c:v>Langston University</c:v>
                  </c:pt>
                  <c:pt idx="1907">
                    <c:v>Caldwell Community College &amp; Technical Institute</c:v>
                  </c:pt>
                  <c:pt idx="1908">
                    <c:v>Paine College</c:v>
                  </c:pt>
                  <c:pt idx="1909">
                    <c:v>Danville Community College</c:v>
                  </c:pt>
                  <c:pt idx="1910">
                    <c:v>Lanier Technical College</c:v>
                  </c:pt>
                  <c:pt idx="1911">
                    <c:v>Roane State Community College</c:v>
                  </c:pt>
                  <c:pt idx="1912">
                    <c:v>Dodge City Community College</c:v>
                  </c:pt>
                  <c:pt idx="1913">
                    <c:v>Southern Wesleyan University</c:v>
                  </c:pt>
                  <c:pt idx="1914">
                    <c:v>Keystone College</c:v>
                  </c:pt>
                  <c:pt idx="1915">
                    <c:v>Stanly Community College</c:v>
                  </c:pt>
                  <c:pt idx="1916">
                    <c:v>Westwood College - Los Angeles</c:v>
                  </c:pt>
                  <c:pt idx="1917">
                    <c:v>East Mississippi Community College</c:v>
                  </c:pt>
                  <c:pt idx="1918">
                    <c:v>Madison Media Institute</c:v>
                  </c:pt>
                  <c:pt idx="1919">
                    <c:v>Roxbury Community College</c:v>
                  </c:pt>
                  <c:pt idx="1920">
                    <c:v>Lincoln Christian University</c:v>
                  </c:pt>
                  <c:pt idx="1921">
                    <c:v>Rust College</c:v>
                  </c:pt>
                  <c:pt idx="1922">
                    <c:v>Western Technical College of La Crosse, WI</c:v>
                  </c:pt>
                  <c:pt idx="1923">
                    <c:v>Ottawa University</c:v>
                  </c:pt>
                  <c:pt idx="1924">
                    <c:v>Tulsa Technology Center School</c:v>
                  </c:pt>
                  <c:pt idx="1925">
                    <c:v>Bridgerland Applied Technology College</c:v>
                  </c:pt>
                  <c:pt idx="1926">
                    <c:v>Gogebic Community College</c:v>
                  </c:pt>
                  <c:pt idx="1927">
                    <c:v>East Georgia State College</c:v>
                  </c:pt>
                  <c:pt idx="1928">
                    <c:v>West Virginia Northern Community College</c:v>
                  </c:pt>
                  <c:pt idx="1929">
                    <c:v>Bluefield State College</c:v>
                  </c:pt>
                  <c:pt idx="1930">
                    <c:v>Sanford-Brown College of McLean, VA</c:v>
                  </c:pt>
                  <c:pt idx="1931">
                    <c:v>Great Falls College Montana State University</c:v>
                  </c:pt>
                  <c:pt idx="1932">
                    <c:v>Central Penn College</c:v>
                  </c:pt>
                  <c:pt idx="1933">
                    <c:v>Milan Institute of Sparks, NV</c:v>
                  </c:pt>
                  <c:pt idx="1934">
                    <c:v>Charles Stewart Mott Community College</c:v>
                  </c:pt>
                  <c:pt idx="1935">
                    <c:v>Danville Area Community College</c:v>
                  </c:pt>
                  <c:pt idx="1936">
                    <c:v>Pivot Point Academy</c:v>
                  </c:pt>
                  <c:pt idx="1937">
                    <c:v>Orleans Technical Institute</c:v>
                  </c:pt>
                  <c:pt idx="1938">
                    <c:v>Walters State Community College</c:v>
                  </c:pt>
                  <c:pt idx="1939">
                    <c:v>Rowan-Cabarrus Community College</c:v>
                  </c:pt>
                  <c:pt idx="1940">
                    <c:v>Sanford-Brown College of Boston, MA</c:v>
                  </c:pt>
                  <c:pt idx="1941">
                    <c:v>Lagrange College</c:v>
                  </c:pt>
                  <c:pt idx="1942">
                    <c:v>John A. Logan College</c:v>
                  </c:pt>
                  <c:pt idx="1943">
                    <c:v>South Georgia State College</c:v>
                  </c:pt>
                  <c:pt idx="1944">
                    <c:v>Northwest Mississippi Community College</c:v>
                  </c:pt>
                  <c:pt idx="1945">
                    <c:v>Central Virginia Community College</c:v>
                  </c:pt>
                  <c:pt idx="1946">
                    <c:v>Orange Technical Education Centers - Orlando Technical</c:v>
                  </c:pt>
                  <c:pt idx="1947">
                    <c:v>Prairie State College</c:v>
                  </c:pt>
                  <c:pt idx="1948">
                    <c:v>Otero Junior College</c:v>
                  </c:pt>
                  <c:pt idx="1949">
                    <c:v>Piedmont Technical College</c:v>
                  </c:pt>
                  <c:pt idx="1950">
                    <c:v>Miller-Motte Technical College &amp; McCann School Of Business &amp; Technology</c:v>
                  </c:pt>
                  <c:pt idx="1951">
                    <c:v>Central Carolina Community College</c:v>
                  </c:pt>
                  <c:pt idx="1952">
                    <c:v>Ancilla Domini College</c:v>
                  </c:pt>
                  <c:pt idx="1953">
                    <c:v>Altamaha Technical College</c:v>
                  </c:pt>
                  <c:pt idx="1954">
                    <c:v>Limestone College</c:v>
                  </c:pt>
                  <c:pt idx="1955">
                    <c:v>William Woods University</c:v>
                  </c:pt>
                  <c:pt idx="1956">
                    <c:v>Mississippi Delta Community College</c:v>
                  </c:pt>
                  <c:pt idx="1957">
                    <c:v>Eastern Gateway Community College</c:v>
                  </c:pt>
                  <c:pt idx="1958">
                    <c:v>Southeastern Community College of Whiteville, NC</c:v>
                  </c:pt>
                  <c:pt idx="1959">
                    <c:v>Davenport University</c:v>
                  </c:pt>
                  <c:pt idx="1960">
                    <c:v>South Florida State College</c:v>
                  </c:pt>
                  <c:pt idx="1961">
                    <c:v>Pennsylvania Highlands Community College</c:v>
                  </c:pt>
                  <c:pt idx="1962">
                    <c:v>Community College Of Beaver County</c:v>
                  </c:pt>
                  <c:pt idx="1963">
                    <c:v>Missouri State University - West Plains</c:v>
                  </c:pt>
                  <c:pt idx="1964">
                    <c:v>Lorenzo Walker Institute Of Technology</c:v>
                  </c:pt>
                  <c:pt idx="1965">
                    <c:v>Savannah Technical College</c:v>
                  </c:pt>
                  <c:pt idx="1966">
                    <c:v>Southside Virginia Community College</c:v>
                  </c:pt>
                  <c:pt idx="1967">
                    <c:v>Le Cordon Bleu College Of Culinary Arts of Tucker, GA</c:v>
                  </c:pt>
                  <c:pt idx="1968">
                    <c:v>Mendocino College</c:v>
                  </c:pt>
                  <c:pt idx="1969">
                    <c:v>Wilson Community College</c:v>
                  </c:pt>
                  <c:pt idx="1970">
                    <c:v>Lakeland College</c:v>
                  </c:pt>
                  <c:pt idx="1971">
                    <c:v>Utah College Of Massage Therapy</c:v>
                  </c:pt>
                  <c:pt idx="1972">
                    <c:v>Pulaski Technical College</c:v>
                  </c:pt>
                  <c:pt idx="1973">
                    <c:v>Black River Technical College</c:v>
                  </c:pt>
                  <c:pt idx="1974">
                    <c:v>Northwestern Connecticut Community College</c:v>
                  </c:pt>
                  <c:pt idx="1975">
                    <c:v>College Of Health Care Professions </c:v>
                  </c:pt>
                  <c:pt idx="1976">
                    <c:v>Luna Community College</c:v>
                  </c:pt>
                  <c:pt idx="1977">
                    <c:v>Davidson County Community College</c:v>
                  </c:pt>
                  <c:pt idx="1978">
                    <c:v>Young Harris College</c:v>
                  </c:pt>
                  <c:pt idx="1979">
                    <c:v>Vance - Granville Community College</c:v>
                  </c:pt>
                  <c:pt idx="1980">
                    <c:v>Gateway Technical College</c:v>
                  </c:pt>
                  <c:pt idx="1981">
                    <c:v>Summit College</c:v>
                  </c:pt>
                  <c:pt idx="1982">
                    <c:v>Klamath Community College</c:v>
                  </c:pt>
                  <c:pt idx="1983">
                    <c:v>Sinclair Community College</c:v>
                  </c:pt>
                  <c:pt idx="1984">
                    <c:v>Florida Technical College</c:v>
                  </c:pt>
                  <c:pt idx="1985">
                    <c:v>Arkansas Northeastern College</c:v>
                  </c:pt>
                  <c:pt idx="1986">
                    <c:v>Jefferson Davis Community College</c:v>
                  </c:pt>
                  <c:pt idx="1987">
                    <c:v>Southeastern Community College of West Burlington, IA</c:v>
                  </c:pt>
                  <c:pt idx="1988">
                    <c:v>East Arkansas Community College</c:v>
                  </c:pt>
                  <c:pt idx="1989">
                    <c:v>Southwest Tennessee Community College</c:v>
                  </c:pt>
                  <c:pt idx="1990">
                    <c:v>Cincinnati Christian University</c:v>
                  </c:pt>
                  <c:pt idx="1991">
                    <c:v>Cincinnati State Technical &amp; Community College</c:v>
                  </c:pt>
                  <c:pt idx="1992">
                    <c:v>Bradford School of Pittsburgh, PA</c:v>
                  </c:pt>
                  <c:pt idx="1993">
                    <c:v>Cuyahoga Community College</c:v>
                  </c:pt>
                  <c:pt idx="1994">
                    <c:v>Johnston Community College</c:v>
                  </c:pt>
                  <c:pt idx="1995">
                    <c:v>Dawson Community College</c:v>
                  </c:pt>
                  <c:pt idx="1996">
                    <c:v>Tennessee College Of Applied Technology - Morristown</c:v>
                  </c:pt>
                  <c:pt idx="1997">
                    <c:v>Asheville Buncombe Technical Community College</c:v>
                  </c:pt>
                  <c:pt idx="1998">
                    <c:v>Itawamba Community College</c:v>
                  </c:pt>
                  <c:pt idx="1999">
                    <c:v>Bladen Community College</c:v>
                  </c:pt>
                  <c:pt idx="2000">
                    <c:v>Bishop State Community College</c:v>
                  </c:pt>
                  <c:pt idx="2001">
                    <c:v>Lenoir Community College</c:v>
                  </c:pt>
                  <c:pt idx="2002">
                    <c:v>North Florida Community College</c:v>
                  </c:pt>
                  <c:pt idx="2003">
                    <c:v>Athens Technical College</c:v>
                  </c:pt>
                  <c:pt idx="2004">
                    <c:v>Dyersburg State Community College</c:v>
                  </c:pt>
                  <c:pt idx="2005">
                    <c:v>Institute For Business &amp; Technology</c:v>
                  </c:pt>
                  <c:pt idx="2006">
                    <c:v>Highland Community College of Freeport, IL</c:v>
                  </c:pt>
                  <c:pt idx="2007">
                    <c:v>River Parishes Community College</c:v>
                  </c:pt>
                  <c:pt idx="2008">
                    <c:v>Atlanta Metropolitan  State College</c:v>
                  </c:pt>
                  <c:pt idx="2009">
                    <c:v>Florence - Darlington Technical College</c:v>
                  </c:pt>
                  <c:pt idx="2010">
                    <c:v>Marion Technical College</c:v>
                  </c:pt>
                  <c:pt idx="2011">
                    <c:v>Shawnee Community College</c:v>
                  </c:pt>
                  <c:pt idx="2012">
                    <c:v>Baker College</c:v>
                  </c:pt>
                  <c:pt idx="2013">
                    <c:v>Patrick Henry Community College</c:v>
                  </c:pt>
                  <c:pt idx="2014">
                    <c:v>United Education Institute</c:v>
                  </c:pt>
                  <c:pt idx="2015">
                    <c:v>Francis Tuttle Technology Center School District No. 21</c:v>
                  </c:pt>
                  <c:pt idx="2016">
                    <c:v>Fort Myers Institute Of Technology And Cape Coral Institute Of Technology</c:v>
                  </c:pt>
                  <c:pt idx="2017">
                    <c:v>Carrington College of Spokane Valley, WA</c:v>
                  </c:pt>
                  <c:pt idx="2018">
                    <c:v>Southwest Florida College</c:v>
                  </c:pt>
                  <c:pt idx="2019">
                    <c:v>South University</c:v>
                  </c:pt>
                  <c:pt idx="2020">
                    <c:v>Illinois School Of Health Careers</c:v>
                  </c:pt>
                  <c:pt idx="2021">
                    <c:v>North Central Kansas Technical College</c:v>
                  </c:pt>
                  <c:pt idx="2022">
                    <c:v>Pima Medical Institute</c:v>
                  </c:pt>
                  <c:pt idx="2023">
                    <c:v>Western Piedmont Community College</c:v>
                  </c:pt>
                  <c:pt idx="2024">
                    <c:v>Bluffton University</c:v>
                  </c:pt>
                  <c:pt idx="2025">
                    <c:v>Tusculum College</c:v>
                  </c:pt>
                  <c:pt idx="2026">
                    <c:v>Mountain Empire Community College</c:v>
                  </c:pt>
                  <c:pt idx="2027">
                    <c:v>Empire Beauty School of Somersworth, NH</c:v>
                  </c:pt>
                  <c:pt idx="2028">
                    <c:v>Davis &amp; Elkins College</c:v>
                  </c:pt>
                  <c:pt idx="2029">
                    <c:v>Paul D. Camp Community College</c:v>
                  </c:pt>
                  <c:pt idx="2030">
                    <c:v>West Georgia Technical College</c:v>
                  </c:pt>
                  <c:pt idx="2031">
                    <c:v>Hodges University</c:v>
                  </c:pt>
                  <c:pt idx="2032">
                    <c:v>School Of Communication Arts Of North Carolina</c:v>
                  </c:pt>
                  <c:pt idx="2033">
                    <c:v>York Technical College</c:v>
                  </c:pt>
                  <c:pt idx="2034">
                    <c:v>Milwaukee Area Technical College</c:v>
                  </c:pt>
                  <c:pt idx="2035">
                    <c:v>Highland Community College of Highland, KS</c:v>
                  </c:pt>
                  <c:pt idx="2036">
                    <c:v>Bainbridge State College</c:v>
                  </c:pt>
                  <c:pt idx="2037">
                    <c:v>Anthem College And The Bryman School Of Arizona</c:v>
                  </c:pt>
                  <c:pt idx="2038">
                    <c:v>Spartanburg Community College</c:v>
                  </c:pt>
                  <c:pt idx="2039">
                    <c:v>Late College Goers</c:v>
                  </c:pt>
                  <c:pt idx="2040">
                    <c:v>Earlham College</c:v>
                  </c:pt>
                  <c:pt idx="2041">
                    <c:v>Independence Community College</c:v>
                  </c:pt>
                  <c:pt idx="2042">
                    <c:v>Wayne Community College</c:v>
                  </c:pt>
                  <c:pt idx="2043">
                    <c:v>Spoon River College</c:v>
                  </c:pt>
                  <c:pt idx="2044">
                    <c:v>American Career College of Los Angeles, CA</c:v>
                  </c:pt>
                  <c:pt idx="2045">
                    <c:v>Pitt Community College</c:v>
                  </c:pt>
                  <c:pt idx="2046">
                    <c:v>Bay De Noc Community College</c:v>
                  </c:pt>
                  <c:pt idx="2047">
                    <c:v>Stillman College</c:v>
                  </c:pt>
                  <c:pt idx="2048">
                    <c:v>Maynard A. Traviss Career Center</c:v>
                  </c:pt>
                  <c:pt idx="2049">
                    <c:v>Catawba Valley Community College</c:v>
                  </c:pt>
                  <c:pt idx="2050">
                    <c:v>Lincoln College Of New England</c:v>
                  </c:pt>
                  <c:pt idx="2051">
                    <c:v>Medtech College</c:v>
                  </c:pt>
                  <c:pt idx="2052">
                    <c:v>John Wood Community College</c:v>
                  </c:pt>
                  <c:pt idx="2053">
                    <c:v>Harcum College</c:v>
                  </c:pt>
                  <c:pt idx="2054">
                    <c:v>Robeson Community College</c:v>
                  </c:pt>
                  <c:pt idx="2055">
                    <c:v>ASA Institute Of Business &amp; Computer Technology</c:v>
                  </c:pt>
                  <c:pt idx="2056">
                    <c:v>Durham Technical Community College</c:v>
                  </c:pt>
                  <c:pt idx="2057">
                    <c:v>Ogeechee Technical College</c:v>
                  </c:pt>
                  <c:pt idx="2058">
                    <c:v>Faulkner University</c:v>
                  </c:pt>
                  <c:pt idx="2059">
                    <c:v>Piedmont Community College</c:v>
                  </c:pt>
                  <c:pt idx="2060">
                    <c:v>Gallaudet University</c:v>
                  </c:pt>
                  <c:pt idx="2061">
                    <c:v>Interactive College Of Technology</c:v>
                  </c:pt>
                  <c:pt idx="2062">
                    <c:v>Franklin Career Institute</c:v>
                  </c:pt>
                  <c:pt idx="2063">
                    <c:v>Metro Business College</c:v>
                  </c:pt>
                  <c:pt idx="2064">
                    <c:v>Horry - Georgetown Technical College</c:v>
                  </c:pt>
                  <c:pt idx="2065">
                    <c:v>Okefenokee Technical College</c:v>
                  </c:pt>
                  <c:pt idx="2066">
                    <c:v>Brunswick Community College</c:v>
                  </c:pt>
                  <c:pt idx="2067">
                    <c:v>Orangeburg - Calhoun Technical College</c:v>
                  </c:pt>
                  <c:pt idx="2068">
                    <c:v>Illinois And Ohio Center For Broadcasting</c:v>
                  </c:pt>
                  <c:pt idx="2069">
                    <c:v>Edgecombe Community College</c:v>
                  </c:pt>
                  <c:pt idx="2070">
                    <c:v>Tri-County Community College</c:v>
                  </c:pt>
                  <c:pt idx="2071">
                    <c:v>Wichita Area Technical College</c:v>
                  </c:pt>
                  <c:pt idx="2072">
                    <c:v>Nash Community College</c:v>
                  </c:pt>
                  <c:pt idx="2073">
                    <c:v>Guilford Technical Community College</c:v>
                  </c:pt>
                  <c:pt idx="2074">
                    <c:v>Fortis Institute of Palm Springs, FL</c:v>
                  </c:pt>
                  <c:pt idx="2075">
                    <c:v>Hickey College</c:v>
                  </c:pt>
                  <c:pt idx="2076">
                    <c:v>Beaufort County Community College</c:v>
                  </c:pt>
                  <c:pt idx="2077">
                    <c:v>Empire Beauty School of New York, NY</c:v>
                  </c:pt>
                  <c:pt idx="2078">
                    <c:v>Randolph Community College</c:v>
                  </c:pt>
                  <c:pt idx="2079">
                    <c:v>Halifax Community College</c:v>
                  </c:pt>
                  <c:pt idx="2080">
                    <c:v>Sandhills Community College</c:v>
                  </c:pt>
                  <c:pt idx="2081">
                    <c:v>Atlanta Technical College</c:v>
                  </c:pt>
                  <c:pt idx="2082">
                    <c:v>Gaston College</c:v>
                  </c:pt>
                  <c:pt idx="2083">
                    <c:v>Chipola College</c:v>
                  </c:pt>
                  <c:pt idx="2084">
                    <c:v>Everest Institute of Miami, FL</c:v>
                  </c:pt>
                  <c:pt idx="2085">
                    <c:v>Southwest Georgia Technical College</c:v>
                  </c:pt>
                  <c:pt idx="2086">
                    <c:v>Mitchell Community College</c:v>
                  </c:pt>
                  <c:pt idx="2087">
                    <c:v>Never Attended College (up to year 2013)</c:v>
                  </c:pt>
                  <c:pt idx="2088">
                    <c:v>Lees-Mcrae College</c:v>
                  </c:pt>
                  <c:pt idx="2089">
                    <c:v>St. Catharine College</c:v>
                  </c:pt>
                  <c:pt idx="2090">
                    <c:v>International Business College of Fort Wayne, IN</c:v>
                  </c:pt>
                  <c:pt idx="2091">
                    <c:v>River Valley Community College</c:v>
                  </c:pt>
                  <c:pt idx="2092">
                    <c:v>Central Carolina Technical College</c:v>
                  </c:pt>
                  <c:pt idx="2093">
                    <c:v>Brookline College</c:v>
                  </c:pt>
                  <c:pt idx="2094">
                    <c:v>Forsyth Technical Community College</c:v>
                  </c:pt>
                  <c:pt idx="2095">
                    <c:v>Tennessee College Of Applied Technology-Memphis</c:v>
                  </c:pt>
                  <c:pt idx="2096">
                    <c:v>Nicolet Area Technical College</c:v>
                  </c:pt>
                  <c:pt idx="2097">
                    <c:v>Wayne County Community College District</c:v>
                  </c:pt>
                  <c:pt idx="2098">
                    <c:v>Minnesota School Of Business</c:v>
                  </c:pt>
                  <c:pt idx="2099">
                    <c:v>Roanoke Chowan Community College</c:v>
                  </c:pt>
                  <c:pt idx="2100">
                    <c:v>Williamsburg Technical College</c:v>
                  </c:pt>
                  <c:pt idx="2101">
                    <c:v>Southeastern Technical College</c:v>
                  </c:pt>
                  <c:pt idx="2102">
                    <c:v>Antonelli College</c:v>
                  </c:pt>
                  <c:pt idx="2103">
                    <c:v>Texas School Of Business</c:v>
                  </c:pt>
                  <c:pt idx="2104">
                    <c:v>Montgomery Community College</c:v>
                  </c:pt>
                  <c:pt idx="2105">
                    <c:v>Martin Community College</c:v>
                  </c:pt>
                  <c:pt idx="2106">
                    <c:v>Lourdes University</c:v>
                  </c:pt>
                  <c:pt idx="2107">
                    <c:v>Alamance Community College</c:v>
                  </c:pt>
                  <c:pt idx="2108">
                    <c:v>American National University</c:v>
                  </c:pt>
                  <c:pt idx="2109">
                    <c:v>Saint Augustine College</c:v>
                  </c:pt>
                  <c:pt idx="2110">
                    <c:v>Virginia College</c:v>
                  </c:pt>
                  <c:pt idx="2111">
                    <c:v>Albany Technical College</c:v>
                  </c:pt>
                  <c:pt idx="2112">
                    <c:v>Institute Of Production And Recording </c:v>
                  </c:pt>
                  <c:pt idx="2113">
                    <c:v>Rockingham Community College</c:v>
                  </c:pt>
                  <c:pt idx="2114">
                    <c:v>Augusta Technical College</c:v>
                  </c:pt>
                  <c:pt idx="2115">
                    <c:v>Columbus Technical College</c:v>
                  </c:pt>
                  <c:pt idx="2116">
                    <c:v>Marinello School Of Beauty, Xenon International Academy, International School Of Skin And Nailcare And Hair Professionals Academy</c:v>
                  </c:pt>
                  <c:pt idx="2117">
                    <c:v>Moultrie Technical College</c:v>
                  </c:pt>
                  <c:pt idx="2118">
                    <c:v>Carteret Community College</c:v>
                  </c:pt>
                  <c:pt idx="2119">
                    <c:v>King's College</c:v>
                  </c:pt>
                  <c:pt idx="2120">
                    <c:v>PCI Health Training Center</c:v>
                  </c:pt>
                  <c:pt idx="2121">
                    <c:v>Philander Smith College</c:v>
                  </c:pt>
                  <c:pt idx="2122">
                    <c:v>College Of The Ouachitas</c:v>
                  </c:pt>
                  <c:pt idx="2123">
                    <c:v>Western International University</c:v>
                  </c:pt>
                  <c:pt idx="2124">
                    <c:v>Center For Employment Training</c:v>
                  </c:pt>
                  <c:pt idx="2125">
                    <c:v>International Career Development Center</c:v>
                  </c:pt>
                  <c:pt idx="2126">
                    <c:v>Erskine College</c:v>
                  </c:pt>
                  <c:pt idx="2127">
                    <c:v>Oakland City University</c:v>
                  </c:pt>
                  <c:pt idx="2128">
                    <c:v>Phillips Community College Of The University Of Arkansas</c:v>
                  </c:pt>
                  <c:pt idx="2129">
                    <c:v>Rich Mountain Community College</c:v>
                  </c:pt>
                  <c:pt idx="2130">
                    <c:v>Missouri Baptist University</c:v>
                  </c:pt>
                  <c:pt idx="2131">
                    <c:v>Central Georgia Technical College</c:v>
                  </c:pt>
                  <c:pt idx="2132">
                    <c:v>Dabney S Lancaster Community College</c:v>
                  </c:pt>
                  <c:pt idx="2133">
                    <c:v>Cambria Rowe Business College</c:v>
                  </c:pt>
                  <c:pt idx="2134">
                    <c:v>Heritage College</c:v>
                  </c:pt>
                  <c:pt idx="2135">
                    <c:v>Sanford-Brown College of Fenton, MO</c:v>
                  </c:pt>
                  <c:pt idx="2136">
                    <c:v>Richmond Community College</c:v>
                  </c:pt>
                  <c:pt idx="2137">
                    <c:v>IBMC College</c:v>
                  </c:pt>
                  <c:pt idx="2138">
                    <c:v>Musicians Institute</c:v>
                  </c:pt>
                  <c:pt idx="2139">
                    <c:v>Carrington College of Mesa, AZ</c:v>
                  </c:pt>
                  <c:pt idx="2140">
                    <c:v>Mid-South Community College</c:v>
                  </c:pt>
                  <c:pt idx="2141">
                    <c:v>National College</c:v>
                  </c:pt>
                  <c:pt idx="2142">
                    <c:v>Southeastern College</c:v>
                  </c:pt>
                  <c:pt idx="2143">
                    <c:v>National College Of Business And Technology</c:v>
                  </c:pt>
                  <c:pt idx="2144">
                    <c:v>College Of The Albemarle</c:v>
                  </c:pt>
                  <c:pt idx="2145">
                    <c:v>Nationwide Beauty Academy</c:v>
                  </c:pt>
                  <c:pt idx="2146">
                    <c:v>Wichita Technical Institute</c:v>
                  </c:pt>
                  <c:pt idx="2147">
                    <c:v>Santa Barbara Business College</c:v>
                  </c:pt>
                  <c:pt idx="2148">
                    <c:v>James Sprunt Community College</c:v>
                  </c:pt>
                  <c:pt idx="2149">
                    <c:v>Mayland Community College</c:v>
                  </c:pt>
                  <c:pt idx="2150">
                    <c:v>Sampson Community College</c:v>
                  </c:pt>
                  <c:pt idx="2151">
                    <c:v>Missouri College</c:v>
                  </c:pt>
                  <c:pt idx="2152">
                    <c:v>Santa Fe University Of Art And Design</c:v>
                  </c:pt>
                  <c:pt idx="2153">
                    <c:v>Argosy University</c:v>
                  </c:pt>
                  <c:pt idx="2154">
                    <c:v>Bradford School of Columbus, OH</c:v>
                  </c:pt>
                  <c:pt idx="2155">
                    <c:v>Lively Technical Center</c:v>
                  </c:pt>
                  <c:pt idx="2156">
                    <c:v>Olympian Academy Of Cosmetology</c:v>
                  </c:pt>
                  <c:pt idx="2157">
                    <c:v>Salter College</c:v>
                  </c:pt>
                  <c:pt idx="2158">
                    <c:v>Columbia International University</c:v>
                  </c:pt>
                  <c:pt idx="2159">
                    <c:v>Eastern College Of Health Vocations</c:v>
                  </c:pt>
                  <c:pt idx="2160">
                    <c:v>Wright Career College</c:v>
                  </c:pt>
                  <c:pt idx="2161">
                    <c:v>Douglas J Aveda Institute</c:v>
                  </c:pt>
                  <c:pt idx="2162">
                    <c:v>Nevada State College</c:v>
                  </c:pt>
                  <c:pt idx="2163">
                    <c:v>Platt College of Tulsa, OK</c:v>
                  </c:pt>
                  <c:pt idx="2164">
                    <c:v>Empire Beauty School of Moosic, PA</c:v>
                  </c:pt>
                  <c:pt idx="2165">
                    <c:v>Northeastern Technical College</c:v>
                  </c:pt>
                  <c:pt idx="2166">
                    <c:v>Fortis College of Largo, FL</c:v>
                  </c:pt>
                  <c:pt idx="2167">
                    <c:v>McDowell Technical Community College</c:v>
                  </c:pt>
                  <c:pt idx="2168">
                    <c:v>Lake Erie College</c:v>
                  </c:pt>
                  <c:pt idx="2169">
                    <c:v>Pinellas Technical Education Center - Clearwater Campus</c:v>
                  </c:pt>
                  <c:pt idx="2170">
                    <c:v>Baltimore School Of Massage</c:v>
                  </c:pt>
                  <c:pt idx="2171">
                    <c:v>Fortis College of Richmond, VA</c:v>
                  </c:pt>
                  <c:pt idx="2172">
                    <c:v>King University</c:v>
                  </c:pt>
                  <c:pt idx="2173">
                    <c:v>Aveda Institute Covington</c:v>
                  </c:pt>
                  <c:pt idx="2174">
                    <c:v>Paul Mitchell The School of Costa Mesa, CA</c:v>
                  </c:pt>
                  <c:pt idx="2175">
                    <c:v>New Mexico Military Institute</c:v>
                  </c:pt>
                  <c:pt idx="2176">
                    <c:v>Kansas City Art Institute</c:v>
                  </c:pt>
                  <c:pt idx="2177">
                    <c:v>Stautzenberger College</c:v>
                  </c:pt>
                  <c:pt idx="2178">
                    <c:v>Dorsey School Of Business</c:v>
                  </c:pt>
                  <c:pt idx="2179">
                    <c:v>Empire Beauty School of Philadelphia, PA</c:v>
                  </c:pt>
                  <c:pt idx="2180">
                    <c:v>Regency Beauty Institute</c:v>
                  </c:pt>
                  <c:pt idx="2181">
                    <c:v>Cleveland Institute Of Dental - Medical Assistants</c:v>
                  </c:pt>
                  <c:pt idx="2182">
                    <c:v>McNally Smith College Of Music</c:v>
                  </c:pt>
                  <c:pt idx="2183">
                    <c:v>Landmark College</c:v>
                  </c:pt>
                  <c:pt idx="2184">
                    <c:v>Minneapolis Business College</c:v>
                  </c:pt>
                  <c:pt idx="2185">
                    <c:v>Kansas Wesleyan University</c:v>
                  </c:pt>
                  <c:pt idx="2186">
                    <c:v>Sunstate Academy</c:v>
                  </c:pt>
                  <c:pt idx="2187">
                    <c:v>Milan Institute of Palm Desert, CA</c:v>
                  </c:pt>
                  <c:pt idx="2188">
                    <c:v>Empire Beauty School of Portland, ME</c:v>
                  </c:pt>
                  <c:pt idx="2189">
                    <c:v>Prism Career Institute</c:v>
                  </c:pt>
                  <c:pt idx="2190">
                    <c:v>Capri Institute Of Hair Design</c:v>
                  </c:pt>
                  <c:pt idx="2191">
                    <c:v>Latter Day Saints Business College</c:v>
                  </c:pt>
                  <c:pt idx="2192">
                    <c:v>Midred Elley College And Austin's School Of Spa Technology</c:v>
                  </c:pt>
                  <c:pt idx="2193">
                    <c:v>Bel - Rea Institute Of Animal Technology</c:v>
                  </c:pt>
                  <c:pt idx="2194">
                    <c:v>Florida College Of Natural Health</c:v>
                  </c:pt>
                  <c:pt idx="2195">
                    <c:v>Northern Illinois University</c:v>
                  </c:pt>
                  <c:pt idx="2196">
                    <c:v>Rutgers</c:v>
                  </c:pt>
                  <c:pt idx="2197">
                    <c:v>Spelman College</c:v>
                  </c:pt>
                  <c:pt idx="2198">
                    <c:v>San Francisco State University</c:v>
                  </c:pt>
                  <c:pt idx="2199">
                    <c:v>San Jose State University</c:v>
                  </c:pt>
                  <c:pt idx="2200">
                    <c:v>Chicago State University</c:v>
                  </c:pt>
                  <c:pt idx="2201">
                    <c:v>City College Of New York - CUNY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89C-7405-42D2-84DE-F8EA208DA7BA}"/>
            </c:ext>
          </c:extLst>
        </c:ser>
        <c:ser>
          <c:idx val="2"/>
          <c:order val="2"/>
          <c:tx>
            <c:v>Elite Institutions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2B8F43"/>
              </a:solidFill>
              <a:ln w="9525">
                <a:solidFill>
                  <a:srgbClr val="2B8F43"/>
                </a:solidFill>
              </a:ln>
              <a:effectLst/>
            </c:spPr>
          </c:marker>
          <c:dPt>
            <c:idx val="146"/>
            <c:marker>
              <c:symbol val="circle"/>
              <c:size val="8"/>
              <c:spPr>
                <a:noFill/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92F-7405-42D2-84DE-F8EA208DA7B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D-7405-42D2-84DE-F8EA208DA7B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E-7405-42D2-84DE-F8EA208DA7B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F-7405-42D2-84DE-F8EA208DA7B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0-7405-42D2-84DE-F8EA208DA7B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1-7405-42D2-84DE-F8EA208DA7B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2-7405-42D2-84DE-F8EA208DA7B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3-7405-42D2-84DE-F8EA208DA7B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4-7405-42D2-84DE-F8EA208DA7B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5-7405-42D2-84DE-F8EA208DA7B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6-7405-42D2-84DE-F8EA208DA7B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7-7405-42D2-84DE-F8EA208DA7B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A0C692D9-E4BB-4DB9-8B02-E891FC897B8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8-7405-42D2-84DE-F8EA208DA7B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9-7405-42D2-84DE-F8EA208DA7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A-7405-42D2-84DE-F8EA208DA7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B-7405-42D2-84DE-F8EA208DA7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C-7405-42D2-84DE-F8EA208DA7B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D-7405-42D2-84DE-F8EA208DA7B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E-7405-42D2-84DE-F8EA208DA7B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F-7405-42D2-84DE-F8EA208DA7B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A9CAC0A9-0FB5-475C-9275-386CF78CE27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0-7405-42D2-84DE-F8EA208DA7BA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1-7405-42D2-84DE-F8EA208DA7BA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2-7405-42D2-84DE-F8EA208DA7B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3-7405-42D2-84DE-F8EA208DA7B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4-7405-42D2-84DE-F8EA208DA7B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5-7405-42D2-84DE-F8EA208DA7B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6-7405-42D2-84DE-F8EA208DA7BA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7-7405-42D2-84DE-F8EA208DA7B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8-7405-42D2-84DE-F8EA208DA7BA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9-7405-42D2-84DE-F8EA208DA7BA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A-7405-42D2-84DE-F8EA208DA7BA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B-7405-42D2-84DE-F8EA208DA7BA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C-7405-42D2-84DE-F8EA208DA7BA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D-7405-42D2-84DE-F8EA208DA7BA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E-7405-42D2-84DE-F8EA208DA7BA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F-7405-42D2-84DE-F8EA208DA7BA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0-7405-42D2-84DE-F8EA208DA7BA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1-7405-42D2-84DE-F8EA208DA7BA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2-7405-42D2-84DE-F8EA208DA7BA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3-7405-42D2-84DE-F8EA208DA7BA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4-7405-42D2-84DE-F8EA208DA7BA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5-7405-42D2-84DE-F8EA208DA7BA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F5F72D34-9117-425C-9881-8322BE47D7B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6-7405-42D2-84DE-F8EA208DA7BA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7-7405-42D2-84DE-F8EA208DA7BA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8-7405-42D2-84DE-F8EA208DA7BA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9-7405-42D2-84DE-F8EA208DA7BA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A-7405-42D2-84DE-F8EA208DA7BA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B-7405-42D2-84DE-F8EA208DA7BA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C-7405-42D2-84DE-F8EA208DA7BA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D-7405-42D2-84DE-F8EA208DA7BA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E-7405-42D2-84DE-F8EA208DA7BA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F-7405-42D2-84DE-F8EA208DA7BA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0-7405-42D2-84DE-F8EA208DA7BA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1-7405-42D2-84DE-F8EA208DA7BA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2-7405-42D2-84DE-F8EA208DA7BA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3-7405-42D2-84DE-F8EA208DA7BA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4-7405-42D2-84DE-F8EA208DA7BA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5-7405-42D2-84DE-F8EA208DA7BA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6-7405-42D2-84DE-F8EA208DA7BA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7-7405-42D2-84DE-F8EA208DA7BA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8-7405-42D2-84DE-F8EA208DA7BA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9-7405-42D2-84DE-F8EA208DA7BA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A-7405-42D2-84DE-F8EA208DA7BA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B-7405-42D2-84DE-F8EA208DA7BA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C-7405-42D2-84DE-F8EA208DA7BA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D-7405-42D2-84DE-F8EA208DA7BA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E-7405-42D2-84DE-F8EA208DA7BA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F-7405-42D2-84DE-F8EA208DA7BA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0-7405-42D2-84DE-F8EA208DA7BA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1-7405-42D2-84DE-F8EA208DA7BA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2-7405-42D2-84DE-F8EA208DA7BA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3-7405-42D2-84DE-F8EA208DA7BA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4-7405-42D2-84DE-F8EA208DA7BA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5-7405-42D2-84DE-F8EA208DA7BA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6-7405-42D2-84DE-F8EA208DA7BA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7-7405-42D2-84DE-F8EA208DA7BA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8-7405-42D2-84DE-F8EA208DA7BA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9-7405-42D2-84DE-F8EA208DA7BA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A-7405-42D2-84DE-F8EA208DA7BA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B-7405-42D2-84DE-F8EA208DA7BA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C-7405-42D2-84DE-F8EA208DA7BA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D-7405-42D2-84DE-F8EA208DA7BA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E-7405-42D2-84DE-F8EA208DA7BA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F-7405-42D2-84DE-F8EA208DA7BA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0-7405-42D2-84DE-F8EA208DA7BA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1-7405-42D2-84DE-F8EA208DA7BA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2-7405-42D2-84DE-F8EA208DA7BA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3-7405-42D2-84DE-F8EA208DA7BA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4-7405-42D2-84DE-F8EA208DA7BA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5-7405-42D2-84DE-F8EA208DA7BA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6-7405-42D2-84DE-F8EA208DA7BA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7-7405-42D2-84DE-F8EA208DA7BA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8-7405-42D2-84DE-F8EA208DA7BA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9-7405-42D2-84DE-F8EA208DA7BA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A-7405-42D2-84DE-F8EA208DA7BA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B-7405-42D2-84DE-F8EA208DA7BA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C-7405-42D2-84DE-F8EA208DA7BA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D-7405-42D2-84DE-F8EA208DA7BA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E-7405-42D2-84DE-F8EA208DA7BA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F-7405-42D2-84DE-F8EA208DA7BA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0-7405-42D2-84DE-F8EA208DA7BA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1-7405-42D2-84DE-F8EA208DA7BA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2-7405-42D2-84DE-F8EA208DA7BA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3-7405-42D2-84DE-F8EA208DA7BA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4-7405-42D2-84DE-F8EA208DA7BA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5-7405-42D2-84DE-F8EA208DA7BA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6-7405-42D2-84DE-F8EA208DA7BA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7-7405-42D2-84DE-F8EA208DA7BA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8-7405-42D2-84DE-F8EA208DA7BA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9-7405-42D2-84DE-F8EA208DA7BA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A-7405-42D2-84DE-F8EA208DA7BA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B-7405-42D2-84DE-F8EA208DA7BA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C-7405-42D2-84DE-F8EA208DA7BA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D-7405-42D2-84DE-F8EA208DA7BA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E-7405-42D2-84DE-F8EA208DA7BA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F-7405-42D2-84DE-F8EA208DA7BA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0-7405-42D2-84DE-F8EA208DA7BA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1-7405-42D2-84DE-F8EA208DA7BA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2-7405-42D2-84DE-F8EA208DA7BA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3-7405-42D2-84DE-F8EA208DA7BA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4-7405-42D2-84DE-F8EA208DA7BA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5-7405-42D2-84DE-F8EA208DA7BA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6-7405-42D2-84DE-F8EA208DA7BA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7-7405-42D2-84DE-F8EA208DA7BA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8-7405-42D2-84DE-F8EA208DA7BA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9-7405-42D2-84DE-F8EA208DA7BA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A-7405-42D2-84DE-F8EA208DA7BA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B-7405-42D2-84DE-F8EA208DA7BA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C-7405-42D2-84DE-F8EA208DA7BA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D-7405-42D2-84DE-F8EA208DA7BA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E-7405-42D2-84DE-F8EA208DA7BA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F-7405-42D2-84DE-F8EA208DA7BA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0-7405-42D2-84DE-F8EA208DA7BA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1-7405-42D2-84DE-F8EA208DA7BA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2-7405-42D2-84DE-F8EA208DA7BA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3-7405-42D2-84DE-F8EA208DA7BA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4-7405-42D2-84DE-F8EA208DA7BA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5-7405-42D2-84DE-F8EA208DA7BA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6-7405-42D2-84DE-F8EA208DA7BA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7-7405-42D2-84DE-F8EA208DA7BA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8-7405-42D2-84DE-F8EA208DA7BA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9-7405-42D2-84DE-F8EA208DA7BA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A-7405-42D2-84DE-F8EA208DA7BA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B-7405-42D2-84DE-F8EA208DA7BA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C-7405-42D2-84DE-F8EA208DA7BA}"/>
                </c:ext>
              </c:extLst>
            </c:dLbl>
            <c:dLbl>
              <c:idx val="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D-7405-42D2-84DE-F8EA208DA7BA}"/>
                </c:ext>
              </c:extLst>
            </c:dLbl>
            <c:dLbl>
              <c:idx val="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E-7405-42D2-84DE-F8EA208DA7BA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92F-7405-42D2-84DE-F8EA208DA7BA}"/>
                </c:ext>
              </c:extLst>
            </c:dLbl>
            <c:dLbl>
              <c:idx val="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0-7405-42D2-84DE-F8EA208DA7BA}"/>
                </c:ext>
              </c:extLst>
            </c:dLbl>
            <c:dLbl>
              <c:idx val="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1-7405-42D2-84DE-F8EA208DA7BA}"/>
                </c:ext>
              </c:extLst>
            </c:dLbl>
            <c:dLbl>
              <c:idx val="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2-7405-42D2-84DE-F8EA208DA7BA}"/>
                </c:ext>
              </c:extLst>
            </c:dLbl>
            <c:dLbl>
              <c:idx val="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3-7405-42D2-84DE-F8EA208DA7BA}"/>
                </c:ext>
              </c:extLst>
            </c:dLbl>
            <c:dLbl>
              <c:idx val="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4-7405-42D2-84DE-F8EA208DA7BA}"/>
                </c:ext>
              </c:extLst>
            </c:dLbl>
            <c:dLbl>
              <c:idx val="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5-7405-42D2-84DE-F8EA208DA7BA}"/>
                </c:ext>
              </c:extLst>
            </c:dLbl>
            <c:dLbl>
              <c:idx val="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6-7405-42D2-84DE-F8EA208DA7BA}"/>
                </c:ext>
              </c:extLst>
            </c:dLbl>
            <c:dLbl>
              <c:idx val="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7-7405-42D2-84DE-F8EA208DA7BA}"/>
                </c:ext>
              </c:extLst>
            </c:dLbl>
            <c:dLbl>
              <c:idx val="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8-7405-42D2-84DE-F8EA208DA7BA}"/>
                </c:ext>
              </c:extLst>
            </c:dLbl>
            <c:dLbl>
              <c:idx val="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9-7405-42D2-84DE-F8EA208DA7BA}"/>
                </c:ext>
              </c:extLst>
            </c:dLbl>
            <c:dLbl>
              <c:idx val="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A-7405-42D2-84DE-F8EA208DA7BA}"/>
                </c:ext>
              </c:extLst>
            </c:dLbl>
            <c:dLbl>
              <c:idx val="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B-7405-42D2-84DE-F8EA208DA7BA}"/>
                </c:ext>
              </c:extLst>
            </c:dLbl>
            <c:dLbl>
              <c:idx val="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C-7405-42D2-84DE-F8EA208DA7BA}"/>
                </c:ext>
              </c:extLst>
            </c:dLbl>
            <c:dLbl>
              <c:idx val="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D-7405-42D2-84DE-F8EA208DA7BA}"/>
                </c:ext>
              </c:extLst>
            </c:dLbl>
            <c:dLbl>
              <c:idx val="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E-7405-42D2-84DE-F8EA208DA7BA}"/>
                </c:ext>
              </c:extLst>
            </c:dLbl>
            <c:dLbl>
              <c:idx val="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F-7405-42D2-84DE-F8EA208DA7BA}"/>
                </c:ext>
              </c:extLst>
            </c:dLbl>
            <c:dLbl>
              <c:idx val="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0-7405-42D2-84DE-F8EA208DA7BA}"/>
                </c:ext>
              </c:extLst>
            </c:dLbl>
            <c:dLbl>
              <c:idx val="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1-7405-42D2-84DE-F8EA208DA7BA}"/>
                </c:ext>
              </c:extLst>
            </c:dLbl>
            <c:dLbl>
              <c:idx val="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2-7405-42D2-84DE-F8EA208DA7BA}"/>
                </c:ext>
              </c:extLst>
            </c:dLbl>
            <c:dLbl>
              <c:idx val="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3-7405-42D2-84DE-F8EA208DA7BA}"/>
                </c:ext>
              </c:extLst>
            </c:dLbl>
            <c:dLbl>
              <c:idx val="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4-7405-42D2-84DE-F8EA208DA7BA}"/>
                </c:ext>
              </c:extLst>
            </c:dLbl>
            <c:dLbl>
              <c:idx val="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5-7405-42D2-84DE-F8EA208DA7BA}"/>
                </c:ext>
              </c:extLst>
            </c:dLbl>
            <c:dLbl>
              <c:idx val="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6-7405-42D2-84DE-F8EA208DA7BA}"/>
                </c:ext>
              </c:extLst>
            </c:dLbl>
            <c:dLbl>
              <c:idx val="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7-7405-42D2-84DE-F8EA208DA7BA}"/>
                </c:ext>
              </c:extLst>
            </c:dLbl>
            <c:dLbl>
              <c:idx val="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8-7405-42D2-84DE-F8EA208DA7BA}"/>
                </c:ext>
              </c:extLst>
            </c:dLbl>
            <c:dLbl>
              <c:idx val="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9-7405-42D2-84DE-F8EA208DA7BA}"/>
                </c:ext>
              </c:extLst>
            </c:dLbl>
            <c:dLbl>
              <c:idx val="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A-7405-42D2-84DE-F8EA208DA7BA}"/>
                </c:ext>
              </c:extLst>
            </c:dLbl>
            <c:dLbl>
              <c:idx val="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B-7405-42D2-84DE-F8EA208DA7BA}"/>
                </c:ext>
              </c:extLst>
            </c:dLbl>
            <c:dLbl>
              <c:idx val="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C-7405-42D2-84DE-F8EA208DA7BA}"/>
                </c:ext>
              </c:extLst>
            </c:dLbl>
            <c:dLbl>
              <c:idx val="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D-7405-42D2-84DE-F8EA208DA7BA}"/>
                </c:ext>
              </c:extLst>
            </c:dLbl>
            <c:dLbl>
              <c:idx val="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E-7405-42D2-84DE-F8EA208DA7BA}"/>
                </c:ext>
              </c:extLst>
            </c:dLbl>
            <c:dLbl>
              <c:idx val="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F-7405-42D2-84DE-F8EA208DA7BA}"/>
                </c:ext>
              </c:extLst>
            </c:dLbl>
            <c:dLbl>
              <c:idx val="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0-7405-42D2-84DE-F8EA208DA7BA}"/>
                </c:ext>
              </c:extLst>
            </c:dLbl>
            <c:dLbl>
              <c:idx val="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1-7405-42D2-84DE-F8EA208DA7BA}"/>
                </c:ext>
              </c:extLst>
            </c:dLbl>
            <c:dLbl>
              <c:idx val="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2-7405-42D2-84DE-F8EA208DA7BA}"/>
                </c:ext>
              </c:extLst>
            </c:dLbl>
            <c:dLbl>
              <c:idx val="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3-7405-42D2-84DE-F8EA208DA7BA}"/>
                </c:ext>
              </c:extLst>
            </c:dLbl>
            <c:dLbl>
              <c:idx val="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4-7405-42D2-84DE-F8EA208DA7BA}"/>
                </c:ext>
              </c:extLst>
            </c:dLbl>
            <c:dLbl>
              <c:idx val="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5-7405-42D2-84DE-F8EA208DA7BA}"/>
                </c:ext>
              </c:extLst>
            </c:dLbl>
            <c:dLbl>
              <c:idx val="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6-7405-42D2-84DE-F8EA208DA7BA}"/>
                </c:ext>
              </c:extLst>
            </c:dLbl>
            <c:dLbl>
              <c:idx val="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7-7405-42D2-84DE-F8EA208DA7BA}"/>
                </c:ext>
              </c:extLst>
            </c:dLbl>
            <c:dLbl>
              <c:idx val="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8-7405-42D2-84DE-F8EA208DA7BA}"/>
                </c:ext>
              </c:extLst>
            </c:dLbl>
            <c:dLbl>
              <c:idx val="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9-7405-42D2-84DE-F8EA208DA7BA}"/>
                </c:ext>
              </c:extLst>
            </c:dLbl>
            <c:dLbl>
              <c:idx val="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A-7405-42D2-84DE-F8EA208DA7BA}"/>
                </c:ext>
              </c:extLst>
            </c:dLbl>
            <c:dLbl>
              <c:idx val="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B-7405-42D2-84DE-F8EA208DA7BA}"/>
                </c:ext>
              </c:extLst>
            </c:dLbl>
            <c:dLbl>
              <c:idx val="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C-7405-42D2-84DE-F8EA208DA7BA}"/>
                </c:ext>
              </c:extLst>
            </c:dLbl>
            <c:dLbl>
              <c:idx val="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D-7405-42D2-84DE-F8EA208DA7BA}"/>
                </c:ext>
              </c:extLst>
            </c:dLbl>
            <c:dLbl>
              <c:idx val="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E-7405-42D2-84DE-F8EA208DA7BA}"/>
                </c:ext>
              </c:extLst>
            </c:dLbl>
            <c:dLbl>
              <c:idx val="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F-7405-42D2-84DE-F8EA208DA7BA}"/>
                </c:ext>
              </c:extLst>
            </c:dLbl>
            <c:dLbl>
              <c:idx val="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0-7405-42D2-84DE-F8EA208DA7BA}"/>
                </c:ext>
              </c:extLst>
            </c:dLbl>
            <c:dLbl>
              <c:idx val="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1-7405-42D2-84DE-F8EA208DA7BA}"/>
                </c:ext>
              </c:extLst>
            </c:dLbl>
            <c:dLbl>
              <c:idx val="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2-7405-42D2-84DE-F8EA208DA7BA}"/>
                </c:ext>
              </c:extLst>
            </c:dLbl>
            <c:dLbl>
              <c:idx val="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3-7405-42D2-84DE-F8EA208DA7BA}"/>
                </c:ext>
              </c:extLst>
            </c:dLbl>
            <c:dLbl>
              <c:idx val="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4-7405-42D2-84DE-F8EA208DA7BA}"/>
                </c:ext>
              </c:extLst>
            </c:dLbl>
            <c:dLbl>
              <c:idx val="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5-7405-42D2-84DE-F8EA208DA7BA}"/>
                </c:ext>
              </c:extLst>
            </c:dLbl>
            <c:dLbl>
              <c:idx val="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6-7405-42D2-84DE-F8EA208DA7BA}"/>
                </c:ext>
              </c:extLst>
            </c:dLbl>
            <c:dLbl>
              <c:idx val="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7-7405-42D2-84DE-F8EA208DA7BA}"/>
                </c:ext>
              </c:extLst>
            </c:dLbl>
            <c:dLbl>
              <c:idx val="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8-7405-42D2-84DE-F8EA208DA7BA}"/>
                </c:ext>
              </c:extLst>
            </c:dLbl>
            <c:dLbl>
              <c:idx val="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9-7405-42D2-84DE-F8EA208DA7BA}"/>
                </c:ext>
              </c:extLst>
            </c:dLbl>
            <c:dLbl>
              <c:idx val="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A-7405-42D2-84DE-F8EA208DA7BA}"/>
                </c:ext>
              </c:extLst>
            </c:dLbl>
            <c:dLbl>
              <c:idx val="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B-7405-42D2-84DE-F8EA208DA7BA}"/>
                </c:ext>
              </c:extLst>
            </c:dLbl>
            <c:dLbl>
              <c:idx val="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C-7405-42D2-84DE-F8EA208DA7BA}"/>
                </c:ext>
              </c:extLst>
            </c:dLbl>
            <c:dLbl>
              <c:idx val="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D-7405-42D2-84DE-F8EA208DA7BA}"/>
                </c:ext>
              </c:extLst>
            </c:dLbl>
            <c:dLbl>
              <c:idx val="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E-7405-42D2-84DE-F8EA208DA7BA}"/>
                </c:ext>
              </c:extLst>
            </c:dLbl>
            <c:dLbl>
              <c:idx val="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F-7405-42D2-84DE-F8EA208DA7BA}"/>
                </c:ext>
              </c:extLst>
            </c:dLbl>
            <c:dLbl>
              <c:idx val="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0-7405-42D2-84DE-F8EA208DA7BA}"/>
                </c:ext>
              </c:extLst>
            </c:dLbl>
            <c:dLbl>
              <c:idx val="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1-7405-42D2-84DE-F8EA208DA7BA}"/>
                </c:ext>
              </c:extLst>
            </c:dLbl>
            <c:dLbl>
              <c:idx val="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2-7405-42D2-84DE-F8EA208DA7BA}"/>
                </c:ext>
              </c:extLst>
            </c:dLbl>
            <c:dLbl>
              <c:idx val="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3-7405-42D2-84DE-F8EA208DA7BA}"/>
                </c:ext>
              </c:extLst>
            </c:dLbl>
            <c:dLbl>
              <c:idx val="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4-7405-42D2-84DE-F8EA208DA7BA}"/>
                </c:ext>
              </c:extLst>
            </c:dLbl>
            <c:dLbl>
              <c:idx val="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5-7405-42D2-84DE-F8EA208DA7BA}"/>
                </c:ext>
              </c:extLst>
            </c:dLbl>
            <c:dLbl>
              <c:idx val="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6-7405-42D2-84DE-F8EA208DA7BA}"/>
                </c:ext>
              </c:extLst>
            </c:dLbl>
            <c:dLbl>
              <c:idx val="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7-7405-42D2-84DE-F8EA208DA7BA}"/>
                </c:ext>
              </c:extLst>
            </c:dLbl>
            <c:dLbl>
              <c:idx val="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8-7405-42D2-84DE-F8EA208DA7BA}"/>
                </c:ext>
              </c:extLst>
            </c:dLbl>
            <c:dLbl>
              <c:idx val="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9-7405-42D2-84DE-F8EA208DA7BA}"/>
                </c:ext>
              </c:extLst>
            </c:dLbl>
            <c:dLbl>
              <c:idx val="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A-7405-42D2-84DE-F8EA208DA7BA}"/>
                </c:ext>
              </c:extLst>
            </c:dLbl>
            <c:dLbl>
              <c:idx val="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B-7405-42D2-84DE-F8EA208DA7BA}"/>
                </c:ext>
              </c:extLst>
            </c:dLbl>
            <c:dLbl>
              <c:idx val="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C-7405-42D2-84DE-F8EA208DA7BA}"/>
                </c:ext>
              </c:extLst>
            </c:dLbl>
            <c:dLbl>
              <c:idx val="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D-7405-42D2-84DE-F8EA208DA7BA}"/>
                </c:ext>
              </c:extLst>
            </c:dLbl>
            <c:dLbl>
              <c:idx val="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E-7405-42D2-84DE-F8EA208DA7BA}"/>
                </c:ext>
              </c:extLst>
            </c:dLbl>
            <c:dLbl>
              <c:idx val="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F-7405-42D2-84DE-F8EA208DA7BA}"/>
                </c:ext>
              </c:extLst>
            </c:dLbl>
            <c:dLbl>
              <c:idx val="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0-7405-42D2-84DE-F8EA208DA7BA}"/>
                </c:ext>
              </c:extLst>
            </c:dLbl>
            <c:dLbl>
              <c:idx val="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1-7405-42D2-84DE-F8EA208DA7BA}"/>
                </c:ext>
              </c:extLst>
            </c:dLbl>
            <c:dLbl>
              <c:idx val="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2-7405-42D2-84DE-F8EA208DA7BA}"/>
                </c:ext>
              </c:extLst>
            </c:dLbl>
            <c:dLbl>
              <c:idx val="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3-7405-42D2-84DE-F8EA208DA7BA}"/>
                </c:ext>
              </c:extLst>
            </c:dLbl>
            <c:dLbl>
              <c:idx val="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4-7405-42D2-84DE-F8EA208DA7BA}"/>
                </c:ext>
              </c:extLst>
            </c:dLbl>
            <c:dLbl>
              <c:idx val="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5-7405-42D2-84DE-F8EA208DA7BA}"/>
                </c:ext>
              </c:extLst>
            </c:dLbl>
            <c:dLbl>
              <c:idx val="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6-7405-42D2-84DE-F8EA208DA7BA}"/>
                </c:ext>
              </c:extLst>
            </c:dLbl>
            <c:dLbl>
              <c:idx val="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7-7405-42D2-84DE-F8EA208DA7BA}"/>
                </c:ext>
              </c:extLst>
            </c:dLbl>
            <c:dLbl>
              <c:idx val="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8-7405-42D2-84DE-F8EA208DA7BA}"/>
                </c:ext>
              </c:extLst>
            </c:dLbl>
            <c:dLbl>
              <c:idx val="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9-7405-42D2-84DE-F8EA208DA7BA}"/>
                </c:ext>
              </c:extLst>
            </c:dLbl>
            <c:dLbl>
              <c:idx val="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A-7405-42D2-84DE-F8EA208DA7BA}"/>
                </c:ext>
              </c:extLst>
            </c:dLbl>
            <c:dLbl>
              <c:idx val="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B-7405-42D2-84DE-F8EA208DA7BA}"/>
                </c:ext>
              </c:extLst>
            </c:dLbl>
            <c:dLbl>
              <c:idx val="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C-7405-42D2-84DE-F8EA208DA7BA}"/>
                </c:ext>
              </c:extLst>
            </c:dLbl>
            <c:dLbl>
              <c:idx val="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D-7405-42D2-84DE-F8EA208DA7BA}"/>
                </c:ext>
              </c:extLst>
            </c:dLbl>
            <c:dLbl>
              <c:idx val="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E-7405-42D2-84DE-F8EA208DA7BA}"/>
                </c:ext>
              </c:extLst>
            </c:dLbl>
            <c:dLbl>
              <c:idx val="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F-7405-42D2-84DE-F8EA208DA7BA}"/>
                </c:ext>
              </c:extLst>
            </c:dLbl>
            <c:dLbl>
              <c:idx val="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0-7405-42D2-84DE-F8EA208DA7BA}"/>
                </c:ext>
              </c:extLst>
            </c:dLbl>
            <c:dLbl>
              <c:idx val="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1-7405-42D2-84DE-F8EA208DA7BA}"/>
                </c:ext>
              </c:extLst>
            </c:dLbl>
            <c:dLbl>
              <c:idx val="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2-7405-42D2-84DE-F8EA208DA7BA}"/>
                </c:ext>
              </c:extLst>
            </c:dLbl>
            <c:dLbl>
              <c:idx val="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3-7405-42D2-84DE-F8EA208DA7BA}"/>
                </c:ext>
              </c:extLst>
            </c:dLbl>
            <c:dLbl>
              <c:idx val="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4-7405-42D2-84DE-F8EA208DA7BA}"/>
                </c:ext>
              </c:extLst>
            </c:dLbl>
            <c:dLbl>
              <c:idx val="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5-7405-42D2-84DE-F8EA208DA7BA}"/>
                </c:ext>
              </c:extLst>
            </c:dLbl>
            <c:dLbl>
              <c:idx val="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6-7405-42D2-84DE-F8EA208DA7BA}"/>
                </c:ext>
              </c:extLst>
            </c:dLbl>
            <c:dLbl>
              <c:idx val="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7-7405-42D2-84DE-F8EA208DA7BA}"/>
                </c:ext>
              </c:extLst>
            </c:dLbl>
            <c:dLbl>
              <c:idx val="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8-7405-42D2-84DE-F8EA208DA7BA}"/>
                </c:ext>
              </c:extLst>
            </c:dLbl>
            <c:dLbl>
              <c:idx val="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9-7405-42D2-84DE-F8EA208DA7BA}"/>
                </c:ext>
              </c:extLst>
            </c:dLbl>
            <c:dLbl>
              <c:idx val="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A-7405-42D2-84DE-F8EA208DA7BA}"/>
                </c:ext>
              </c:extLst>
            </c:dLbl>
            <c:dLbl>
              <c:idx val="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B-7405-42D2-84DE-F8EA208DA7BA}"/>
                </c:ext>
              </c:extLst>
            </c:dLbl>
            <c:dLbl>
              <c:idx val="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C-7405-42D2-84DE-F8EA208DA7BA}"/>
                </c:ext>
              </c:extLst>
            </c:dLbl>
            <c:dLbl>
              <c:idx val="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D-7405-42D2-84DE-F8EA208DA7BA}"/>
                </c:ext>
              </c:extLst>
            </c:dLbl>
            <c:dLbl>
              <c:idx val="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E-7405-42D2-84DE-F8EA208DA7BA}"/>
                </c:ext>
              </c:extLst>
            </c:dLbl>
            <c:dLbl>
              <c:idx val="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F-7405-42D2-84DE-F8EA208DA7BA}"/>
                </c:ext>
              </c:extLst>
            </c:dLbl>
            <c:dLbl>
              <c:idx val="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0-7405-42D2-84DE-F8EA208DA7BA}"/>
                </c:ext>
              </c:extLst>
            </c:dLbl>
            <c:dLbl>
              <c:idx val="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1-7405-42D2-84DE-F8EA208DA7BA}"/>
                </c:ext>
              </c:extLst>
            </c:dLbl>
            <c:dLbl>
              <c:idx val="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2-7405-42D2-84DE-F8EA208DA7BA}"/>
                </c:ext>
              </c:extLst>
            </c:dLbl>
            <c:dLbl>
              <c:idx val="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3-7405-42D2-84DE-F8EA208DA7BA}"/>
                </c:ext>
              </c:extLst>
            </c:dLbl>
            <c:dLbl>
              <c:idx val="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4-7405-42D2-84DE-F8EA208DA7BA}"/>
                </c:ext>
              </c:extLst>
            </c:dLbl>
            <c:dLbl>
              <c:idx val="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5-7405-42D2-84DE-F8EA208DA7BA}"/>
                </c:ext>
              </c:extLst>
            </c:dLbl>
            <c:dLbl>
              <c:idx val="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6-7405-42D2-84DE-F8EA208DA7BA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7-7405-42D2-84DE-F8EA208DA7BA}"/>
                </c:ext>
              </c:extLst>
            </c:dLbl>
            <c:dLbl>
              <c:idx val="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8-7405-42D2-84DE-F8EA208DA7BA}"/>
                </c:ext>
              </c:extLst>
            </c:dLbl>
            <c:dLbl>
              <c:idx val="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9-7405-42D2-84DE-F8EA208DA7BA}"/>
                </c:ext>
              </c:extLst>
            </c:dLbl>
            <c:dLbl>
              <c:idx val="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A-7405-42D2-84DE-F8EA208DA7BA}"/>
                </c:ext>
              </c:extLst>
            </c:dLbl>
            <c:dLbl>
              <c:idx val="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B-7405-42D2-84DE-F8EA208DA7BA}"/>
                </c:ext>
              </c:extLst>
            </c:dLbl>
            <c:dLbl>
              <c:idx val="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C-7405-42D2-84DE-F8EA208DA7BA}"/>
                </c:ext>
              </c:extLst>
            </c:dLbl>
            <c:dLbl>
              <c:idx val="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D-7405-42D2-84DE-F8EA208DA7BA}"/>
                </c:ext>
              </c:extLst>
            </c:dLbl>
            <c:dLbl>
              <c:idx val="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E-7405-42D2-84DE-F8EA208DA7BA}"/>
                </c:ext>
              </c:extLst>
            </c:dLbl>
            <c:dLbl>
              <c:idx val="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F-7405-42D2-84DE-F8EA208DA7BA}"/>
                </c:ext>
              </c:extLst>
            </c:dLbl>
            <c:dLbl>
              <c:idx val="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0-7405-42D2-84DE-F8EA208DA7BA}"/>
                </c:ext>
              </c:extLst>
            </c:dLbl>
            <c:dLbl>
              <c:idx val="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1-7405-42D2-84DE-F8EA208DA7BA}"/>
                </c:ext>
              </c:extLst>
            </c:dLbl>
            <c:dLbl>
              <c:idx val="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2-7405-42D2-84DE-F8EA208DA7BA}"/>
                </c:ext>
              </c:extLst>
            </c:dLbl>
            <c:dLbl>
              <c:idx val="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3-7405-42D2-84DE-F8EA208DA7BA}"/>
                </c:ext>
              </c:extLst>
            </c:dLbl>
            <c:dLbl>
              <c:idx val="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4-7405-42D2-84DE-F8EA208DA7BA}"/>
                </c:ext>
              </c:extLst>
            </c:dLbl>
            <c:dLbl>
              <c:idx val="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5-7405-42D2-84DE-F8EA208DA7BA}"/>
                </c:ext>
              </c:extLst>
            </c:dLbl>
            <c:dLbl>
              <c:idx val="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6-7405-42D2-84DE-F8EA208DA7BA}"/>
                </c:ext>
              </c:extLst>
            </c:dLbl>
            <c:dLbl>
              <c:idx val="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7-7405-42D2-84DE-F8EA208DA7BA}"/>
                </c:ext>
              </c:extLst>
            </c:dLbl>
            <c:dLbl>
              <c:idx val="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8-7405-42D2-84DE-F8EA208DA7BA}"/>
                </c:ext>
              </c:extLst>
            </c:dLbl>
            <c:dLbl>
              <c:idx val="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9-7405-42D2-84DE-F8EA208DA7BA}"/>
                </c:ext>
              </c:extLst>
            </c:dLbl>
            <c:dLbl>
              <c:idx val="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A-7405-42D2-84DE-F8EA208DA7BA}"/>
                </c:ext>
              </c:extLst>
            </c:dLbl>
            <c:dLbl>
              <c:idx val="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B-7405-42D2-84DE-F8EA208DA7BA}"/>
                </c:ext>
              </c:extLst>
            </c:dLbl>
            <c:dLbl>
              <c:idx val="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C-7405-42D2-84DE-F8EA208DA7BA}"/>
                </c:ext>
              </c:extLst>
            </c:dLbl>
            <c:dLbl>
              <c:idx val="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D-7405-42D2-84DE-F8EA208DA7BA}"/>
                </c:ext>
              </c:extLst>
            </c:dLbl>
            <c:dLbl>
              <c:idx val="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E-7405-42D2-84DE-F8EA208DA7BA}"/>
                </c:ext>
              </c:extLst>
            </c:dLbl>
            <c:dLbl>
              <c:idx val="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F-7405-42D2-84DE-F8EA208DA7BA}"/>
                </c:ext>
              </c:extLst>
            </c:dLbl>
            <c:dLbl>
              <c:idx val="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0-7405-42D2-84DE-F8EA208DA7BA}"/>
                </c:ext>
              </c:extLst>
            </c:dLbl>
            <c:dLbl>
              <c:idx val="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1-7405-42D2-84DE-F8EA208DA7BA}"/>
                </c:ext>
              </c:extLst>
            </c:dLbl>
            <c:dLbl>
              <c:idx val="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2-7405-42D2-84DE-F8EA208DA7BA}"/>
                </c:ext>
              </c:extLst>
            </c:dLbl>
            <c:dLbl>
              <c:idx val="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3-7405-42D2-84DE-F8EA208DA7BA}"/>
                </c:ext>
              </c:extLst>
            </c:dLbl>
            <c:dLbl>
              <c:idx val="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4-7405-42D2-84DE-F8EA208DA7BA}"/>
                </c:ext>
              </c:extLst>
            </c:dLbl>
            <c:dLbl>
              <c:idx val="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5-7405-42D2-84DE-F8EA208DA7BA}"/>
                </c:ext>
              </c:extLst>
            </c:dLbl>
            <c:dLbl>
              <c:idx val="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6-7405-42D2-84DE-F8EA208DA7BA}"/>
                </c:ext>
              </c:extLst>
            </c:dLbl>
            <c:dLbl>
              <c:idx val="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7-7405-42D2-84DE-F8EA208DA7BA}"/>
                </c:ext>
              </c:extLst>
            </c:dLbl>
            <c:dLbl>
              <c:idx val="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8-7405-42D2-84DE-F8EA208DA7BA}"/>
                </c:ext>
              </c:extLst>
            </c:dLbl>
            <c:dLbl>
              <c:idx val="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9-7405-42D2-84DE-F8EA208DA7BA}"/>
                </c:ext>
              </c:extLst>
            </c:dLbl>
            <c:dLbl>
              <c:idx val="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A-7405-42D2-84DE-F8EA208DA7BA}"/>
                </c:ext>
              </c:extLst>
            </c:dLbl>
            <c:dLbl>
              <c:idx val="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B-7405-42D2-84DE-F8EA208DA7BA}"/>
                </c:ext>
              </c:extLst>
            </c:dLbl>
            <c:dLbl>
              <c:idx val="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C-7405-42D2-84DE-F8EA208DA7BA}"/>
                </c:ext>
              </c:extLst>
            </c:dLbl>
            <c:dLbl>
              <c:idx val="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D-7405-42D2-84DE-F8EA208DA7BA}"/>
                </c:ext>
              </c:extLst>
            </c:dLbl>
            <c:dLbl>
              <c:idx val="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E-7405-42D2-84DE-F8EA208DA7BA}"/>
                </c:ext>
              </c:extLst>
            </c:dLbl>
            <c:dLbl>
              <c:idx val="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F-7405-42D2-84DE-F8EA208DA7BA}"/>
                </c:ext>
              </c:extLst>
            </c:dLbl>
            <c:dLbl>
              <c:idx val="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0-7405-42D2-84DE-F8EA208DA7BA}"/>
                </c:ext>
              </c:extLst>
            </c:dLbl>
            <c:dLbl>
              <c:idx val="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1-7405-42D2-84DE-F8EA208DA7BA}"/>
                </c:ext>
              </c:extLst>
            </c:dLbl>
            <c:dLbl>
              <c:idx val="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2-7405-42D2-84DE-F8EA208DA7BA}"/>
                </c:ext>
              </c:extLst>
            </c:dLbl>
            <c:dLbl>
              <c:idx val="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3-7405-42D2-84DE-F8EA208DA7BA}"/>
                </c:ext>
              </c:extLst>
            </c:dLbl>
            <c:dLbl>
              <c:idx val="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4-7405-42D2-84DE-F8EA208DA7BA}"/>
                </c:ext>
              </c:extLst>
            </c:dLbl>
            <c:dLbl>
              <c:idx val="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5-7405-42D2-84DE-F8EA208DA7BA}"/>
                </c:ext>
              </c:extLst>
            </c:dLbl>
            <c:dLbl>
              <c:idx val="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6-7405-42D2-84DE-F8EA208DA7BA}"/>
                </c:ext>
              </c:extLst>
            </c:dLbl>
            <c:dLbl>
              <c:idx val="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7-7405-42D2-84DE-F8EA208DA7BA}"/>
                </c:ext>
              </c:extLst>
            </c:dLbl>
            <c:dLbl>
              <c:idx val="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8-7405-42D2-84DE-F8EA208DA7BA}"/>
                </c:ext>
              </c:extLst>
            </c:dLbl>
            <c:dLbl>
              <c:idx val="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9-7405-42D2-84DE-F8EA208DA7BA}"/>
                </c:ext>
              </c:extLst>
            </c:dLbl>
            <c:dLbl>
              <c:idx val="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A-7405-42D2-84DE-F8EA208DA7BA}"/>
                </c:ext>
              </c:extLst>
            </c:dLbl>
            <c:dLbl>
              <c:idx val="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B-7405-42D2-84DE-F8EA208DA7BA}"/>
                </c:ext>
              </c:extLst>
            </c:dLbl>
            <c:dLbl>
              <c:idx val="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C-7405-42D2-84DE-F8EA208DA7BA}"/>
                </c:ext>
              </c:extLst>
            </c:dLbl>
            <c:dLbl>
              <c:idx val="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D-7405-42D2-84DE-F8EA208DA7BA}"/>
                </c:ext>
              </c:extLst>
            </c:dLbl>
            <c:dLbl>
              <c:idx val="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E-7405-42D2-84DE-F8EA208DA7BA}"/>
                </c:ext>
              </c:extLst>
            </c:dLbl>
            <c:dLbl>
              <c:idx val="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F-7405-42D2-84DE-F8EA208DA7BA}"/>
                </c:ext>
              </c:extLst>
            </c:dLbl>
            <c:dLbl>
              <c:idx val="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0-7405-42D2-84DE-F8EA208DA7BA}"/>
                </c:ext>
              </c:extLst>
            </c:dLbl>
            <c:dLbl>
              <c:idx val="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1-7405-42D2-84DE-F8EA208DA7BA}"/>
                </c:ext>
              </c:extLst>
            </c:dLbl>
            <c:dLbl>
              <c:idx val="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2-7405-42D2-84DE-F8EA208DA7BA}"/>
                </c:ext>
              </c:extLst>
            </c:dLbl>
            <c:dLbl>
              <c:idx val="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3-7405-42D2-84DE-F8EA208DA7BA}"/>
                </c:ext>
              </c:extLst>
            </c:dLbl>
            <c:dLbl>
              <c:idx val="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4-7405-42D2-84DE-F8EA208DA7BA}"/>
                </c:ext>
              </c:extLst>
            </c:dLbl>
            <c:dLbl>
              <c:idx val="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5-7405-42D2-84DE-F8EA208DA7BA}"/>
                </c:ext>
              </c:extLst>
            </c:dLbl>
            <c:dLbl>
              <c:idx val="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6-7405-42D2-84DE-F8EA208DA7BA}"/>
                </c:ext>
              </c:extLst>
            </c:dLbl>
            <c:dLbl>
              <c:idx val="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7-7405-42D2-84DE-F8EA208DA7BA}"/>
                </c:ext>
              </c:extLst>
            </c:dLbl>
            <c:dLbl>
              <c:idx val="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8-7405-42D2-84DE-F8EA208DA7BA}"/>
                </c:ext>
              </c:extLst>
            </c:dLbl>
            <c:dLbl>
              <c:idx val="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9-7405-42D2-84DE-F8EA208DA7BA}"/>
                </c:ext>
              </c:extLst>
            </c:dLbl>
            <c:dLbl>
              <c:idx val="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A-7405-42D2-84DE-F8EA208DA7BA}"/>
                </c:ext>
              </c:extLst>
            </c:dLbl>
            <c:dLbl>
              <c:idx val="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B-7405-42D2-84DE-F8EA208DA7BA}"/>
                </c:ext>
              </c:extLst>
            </c:dLbl>
            <c:dLbl>
              <c:idx val="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C-7405-42D2-84DE-F8EA208DA7BA}"/>
                </c:ext>
              </c:extLst>
            </c:dLbl>
            <c:dLbl>
              <c:idx val="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D-7405-42D2-84DE-F8EA208DA7BA}"/>
                </c:ext>
              </c:extLst>
            </c:dLbl>
            <c:dLbl>
              <c:idx val="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E-7405-42D2-84DE-F8EA208DA7BA}"/>
                </c:ext>
              </c:extLst>
            </c:dLbl>
            <c:dLbl>
              <c:idx val="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F-7405-42D2-84DE-F8EA208DA7BA}"/>
                </c:ext>
              </c:extLst>
            </c:dLbl>
            <c:dLbl>
              <c:idx val="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0-7405-42D2-84DE-F8EA208DA7BA}"/>
                </c:ext>
              </c:extLst>
            </c:dLbl>
            <c:dLbl>
              <c:idx val="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1-7405-42D2-84DE-F8EA208DA7BA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2-7405-42D2-84DE-F8EA208DA7BA}"/>
                </c:ext>
              </c:extLst>
            </c:dLbl>
            <c:dLbl>
              <c:idx val="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3-7405-42D2-84DE-F8EA208DA7BA}"/>
                </c:ext>
              </c:extLst>
            </c:dLbl>
            <c:dLbl>
              <c:idx val="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4-7405-42D2-84DE-F8EA208DA7BA}"/>
                </c:ext>
              </c:extLst>
            </c:dLbl>
            <c:dLbl>
              <c:idx val="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5-7405-42D2-84DE-F8EA208DA7BA}"/>
                </c:ext>
              </c:extLst>
            </c:dLbl>
            <c:dLbl>
              <c:idx val="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6-7405-42D2-84DE-F8EA208DA7BA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7-7405-42D2-84DE-F8EA208DA7BA}"/>
                </c:ext>
              </c:extLst>
            </c:dLbl>
            <c:dLbl>
              <c:idx val="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8-7405-42D2-84DE-F8EA208DA7BA}"/>
                </c:ext>
              </c:extLst>
            </c:dLbl>
            <c:dLbl>
              <c:idx val="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9-7405-42D2-84DE-F8EA208DA7BA}"/>
                </c:ext>
              </c:extLst>
            </c:dLbl>
            <c:dLbl>
              <c:idx val="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A-7405-42D2-84DE-F8EA208DA7BA}"/>
                </c:ext>
              </c:extLst>
            </c:dLbl>
            <c:dLbl>
              <c:idx val="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B-7405-42D2-84DE-F8EA208DA7BA}"/>
                </c:ext>
              </c:extLst>
            </c:dLbl>
            <c:dLbl>
              <c:idx val="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C-7405-42D2-84DE-F8EA208DA7BA}"/>
                </c:ext>
              </c:extLst>
            </c:dLbl>
            <c:dLbl>
              <c:idx val="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D-7405-42D2-84DE-F8EA208DA7BA}"/>
                </c:ext>
              </c:extLst>
            </c:dLbl>
            <c:dLbl>
              <c:idx val="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E-7405-42D2-84DE-F8EA208DA7BA}"/>
                </c:ext>
              </c:extLst>
            </c:dLbl>
            <c:dLbl>
              <c:idx val="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F-7405-42D2-84DE-F8EA208DA7BA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0-7405-42D2-84DE-F8EA208DA7BA}"/>
                </c:ext>
              </c:extLst>
            </c:dLbl>
            <c:dLbl>
              <c:idx val="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1-7405-42D2-84DE-F8EA208DA7BA}"/>
                </c:ext>
              </c:extLst>
            </c:dLbl>
            <c:dLbl>
              <c:idx val="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2-7405-42D2-84DE-F8EA208DA7BA}"/>
                </c:ext>
              </c:extLst>
            </c:dLbl>
            <c:dLbl>
              <c:idx val="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3-7405-42D2-84DE-F8EA208DA7BA}"/>
                </c:ext>
              </c:extLst>
            </c:dLbl>
            <c:dLbl>
              <c:idx val="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4-7405-42D2-84DE-F8EA208DA7BA}"/>
                </c:ext>
              </c:extLst>
            </c:dLbl>
            <c:dLbl>
              <c:idx val="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5-7405-42D2-84DE-F8EA208DA7BA}"/>
                </c:ext>
              </c:extLst>
            </c:dLbl>
            <c:dLbl>
              <c:idx val="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6-7405-42D2-84DE-F8EA208DA7BA}"/>
                </c:ext>
              </c:extLst>
            </c:dLbl>
            <c:dLbl>
              <c:idx val="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7-7405-42D2-84DE-F8EA208DA7BA}"/>
                </c:ext>
              </c:extLst>
            </c:dLbl>
            <c:dLbl>
              <c:idx val="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8-7405-42D2-84DE-F8EA208DA7BA}"/>
                </c:ext>
              </c:extLst>
            </c:dLbl>
            <c:dLbl>
              <c:idx val="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9-7405-42D2-84DE-F8EA208DA7BA}"/>
                </c:ext>
              </c:extLst>
            </c:dLbl>
            <c:dLbl>
              <c:idx val="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A-7405-42D2-84DE-F8EA208DA7BA}"/>
                </c:ext>
              </c:extLst>
            </c:dLbl>
            <c:dLbl>
              <c:idx val="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B-7405-42D2-84DE-F8EA208DA7BA}"/>
                </c:ext>
              </c:extLst>
            </c:dLbl>
            <c:dLbl>
              <c:idx val="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C-7405-42D2-84DE-F8EA208DA7BA}"/>
                </c:ext>
              </c:extLst>
            </c:dLbl>
            <c:dLbl>
              <c:idx val="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D-7405-42D2-84DE-F8EA208DA7BA}"/>
                </c:ext>
              </c:extLst>
            </c:dLbl>
            <c:dLbl>
              <c:idx val="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E-7405-42D2-84DE-F8EA208DA7BA}"/>
                </c:ext>
              </c:extLst>
            </c:dLbl>
            <c:dLbl>
              <c:idx val="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F-7405-42D2-84DE-F8EA208DA7BA}"/>
                </c:ext>
              </c:extLst>
            </c:dLbl>
            <c:dLbl>
              <c:idx val="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0-7405-42D2-84DE-F8EA208DA7BA}"/>
                </c:ext>
              </c:extLst>
            </c:dLbl>
            <c:dLbl>
              <c:idx val="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1-7405-42D2-84DE-F8EA208DA7BA}"/>
                </c:ext>
              </c:extLst>
            </c:dLbl>
            <c:dLbl>
              <c:idx val="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2-7405-42D2-84DE-F8EA208DA7BA}"/>
                </c:ext>
              </c:extLst>
            </c:dLbl>
            <c:dLbl>
              <c:idx val="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3-7405-42D2-84DE-F8EA208DA7BA}"/>
                </c:ext>
              </c:extLst>
            </c:dLbl>
            <c:dLbl>
              <c:idx val="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4-7405-42D2-84DE-F8EA208DA7BA}"/>
                </c:ext>
              </c:extLst>
            </c:dLbl>
            <c:dLbl>
              <c:idx val="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5-7405-42D2-84DE-F8EA208DA7BA}"/>
                </c:ext>
              </c:extLst>
            </c:dLbl>
            <c:dLbl>
              <c:idx val="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6-7405-42D2-84DE-F8EA208DA7BA}"/>
                </c:ext>
              </c:extLst>
            </c:dLbl>
            <c:dLbl>
              <c:idx val="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7-7405-42D2-84DE-F8EA208DA7BA}"/>
                </c:ext>
              </c:extLst>
            </c:dLbl>
            <c:dLbl>
              <c:idx val="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8-7405-42D2-84DE-F8EA208DA7BA}"/>
                </c:ext>
              </c:extLst>
            </c:dLbl>
            <c:dLbl>
              <c:idx val="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9-7405-42D2-84DE-F8EA208DA7BA}"/>
                </c:ext>
              </c:extLst>
            </c:dLbl>
            <c:dLbl>
              <c:idx val="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A-7405-42D2-84DE-F8EA208DA7BA}"/>
                </c:ext>
              </c:extLst>
            </c:dLbl>
            <c:dLbl>
              <c:idx val="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B-7405-42D2-84DE-F8EA208DA7BA}"/>
                </c:ext>
              </c:extLst>
            </c:dLbl>
            <c:dLbl>
              <c:idx val="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C-7405-42D2-84DE-F8EA208DA7BA}"/>
                </c:ext>
              </c:extLst>
            </c:dLbl>
            <c:dLbl>
              <c:idx val="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D-7405-42D2-84DE-F8EA208DA7BA}"/>
                </c:ext>
              </c:extLst>
            </c:dLbl>
            <c:dLbl>
              <c:idx val="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E-7405-42D2-84DE-F8EA208DA7BA}"/>
                </c:ext>
              </c:extLst>
            </c:dLbl>
            <c:dLbl>
              <c:idx val="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F-7405-42D2-84DE-F8EA208DA7BA}"/>
                </c:ext>
              </c:extLst>
            </c:dLbl>
            <c:dLbl>
              <c:idx val="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0-7405-42D2-84DE-F8EA208DA7BA}"/>
                </c:ext>
              </c:extLst>
            </c:dLbl>
            <c:dLbl>
              <c:idx val="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1-7405-42D2-84DE-F8EA208DA7BA}"/>
                </c:ext>
              </c:extLst>
            </c:dLbl>
            <c:dLbl>
              <c:idx val="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2-7405-42D2-84DE-F8EA208DA7BA}"/>
                </c:ext>
              </c:extLst>
            </c:dLbl>
            <c:dLbl>
              <c:idx val="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3-7405-42D2-84DE-F8EA208DA7BA}"/>
                </c:ext>
              </c:extLst>
            </c:dLbl>
            <c:dLbl>
              <c:idx val="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4-7405-42D2-84DE-F8EA208DA7BA}"/>
                </c:ext>
              </c:extLst>
            </c:dLbl>
            <c:dLbl>
              <c:idx val="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5-7405-42D2-84DE-F8EA208DA7BA}"/>
                </c:ext>
              </c:extLst>
            </c:dLbl>
            <c:dLbl>
              <c:idx val="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6-7405-42D2-84DE-F8EA208DA7BA}"/>
                </c:ext>
              </c:extLst>
            </c:dLbl>
            <c:dLbl>
              <c:idx val="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7-7405-42D2-84DE-F8EA208DA7BA}"/>
                </c:ext>
              </c:extLst>
            </c:dLbl>
            <c:dLbl>
              <c:idx val="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8-7405-42D2-84DE-F8EA208DA7BA}"/>
                </c:ext>
              </c:extLst>
            </c:dLbl>
            <c:dLbl>
              <c:idx val="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9-7405-42D2-84DE-F8EA208DA7BA}"/>
                </c:ext>
              </c:extLst>
            </c:dLbl>
            <c:dLbl>
              <c:idx val="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A-7405-42D2-84DE-F8EA208DA7BA}"/>
                </c:ext>
              </c:extLst>
            </c:dLbl>
            <c:dLbl>
              <c:idx val="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B-7405-42D2-84DE-F8EA208DA7BA}"/>
                </c:ext>
              </c:extLst>
            </c:dLbl>
            <c:dLbl>
              <c:idx val="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C-7405-42D2-84DE-F8EA208DA7BA}"/>
                </c:ext>
              </c:extLst>
            </c:dLbl>
            <c:dLbl>
              <c:idx val="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D-7405-42D2-84DE-F8EA208DA7BA}"/>
                </c:ext>
              </c:extLst>
            </c:dLbl>
            <c:dLbl>
              <c:idx val="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E-7405-42D2-84DE-F8EA208DA7BA}"/>
                </c:ext>
              </c:extLst>
            </c:dLbl>
            <c:dLbl>
              <c:idx val="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F-7405-42D2-84DE-F8EA208DA7BA}"/>
                </c:ext>
              </c:extLst>
            </c:dLbl>
            <c:dLbl>
              <c:idx val="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0-7405-42D2-84DE-F8EA208DA7BA}"/>
                </c:ext>
              </c:extLst>
            </c:dLbl>
            <c:dLbl>
              <c:idx val="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1-7405-42D2-84DE-F8EA208DA7BA}"/>
                </c:ext>
              </c:extLst>
            </c:dLbl>
            <c:dLbl>
              <c:idx val="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2-7405-42D2-84DE-F8EA208DA7BA}"/>
                </c:ext>
              </c:extLst>
            </c:dLbl>
            <c:dLbl>
              <c:idx val="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3-7405-42D2-84DE-F8EA208DA7BA}"/>
                </c:ext>
              </c:extLst>
            </c:dLbl>
            <c:dLbl>
              <c:idx val="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4-7405-42D2-84DE-F8EA208DA7BA}"/>
                </c:ext>
              </c:extLst>
            </c:dLbl>
            <c:dLbl>
              <c:idx val="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5-7405-42D2-84DE-F8EA208DA7BA}"/>
                </c:ext>
              </c:extLst>
            </c:dLbl>
            <c:dLbl>
              <c:idx val="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6-7405-42D2-84DE-F8EA208DA7BA}"/>
                </c:ext>
              </c:extLst>
            </c:dLbl>
            <c:dLbl>
              <c:idx val="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7-7405-42D2-84DE-F8EA208DA7BA}"/>
                </c:ext>
              </c:extLst>
            </c:dLbl>
            <c:dLbl>
              <c:idx val="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8-7405-42D2-84DE-F8EA208DA7BA}"/>
                </c:ext>
              </c:extLst>
            </c:dLbl>
            <c:dLbl>
              <c:idx val="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9-7405-42D2-84DE-F8EA208DA7BA}"/>
                </c:ext>
              </c:extLst>
            </c:dLbl>
            <c:dLbl>
              <c:idx val="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A-7405-42D2-84DE-F8EA208DA7BA}"/>
                </c:ext>
              </c:extLst>
            </c:dLbl>
            <c:dLbl>
              <c:idx val="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B-7405-42D2-84DE-F8EA208DA7BA}"/>
                </c:ext>
              </c:extLst>
            </c:dLbl>
            <c:dLbl>
              <c:idx val="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C-7405-42D2-84DE-F8EA208DA7BA}"/>
                </c:ext>
              </c:extLst>
            </c:dLbl>
            <c:dLbl>
              <c:idx val="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D-7405-42D2-84DE-F8EA208DA7BA}"/>
                </c:ext>
              </c:extLst>
            </c:dLbl>
            <c:dLbl>
              <c:idx val="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E-7405-42D2-84DE-F8EA208DA7BA}"/>
                </c:ext>
              </c:extLst>
            </c:dLbl>
            <c:dLbl>
              <c:idx val="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F-7405-42D2-84DE-F8EA208DA7BA}"/>
                </c:ext>
              </c:extLst>
            </c:dLbl>
            <c:dLbl>
              <c:idx val="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0-7405-42D2-84DE-F8EA208DA7BA}"/>
                </c:ext>
              </c:extLst>
            </c:dLbl>
            <c:dLbl>
              <c:idx val="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1-7405-42D2-84DE-F8EA208DA7BA}"/>
                </c:ext>
              </c:extLst>
            </c:dLbl>
            <c:dLbl>
              <c:idx val="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2-7405-42D2-84DE-F8EA208DA7BA}"/>
                </c:ext>
              </c:extLst>
            </c:dLbl>
            <c:dLbl>
              <c:idx val="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3-7405-42D2-84DE-F8EA208DA7BA}"/>
                </c:ext>
              </c:extLst>
            </c:dLbl>
            <c:dLbl>
              <c:idx val="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4-7405-42D2-84DE-F8EA208DA7BA}"/>
                </c:ext>
              </c:extLst>
            </c:dLbl>
            <c:dLbl>
              <c:idx val="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5-7405-42D2-84DE-F8EA208DA7BA}"/>
                </c:ext>
              </c:extLst>
            </c:dLbl>
            <c:dLbl>
              <c:idx val="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6-7405-42D2-84DE-F8EA208DA7BA}"/>
                </c:ext>
              </c:extLst>
            </c:dLbl>
            <c:dLbl>
              <c:idx val="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7-7405-42D2-84DE-F8EA208DA7BA}"/>
                </c:ext>
              </c:extLst>
            </c:dLbl>
            <c:dLbl>
              <c:idx val="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8-7405-42D2-84DE-F8EA208DA7BA}"/>
                </c:ext>
              </c:extLst>
            </c:dLbl>
            <c:dLbl>
              <c:idx val="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9-7405-42D2-84DE-F8EA208DA7BA}"/>
                </c:ext>
              </c:extLst>
            </c:dLbl>
            <c:dLbl>
              <c:idx val="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A-7405-42D2-84DE-F8EA208DA7BA}"/>
                </c:ext>
              </c:extLst>
            </c:dLbl>
            <c:dLbl>
              <c:idx val="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B-7405-42D2-84DE-F8EA208DA7BA}"/>
                </c:ext>
              </c:extLst>
            </c:dLbl>
            <c:dLbl>
              <c:idx val="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C-7405-42D2-84DE-F8EA208DA7BA}"/>
                </c:ext>
              </c:extLst>
            </c:dLbl>
            <c:dLbl>
              <c:idx val="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D-7405-42D2-84DE-F8EA208DA7BA}"/>
                </c:ext>
              </c:extLst>
            </c:dLbl>
            <c:dLbl>
              <c:idx val="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E-7405-42D2-84DE-F8EA208DA7BA}"/>
                </c:ext>
              </c:extLst>
            </c:dLbl>
            <c:dLbl>
              <c:idx val="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F-7405-42D2-84DE-F8EA208DA7BA}"/>
                </c:ext>
              </c:extLst>
            </c:dLbl>
            <c:dLbl>
              <c:idx val="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0-7405-42D2-84DE-F8EA208DA7BA}"/>
                </c:ext>
              </c:extLst>
            </c:dLbl>
            <c:dLbl>
              <c:idx val="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1-7405-42D2-84DE-F8EA208DA7BA}"/>
                </c:ext>
              </c:extLst>
            </c:dLbl>
            <c:dLbl>
              <c:idx val="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2-7405-42D2-84DE-F8EA208DA7BA}"/>
                </c:ext>
              </c:extLst>
            </c:dLbl>
            <c:dLbl>
              <c:idx val="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3-7405-42D2-84DE-F8EA208DA7BA}"/>
                </c:ext>
              </c:extLst>
            </c:dLbl>
            <c:dLbl>
              <c:idx val="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4-7405-42D2-84DE-F8EA208DA7BA}"/>
                </c:ext>
              </c:extLst>
            </c:dLbl>
            <c:dLbl>
              <c:idx val="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5-7405-42D2-84DE-F8EA208DA7BA}"/>
                </c:ext>
              </c:extLst>
            </c:dLbl>
            <c:dLbl>
              <c:idx val="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6-7405-42D2-84DE-F8EA208DA7BA}"/>
                </c:ext>
              </c:extLst>
            </c:dLbl>
            <c:dLbl>
              <c:idx val="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7-7405-42D2-84DE-F8EA208DA7BA}"/>
                </c:ext>
              </c:extLst>
            </c:dLbl>
            <c:dLbl>
              <c:idx val="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8-7405-42D2-84DE-F8EA208DA7BA}"/>
                </c:ext>
              </c:extLst>
            </c:dLbl>
            <c:dLbl>
              <c:idx val="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9-7405-42D2-84DE-F8EA208DA7BA}"/>
                </c:ext>
              </c:extLst>
            </c:dLbl>
            <c:dLbl>
              <c:idx val="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A-7405-42D2-84DE-F8EA208DA7BA}"/>
                </c:ext>
              </c:extLst>
            </c:dLbl>
            <c:dLbl>
              <c:idx val="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B-7405-42D2-84DE-F8EA208DA7BA}"/>
                </c:ext>
              </c:extLst>
            </c:dLbl>
            <c:dLbl>
              <c:idx val="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C-7405-42D2-84DE-F8EA208DA7BA}"/>
                </c:ext>
              </c:extLst>
            </c:dLbl>
            <c:dLbl>
              <c:idx val="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D-7405-42D2-84DE-F8EA208DA7BA}"/>
                </c:ext>
              </c:extLst>
            </c:dLbl>
            <c:dLbl>
              <c:idx val="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E-7405-42D2-84DE-F8EA208DA7BA}"/>
                </c:ext>
              </c:extLst>
            </c:dLbl>
            <c:dLbl>
              <c:idx val="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F-7405-42D2-84DE-F8EA208DA7BA}"/>
                </c:ext>
              </c:extLst>
            </c:dLbl>
            <c:dLbl>
              <c:idx val="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0-7405-42D2-84DE-F8EA208DA7BA}"/>
                </c:ext>
              </c:extLst>
            </c:dLbl>
            <c:dLbl>
              <c:idx val="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1-7405-42D2-84DE-F8EA208DA7BA}"/>
                </c:ext>
              </c:extLst>
            </c:dLbl>
            <c:dLbl>
              <c:idx val="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2-7405-42D2-84DE-F8EA208DA7BA}"/>
                </c:ext>
              </c:extLst>
            </c:dLbl>
            <c:dLbl>
              <c:idx val="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3-7405-42D2-84DE-F8EA208DA7BA}"/>
                </c:ext>
              </c:extLst>
            </c:dLbl>
            <c:dLbl>
              <c:idx val="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4-7405-42D2-84DE-F8EA208DA7BA}"/>
                </c:ext>
              </c:extLst>
            </c:dLbl>
            <c:dLbl>
              <c:idx val="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5-7405-42D2-84DE-F8EA208DA7BA}"/>
                </c:ext>
              </c:extLst>
            </c:dLbl>
            <c:dLbl>
              <c:idx val="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6-7405-42D2-84DE-F8EA208DA7BA}"/>
                </c:ext>
              </c:extLst>
            </c:dLbl>
            <c:dLbl>
              <c:idx val="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7-7405-42D2-84DE-F8EA208DA7BA}"/>
                </c:ext>
              </c:extLst>
            </c:dLbl>
            <c:dLbl>
              <c:idx val="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8-7405-42D2-84DE-F8EA208DA7BA}"/>
                </c:ext>
              </c:extLst>
            </c:dLbl>
            <c:dLbl>
              <c:idx val="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9-7405-42D2-84DE-F8EA208DA7BA}"/>
                </c:ext>
              </c:extLst>
            </c:dLbl>
            <c:dLbl>
              <c:idx val="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A-7405-42D2-84DE-F8EA208DA7BA}"/>
                </c:ext>
              </c:extLst>
            </c:dLbl>
            <c:dLbl>
              <c:idx val="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B-7405-42D2-84DE-F8EA208DA7BA}"/>
                </c:ext>
              </c:extLst>
            </c:dLbl>
            <c:dLbl>
              <c:idx val="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C-7405-42D2-84DE-F8EA208DA7BA}"/>
                </c:ext>
              </c:extLst>
            </c:dLbl>
            <c:dLbl>
              <c:idx val="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D-7405-42D2-84DE-F8EA208DA7BA}"/>
                </c:ext>
              </c:extLst>
            </c:dLbl>
            <c:dLbl>
              <c:idx val="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E-7405-42D2-84DE-F8EA208DA7BA}"/>
                </c:ext>
              </c:extLst>
            </c:dLbl>
            <c:dLbl>
              <c:idx val="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F-7405-42D2-84DE-F8EA208DA7BA}"/>
                </c:ext>
              </c:extLst>
            </c:dLbl>
            <c:dLbl>
              <c:idx val="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0-7405-42D2-84DE-F8EA208DA7BA}"/>
                </c:ext>
              </c:extLst>
            </c:dLbl>
            <c:dLbl>
              <c:idx val="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1-7405-42D2-84DE-F8EA208DA7BA}"/>
                </c:ext>
              </c:extLst>
            </c:dLbl>
            <c:dLbl>
              <c:idx val="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2-7405-42D2-84DE-F8EA208DA7BA}"/>
                </c:ext>
              </c:extLst>
            </c:dLbl>
            <c:dLbl>
              <c:idx val="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3-7405-42D2-84DE-F8EA208DA7BA}"/>
                </c:ext>
              </c:extLst>
            </c:dLbl>
            <c:dLbl>
              <c:idx val="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4-7405-42D2-84DE-F8EA208DA7BA}"/>
                </c:ext>
              </c:extLst>
            </c:dLbl>
            <c:dLbl>
              <c:idx val="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5-7405-42D2-84DE-F8EA208DA7BA}"/>
                </c:ext>
              </c:extLst>
            </c:dLbl>
            <c:dLbl>
              <c:idx val="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6-7405-42D2-84DE-F8EA208DA7BA}"/>
                </c:ext>
              </c:extLst>
            </c:dLbl>
            <c:dLbl>
              <c:idx val="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7-7405-42D2-84DE-F8EA208DA7BA}"/>
                </c:ext>
              </c:extLst>
            </c:dLbl>
            <c:dLbl>
              <c:idx val="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8-7405-42D2-84DE-F8EA208DA7BA}"/>
                </c:ext>
              </c:extLst>
            </c:dLbl>
            <c:dLbl>
              <c:idx val="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9-7405-42D2-84DE-F8EA208DA7BA}"/>
                </c:ext>
              </c:extLst>
            </c:dLbl>
            <c:dLbl>
              <c:idx val="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A-7405-42D2-84DE-F8EA208DA7BA}"/>
                </c:ext>
              </c:extLst>
            </c:dLbl>
            <c:dLbl>
              <c:idx val="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B-7405-42D2-84DE-F8EA208DA7BA}"/>
                </c:ext>
              </c:extLst>
            </c:dLbl>
            <c:dLbl>
              <c:idx val="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C-7405-42D2-84DE-F8EA208DA7BA}"/>
                </c:ext>
              </c:extLst>
            </c:dLbl>
            <c:dLbl>
              <c:idx val="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D-7405-42D2-84DE-F8EA208DA7BA}"/>
                </c:ext>
              </c:extLst>
            </c:dLbl>
            <c:dLbl>
              <c:idx val="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E-7405-42D2-84DE-F8EA208DA7BA}"/>
                </c:ext>
              </c:extLst>
            </c:dLbl>
            <c:dLbl>
              <c:idx val="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F-7405-42D2-84DE-F8EA208DA7BA}"/>
                </c:ext>
              </c:extLst>
            </c:dLbl>
            <c:dLbl>
              <c:idx val="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0-7405-42D2-84DE-F8EA208DA7BA}"/>
                </c:ext>
              </c:extLst>
            </c:dLbl>
            <c:dLbl>
              <c:idx val="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1-7405-42D2-84DE-F8EA208DA7BA}"/>
                </c:ext>
              </c:extLst>
            </c:dLbl>
            <c:dLbl>
              <c:idx val="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2-7405-42D2-84DE-F8EA208DA7BA}"/>
                </c:ext>
              </c:extLst>
            </c:dLbl>
            <c:dLbl>
              <c:idx val="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3-7405-42D2-84DE-F8EA208DA7BA}"/>
                </c:ext>
              </c:extLst>
            </c:dLbl>
            <c:dLbl>
              <c:idx val="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4-7405-42D2-84DE-F8EA208DA7BA}"/>
                </c:ext>
              </c:extLst>
            </c:dLbl>
            <c:dLbl>
              <c:idx val="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5-7405-42D2-84DE-F8EA208DA7BA}"/>
                </c:ext>
              </c:extLst>
            </c:dLbl>
            <c:dLbl>
              <c:idx val="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6-7405-42D2-84DE-F8EA208DA7BA}"/>
                </c:ext>
              </c:extLst>
            </c:dLbl>
            <c:dLbl>
              <c:idx val="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7-7405-42D2-84DE-F8EA208DA7BA}"/>
                </c:ext>
              </c:extLst>
            </c:dLbl>
            <c:dLbl>
              <c:idx val="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8-7405-42D2-84DE-F8EA208DA7BA}"/>
                </c:ext>
              </c:extLst>
            </c:dLbl>
            <c:dLbl>
              <c:idx val="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9-7405-42D2-84DE-F8EA208DA7BA}"/>
                </c:ext>
              </c:extLst>
            </c:dLbl>
            <c:dLbl>
              <c:idx val="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A-7405-42D2-84DE-F8EA208DA7BA}"/>
                </c:ext>
              </c:extLst>
            </c:dLbl>
            <c:dLbl>
              <c:idx val="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B-7405-42D2-84DE-F8EA208DA7BA}"/>
                </c:ext>
              </c:extLst>
            </c:dLbl>
            <c:dLbl>
              <c:idx val="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C-7405-42D2-84DE-F8EA208DA7BA}"/>
                </c:ext>
              </c:extLst>
            </c:dLbl>
            <c:dLbl>
              <c:idx val="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D-7405-42D2-84DE-F8EA208DA7BA}"/>
                </c:ext>
              </c:extLst>
            </c:dLbl>
            <c:dLbl>
              <c:idx val="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E-7405-42D2-84DE-F8EA208DA7BA}"/>
                </c:ext>
              </c:extLst>
            </c:dLbl>
            <c:dLbl>
              <c:idx val="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F-7405-42D2-84DE-F8EA208DA7BA}"/>
                </c:ext>
              </c:extLst>
            </c:dLbl>
            <c:dLbl>
              <c:idx val="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0-7405-42D2-84DE-F8EA208DA7BA}"/>
                </c:ext>
              </c:extLst>
            </c:dLbl>
            <c:dLbl>
              <c:idx val="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1-7405-42D2-84DE-F8EA208DA7BA}"/>
                </c:ext>
              </c:extLst>
            </c:dLbl>
            <c:dLbl>
              <c:idx val="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2-7405-42D2-84DE-F8EA208DA7BA}"/>
                </c:ext>
              </c:extLst>
            </c:dLbl>
            <c:dLbl>
              <c:idx val="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3-7405-42D2-84DE-F8EA208DA7BA}"/>
                </c:ext>
              </c:extLst>
            </c:dLbl>
            <c:dLbl>
              <c:idx val="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4-7405-42D2-84DE-F8EA208DA7BA}"/>
                </c:ext>
              </c:extLst>
            </c:dLbl>
            <c:dLbl>
              <c:idx val="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5-7405-42D2-84DE-F8EA208DA7BA}"/>
                </c:ext>
              </c:extLst>
            </c:dLbl>
            <c:dLbl>
              <c:idx val="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6-7405-42D2-84DE-F8EA208DA7BA}"/>
                </c:ext>
              </c:extLst>
            </c:dLbl>
            <c:dLbl>
              <c:idx val="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7-7405-42D2-84DE-F8EA208DA7BA}"/>
                </c:ext>
              </c:extLst>
            </c:dLbl>
            <c:dLbl>
              <c:idx val="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8-7405-42D2-84DE-F8EA208DA7BA}"/>
                </c:ext>
              </c:extLst>
            </c:dLbl>
            <c:dLbl>
              <c:idx val="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9-7405-42D2-84DE-F8EA208DA7BA}"/>
                </c:ext>
              </c:extLst>
            </c:dLbl>
            <c:dLbl>
              <c:idx val="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A-7405-42D2-84DE-F8EA208DA7BA}"/>
                </c:ext>
              </c:extLst>
            </c:dLbl>
            <c:dLbl>
              <c:idx val="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B-7405-42D2-84DE-F8EA208DA7BA}"/>
                </c:ext>
              </c:extLst>
            </c:dLbl>
            <c:dLbl>
              <c:idx val="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C-7405-42D2-84DE-F8EA208DA7BA}"/>
                </c:ext>
              </c:extLst>
            </c:dLbl>
            <c:dLbl>
              <c:idx val="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D-7405-42D2-84DE-F8EA208DA7BA}"/>
                </c:ext>
              </c:extLst>
            </c:dLbl>
            <c:dLbl>
              <c:idx val="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E-7405-42D2-84DE-F8EA208DA7BA}"/>
                </c:ext>
              </c:extLst>
            </c:dLbl>
            <c:dLbl>
              <c:idx val="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F-7405-42D2-84DE-F8EA208DA7BA}"/>
                </c:ext>
              </c:extLst>
            </c:dLbl>
            <c:dLbl>
              <c:idx val="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0-7405-42D2-84DE-F8EA208DA7BA}"/>
                </c:ext>
              </c:extLst>
            </c:dLbl>
            <c:dLbl>
              <c:idx val="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1-7405-42D2-84DE-F8EA208DA7BA}"/>
                </c:ext>
              </c:extLst>
            </c:dLbl>
            <c:dLbl>
              <c:idx val="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2-7405-42D2-84DE-F8EA208DA7BA}"/>
                </c:ext>
              </c:extLst>
            </c:dLbl>
            <c:dLbl>
              <c:idx val="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3-7405-42D2-84DE-F8EA208DA7BA}"/>
                </c:ext>
              </c:extLst>
            </c:dLbl>
            <c:dLbl>
              <c:idx val="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4-7405-42D2-84DE-F8EA208DA7BA}"/>
                </c:ext>
              </c:extLst>
            </c:dLbl>
            <c:dLbl>
              <c:idx val="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5-7405-42D2-84DE-F8EA208DA7BA}"/>
                </c:ext>
              </c:extLst>
            </c:dLbl>
            <c:dLbl>
              <c:idx val="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6-7405-42D2-84DE-F8EA208DA7BA}"/>
                </c:ext>
              </c:extLst>
            </c:dLbl>
            <c:dLbl>
              <c:idx val="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7-7405-42D2-84DE-F8EA208DA7BA}"/>
                </c:ext>
              </c:extLst>
            </c:dLbl>
            <c:dLbl>
              <c:idx val="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8-7405-42D2-84DE-F8EA208DA7BA}"/>
                </c:ext>
              </c:extLst>
            </c:dLbl>
            <c:dLbl>
              <c:idx val="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9-7405-42D2-84DE-F8EA208DA7BA}"/>
                </c:ext>
              </c:extLst>
            </c:dLbl>
            <c:dLbl>
              <c:idx val="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A-7405-42D2-84DE-F8EA208DA7BA}"/>
                </c:ext>
              </c:extLst>
            </c:dLbl>
            <c:dLbl>
              <c:idx val="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B-7405-42D2-84DE-F8EA208DA7BA}"/>
                </c:ext>
              </c:extLst>
            </c:dLbl>
            <c:dLbl>
              <c:idx val="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C-7405-42D2-84DE-F8EA208DA7BA}"/>
                </c:ext>
              </c:extLst>
            </c:dLbl>
            <c:dLbl>
              <c:idx val="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D-7405-42D2-84DE-F8EA208DA7BA}"/>
                </c:ext>
              </c:extLst>
            </c:dLbl>
            <c:dLbl>
              <c:idx val="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E-7405-42D2-84DE-F8EA208DA7BA}"/>
                </c:ext>
              </c:extLst>
            </c:dLbl>
            <c:dLbl>
              <c:idx val="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F-7405-42D2-84DE-F8EA208DA7BA}"/>
                </c:ext>
              </c:extLst>
            </c:dLbl>
            <c:dLbl>
              <c:idx val="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0-7405-42D2-84DE-F8EA208DA7BA}"/>
                </c:ext>
              </c:extLst>
            </c:dLbl>
            <c:dLbl>
              <c:idx val="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1-7405-42D2-84DE-F8EA208DA7BA}"/>
                </c:ext>
              </c:extLst>
            </c:dLbl>
            <c:dLbl>
              <c:idx val="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2-7405-42D2-84DE-F8EA208DA7BA}"/>
                </c:ext>
              </c:extLst>
            </c:dLbl>
            <c:dLbl>
              <c:idx val="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3-7405-42D2-84DE-F8EA208DA7BA}"/>
                </c:ext>
              </c:extLst>
            </c:dLbl>
            <c:dLbl>
              <c:idx val="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4-7405-42D2-84DE-F8EA208DA7BA}"/>
                </c:ext>
              </c:extLst>
            </c:dLbl>
            <c:dLbl>
              <c:idx val="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5-7405-42D2-84DE-F8EA208DA7BA}"/>
                </c:ext>
              </c:extLst>
            </c:dLbl>
            <c:dLbl>
              <c:idx val="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6-7405-42D2-84DE-F8EA208DA7BA}"/>
                </c:ext>
              </c:extLst>
            </c:dLbl>
            <c:dLbl>
              <c:idx val="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7-7405-42D2-84DE-F8EA208DA7BA}"/>
                </c:ext>
              </c:extLst>
            </c:dLbl>
            <c:dLbl>
              <c:idx val="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8-7405-42D2-84DE-F8EA208DA7BA}"/>
                </c:ext>
              </c:extLst>
            </c:dLbl>
            <c:dLbl>
              <c:idx val="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9-7405-42D2-84DE-F8EA208DA7BA}"/>
                </c:ext>
              </c:extLst>
            </c:dLbl>
            <c:dLbl>
              <c:idx val="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A-7405-42D2-84DE-F8EA208DA7BA}"/>
                </c:ext>
              </c:extLst>
            </c:dLbl>
            <c:dLbl>
              <c:idx val="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B-7405-42D2-84DE-F8EA208DA7BA}"/>
                </c:ext>
              </c:extLst>
            </c:dLbl>
            <c:dLbl>
              <c:idx val="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C-7405-42D2-84DE-F8EA208DA7BA}"/>
                </c:ext>
              </c:extLst>
            </c:dLbl>
            <c:dLbl>
              <c:idx val="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D-7405-42D2-84DE-F8EA208DA7BA}"/>
                </c:ext>
              </c:extLst>
            </c:dLbl>
            <c:dLbl>
              <c:idx val="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E-7405-42D2-84DE-F8EA208DA7BA}"/>
                </c:ext>
              </c:extLst>
            </c:dLbl>
            <c:dLbl>
              <c:idx val="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F-7405-42D2-84DE-F8EA208DA7BA}"/>
                </c:ext>
              </c:extLst>
            </c:dLbl>
            <c:dLbl>
              <c:idx val="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0-7405-42D2-84DE-F8EA208DA7BA}"/>
                </c:ext>
              </c:extLst>
            </c:dLbl>
            <c:dLbl>
              <c:idx val="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1-7405-42D2-84DE-F8EA208DA7BA}"/>
                </c:ext>
              </c:extLst>
            </c:dLbl>
            <c:dLbl>
              <c:idx val="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2-7405-42D2-84DE-F8EA208DA7BA}"/>
                </c:ext>
              </c:extLst>
            </c:dLbl>
            <c:dLbl>
              <c:idx val="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3-7405-42D2-84DE-F8EA208DA7BA}"/>
                </c:ext>
              </c:extLst>
            </c:dLbl>
            <c:dLbl>
              <c:idx val="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4-7405-42D2-84DE-F8EA208DA7BA}"/>
                </c:ext>
              </c:extLst>
            </c:dLbl>
            <c:dLbl>
              <c:idx val="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5-7405-42D2-84DE-F8EA208DA7BA}"/>
                </c:ext>
              </c:extLst>
            </c:dLbl>
            <c:dLbl>
              <c:idx val="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6-7405-42D2-84DE-F8EA208DA7BA}"/>
                </c:ext>
              </c:extLst>
            </c:dLbl>
            <c:dLbl>
              <c:idx val="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7-7405-42D2-84DE-F8EA208DA7BA}"/>
                </c:ext>
              </c:extLst>
            </c:dLbl>
            <c:dLbl>
              <c:idx val="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8-7405-42D2-84DE-F8EA208DA7BA}"/>
                </c:ext>
              </c:extLst>
            </c:dLbl>
            <c:dLbl>
              <c:idx val="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9-7405-42D2-84DE-F8EA208DA7BA}"/>
                </c:ext>
              </c:extLst>
            </c:dLbl>
            <c:dLbl>
              <c:idx val="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A-7405-42D2-84DE-F8EA208DA7BA}"/>
                </c:ext>
              </c:extLst>
            </c:dLbl>
            <c:dLbl>
              <c:idx val="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B-7405-42D2-84DE-F8EA208DA7BA}"/>
                </c:ext>
              </c:extLst>
            </c:dLbl>
            <c:dLbl>
              <c:idx val="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C-7405-42D2-84DE-F8EA208DA7BA}"/>
                </c:ext>
              </c:extLst>
            </c:dLbl>
            <c:dLbl>
              <c:idx val="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D-7405-42D2-84DE-F8EA208DA7BA}"/>
                </c:ext>
              </c:extLst>
            </c:dLbl>
            <c:dLbl>
              <c:idx val="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E-7405-42D2-84DE-F8EA208DA7BA}"/>
                </c:ext>
              </c:extLst>
            </c:dLbl>
            <c:dLbl>
              <c:idx val="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F-7405-42D2-84DE-F8EA208DA7BA}"/>
                </c:ext>
              </c:extLst>
            </c:dLbl>
            <c:dLbl>
              <c:idx val="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0-7405-42D2-84DE-F8EA208DA7BA}"/>
                </c:ext>
              </c:extLst>
            </c:dLbl>
            <c:dLbl>
              <c:idx val="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1-7405-42D2-84DE-F8EA208DA7BA}"/>
                </c:ext>
              </c:extLst>
            </c:dLbl>
            <c:dLbl>
              <c:idx val="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2-7405-42D2-84DE-F8EA208DA7BA}"/>
                </c:ext>
              </c:extLst>
            </c:dLbl>
            <c:dLbl>
              <c:idx val="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3-7405-42D2-84DE-F8EA208DA7BA}"/>
                </c:ext>
              </c:extLst>
            </c:dLbl>
            <c:dLbl>
              <c:idx val="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4-7405-42D2-84DE-F8EA208DA7BA}"/>
                </c:ext>
              </c:extLst>
            </c:dLbl>
            <c:dLbl>
              <c:idx val="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5-7405-42D2-84DE-F8EA208DA7BA}"/>
                </c:ext>
              </c:extLst>
            </c:dLbl>
            <c:dLbl>
              <c:idx val="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6-7405-42D2-84DE-F8EA208DA7BA}"/>
                </c:ext>
              </c:extLst>
            </c:dLbl>
            <c:dLbl>
              <c:idx val="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7-7405-42D2-84DE-F8EA208DA7BA}"/>
                </c:ext>
              </c:extLst>
            </c:dLbl>
            <c:dLbl>
              <c:idx val="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8-7405-42D2-84DE-F8EA208DA7BA}"/>
                </c:ext>
              </c:extLst>
            </c:dLbl>
            <c:dLbl>
              <c:idx val="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9-7405-42D2-84DE-F8EA208DA7BA}"/>
                </c:ext>
              </c:extLst>
            </c:dLbl>
            <c:dLbl>
              <c:idx val="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A-7405-42D2-84DE-F8EA208DA7BA}"/>
                </c:ext>
              </c:extLst>
            </c:dLbl>
            <c:dLbl>
              <c:idx val="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B-7405-42D2-84DE-F8EA208DA7BA}"/>
                </c:ext>
              </c:extLst>
            </c:dLbl>
            <c:dLbl>
              <c:idx val="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C-7405-42D2-84DE-F8EA208DA7BA}"/>
                </c:ext>
              </c:extLst>
            </c:dLbl>
            <c:dLbl>
              <c:idx val="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D-7405-42D2-84DE-F8EA208DA7BA}"/>
                </c:ext>
              </c:extLst>
            </c:dLbl>
            <c:dLbl>
              <c:idx val="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E-7405-42D2-84DE-F8EA208DA7BA}"/>
                </c:ext>
              </c:extLst>
            </c:dLbl>
            <c:dLbl>
              <c:idx val="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F-7405-42D2-84DE-F8EA208DA7BA}"/>
                </c:ext>
              </c:extLst>
            </c:dLbl>
            <c:dLbl>
              <c:idx val="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0-7405-42D2-84DE-F8EA208DA7BA}"/>
                </c:ext>
              </c:extLst>
            </c:dLbl>
            <c:dLbl>
              <c:idx val="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1-7405-42D2-84DE-F8EA208DA7BA}"/>
                </c:ext>
              </c:extLst>
            </c:dLbl>
            <c:dLbl>
              <c:idx val="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2-7405-42D2-84DE-F8EA208DA7BA}"/>
                </c:ext>
              </c:extLst>
            </c:dLbl>
            <c:dLbl>
              <c:idx val="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3-7405-42D2-84DE-F8EA208DA7BA}"/>
                </c:ext>
              </c:extLst>
            </c:dLbl>
            <c:dLbl>
              <c:idx val="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4-7405-42D2-84DE-F8EA208DA7BA}"/>
                </c:ext>
              </c:extLst>
            </c:dLbl>
            <c:dLbl>
              <c:idx val="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5-7405-42D2-84DE-F8EA208DA7BA}"/>
                </c:ext>
              </c:extLst>
            </c:dLbl>
            <c:dLbl>
              <c:idx val="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6-7405-42D2-84DE-F8EA208DA7BA}"/>
                </c:ext>
              </c:extLst>
            </c:dLbl>
            <c:dLbl>
              <c:idx val="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7-7405-42D2-84DE-F8EA208DA7BA}"/>
                </c:ext>
              </c:extLst>
            </c:dLbl>
            <c:dLbl>
              <c:idx val="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8-7405-42D2-84DE-F8EA208DA7BA}"/>
                </c:ext>
              </c:extLst>
            </c:dLbl>
            <c:dLbl>
              <c:idx val="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9-7405-42D2-84DE-F8EA208DA7BA}"/>
                </c:ext>
              </c:extLst>
            </c:dLbl>
            <c:dLbl>
              <c:idx val="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A-7405-42D2-84DE-F8EA208DA7BA}"/>
                </c:ext>
              </c:extLst>
            </c:dLbl>
            <c:dLbl>
              <c:idx val="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B-7405-42D2-84DE-F8EA208DA7BA}"/>
                </c:ext>
              </c:extLst>
            </c:dLbl>
            <c:dLbl>
              <c:idx val="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C-7405-42D2-84DE-F8EA208DA7BA}"/>
                </c:ext>
              </c:extLst>
            </c:dLbl>
            <c:dLbl>
              <c:idx val="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D-7405-42D2-84DE-F8EA208DA7BA}"/>
                </c:ext>
              </c:extLst>
            </c:dLbl>
            <c:dLbl>
              <c:idx val="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E-7405-42D2-84DE-F8EA208DA7BA}"/>
                </c:ext>
              </c:extLst>
            </c:dLbl>
            <c:dLbl>
              <c:idx val="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F-7405-42D2-84DE-F8EA208DA7BA}"/>
                </c:ext>
              </c:extLst>
            </c:dLbl>
            <c:dLbl>
              <c:idx val="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0-7405-42D2-84DE-F8EA208DA7BA}"/>
                </c:ext>
              </c:extLst>
            </c:dLbl>
            <c:dLbl>
              <c:idx val="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1-7405-42D2-84DE-F8EA208DA7BA}"/>
                </c:ext>
              </c:extLst>
            </c:dLbl>
            <c:dLbl>
              <c:idx val="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2-7405-42D2-84DE-F8EA208DA7BA}"/>
                </c:ext>
              </c:extLst>
            </c:dLbl>
            <c:dLbl>
              <c:idx val="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3-7405-42D2-84DE-F8EA208DA7BA}"/>
                </c:ext>
              </c:extLst>
            </c:dLbl>
            <c:dLbl>
              <c:idx val="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4-7405-42D2-84DE-F8EA208DA7BA}"/>
                </c:ext>
              </c:extLst>
            </c:dLbl>
            <c:dLbl>
              <c:idx val="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5-7405-42D2-84DE-F8EA208DA7BA}"/>
                </c:ext>
              </c:extLst>
            </c:dLbl>
            <c:dLbl>
              <c:idx val="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6-7405-42D2-84DE-F8EA208DA7BA}"/>
                </c:ext>
              </c:extLst>
            </c:dLbl>
            <c:dLbl>
              <c:idx val="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7-7405-42D2-84DE-F8EA208DA7BA}"/>
                </c:ext>
              </c:extLst>
            </c:dLbl>
            <c:dLbl>
              <c:idx val="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8-7405-42D2-84DE-F8EA208DA7BA}"/>
                </c:ext>
              </c:extLst>
            </c:dLbl>
            <c:dLbl>
              <c:idx val="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9-7405-42D2-84DE-F8EA208DA7BA}"/>
                </c:ext>
              </c:extLst>
            </c:dLbl>
            <c:dLbl>
              <c:idx val="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A-7405-42D2-84DE-F8EA208DA7BA}"/>
                </c:ext>
              </c:extLst>
            </c:dLbl>
            <c:dLbl>
              <c:idx val="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B-7405-42D2-84DE-F8EA208DA7BA}"/>
                </c:ext>
              </c:extLst>
            </c:dLbl>
            <c:dLbl>
              <c:idx val="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C-7405-42D2-84DE-F8EA208DA7BA}"/>
                </c:ext>
              </c:extLst>
            </c:dLbl>
            <c:dLbl>
              <c:idx val="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D-7405-42D2-84DE-F8EA208DA7BA}"/>
                </c:ext>
              </c:extLst>
            </c:dLbl>
            <c:dLbl>
              <c:idx val="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E-7405-42D2-84DE-F8EA208DA7BA}"/>
                </c:ext>
              </c:extLst>
            </c:dLbl>
            <c:dLbl>
              <c:idx val="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F-7405-42D2-84DE-F8EA208DA7BA}"/>
                </c:ext>
              </c:extLst>
            </c:dLbl>
            <c:dLbl>
              <c:idx val="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0-7405-42D2-84DE-F8EA208DA7BA}"/>
                </c:ext>
              </c:extLst>
            </c:dLbl>
            <c:dLbl>
              <c:idx val="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1-7405-42D2-84DE-F8EA208DA7BA}"/>
                </c:ext>
              </c:extLst>
            </c:dLbl>
            <c:dLbl>
              <c:idx val="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2-7405-42D2-84DE-F8EA208DA7BA}"/>
                </c:ext>
              </c:extLst>
            </c:dLbl>
            <c:dLbl>
              <c:idx val="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3-7405-42D2-84DE-F8EA208DA7BA}"/>
                </c:ext>
              </c:extLst>
            </c:dLbl>
            <c:dLbl>
              <c:idx val="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4-7405-42D2-84DE-F8EA208DA7BA}"/>
                </c:ext>
              </c:extLst>
            </c:dLbl>
            <c:dLbl>
              <c:idx val="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5-7405-42D2-84DE-F8EA208DA7BA}"/>
                </c:ext>
              </c:extLst>
            </c:dLbl>
            <c:dLbl>
              <c:idx val="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6-7405-42D2-84DE-F8EA208DA7BA}"/>
                </c:ext>
              </c:extLst>
            </c:dLbl>
            <c:dLbl>
              <c:idx val="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7-7405-42D2-84DE-F8EA208DA7BA}"/>
                </c:ext>
              </c:extLst>
            </c:dLbl>
            <c:dLbl>
              <c:idx val="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8-7405-42D2-84DE-F8EA208DA7BA}"/>
                </c:ext>
              </c:extLst>
            </c:dLbl>
            <c:dLbl>
              <c:idx val="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9-7405-42D2-84DE-F8EA208DA7BA}"/>
                </c:ext>
              </c:extLst>
            </c:dLbl>
            <c:dLbl>
              <c:idx val="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A-7405-42D2-84DE-F8EA208DA7BA}"/>
                </c:ext>
              </c:extLst>
            </c:dLbl>
            <c:dLbl>
              <c:idx val="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B-7405-42D2-84DE-F8EA208DA7BA}"/>
                </c:ext>
              </c:extLst>
            </c:dLbl>
            <c:dLbl>
              <c:idx val="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C-7405-42D2-84DE-F8EA208DA7BA}"/>
                </c:ext>
              </c:extLst>
            </c:dLbl>
            <c:dLbl>
              <c:idx val="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D-7405-42D2-84DE-F8EA208DA7BA}"/>
                </c:ext>
              </c:extLst>
            </c:dLbl>
            <c:dLbl>
              <c:idx val="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E-7405-42D2-84DE-F8EA208DA7BA}"/>
                </c:ext>
              </c:extLst>
            </c:dLbl>
            <c:dLbl>
              <c:idx val="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F-7405-42D2-84DE-F8EA208DA7BA}"/>
                </c:ext>
              </c:extLst>
            </c:dLbl>
            <c:dLbl>
              <c:idx val="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0-7405-42D2-84DE-F8EA208DA7BA}"/>
                </c:ext>
              </c:extLst>
            </c:dLbl>
            <c:dLbl>
              <c:idx val="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1-7405-42D2-84DE-F8EA208DA7BA}"/>
                </c:ext>
              </c:extLst>
            </c:dLbl>
            <c:dLbl>
              <c:idx val="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2-7405-42D2-84DE-F8EA208DA7BA}"/>
                </c:ext>
              </c:extLst>
            </c:dLbl>
            <c:dLbl>
              <c:idx val="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3-7405-42D2-84DE-F8EA208DA7BA}"/>
                </c:ext>
              </c:extLst>
            </c:dLbl>
            <c:dLbl>
              <c:idx val="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4-7405-42D2-84DE-F8EA208DA7BA}"/>
                </c:ext>
              </c:extLst>
            </c:dLbl>
            <c:dLbl>
              <c:idx val="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5-7405-42D2-84DE-F8EA208DA7BA}"/>
                </c:ext>
              </c:extLst>
            </c:dLbl>
            <c:dLbl>
              <c:idx val="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6-7405-42D2-84DE-F8EA208DA7BA}"/>
                </c:ext>
              </c:extLst>
            </c:dLbl>
            <c:dLbl>
              <c:idx val="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7-7405-42D2-84DE-F8EA208DA7BA}"/>
                </c:ext>
              </c:extLst>
            </c:dLbl>
            <c:dLbl>
              <c:idx val="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8-7405-42D2-84DE-F8EA208DA7BA}"/>
                </c:ext>
              </c:extLst>
            </c:dLbl>
            <c:dLbl>
              <c:idx val="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9-7405-42D2-84DE-F8EA208DA7BA}"/>
                </c:ext>
              </c:extLst>
            </c:dLbl>
            <c:dLbl>
              <c:idx val="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A-7405-42D2-84DE-F8EA208DA7BA}"/>
                </c:ext>
              </c:extLst>
            </c:dLbl>
            <c:dLbl>
              <c:idx val="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B-7405-42D2-84DE-F8EA208DA7BA}"/>
                </c:ext>
              </c:extLst>
            </c:dLbl>
            <c:dLbl>
              <c:idx val="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C-7405-42D2-84DE-F8EA208DA7BA}"/>
                </c:ext>
              </c:extLst>
            </c:dLbl>
            <c:dLbl>
              <c:idx val="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D-7405-42D2-84DE-F8EA208DA7BA}"/>
                </c:ext>
              </c:extLst>
            </c:dLbl>
            <c:dLbl>
              <c:idx val="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E-7405-42D2-84DE-F8EA208DA7BA}"/>
                </c:ext>
              </c:extLst>
            </c:dLbl>
            <c:dLbl>
              <c:idx val="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F-7405-42D2-84DE-F8EA208DA7BA}"/>
                </c:ext>
              </c:extLst>
            </c:dLbl>
            <c:dLbl>
              <c:idx val="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0-7405-42D2-84DE-F8EA208DA7BA}"/>
                </c:ext>
              </c:extLst>
            </c:dLbl>
            <c:dLbl>
              <c:idx val="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1-7405-42D2-84DE-F8EA208DA7BA}"/>
                </c:ext>
              </c:extLst>
            </c:dLbl>
            <c:dLbl>
              <c:idx val="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2-7405-42D2-84DE-F8EA208DA7BA}"/>
                </c:ext>
              </c:extLst>
            </c:dLbl>
            <c:dLbl>
              <c:idx val="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3-7405-42D2-84DE-F8EA208DA7BA}"/>
                </c:ext>
              </c:extLst>
            </c:dLbl>
            <c:dLbl>
              <c:idx val="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4-7405-42D2-84DE-F8EA208DA7BA}"/>
                </c:ext>
              </c:extLst>
            </c:dLbl>
            <c:dLbl>
              <c:idx val="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5-7405-42D2-84DE-F8EA208DA7BA}"/>
                </c:ext>
              </c:extLst>
            </c:dLbl>
            <c:dLbl>
              <c:idx val="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6-7405-42D2-84DE-F8EA208DA7BA}"/>
                </c:ext>
              </c:extLst>
            </c:dLbl>
            <c:dLbl>
              <c:idx val="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7-7405-42D2-84DE-F8EA208DA7BA}"/>
                </c:ext>
              </c:extLst>
            </c:dLbl>
            <c:dLbl>
              <c:idx val="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8-7405-42D2-84DE-F8EA208DA7BA}"/>
                </c:ext>
              </c:extLst>
            </c:dLbl>
            <c:dLbl>
              <c:idx val="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9-7405-42D2-84DE-F8EA208DA7BA}"/>
                </c:ext>
              </c:extLst>
            </c:dLbl>
            <c:dLbl>
              <c:idx val="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A-7405-42D2-84DE-F8EA208DA7BA}"/>
                </c:ext>
              </c:extLst>
            </c:dLbl>
            <c:dLbl>
              <c:idx val="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B-7405-42D2-84DE-F8EA208DA7BA}"/>
                </c:ext>
              </c:extLst>
            </c:dLbl>
            <c:dLbl>
              <c:idx val="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C-7405-42D2-84DE-F8EA208DA7BA}"/>
                </c:ext>
              </c:extLst>
            </c:dLbl>
            <c:dLbl>
              <c:idx val="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D-7405-42D2-84DE-F8EA208DA7BA}"/>
                </c:ext>
              </c:extLst>
            </c:dLbl>
            <c:dLbl>
              <c:idx val="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E-7405-42D2-84DE-F8EA208DA7BA}"/>
                </c:ext>
              </c:extLst>
            </c:dLbl>
            <c:dLbl>
              <c:idx val="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F-7405-42D2-84DE-F8EA208DA7BA}"/>
                </c:ext>
              </c:extLst>
            </c:dLbl>
            <c:dLbl>
              <c:idx val="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0-7405-42D2-84DE-F8EA208DA7BA}"/>
                </c:ext>
              </c:extLst>
            </c:dLbl>
            <c:dLbl>
              <c:idx val="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1-7405-42D2-84DE-F8EA208DA7BA}"/>
                </c:ext>
              </c:extLst>
            </c:dLbl>
            <c:dLbl>
              <c:idx val="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2-7405-42D2-84DE-F8EA208DA7BA}"/>
                </c:ext>
              </c:extLst>
            </c:dLbl>
            <c:dLbl>
              <c:idx val="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3-7405-42D2-84DE-F8EA208DA7BA}"/>
                </c:ext>
              </c:extLst>
            </c:dLbl>
            <c:dLbl>
              <c:idx val="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4-7405-42D2-84DE-F8EA208DA7BA}"/>
                </c:ext>
              </c:extLst>
            </c:dLbl>
            <c:dLbl>
              <c:idx val="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5-7405-42D2-84DE-F8EA208DA7BA}"/>
                </c:ext>
              </c:extLst>
            </c:dLbl>
            <c:dLbl>
              <c:idx val="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6-7405-42D2-84DE-F8EA208DA7BA}"/>
                </c:ext>
              </c:extLst>
            </c:dLbl>
            <c:dLbl>
              <c:idx val="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7-7405-42D2-84DE-F8EA208DA7BA}"/>
                </c:ext>
              </c:extLst>
            </c:dLbl>
            <c:dLbl>
              <c:idx val="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8-7405-42D2-84DE-F8EA208DA7BA}"/>
                </c:ext>
              </c:extLst>
            </c:dLbl>
            <c:dLbl>
              <c:idx val="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9-7405-42D2-84DE-F8EA208DA7BA}"/>
                </c:ext>
              </c:extLst>
            </c:dLbl>
            <c:dLbl>
              <c:idx val="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A-7405-42D2-84DE-F8EA208DA7BA}"/>
                </c:ext>
              </c:extLst>
            </c:dLbl>
            <c:dLbl>
              <c:idx val="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B-7405-42D2-84DE-F8EA208DA7BA}"/>
                </c:ext>
              </c:extLst>
            </c:dLbl>
            <c:dLbl>
              <c:idx val="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C-7405-42D2-84DE-F8EA208DA7BA}"/>
                </c:ext>
              </c:extLst>
            </c:dLbl>
            <c:dLbl>
              <c:idx val="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D-7405-42D2-84DE-F8EA208DA7BA}"/>
                </c:ext>
              </c:extLst>
            </c:dLbl>
            <c:dLbl>
              <c:idx val="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E-7405-42D2-84DE-F8EA208DA7BA}"/>
                </c:ext>
              </c:extLst>
            </c:dLbl>
            <c:dLbl>
              <c:idx val="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F-7405-42D2-84DE-F8EA208DA7BA}"/>
                </c:ext>
              </c:extLst>
            </c:dLbl>
            <c:dLbl>
              <c:idx val="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0-7405-42D2-84DE-F8EA208DA7BA}"/>
                </c:ext>
              </c:extLst>
            </c:dLbl>
            <c:dLbl>
              <c:idx val="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1-7405-42D2-84DE-F8EA208DA7BA}"/>
                </c:ext>
              </c:extLst>
            </c:dLbl>
            <c:dLbl>
              <c:idx val="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2-7405-42D2-84DE-F8EA208DA7BA}"/>
                </c:ext>
              </c:extLst>
            </c:dLbl>
            <c:dLbl>
              <c:idx val="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3-7405-42D2-84DE-F8EA208DA7BA}"/>
                </c:ext>
              </c:extLst>
            </c:dLbl>
            <c:dLbl>
              <c:idx val="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4-7405-42D2-84DE-F8EA208DA7BA}"/>
                </c:ext>
              </c:extLst>
            </c:dLbl>
            <c:dLbl>
              <c:idx val="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5-7405-42D2-84DE-F8EA208DA7BA}"/>
                </c:ext>
              </c:extLst>
            </c:dLbl>
            <c:dLbl>
              <c:idx val="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6-7405-42D2-84DE-F8EA208DA7BA}"/>
                </c:ext>
              </c:extLst>
            </c:dLbl>
            <c:dLbl>
              <c:idx val="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7-7405-42D2-84DE-F8EA208DA7BA}"/>
                </c:ext>
              </c:extLst>
            </c:dLbl>
            <c:dLbl>
              <c:idx val="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8-7405-42D2-84DE-F8EA208DA7BA}"/>
                </c:ext>
              </c:extLst>
            </c:dLbl>
            <c:dLbl>
              <c:idx val="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9-7405-42D2-84DE-F8EA208DA7BA}"/>
                </c:ext>
              </c:extLst>
            </c:dLbl>
            <c:dLbl>
              <c:idx val="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A-7405-42D2-84DE-F8EA208DA7BA}"/>
                </c:ext>
              </c:extLst>
            </c:dLbl>
            <c:dLbl>
              <c:idx val="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B-7405-42D2-84DE-F8EA208DA7BA}"/>
                </c:ext>
              </c:extLst>
            </c:dLbl>
            <c:dLbl>
              <c:idx val="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C-7405-42D2-84DE-F8EA208DA7BA}"/>
                </c:ext>
              </c:extLst>
            </c:dLbl>
            <c:dLbl>
              <c:idx val="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D-7405-42D2-84DE-F8EA208DA7BA}"/>
                </c:ext>
              </c:extLst>
            </c:dLbl>
            <c:dLbl>
              <c:idx val="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E-7405-42D2-84DE-F8EA208DA7BA}"/>
                </c:ext>
              </c:extLst>
            </c:dLbl>
            <c:dLbl>
              <c:idx val="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F-7405-42D2-84DE-F8EA208DA7BA}"/>
                </c:ext>
              </c:extLst>
            </c:dLbl>
            <c:dLbl>
              <c:idx val="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0-7405-42D2-84DE-F8EA208DA7BA}"/>
                </c:ext>
              </c:extLst>
            </c:dLbl>
            <c:dLbl>
              <c:idx val="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1-7405-42D2-84DE-F8EA208DA7BA}"/>
                </c:ext>
              </c:extLst>
            </c:dLbl>
            <c:dLbl>
              <c:idx val="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2-7405-42D2-84DE-F8EA208DA7BA}"/>
                </c:ext>
              </c:extLst>
            </c:dLbl>
            <c:dLbl>
              <c:idx val="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3-7405-42D2-84DE-F8EA208DA7BA}"/>
                </c:ext>
              </c:extLst>
            </c:dLbl>
            <c:dLbl>
              <c:idx val="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4-7405-42D2-84DE-F8EA208DA7BA}"/>
                </c:ext>
              </c:extLst>
            </c:dLbl>
            <c:dLbl>
              <c:idx val="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5-7405-42D2-84DE-F8EA208DA7BA}"/>
                </c:ext>
              </c:extLst>
            </c:dLbl>
            <c:dLbl>
              <c:idx val="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6-7405-42D2-84DE-F8EA208DA7BA}"/>
                </c:ext>
              </c:extLst>
            </c:dLbl>
            <c:dLbl>
              <c:idx val="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7-7405-42D2-84DE-F8EA208DA7BA}"/>
                </c:ext>
              </c:extLst>
            </c:dLbl>
            <c:dLbl>
              <c:idx val="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8-7405-42D2-84DE-F8EA208DA7BA}"/>
                </c:ext>
              </c:extLst>
            </c:dLbl>
            <c:dLbl>
              <c:idx val="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9-7405-42D2-84DE-F8EA208DA7BA}"/>
                </c:ext>
              </c:extLst>
            </c:dLbl>
            <c:dLbl>
              <c:idx val="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A-7405-42D2-84DE-F8EA208DA7BA}"/>
                </c:ext>
              </c:extLst>
            </c:dLbl>
            <c:dLbl>
              <c:idx val="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B-7405-42D2-84DE-F8EA208DA7BA}"/>
                </c:ext>
              </c:extLst>
            </c:dLbl>
            <c:dLbl>
              <c:idx val="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C-7405-42D2-84DE-F8EA208DA7BA}"/>
                </c:ext>
              </c:extLst>
            </c:dLbl>
            <c:dLbl>
              <c:idx val="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D-7405-42D2-84DE-F8EA208DA7BA}"/>
                </c:ext>
              </c:extLst>
            </c:dLbl>
            <c:dLbl>
              <c:idx val="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E-7405-42D2-84DE-F8EA208DA7BA}"/>
                </c:ext>
              </c:extLst>
            </c:dLbl>
            <c:dLbl>
              <c:idx val="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F-7405-42D2-84DE-F8EA208DA7BA}"/>
                </c:ext>
              </c:extLst>
            </c:dLbl>
            <c:dLbl>
              <c:idx val="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0-7405-42D2-84DE-F8EA208DA7BA}"/>
                </c:ext>
              </c:extLst>
            </c:dLbl>
            <c:dLbl>
              <c:idx val="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1-7405-42D2-84DE-F8EA208DA7BA}"/>
                </c:ext>
              </c:extLst>
            </c:dLbl>
            <c:dLbl>
              <c:idx val="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2-7405-42D2-84DE-F8EA208DA7BA}"/>
                </c:ext>
              </c:extLst>
            </c:dLbl>
            <c:dLbl>
              <c:idx val="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3-7405-42D2-84DE-F8EA208DA7BA}"/>
                </c:ext>
              </c:extLst>
            </c:dLbl>
            <c:dLbl>
              <c:idx val="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4-7405-42D2-84DE-F8EA208DA7BA}"/>
                </c:ext>
              </c:extLst>
            </c:dLbl>
            <c:dLbl>
              <c:idx val="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5-7405-42D2-84DE-F8EA208DA7BA}"/>
                </c:ext>
              </c:extLst>
            </c:dLbl>
            <c:dLbl>
              <c:idx val="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6-7405-42D2-84DE-F8EA208DA7BA}"/>
                </c:ext>
              </c:extLst>
            </c:dLbl>
            <c:dLbl>
              <c:idx val="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7-7405-42D2-84DE-F8EA208DA7BA}"/>
                </c:ext>
              </c:extLst>
            </c:dLbl>
            <c:dLbl>
              <c:idx val="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8-7405-42D2-84DE-F8EA208DA7BA}"/>
                </c:ext>
              </c:extLst>
            </c:dLbl>
            <c:dLbl>
              <c:idx val="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9-7405-42D2-84DE-F8EA208DA7BA}"/>
                </c:ext>
              </c:extLst>
            </c:dLbl>
            <c:dLbl>
              <c:idx val="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A-7405-42D2-84DE-F8EA208DA7BA}"/>
                </c:ext>
              </c:extLst>
            </c:dLbl>
            <c:dLbl>
              <c:idx val="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B-7405-42D2-84DE-F8EA208DA7BA}"/>
                </c:ext>
              </c:extLst>
            </c:dLbl>
            <c:dLbl>
              <c:idx val="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C-7405-42D2-84DE-F8EA208DA7BA}"/>
                </c:ext>
              </c:extLst>
            </c:dLbl>
            <c:dLbl>
              <c:idx val="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D-7405-42D2-84DE-F8EA208DA7BA}"/>
                </c:ext>
              </c:extLst>
            </c:dLbl>
            <c:dLbl>
              <c:idx val="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E-7405-42D2-84DE-F8EA208DA7BA}"/>
                </c:ext>
              </c:extLst>
            </c:dLbl>
            <c:dLbl>
              <c:idx val="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F-7405-42D2-84DE-F8EA208DA7BA}"/>
                </c:ext>
              </c:extLst>
            </c:dLbl>
            <c:dLbl>
              <c:idx val="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0-7405-42D2-84DE-F8EA208DA7BA}"/>
                </c:ext>
              </c:extLst>
            </c:dLbl>
            <c:dLbl>
              <c:idx val="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1-7405-42D2-84DE-F8EA208DA7BA}"/>
                </c:ext>
              </c:extLst>
            </c:dLbl>
            <c:dLbl>
              <c:idx val="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2-7405-42D2-84DE-F8EA208DA7BA}"/>
                </c:ext>
              </c:extLst>
            </c:dLbl>
            <c:dLbl>
              <c:idx val="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3-7405-42D2-84DE-F8EA208DA7BA}"/>
                </c:ext>
              </c:extLst>
            </c:dLbl>
            <c:dLbl>
              <c:idx val="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4-7405-42D2-84DE-F8EA208DA7BA}"/>
                </c:ext>
              </c:extLst>
            </c:dLbl>
            <c:dLbl>
              <c:idx val="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5-7405-42D2-84DE-F8EA208DA7BA}"/>
                </c:ext>
              </c:extLst>
            </c:dLbl>
            <c:dLbl>
              <c:idx val="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6-7405-42D2-84DE-F8EA208DA7BA}"/>
                </c:ext>
              </c:extLst>
            </c:dLbl>
            <c:dLbl>
              <c:idx val="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7-7405-42D2-84DE-F8EA208DA7BA}"/>
                </c:ext>
              </c:extLst>
            </c:dLbl>
            <c:dLbl>
              <c:idx val="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8-7405-42D2-84DE-F8EA208DA7BA}"/>
                </c:ext>
              </c:extLst>
            </c:dLbl>
            <c:dLbl>
              <c:idx val="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9-7405-42D2-84DE-F8EA208DA7BA}"/>
                </c:ext>
              </c:extLst>
            </c:dLbl>
            <c:dLbl>
              <c:idx val="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A-7405-42D2-84DE-F8EA208DA7BA}"/>
                </c:ext>
              </c:extLst>
            </c:dLbl>
            <c:dLbl>
              <c:idx val="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B-7405-42D2-84DE-F8EA208DA7BA}"/>
                </c:ext>
              </c:extLst>
            </c:dLbl>
            <c:dLbl>
              <c:idx val="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C-7405-42D2-84DE-F8EA208DA7BA}"/>
                </c:ext>
              </c:extLst>
            </c:dLbl>
            <c:dLbl>
              <c:idx val="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D-7405-42D2-84DE-F8EA208DA7BA}"/>
                </c:ext>
              </c:extLst>
            </c:dLbl>
            <c:dLbl>
              <c:idx val="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E-7405-42D2-84DE-F8EA208DA7BA}"/>
                </c:ext>
              </c:extLst>
            </c:dLbl>
            <c:dLbl>
              <c:idx val="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F-7405-42D2-84DE-F8EA208DA7BA}"/>
                </c:ext>
              </c:extLst>
            </c:dLbl>
            <c:dLbl>
              <c:idx val="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0-7405-42D2-84DE-F8EA208DA7BA}"/>
                </c:ext>
              </c:extLst>
            </c:dLbl>
            <c:dLbl>
              <c:idx val="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1-7405-42D2-84DE-F8EA208DA7BA}"/>
                </c:ext>
              </c:extLst>
            </c:dLbl>
            <c:dLbl>
              <c:idx val="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2-7405-42D2-84DE-F8EA208DA7BA}"/>
                </c:ext>
              </c:extLst>
            </c:dLbl>
            <c:dLbl>
              <c:idx val="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3-7405-42D2-84DE-F8EA208DA7BA}"/>
                </c:ext>
              </c:extLst>
            </c:dLbl>
            <c:dLbl>
              <c:idx val="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4-7405-42D2-84DE-F8EA208DA7BA}"/>
                </c:ext>
              </c:extLst>
            </c:dLbl>
            <c:dLbl>
              <c:idx val="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5-7405-42D2-84DE-F8EA208DA7BA}"/>
                </c:ext>
              </c:extLst>
            </c:dLbl>
            <c:dLbl>
              <c:idx val="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6-7405-42D2-84DE-F8EA208DA7BA}"/>
                </c:ext>
              </c:extLst>
            </c:dLbl>
            <c:dLbl>
              <c:idx val="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7-7405-42D2-84DE-F8EA208DA7BA}"/>
                </c:ext>
              </c:extLst>
            </c:dLbl>
            <c:dLbl>
              <c:idx val="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8-7405-42D2-84DE-F8EA208DA7BA}"/>
                </c:ext>
              </c:extLst>
            </c:dLbl>
            <c:dLbl>
              <c:idx val="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9-7405-42D2-84DE-F8EA208DA7BA}"/>
                </c:ext>
              </c:extLst>
            </c:dLbl>
            <c:dLbl>
              <c:idx val="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A-7405-42D2-84DE-F8EA208DA7BA}"/>
                </c:ext>
              </c:extLst>
            </c:dLbl>
            <c:dLbl>
              <c:idx val="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B-7405-42D2-84DE-F8EA208DA7BA}"/>
                </c:ext>
              </c:extLst>
            </c:dLbl>
            <c:dLbl>
              <c:idx val="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C-7405-42D2-84DE-F8EA208DA7BA}"/>
                </c:ext>
              </c:extLst>
            </c:dLbl>
            <c:dLbl>
              <c:idx val="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D-7405-42D2-84DE-F8EA208DA7BA}"/>
                </c:ext>
              </c:extLst>
            </c:dLbl>
            <c:dLbl>
              <c:idx val="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E-7405-42D2-84DE-F8EA208DA7BA}"/>
                </c:ext>
              </c:extLst>
            </c:dLbl>
            <c:dLbl>
              <c:idx val="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F-7405-42D2-84DE-F8EA208DA7BA}"/>
                </c:ext>
              </c:extLst>
            </c:dLbl>
            <c:dLbl>
              <c:idx val="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0-7405-42D2-84DE-F8EA208DA7BA}"/>
                </c:ext>
              </c:extLst>
            </c:dLbl>
            <c:dLbl>
              <c:idx val="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1-7405-42D2-84DE-F8EA208DA7BA}"/>
                </c:ext>
              </c:extLst>
            </c:dLbl>
            <c:dLbl>
              <c:idx val="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2-7405-42D2-84DE-F8EA208DA7BA}"/>
                </c:ext>
              </c:extLst>
            </c:dLbl>
            <c:dLbl>
              <c:idx val="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3-7405-42D2-84DE-F8EA208DA7BA}"/>
                </c:ext>
              </c:extLst>
            </c:dLbl>
            <c:dLbl>
              <c:idx val="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4-7405-42D2-84DE-F8EA208DA7BA}"/>
                </c:ext>
              </c:extLst>
            </c:dLbl>
            <c:dLbl>
              <c:idx val="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5-7405-42D2-84DE-F8EA208DA7BA}"/>
                </c:ext>
              </c:extLst>
            </c:dLbl>
            <c:dLbl>
              <c:idx val="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6-7405-42D2-84DE-F8EA208DA7BA}"/>
                </c:ext>
              </c:extLst>
            </c:dLbl>
            <c:dLbl>
              <c:idx val="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7-7405-42D2-84DE-F8EA208DA7BA}"/>
                </c:ext>
              </c:extLst>
            </c:dLbl>
            <c:dLbl>
              <c:idx val="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8-7405-42D2-84DE-F8EA208DA7BA}"/>
                </c:ext>
              </c:extLst>
            </c:dLbl>
            <c:dLbl>
              <c:idx val="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9-7405-42D2-84DE-F8EA208DA7BA}"/>
                </c:ext>
              </c:extLst>
            </c:dLbl>
            <c:dLbl>
              <c:idx val="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A-7405-42D2-84DE-F8EA208DA7BA}"/>
                </c:ext>
              </c:extLst>
            </c:dLbl>
            <c:dLbl>
              <c:idx val="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B-7405-42D2-84DE-F8EA208DA7BA}"/>
                </c:ext>
              </c:extLst>
            </c:dLbl>
            <c:dLbl>
              <c:idx val="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C-7405-42D2-84DE-F8EA208DA7BA}"/>
                </c:ext>
              </c:extLst>
            </c:dLbl>
            <c:dLbl>
              <c:idx val="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D-7405-42D2-84DE-F8EA208DA7BA}"/>
                </c:ext>
              </c:extLst>
            </c:dLbl>
            <c:dLbl>
              <c:idx val="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E-7405-42D2-84DE-F8EA208DA7BA}"/>
                </c:ext>
              </c:extLst>
            </c:dLbl>
            <c:dLbl>
              <c:idx val="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F-7405-42D2-84DE-F8EA208DA7BA}"/>
                </c:ext>
              </c:extLst>
            </c:dLbl>
            <c:dLbl>
              <c:idx val="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0-7405-42D2-84DE-F8EA208DA7BA}"/>
                </c:ext>
              </c:extLst>
            </c:dLbl>
            <c:dLbl>
              <c:idx val="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1-7405-42D2-84DE-F8EA208DA7BA}"/>
                </c:ext>
              </c:extLst>
            </c:dLbl>
            <c:dLbl>
              <c:idx val="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2-7405-42D2-84DE-F8EA208DA7BA}"/>
                </c:ext>
              </c:extLst>
            </c:dLbl>
            <c:dLbl>
              <c:idx val="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3-7405-42D2-84DE-F8EA208DA7BA}"/>
                </c:ext>
              </c:extLst>
            </c:dLbl>
            <c:dLbl>
              <c:idx val="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4-7405-42D2-84DE-F8EA208DA7BA}"/>
                </c:ext>
              </c:extLst>
            </c:dLbl>
            <c:dLbl>
              <c:idx val="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5-7405-42D2-84DE-F8EA208DA7BA}"/>
                </c:ext>
              </c:extLst>
            </c:dLbl>
            <c:dLbl>
              <c:idx val="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6-7405-42D2-84DE-F8EA208DA7BA}"/>
                </c:ext>
              </c:extLst>
            </c:dLbl>
            <c:dLbl>
              <c:idx val="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7-7405-42D2-84DE-F8EA208DA7BA}"/>
                </c:ext>
              </c:extLst>
            </c:dLbl>
            <c:dLbl>
              <c:idx val="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8-7405-42D2-84DE-F8EA208DA7BA}"/>
                </c:ext>
              </c:extLst>
            </c:dLbl>
            <c:dLbl>
              <c:idx val="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9-7405-42D2-84DE-F8EA208DA7BA}"/>
                </c:ext>
              </c:extLst>
            </c:dLbl>
            <c:dLbl>
              <c:idx val="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A-7405-42D2-84DE-F8EA208DA7BA}"/>
                </c:ext>
              </c:extLst>
            </c:dLbl>
            <c:dLbl>
              <c:idx val="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B-7405-42D2-84DE-F8EA208DA7BA}"/>
                </c:ext>
              </c:extLst>
            </c:dLbl>
            <c:dLbl>
              <c:idx val="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C-7405-42D2-84DE-F8EA208DA7BA}"/>
                </c:ext>
              </c:extLst>
            </c:dLbl>
            <c:dLbl>
              <c:idx val="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D-7405-42D2-84DE-F8EA208DA7BA}"/>
                </c:ext>
              </c:extLst>
            </c:dLbl>
            <c:dLbl>
              <c:idx val="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E-7405-42D2-84DE-F8EA208DA7BA}"/>
                </c:ext>
              </c:extLst>
            </c:dLbl>
            <c:dLbl>
              <c:idx val="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F-7405-42D2-84DE-F8EA208DA7BA}"/>
                </c:ext>
              </c:extLst>
            </c:dLbl>
            <c:dLbl>
              <c:idx val="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0-7405-42D2-84DE-F8EA208DA7BA}"/>
                </c:ext>
              </c:extLst>
            </c:dLbl>
            <c:dLbl>
              <c:idx val="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1-7405-42D2-84DE-F8EA208DA7BA}"/>
                </c:ext>
              </c:extLst>
            </c:dLbl>
            <c:dLbl>
              <c:idx val="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2-7405-42D2-84DE-F8EA208DA7BA}"/>
                </c:ext>
              </c:extLst>
            </c:dLbl>
            <c:dLbl>
              <c:idx val="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3-7405-42D2-84DE-F8EA208DA7BA}"/>
                </c:ext>
              </c:extLst>
            </c:dLbl>
            <c:dLbl>
              <c:idx val="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4-7405-42D2-84DE-F8EA208DA7BA}"/>
                </c:ext>
              </c:extLst>
            </c:dLbl>
            <c:dLbl>
              <c:idx val="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5-7405-42D2-84DE-F8EA208DA7BA}"/>
                </c:ext>
              </c:extLst>
            </c:dLbl>
            <c:dLbl>
              <c:idx val="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6-7405-42D2-84DE-F8EA208DA7BA}"/>
                </c:ext>
              </c:extLst>
            </c:dLbl>
            <c:dLbl>
              <c:idx val="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7-7405-42D2-84DE-F8EA208DA7BA}"/>
                </c:ext>
              </c:extLst>
            </c:dLbl>
            <c:dLbl>
              <c:idx val="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8-7405-42D2-84DE-F8EA208DA7BA}"/>
                </c:ext>
              </c:extLst>
            </c:dLbl>
            <c:dLbl>
              <c:idx val="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9-7405-42D2-84DE-F8EA208DA7BA}"/>
                </c:ext>
              </c:extLst>
            </c:dLbl>
            <c:dLbl>
              <c:idx val="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A-7405-42D2-84DE-F8EA208DA7BA}"/>
                </c:ext>
              </c:extLst>
            </c:dLbl>
            <c:dLbl>
              <c:idx val="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B-7405-42D2-84DE-F8EA208DA7BA}"/>
                </c:ext>
              </c:extLst>
            </c:dLbl>
            <c:dLbl>
              <c:idx val="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C-7405-42D2-84DE-F8EA208DA7BA}"/>
                </c:ext>
              </c:extLst>
            </c:dLbl>
            <c:dLbl>
              <c:idx val="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D-7405-42D2-84DE-F8EA208DA7BA}"/>
                </c:ext>
              </c:extLst>
            </c:dLbl>
            <c:dLbl>
              <c:idx val="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E-7405-42D2-84DE-F8EA208DA7BA}"/>
                </c:ext>
              </c:extLst>
            </c:dLbl>
            <c:dLbl>
              <c:idx val="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F-7405-42D2-84DE-F8EA208DA7BA}"/>
                </c:ext>
              </c:extLst>
            </c:dLbl>
            <c:dLbl>
              <c:idx val="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0-7405-42D2-84DE-F8EA208DA7BA}"/>
                </c:ext>
              </c:extLst>
            </c:dLbl>
            <c:dLbl>
              <c:idx val="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1-7405-42D2-84DE-F8EA208DA7BA}"/>
                </c:ext>
              </c:extLst>
            </c:dLbl>
            <c:dLbl>
              <c:idx val="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2-7405-42D2-84DE-F8EA208DA7BA}"/>
                </c:ext>
              </c:extLst>
            </c:dLbl>
            <c:dLbl>
              <c:idx val="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3-7405-42D2-84DE-F8EA208DA7BA}"/>
                </c:ext>
              </c:extLst>
            </c:dLbl>
            <c:dLbl>
              <c:idx val="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4-7405-42D2-84DE-F8EA208DA7BA}"/>
                </c:ext>
              </c:extLst>
            </c:dLbl>
            <c:dLbl>
              <c:idx val="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5-7405-42D2-84DE-F8EA208DA7BA}"/>
                </c:ext>
              </c:extLst>
            </c:dLbl>
            <c:dLbl>
              <c:idx val="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6-7405-42D2-84DE-F8EA208DA7BA}"/>
                </c:ext>
              </c:extLst>
            </c:dLbl>
            <c:dLbl>
              <c:idx val="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7-7405-42D2-84DE-F8EA208DA7BA}"/>
                </c:ext>
              </c:extLst>
            </c:dLbl>
            <c:dLbl>
              <c:idx val="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8-7405-42D2-84DE-F8EA208DA7BA}"/>
                </c:ext>
              </c:extLst>
            </c:dLbl>
            <c:dLbl>
              <c:idx val="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9-7405-42D2-84DE-F8EA208DA7BA}"/>
                </c:ext>
              </c:extLst>
            </c:dLbl>
            <c:dLbl>
              <c:idx val="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A-7405-42D2-84DE-F8EA208DA7BA}"/>
                </c:ext>
              </c:extLst>
            </c:dLbl>
            <c:dLbl>
              <c:idx val="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B-7405-42D2-84DE-F8EA208DA7BA}"/>
                </c:ext>
              </c:extLst>
            </c:dLbl>
            <c:dLbl>
              <c:idx val="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C-7405-42D2-84DE-F8EA208DA7BA}"/>
                </c:ext>
              </c:extLst>
            </c:dLbl>
            <c:dLbl>
              <c:idx val="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D-7405-42D2-84DE-F8EA208DA7BA}"/>
                </c:ext>
              </c:extLst>
            </c:dLbl>
            <c:dLbl>
              <c:idx val="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E-7405-42D2-84DE-F8EA208DA7BA}"/>
                </c:ext>
              </c:extLst>
            </c:dLbl>
            <c:dLbl>
              <c:idx val="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F-7405-42D2-84DE-F8EA208DA7BA}"/>
                </c:ext>
              </c:extLst>
            </c:dLbl>
            <c:dLbl>
              <c:idx val="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0-7405-42D2-84DE-F8EA208DA7BA}"/>
                </c:ext>
              </c:extLst>
            </c:dLbl>
            <c:dLbl>
              <c:idx val="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1-7405-42D2-84DE-F8EA208DA7BA}"/>
                </c:ext>
              </c:extLst>
            </c:dLbl>
            <c:dLbl>
              <c:idx val="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2-7405-42D2-84DE-F8EA208DA7BA}"/>
                </c:ext>
              </c:extLst>
            </c:dLbl>
            <c:dLbl>
              <c:idx val="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3-7405-42D2-84DE-F8EA208DA7BA}"/>
                </c:ext>
              </c:extLst>
            </c:dLbl>
            <c:dLbl>
              <c:idx val="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4-7405-42D2-84DE-F8EA208DA7BA}"/>
                </c:ext>
              </c:extLst>
            </c:dLbl>
            <c:dLbl>
              <c:idx val="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5-7405-42D2-84DE-F8EA208DA7BA}"/>
                </c:ext>
              </c:extLst>
            </c:dLbl>
            <c:dLbl>
              <c:idx val="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6-7405-42D2-84DE-F8EA208DA7BA}"/>
                </c:ext>
              </c:extLst>
            </c:dLbl>
            <c:dLbl>
              <c:idx val="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7-7405-42D2-84DE-F8EA208DA7BA}"/>
                </c:ext>
              </c:extLst>
            </c:dLbl>
            <c:dLbl>
              <c:idx val="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8-7405-42D2-84DE-F8EA208DA7BA}"/>
                </c:ext>
              </c:extLst>
            </c:dLbl>
            <c:dLbl>
              <c:idx val="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9-7405-42D2-84DE-F8EA208DA7BA}"/>
                </c:ext>
              </c:extLst>
            </c:dLbl>
            <c:dLbl>
              <c:idx val="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A-7405-42D2-84DE-F8EA208DA7BA}"/>
                </c:ext>
              </c:extLst>
            </c:dLbl>
            <c:dLbl>
              <c:idx val="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B-7405-42D2-84DE-F8EA208DA7BA}"/>
                </c:ext>
              </c:extLst>
            </c:dLbl>
            <c:dLbl>
              <c:idx val="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C-7405-42D2-84DE-F8EA208DA7BA}"/>
                </c:ext>
              </c:extLst>
            </c:dLbl>
            <c:dLbl>
              <c:idx val="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D-7405-42D2-84DE-F8EA208DA7BA}"/>
                </c:ext>
              </c:extLst>
            </c:dLbl>
            <c:dLbl>
              <c:idx val="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E-7405-42D2-84DE-F8EA208DA7BA}"/>
                </c:ext>
              </c:extLst>
            </c:dLbl>
            <c:dLbl>
              <c:idx val="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F-7405-42D2-84DE-F8EA208DA7BA}"/>
                </c:ext>
              </c:extLst>
            </c:dLbl>
            <c:dLbl>
              <c:idx val="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0-7405-42D2-84DE-F8EA208DA7BA}"/>
                </c:ext>
              </c:extLst>
            </c:dLbl>
            <c:dLbl>
              <c:idx val="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1-7405-42D2-84DE-F8EA208DA7BA}"/>
                </c:ext>
              </c:extLst>
            </c:dLbl>
            <c:dLbl>
              <c:idx val="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2-7405-42D2-84DE-F8EA208DA7BA}"/>
                </c:ext>
              </c:extLst>
            </c:dLbl>
            <c:dLbl>
              <c:idx val="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3-7405-42D2-84DE-F8EA208DA7BA}"/>
                </c:ext>
              </c:extLst>
            </c:dLbl>
            <c:dLbl>
              <c:idx val="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4-7405-42D2-84DE-F8EA208DA7BA}"/>
                </c:ext>
              </c:extLst>
            </c:dLbl>
            <c:dLbl>
              <c:idx val="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5-7405-42D2-84DE-F8EA208DA7BA}"/>
                </c:ext>
              </c:extLst>
            </c:dLbl>
            <c:dLbl>
              <c:idx val="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6-7405-42D2-84DE-F8EA208DA7BA}"/>
                </c:ext>
              </c:extLst>
            </c:dLbl>
            <c:dLbl>
              <c:idx val="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7-7405-42D2-84DE-F8EA208DA7BA}"/>
                </c:ext>
              </c:extLst>
            </c:dLbl>
            <c:dLbl>
              <c:idx val="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8-7405-42D2-84DE-F8EA208DA7BA}"/>
                </c:ext>
              </c:extLst>
            </c:dLbl>
            <c:dLbl>
              <c:idx val="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9-7405-42D2-84DE-F8EA208DA7BA}"/>
                </c:ext>
              </c:extLst>
            </c:dLbl>
            <c:dLbl>
              <c:idx val="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A-7405-42D2-84DE-F8EA208DA7BA}"/>
                </c:ext>
              </c:extLst>
            </c:dLbl>
            <c:dLbl>
              <c:idx val="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B-7405-42D2-84DE-F8EA208DA7BA}"/>
                </c:ext>
              </c:extLst>
            </c:dLbl>
            <c:dLbl>
              <c:idx val="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C-7405-42D2-84DE-F8EA208DA7BA}"/>
                </c:ext>
              </c:extLst>
            </c:dLbl>
            <c:dLbl>
              <c:idx val="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D-7405-42D2-84DE-F8EA208DA7BA}"/>
                </c:ext>
              </c:extLst>
            </c:dLbl>
            <c:dLbl>
              <c:idx val="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E-7405-42D2-84DE-F8EA208DA7BA}"/>
                </c:ext>
              </c:extLst>
            </c:dLbl>
            <c:dLbl>
              <c:idx val="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F-7405-42D2-84DE-F8EA208DA7BA}"/>
                </c:ext>
              </c:extLst>
            </c:dLbl>
            <c:dLbl>
              <c:idx val="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0-7405-42D2-84DE-F8EA208DA7BA}"/>
                </c:ext>
              </c:extLst>
            </c:dLbl>
            <c:dLbl>
              <c:idx val="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1-7405-42D2-84DE-F8EA208DA7BA}"/>
                </c:ext>
              </c:extLst>
            </c:dLbl>
            <c:dLbl>
              <c:idx val="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2-7405-42D2-84DE-F8EA208DA7BA}"/>
                </c:ext>
              </c:extLst>
            </c:dLbl>
            <c:dLbl>
              <c:idx val="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3-7405-42D2-84DE-F8EA208DA7BA}"/>
                </c:ext>
              </c:extLst>
            </c:dLbl>
            <c:dLbl>
              <c:idx val="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4-7405-42D2-84DE-F8EA208DA7BA}"/>
                </c:ext>
              </c:extLst>
            </c:dLbl>
            <c:dLbl>
              <c:idx val="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5-7405-42D2-84DE-F8EA208DA7BA}"/>
                </c:ext>
              </c:extLst>
            </c:dLbl>
            <c:dLbl>
              <c:idx val="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6-7405-42D2-84DE-F8EA208DA7BA}"/>
                </c:ext>
              </c:extLst>
            </c:dLbl>
            <c:dLbl>
              <c:idx val="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7-7405-42D2-84DE-F8EA208DA7BA}"/>
                </c:ext>
              </c:extLst>
            </c:dLbl>
            <c:dLbl>
              <c:idx val="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8-7405-42D2-84DE-F8EA208DA7BA}"/>
                </c:ext>
              </c:extLst>
            </c:dLbl>
            <c:dLbl>
              <c:idx val="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9-7405-42D2-84DE-F8EA208DA7BA}"/>
                </c:ext>
              </c:extLst>
            </c:dLbl>
            <c:dLbl>
              <c:idx val="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A-7405-42D2-84DE-F8EA208DA7BA}"/>
                </c:ext>
              </c:extLst>
            </c:dLbl>
            <c:dLbl>
              <c:idx val="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B-7405-42D2-84DE-F8EA208DA7BA}"/>
                </c:ext>
              </c:extLst>
            </c:dLbl>
            <c:dLbl>
              <c:idx val="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C-7405-42D2-84DE-F8EA208DA7BA}"/>
                </c:ext>
              </c:extLst>
            </c:dLbl>
            <c:dLbl>
              <c:idx val="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D-7405-42D2-84DE-F8EA208DA7BA}"/>
                </c:ext>
              </c:extLst>
            </c:dLbl>
            <c:dLbl>
              <c:idx val="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E-7405-42D2-84DE-F8EA208DA7BA}"/>
                </c:ext>
              </c:extLst>
            </c:dLbl>
            <c:dLbl>
              <c:idx val="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F-7405-42D2-84DE-F8EA208DA7BA}"/>
                </c:ext>
              </c:extLst>
            </c:dLbl>
            <c:dLbl>
              <c:idx val="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0-7405-42D2-84DE-F8EA208DA7BA}"/>
                </c:ext>
              </c:extLst>
            </c:dLbl>
            <c:dLbl>
              <c:idx val="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1-7405-42D2-84DE-F8EA208DA7BA}"/>
                </c:ext>
              </c:extLst>
            </c:dLbl>
            <c:dLbl>
              <c:idx val="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2-7405-42D2-84DE-F8EA208DA7BA}"/>
                </c:ext>
              </c:extLst>
            </c:dLbl>
            <c:dLbl>
              <c:idx val="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3-7405-42D2-84DE-F8EA208DA7BA}"/>
                </c:ext>
              </c:extLst>
            </c:dLbl>
            <c:dLbl>
              <c:idx val="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4-7405-42D2-84DE-F8EA208DA7BA}"/>
                </c:ext>
              </c:extLst>
            </c:dLbl>
            <c:dLbl>
              <c:idx val="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5-7405-42D2-84DE-F8EA208DA7BA}"/>
                </c:ext>
              </c:extLst>
            </c:dLbl>
            <c:dLbl>
              <c:idx val="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6-7405-42D2-84DE-F8EA208DA7BA}"/>
                </c:ext>
              </c:extLst>
            </c:dLbl>
            <c:dLbl>
              <c:idx val="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7-7405-42D2-84DE-F8EA208DA7BA}"/>
                </c:ext>
              </c:extLst>
            </c:dLbl>
            <c:dLbl>
              <c:idx val="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8-7405-42D2-84DE-F8EA208DA7BA}"/>
                </c:ext>
              </c:extLst>
            </c:dLbl>
            <c:dLbl>
              <c:idx val="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9-7405-42D2-84DE-F8EA208DA7BA}"/>
                </c:ext>
              </c:extLst>
            </c:dLbl>
            <c:dLbl>
              <c:idx val="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A-7405-42D2-84DE-F8EA208DA7BA}"/>
                </c:ext>
              </c:extLst>
            </c:dLbl>
            <c:dLbl>
              <c:idx val="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B-7405-42D2-84DE-F8EA208DA7BA}"/>
                </c:ext>
              </c:extLst>
            </c:dLbl>
            <c:dLbl>
              <c:idx val="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C-7405-42D2-84DE-F8EA208DA7BA}"/>
                </c:ext>
              </c:extLst>
            </c:dLbl>
            <c:dLbl>
              <c:idx val="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D-7405-42D2-84DE-F8EA208DA7BA}"/>
                </c:ext>
              </c:extLst>
            </c:dLbl>
            <c:dLbl>
              <c:idx val="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E-7405-42D2-84DE-F8EA208DA7BA}"/>
                </c:ext>
              </c:extLst>
            </c:dLbl>
            <c:dLbl>
              <c:idx val="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F-7405-42D2-84DE-F8EA208DA7BA}"/>
                </c:ext>
              </c:extLst>
            </c:dLbl>
            <c:dLbl>
              <c:idx val="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0-7405-42D2-84DE-F8EA208DA7BA}"/>
                </c:ext>
              </c:extLst>
            </c:dLbl>
            <c:dLbl>
              <c:idx val="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1-7405-42D2-84DE-F8EA208DA7BA}"/>
                </c:ext>
              </c:extLst>
            </c:dLbl>
            <c:dLbl>
              <c:idx val="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2-7405-42D2-84DE-F8EA208DA7BA}"/>
                </c:ext>
              </c:extLst>
            </c:dLbl>
            <c:dLbl>
              <c:idx val="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3-7405-42D2-84DE-F8EA208DA7BA}"/>
                </c:ext>
              </c:extLst>
            </c:dLbl>
            <c:dLbl>
              <c:idx val="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4-7405-42D2-84DE-F8EA208DA7BA}"/>
                </c:ext>
              </c:extLst>
            </c:dLbl>
            <c:dLbl>
              <c:idx val="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5-7405-42D2-84DE-F8EA208DA7BA}"/>
                </c:ext>
              </c:extLst>
            </c:dLbl>
            <c:dLbl>
              <c:idx val="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6-7405-42D2-84DE-F8EA208DA7BA}"/>
                </c:ext>
              </c:extLst>
            </c:dLbl>
            <c:dLbl>
              <c:idx val="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7-7405-42D2-84DE-F8EA208DA7BA}"/>
                </c:ext>
              </c:extLst>
            </c:dLbl>
            <c:dLbl>
              <c:idx val="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8-7405-42D2-84DE-F8EA208DA7BA}"/>
                </c:ext>
              </c:extLst>
            </c:dLbl>
            <c:dLbl>
              <c:idx val="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9-7405-42D2-84DE-F8EA208DA7BA}"/>
                </c:ext>
              </c:extLst>
            </c:dLbl>
            <c:dLbl>
              <c:idx val="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A-7405-42D2-84DE-F8EA208DA7BA}"/>
                </c:ext>
              </c:extLst>
            </c:dLbl>
            <c:dLbl>
              <c:idx val="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B-7405-42D2-84DE-F8EA208DA7BA}"/>
                </c:ext>
              </c:extLst>
            </c:dLbl>
            <c:dLbl>
              <c:idx val="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C-7405-42D2-84DE-F8EA208DA7BA}"/>
                </c:ext>
              </c:extLst>
            </c:dLbl>
            <c:dLbl>
              <c:idx val="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D-7405-42D2-84DE-F8EA208DA7BA}"/>
                </c:ext>
              </c:extLst>
            </c:dLbl>
            <c:dLbl>
              <c:idx val="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E-7405-42D2-84DE-F8EA208DA7BA}"/>
                </c:ext>
              </c:extLst>
            </c:dLbl>
            <c:dLbl>
              <c:idx val="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F-7405-42D2-84DE-F8EA208DA7BA}"/>
                </c:ext>
              </c:extLst>
            </c:dLbl>
            <c:dLbl>
              <c:idx val="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0-7405-42D2-84DE-F8EA208DA7BA}"/>
                </c:ext>
              </c:extLst>
            </c:dLbl>
            <c:dLbl>
              <c:idx val="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1-7405-42D2-84DE-F8EA208DA7BA}"/>
                </c:ext>
              </c:extLst>
            </c:dLbl>
            <c:dLbl>
              <c:idx val="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2-7405-42D2-84DE-F8EA208DA7BA}"/>
                </c:ext>
              </c:extLst>
            </c:dLbl>
            <c:dLbl>
              <c:idx val="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3-7405-42D2-84DE-F8EA208DA7BA}"/>
                </c:ext>
              </c:extLst>
            </c:dLbl>
            <c:dLbl>
              <c:idx val="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4-7405-42D2-84DE-F8EA208DA7BA}"/>
                </c:ext>
              </c:extLst>
            </c:dLbl>
            <c:dLbl>
              <c:idx val="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5-7405-42D2-84DE-F8EA208DA7BA}"/>
                </c:ext>
              </c:extLst>
            </c:dLbl>
            <c:dLbl>
              <c:idx val="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6-7405-42D2-84DE-F8EA208DA7BA}"/>
                </c:ext>
              </c:extLst>
            </c:dLbl>
            <c:dLbl>
              <c:idx val="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7-7405-42D2-84DE-F8EA208DA7BA}"/>
                </c:ext>
              </c:extLst>
            </c:dLbl>
            <c:dLbl>
              <c:idx val="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8-7405-42D2-84DE-F8EA208DA7BA}"/>
                </c:ext>
              </c:extLst>
            </c:dLbl>
            <c:dLbl>
              <c:idx val="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9-7405-42D2-84DE-F8EA208DA7BA}"/>
                </c:ext>
              </c:extLst>
            </c:dLbl>
            <c:dLbl>
              <c:idx val="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A-7405-42D2-84DE-F8EA208DA7BA}"/>
                </c:ext>
              </c:extLst>
            </c:dLbl>
            <c:dLbl>
              <c:idx val="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B-7405-42D2-84DE-F8EA208DA7BA}"/>
                </c:ext>
              </c:extLst>
            </c:dLbl>
            <c:dLbl>
              <c:idx val="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C-7405-42D2-84DE-F8EA208DA7BA}"/>
                </c:ext>
              </c:extLst>
            </c:dLbl>
            <c:dLbl>
              <c:idx val="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D-7405-42D2-84DE-F8EA208DA7BA}"/>
                </c:ext>
              </c:extLst>
            </c:dLbl>
            <c:dLbl>
              <c:idx val="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E-7405-42D2-84DE-F8EA208DA7BA}"/>
                </c:ext>
              </c:extLst>
            </c:dLbl>
            <c:dLbl>
              <c:idx val="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F-7405-42D2-84DE-F8EA208DA7BA}"/>
                </c:ext>
              </c:extLst>
            </c:dLbl>
            <c:dLbl>
              <c:idx val="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0-7405-42D2-84DE-F8EA208DA7BA}"/>
                </c:ext>
              </c:extLst>
            </c:dLbl>
            <c:dLbl>
              <c:idx val="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1-7405-42D2-84DE-F8EA208DA7BA}"/>
                </c:ext>
              </c:extLst>
            </c:dLbl>
            <c:dLbl>
              <c:idx val="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2-7405-42D2-84DE-F8EA208DA7BA}"/>
                </c:ext>
              </c:extLst>
            </c:dLbl>
            <c:dLbl>
              <c:idx val="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3-7405-42D2-84DE-F8EA208DA7BA}"/>
                </c:ext>
              </c:extLst>
            </c:dLbl>
            <c:dLbl>
              <c:idx val="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4-7405-42D2-84DE-F8EA208DA7BA}"/>
                </c:ext>
              </c:extLst>
            </c:dLbl>
            <c:dLbl>
              <c:idx val="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5-7405-42D2-84DE-F8EA208DA7BA}"/>
                </c:ext>
              </c:extLst>
            </c:dLbl>
            <c:dLbl>
              <c:idx val="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6-7405-42D2-84DE-F8EA208DA7BA}"/>
                </c:ext>
              </c:extLst>
            </c:dLbl>
            <c:dLbl>
              <c:idx val="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7-7405-42D2-84DE-F8EA208DA7BA}"/>
                </c:ext>
              </c:extLst>
            </c:dLbl>
            <c:dLbl>
              <c:idx val="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8-7405-42D2-84DE-F8EA208DA7BA}"/>
                </c:ext>
              </c:extLst>
            </c:dLbl>
            <c:dLbl>
              <c:idx val="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9-7405-42D2-84DE-F8EA208DA7BA}"/>
                </c:ext>
              </c:extLst>
            </c:dLbl>
            <c:dLbl>
              <c:idx val="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A-7405-42D2-84DE-F8EA208DA7BA}"/>
                </c:ext>
              </c:extLst>
            </c:dLbl>
            <c:dLbl>
              <c:idx val="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B-7405-42D2-84DE-F8EA208DA7BA}"/>
                </c:ext>
              </c:extLst>
            </c:dLbl>
            <c:dLbl>
              <c:idx val="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C-7405-42D2-84DE-F8EA208DA7BA}"/>
                </c:ext>
              </c:extLst>
            </c:dLbl>
            <c:dLbl>
              <c:idx val="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D-7405-42D2-84DE-F8EA208DA7BA}"/>
                </c:ext>
              </c:extLst>
            </c:dLbl>
            <c:dLbl>
              <c:idx val="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E-7405-42D2-84DE-F8EA208DA7BA}"/>
                </c:ext>
              </c:extLst>
            </c:dLbl>
            <c:dLbl>
              <c:idx val="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F-7405-42D2-84DE-F8EA208DA7BA}"/>
                </c:ext>
              </c:extLst>
            </c:dLbl>
            <c:dLbl>
              <c:idx val="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0-7405-42D2-84DE-F8EA208DA7BA}"/>
                </c:ext>
              </c:extLst>
            </c:dLbl>
            <c:dLbl>
              <c:idx val="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1-7405-42D2-84DE-F8EA208DA7BA}"/>
                </c:ext>
              </c:extLst>
            </c:dLbl>
            <c:dLbl>
              <c:idx val="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2-7405-42D2-84DE-F8EA208DA7BA}"/>
                </c:ext>
              </c:extLst>
            </c:dLbl>
            <c:dLbl>
              <c:idx val="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3-7405-42D2-84DE-F8EA208DA7BA}"/>
                </c:ext>
              </c:extLst>
            </c:dLbl>
            <c:dLbl>
              <c:idx val="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4-7405-42D2-84DE-F8EA208DA7BA}"/>
                </c:ext>
              </c:extLst>
            </c:dLbl>
            <c:dLbl>
              <c:idx val="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5-7405-42D2-84DE-F8EA208DA7BA}"/>
                </c:ext>
              </c:extLst>
            </c:dLbl>
            <c:dLbl>
              <c:idx val="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6-7405-42D2-84DE-F8EA208DA7BA}"/>
                </c:ext>
              </c:extLst>
            </c:dLbl>
            <c:dLbl>
              <c:idx val="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7-7405-42D2-84DE-F8EA208DA7BA}"/>
                </c:ext>
              </c:extLst>
            </c:dLbl>
            <c:dLbl>
              <c:idx val="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8-7405-42D2-84DE-F8EA208DA7BA}"/>
                </c:ext>
              </c:extLst>
            </c:dLbl>
            <c:dLbl>
              <c:idx val="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9-7405-42D2-84DE-F8EA208DA7BA}"/>
                </c:ext>
              </c:extLst>
            </c:dLbl>
            <c:dLbl>
              <c:idx val="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A-7405-42D2-84DE-F8EA208DA7BA}"/>
                </c:ext>
              </c:extLst>
            </c:dLbl>
            <c:dLbl>
              <c:idx val="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B-7405-42D2-84DE-F8EA208DA7BA}"/>
                </c:ext>
              </c:extLst>
            </c:dLbl>
            <c:dLbl>
              <c:idx val="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C-7405-42D2-84DE-F8EA208DA7BA}"/>
                </c:ext>
              </c:extLst>
            </c:dLbl>
            <c:dLbl>
              <c:idx val="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D-7405-42D2-84DE-F8EA208DA7BA}"/>
                </c:ext>
              </c:extLst>
            </c:dLbl>
            <c:dLbl>
              <c:idx val="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E-7405-42D2-84DE-F8EA208DA7BA}"/>
                </c:ext>
              </c:extLst>
            </c:dLbl>
            <c:dLbl>
              <c:idx val="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F-7405-42D2-84DE-F8EA208DA7BA}"/>
                </c:ext>
              </c:extLst>
            </c:dLbl>
            <c:dLbl>
              <c:idx val="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0-7405-42D2-84DE-F8EA208DA7BA}"/>
                </c:ext>
              </c:extLst>
            </c:dLbl>
            <c:dLbl>
              <c:idx val="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1-7405-42D2-84DE-F8EA208DA7BA}"/>
                </c:ext>
              </c:extLst>
            </c:dLbl>
            <c:dLbl>
              <c:idx val="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2-7405-42D2-84DE-F8EA208DA7BA}"/>
                </c:ext>
              </c:extLst>
            </c:dLbl>
            <c:dLbl>
              <c:idx val="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3-7405-42D2-84DE-F8EA208DA7BA}"/>
                </c:ext>
              </c:extLst>
            </c:dLbl>
            <c:dLbl>
              <c:idx val="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4-7405-42D2-84DE-F8EA208DA7BA}"/>
                </c:ext>
              </c:extLst>
            </c:dLbl>
            <c:dLbl>
              <c:idx val="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5-7405-42D2-84DE-F8EA208DA7BA}"/>
                </c:ext>
              </c:extLst>
            </c:dLbl>
            <c:dLbl>
              <c:idx val="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6-7405-42D2-84DE-F8EA208DA7BA}"/>
                </c:ext>
              </c:extLst>
            </c:dLbl>
            <c:dLbl>
              <c:idx val="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7-7405-42D2-84DE-F8EA208DA7BA}"/>
                </c:ext>
              </c:extLst>
            </c:dLbl>
            <c:dLbl>
              <c:idx val="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8-7405-42D2-84DE-F8EA208DA7BA}"/>
                </c:ext>
              </c:extLst>
            </c:dLbl>
            <c:dLbl>
              <c:idx val="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9-7405-42D2-84DE-F8EA208DA7BA}"/>
                </c:ext>
              </c:extLst>
            </c:dLbl>
            <c:dLbl>
              <c:idx val="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A-7405-42D2-84DE-F8EA208DA7BA}"/>
                </c:ext>
              </c:extLst>
            </c:dLbl>
            <c:dLbl>
              <c:idx val="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B-7405-42D2-84DE-F8EA208DA7BA}"/>
                </c:ext>
              </c:extLst>
            </c:dLbl>
            <c:dLbl>
              <c:idx val="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C-7405-42D2-84DE-F8EA208DA7BA}"/>
                </c:ext>
              </c:extLst>
            </c:dLbl>
            <c:dLbl>
              <c:idx val="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D-7405-42D2-84DE-F8EA208DA7BA}"/>
                </c:ext>
              </c:extLst>
            </c:dLbl>
            <c:dLbl>
              <c:idx val="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E-7405-42D2-84DE-F8EA208DA7BA}"/>
                </c:ext>
              </c:extLst>
            </c:dLbl>
            <c:dLbl>
              <c:idx val="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F-7405-42D2-84DE-F8EA208DA7BA}"/>
                </c:ext>
              </c:extLst>
            </c:dLbl>
            <c:dLbl>
              <c:idx val="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0-7405-42D2-84DE-F8EA208DA7BA}"/>
                </c:ext>
              </c:extLst>
            </c:dLbl>
            <c:dLbl>
              <c:idx val="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1-7405-42D2-84DE-F8EA208DA7BA}"/>
                </c:ext>
              </c:extLst>
            </c:dLbl>
            <c:dLbl>
              <c:idx val="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2-7405-42D2-84DE-F8EA208DA7BA}"/>
                </c:ext>
              </c:extLst>
            </c:dLbl>
            <c:dLbl>
              <c:idx val="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3-7405-42D2-84DE-F8EA208DA7BA}"/>
                </c:ext>
              </c:extLst>
            </c:dLbl>
            <c:dLbl>
              <c:idx val="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4-7405-42D2-84DE-F8EA208DA7BA}"/>
                </c:ext>
              </c:extLst>
            </c:dLbl>
            <c:dLbl>
              <c:idx val="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5-7405-42D2-84DE-F8EA208DA7BA}"/>
                </c:ext>
              </c:extLst>
            </c:dLbl>
            <c:dLbl>
              <c:idx val="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6-7405-42D2-84DE-F8EA208DA7BA}"/>
                </c:ext>
              </c:extLst>
            </c:dLbl>
            <c:dLbl>
              <c:idx val="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7-7405-42D2-84DE-F8EA208DA7BA}"/>
                </c:ext>
              </c:extLst>
            </c:dLbl>
            <c:dLbl>
              <c:idx val="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8-7405-42D2-84DE-F8EA208DA7BA}"/>
                </c:ext>
              </c:extLst>
            </c:dLbl>
            <c:dLbl>
              <c:idx val="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9-7405-42D2-84DE-F8EA208DA7BA}"/>
                </c:ext>
              </c:extLst>
            </c:dLbl>
            <c:dLbl>
              <c:idx val="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A-7405-42D2-84DE-F8EA208DA7BA}"/>
                </c:ext>
              </c:extLst>
            </c:dLbl>
            <c:dLbl>
              <c:idx val="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B-7405-42D2-84DE-F8EA208DA7BA}"/>
                </c:ext>
              </c:extLst>
            </c:dLbl>
            <c:dLbl>
              <c:idx val="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C-7405-42D2-84DE-F8EA208DA7BA}"/>
                </c:ext>
              </c:extLst>
            </c:dLbl>
            <c:dLbl>
              <c:idx val="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D-7405-42D2-84DE-F8EA208DA7BA}"/>
                </c:ext>
              </c:extLst>
            </c:dLbl>
            <c:dLbl>
              <c:idx val="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E-7405-42D2-84DE-F8EA208DA7BA}"/>
                </c:ext>
              </c:extLst>
            </c:dLbl>
            <c:dLbl>
              <c:idx val="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F-7405-42D2-84DE-F8EA208DA7BA}"/>
                </c:ext>
              </c:extLst>
            </c:dLbl>
            <c:dLbl>
              <c:idx val="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0-7405-42D2-84DE-F8EA208DA7BA}"/>
                </c:ext>
              </c:extLst>
            </c:dLbl>
            <c:dLbl>
              <c:idx val="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1-7405-42D2-84DE-F8EA208DA7BA}"/>
                </c:ext>
              </c:extLst>
            </c:dLbl>
            <c:dLbl>
              <c:idx val="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2-7405-42D2-84DE-F8EA208DA7BA}"/>
                </c:ext>
              </c:extLst>
            </c:dLbl>
            <c:dLbl>
              <c:idx val="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3-7405-42D2-84DE-F8EA208DA7BA}"/>
                </c:ext>
              </c:extLst>
            </c:dLbl>
            <c:dLbl>
              <c:idx val="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4-7405-42D2-84DE-F8EA208DA7BA}"/>
                </c:ext>
              </c:extLst>
            </c:dLbl>
            <c:dLbl>
              <c:idx val="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5-7405-42D2-84DE-F8EA208DA7BA}"/>
                </c:ext>
              </c:extLst>
            </c:dLbl>
            <c:dLbl>
              <c:idx val="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6-7405-42D2-84DE-F8EA208DA7BA}"/>
                </c:ext>
              </c:extLst>
            </c:dLbl>
            <c:dLbl>
              <c:idx val="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7-7405-42D2-84DE-F8EA208DA7BA}"/>
                </c:ext>
              </c:extLst>
            </c:dLbl>
            <c:dLbl>
              <c:idx val="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8-7405-42D2-84DE-F8EA208DA7BA}"/>
                </c:ext>
              </c:extLst>
            </c:dLbl>
            <c:dLbl>
              <c:idx val="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9-7405-42D2-84DE-F8EA208DA7BA}"/>
                </c:ext>
              </c:extLst>
            </c:dLbl>
            <c:dLbl>
              <c:idx val="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A-7405-42D2-84DE-F8EA208DA7BA}"/>
                </c:ext>
              </c:extLst>
            </c:dLbl>
            <c:dLbl>
              <c:idx val="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B-7405-42D2-84DE-F8EA208DA7BA}"/>
                </c:ext>
              </c:extLst>
            </c:dLbl>
            <c:dLbl>
              <c:idx val="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C-7405-42D2-84DE-F8EA208DA7BA}"/>
                </c:ext>
              </c:extLst>
            </c:dLbl>
            <c:dLbl>
              <c:idx val="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D-7405-42D2-84DE-F8EA208DA7BA}"/>
                </c:ext>
              </c:extLst>
            </c:dLbl>
            <c:dLbl>
              <c:idx val="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E-7405-42D2-84DE-F8EA208DA7BA}"/>
                </c:ext>
              </c:extLst>
            </c:dLbl>
            <c:dLbl>
              <c:idx val="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F-7405-42D2-84DE-F8EA208DA7BA}"/>
                </c:ext>
              </c:extLst>
            </c:dLbl>
            <c:dLbl>
              <c:idx val="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0-7405-42D2-84DE-F8EA208DA7BA}"/>
                </c:ext>
              </c:extLst>
            </c:dLbl>
            <c:dLbl>
              <c:idx val="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1-7405-42D2-84DE-F8EA208DA7BA}"/>
                </c:ext>
              </c:extLst>
            </c:dLbl>
            <c:dLbl>
              <c:idx val="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2-7405-42D2-84DE-F8EA208DA7BA}"/>
                </c:ext>
              </c:extLst>
            </c:dLbl>
            <c:dLbl>
              <c:idx val="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3-7405-42D2-84DE-F8EA208DA7BA}"/>
                </c:ext>
              </c:extLst>
            </c:dLbl>
            <c:dLbl>
              <c:idx val="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4-7405-42D2-84DE-F8EA208DA7BA}"/>
                </c:ext>
              </c:extLst>
            </c:dLbl>
            <c:dLbl>
              <c:idx val="1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5-7405-42D2-84DE-F8EA208DA7BA}"/>
                </c:ext>
              </c:extLst>
            </c:dLbl>
            <c:dLbl>
              <c:idx val="1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6-7405-42D2-84DE-F8EA208DA7BA}"/>
                </c:ext>
              </c:extLst>
            </c:dLbl>
            <c:dLbl>
              <c:idx val="1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7-7405-42D2-84DE-F8EA208DA7BA}"/>
                </c:ext>
              </c:extLst>
            </c:dLbl>
            <c:dLbl>
              <c:idx val="1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8-7405-42D2-84DE-F8EA208DA7BA}"/>
                </c:ext>
              </c:extLst>
            </c:dLbl>
            <c:dLbl>
              <c:idx val="1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9-7405-42D2-84DE-F8EA208DA7BA}"/>
                </c:ext>
              </c:extLst>
            </c:dLbl>
            <c:dLbl>
              <c:idx val="1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A-7405-42D2-84DE-F8EA208DA7BA}"/>
                </c:ext>
              </c:extLst>
            </c:dLbl>
            <c:dLbl>
              <c:idx val="1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B-7405-42D2-84DE-F8EA208DA7BA}"/>
                </c:ext>
              </c:extLst>
            </c:dLbl>
            <c:dLbl>
              <c:idx val="1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C-7405-42D2-84DE-F8EA208DA7BA}"/>
                </c:ext>
              </c:extLst>
            </c:dLbl>
            <c:dLbl>
              <c:idx val="1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D-7405-42D2-84DE-F8EA208DA7BA}"/>
                </c:ext>
              </c:extLst>
            </c:dLbl>
            <c:dLbl>
              <c:idx val="1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E-7405-42D2-84DE-F8EA208DA7BA}"/>
                </c:ext>
              </c:extLst>
            </c:dLbl>
            <c:dLbl>
              <c:idx val="1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F-7405-42D2-84DE-F8EA208DA7BA}"/>
                </c:ext>
              </c:extLst>
            </c:dLbl>
            <c:dLbl>
              <c:idx val="1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0-7405-42D2-84DE-F8EA208DA7BA}"/>
                </c:ext>
              </c:extLst>
            </c:dLbl>
            <c:dLbl>
              <c:idx val="1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1-7405-42D2-84DE-F8EA208DA7BA}"/>
                </c:ext>
              </c:extLst>
            </c:dLbl>
            <c:dLbl>
              <c:idx val="1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2-7405-42D2-84DE-F8EA208DA7BA}"/>
                </c:ext>
              </c:extLst>
            </c:dLbl>
            <c:dLbl>
              <c:idx val="1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3-7405-42D2-84DE-F8EA208DA7BA}"/>
                </c:ext>
              </c:extLst>
            </c:dLbl>
            <c:dLbl>
              <c:idx val="1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4-7405-42D2-84DE-F8EA208DA7BA}"/>
                </c:ext>
              </c:extLst>
            </c:dLbl>
            <c:dLbl>
              <c:idx val="1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5-7405-42D2-84DE-F8EA208DA7BA}"/>
                </c:ext>
              </c:extLst>
            </c:dLbl>
            <c:dLbl>
              <c:idx val="1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6-7405-42D2-84DE-F8EA208DA7BA}"/>
                </c:ext>
              </c:extLst>
            </c:dLbl>
            <c:dLbl>
              <c:idx val="1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7-7405-42D2-84DE-F8EA208DA7BA}"/>
                </c:ext>
              </c:extLst>
            </c:dLbl>
            <c:dLbl>
              <c:idx val="1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8-7405-42D2-84DE-F8EA208DA7BA}"/>
                </c:ext>
              </c:extLst>
            </c:dLbl>
            <c:dLbl>
              <c:idx val="1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9-7405-42D2-84DE-F8EA208DA7BA}"/>
                </c:ext>
              </c:extLst>
            </c:dLbl>
            <c:dLbl>
              <c:idx val="1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A-7405-42D2-84DE-F8EA208DA7BA}"/>
                </c:ext>
              </c:extLst>
            </c:dLbl>
            <c:dLbl>
              <c:idx val="1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B-7405-42D2-84DE-F8EA208DA7BA}"/>
                </c:ext>
              </c:extLst>
            </c:dLbl>
            <c:dLbl>
              <c:idx val="1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C-7405-42D2-84DE-F8EA208DA7BA}"/>
                </c:ext>
              </c:extLst>
            </c:dLbl>
            <c:dLbl>
              <c:idx val="1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D-7405-42D2-84DE-F8EA208DA7BA}"/>
                </c:ext>
              </c:extLst>
            </c:dLbl>
            <c:dLbl>
              <c:idx val="1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E-7405-42D2-84DE-F8EA208DA7BA}"/>
                </c:ext>
              </c:extLst>
            </c:dLbl>
            <c:dLbl>
              <c:idx val="1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F-7405-42D2-84DE-F8EA208DA7BA}"/>
                </c:ext>
              </c:extLst>
            </c:dLbl>
            <c:dLbl>
              <c:idx val="1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0-7405-42D2-84DE-F8EA208DA7BA}"/>
                </c:ext>
              </c:extLst>
            </c:dLbl>
            <c:dLbl>
              <c:idx val="1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1-7405-42D2-84DE-F8EA208DA7BA}"/>
                </c:ext>
              </c:extLst>
            </c:dLbl>
            <c:dLbl>
              <c:idx val="1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2-7405-42D2-84DE-F8EA208DA7BA}"/>
                </c:ext>
              </c:extLst>
            </c:dLbl>
            <c:dLbl>
              <c:idx val="1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3-7405-42D2-84DE-F8EA208DA7BA}"/>
                </c:ext>
              </c:extLst>
            </c:dLbl>
            <c:dLbl>
              <c:idx val="1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4-7405-42D2-84DE-F8EA208DA7BA}"/>
                </c:ext>
              </c:extLst>
            </c:dLbl>
            <c:dLbl>
              <c:idx val="1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5-7405-42D2-84DE-F8EA208DA7BA}"/>
                </c:ext>
              </c:extLst>
            </c:dLbl>
            <c:dLbl>
              <c:idx val="1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6-7405-42D2-84DE-F8EA208DA7BA}"/>
                </c:ext>
              </c:extLst>
            </c:dLbl>
            <c:dLbl>
              <c:idx val="1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7-7405-42D2-84DE-F8EA208DA7BA}"/>
                </c:ext>
              </c:extLst>
            </c:dLbl>
            <c:dLbl>
              <c:idx val="1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8-7405-42D2-84DE-F8EA208DA7BA}"/>
                </c:ext>
              </c:extLst>
            </c:dLbl>
            <c:dLbl>
              <c:idx val="1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9-7405-42D2-84DE-F8EA208DA7BA}"/>
                </c:ext>
              </c:extLst>
            </c:dLbl>
            <c:dLbl>
              <c:idx val="1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A-7405-42D2-84DE-F8EA208DA7BA}"/>
                </c:ext>
              </c:extLst>
            </c:dLbl>
            <c:dLbl>
              <c:idx val="1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B-7405-42D2-84DE-F8EA208DA7BA}"/>
                </c:ext>
              </c:extLst>
            </c:dLbl>
            <c:dLbl>
              <c:idx val="1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C-7405-42D2-84DE-F8EA208DA7BA}"/>
                </c:ext>
              </c:extLst>
            </c:dLbl>
            <c:dLbl>
              <c:idx val="1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D-7405-42D2-84DE-F8EA208DA7BA}"/>
                </c:ext>
              </c:extLst>
            </c:dLbl>
            <c:dLbl>
              <c:idx val="1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E-7405-42D2-84DE-F8EA208DA7BA}"/>
                </c:ext>
              </c:extLst>
            </c:dLbl>
            <c:dLbl>
              <c:idx val="1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F-7405-42D2-84DE-F8EA208DA7BA}"/>
                </c:ext>
              </c:extLst>
            </c:dLbl>
            <c:dLbl>
              <c:idx val="1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0-7405-42D2-84DE-F8EA208DA7BA}"/>
                </c:ext>
              </c:extLst>
            </c:dLbl>
            <c:dLbl>
              <c:idx val="1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1-7405-42D2-84DE-F8EA208DA7BA}"/>
                </c:ext>
              </c:extLst>
            </c:dLbl>
            <c:dLbl>
              <c:idx val="1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2-7405-42D2-84DE-F8EA208DA7BA}"/>
                </c:ext>
              </c:extLst>
            </c:dLbl>
            <c:dLbl>
              <c:idx val="1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3-7405-42D2-84DE-F8EA208DA7BA}"/>
                </c:ext>
              </c:extLst>
            </c:dLbl>
            <c:dLbl>
              <c:idx val="1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4-7405-42D2-84DE-F8EA208DA7BA}"/>
                </c:ext>
              </c:extLst>
            </c:dLbl>
            <c:dLbl>
              <c:idx val="1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5-7405-42D2-84DE-F8EA208DA7BA}"/>
                </c:ext>
              </c:extLst>
            </c:dLbl>
            <c:dLbl>
              <c:idx val="1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6-7405-42D2-84DE-F8EA208DA7BA}"/>
                </c:ext>
              </c:extLst>
            </c:dLbl>
            <c:dLbl>
              <c:idx val="1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7-7405-42D2-84DE-F8EA208DA7BA}"/>
                </c:ext>
              </c:extLst>
            </c:dLbl>
            <c:dLbl>
              <c:idx val="1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8-7405-42D2-84DE-F8EA208DA7BA}"/>
                </c:ext>
              </c:extLst>
            </c:dLbl>
            <c:dLbl>
              <c:idx val="1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9-7405-42D2-84DE-F8EA208DA7BA}"/>
                </c:ext>
              </c:extLst>
            </c:dLbl>
            <c:dLbl>
              <c:idx val="1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A-7405-42D2-84DE-F8EA208DA7BA}"/>
                </c:ext>
              </c:extLst>
            </c:dLbl>
            <c:dLbl>
              <c:idx val="1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B-7405-42D2-84DE-F8EA208DA7BA}"/>
                </c:ext>
              </c:extLst>
            </c:dLbl>
            <c:dLbl>
              <c:idx val="1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C-7405-42D2-84DE-F8EA208DA7BA}"/>
                </c:ext>
              </c:extLst>
            </c:dLbl>
            <c:dLbl>
              <c:idx val="1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D-7405-42D2-84DE-F8EA208DA7BA}"/>
                </c:ext>
              </c:extLst>
            </c:dLbl>
            <c:dLbl>
              <c:idx val="1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E-7405-42D2-84DE-F8EA208DA7BA}"/>
                </c:ext>
              </c:extLst>
            </c:dLbl>
            <c:dLbl>
              <c:idx val="1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F-7405-42D2-84DE-F8EA208DA7BA}"/>
                </c:ext>
              </c:extLst>
            </c:dLbl>
            <c:dLbl>
              <c:idx val="1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0-7405-42D2-84DE-F8EA208DA7BA}"/>
                </c:ext>
              </c:extLst>
            </c:dLbl>
            <c:dLbl>
              <c:idx val="1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1-7405-42D2-84DE-F8EA208DA7BA}"/>
                </c:ext>
              </c:extLst>
            </c:dLbl>
            <c:dLbl>
              <c:idx val="1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2-7405-42D2-84DE-F8EA208DA7BA}"/>
                </c:ext>
              </c:extLst>
            </c:dLbl>
            <c:dLbl>
              <c:idx val="1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3-7405-42D2-84DE-F8EA208DA7BA}"/>
                </c:ext>
              </c:extLst>
            </c:dLbl>
            <c:dLbl>
              <c:idx val="1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4-7405-42D2-84DE-F8EA208DA7BA}"/>
                </c:ext>
              </c:extLst>
            </c:dLbl>
            <c:dLbl>
              <c:idx val="1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5-7405-42D2-84DE-F8EA208DA7BA}"/>
                </c:ext>
              </c:extLst>
            </c:dLbl>
            <c:dLbl>
              <c:idx val="1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6-7405-42D2-84DE-F8EA208DA7BA}"/>
                </c:ext>
              </c:extLst>
            </c:dLbl>
            <c:dLbl>
              <c:idx val="1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7-7405-42D2-84DE-F8EA208DA7BA}"/>
                </c:ext>
              </c:extLst>
            </c:dLbl>
            <c:dLbl>
              <c:idx val="1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8-7405-42D2-84DE-F8EA208DA7BA}"/>
                </c:ext>
              </c:extLst>
            </c:dLbl>
            <c:dLbl>
              <c:idx val="1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9-7405-42D2-84DE-F8EA208DA7BA}"/>
                </c:ext>
              </c:extLst>
            </c:dLbl>
            <c:dLbl>
              <c:idx val="1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A-7405-42D2-84DE-F8EA208DA7BA}"/>
                </c:ext>
              </c:extLst>
            </c:dLbl>
            <c:dLbl>
              <c:idx val="1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B-7405-42D2-84DE-F8EA208DA7BA}"/>
                </c:ext>
              </c:extLst>
            </c:dLbl>
            <c:dLbl>
              <c:idx val="1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C-7405-42D2-84DE-F8EA208DA7BA}"/>
                </c:ext>
              </c:extLst>
            </c:dLbl>
            <c:dLbl>
              <c:idx val="1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D-7405-42D2-84DE-F8EA208DA7BA}"/>
                </c:ext>
              </c:extLst>
            </c:dLbl>
            <c:dLbl>
              <c:idx val="1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E-7405-42D2-84DE-F8EA208DA7BA}"/>
                </c:ext>
              </c:extLst>
            </c:dLbl>
            <c:dLbl>
              <c:idx val="1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F-7405-42D2-84DE-F8EA208DA7BA}"/>
                </c:ext>
              </c:extLst>
            </c:dLbl>
            <c:dLbl>
              <c:idx val="1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0-7405-42D2-84DE-F8EA208DA7BA}"/>
                </c:ext>
              </c:extLst>
            </c:dLbl>
            <c:dLbl>
              <c:idx val="1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1-7405-42D2-84DE-F8EA208DA7BA}"/>
                </c:ext>
              </c:extLst>
            </c:dLbl>
            <c:dLbl>
              <c:idx val="1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2-7405-42D2-84DE-F8EA208DA7BA}"/>
                </c:ext>
              </c:extLst>
            </c:dLbl>
            <c:dLbl>
              <c:idx val="1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3-7405-42D2-84DE-F8EA208DA7BA}"/>
                </c:ext>
              </c:extLst>
            </c:dLbl>
            <c:dLbl>
              <c:idx val="1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4-7405-42D2-84DE-F8EA208DA7BA}"/>
                </c:ext>
              </c:extLst>
            </c:dLbl>
            <c:dLbl>
              <c:idx val="1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5-7405-42D2-84DE-F8EA208DA7BA}"/>
                </c:ext>
              </c:extLst>
            </c:dLbl>
            <c:dLbl>
              <c:idx val="1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6-7405-42D2-84DE-F8EA208DA7BA}"/>
                </c:ext>
              </c:extLst>
            </c:dLbl>
            <c:dLbl>
              <c:idx val="1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7-7405-42D2-84DE-F8EA208DA7BA}"/>
                </c:ext>
              </c:extLst>
            </c:dLbl>
            <c:dLbl>
              <c:idx val="1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8-7405-42D2-84DE-F8EA208DA7BA}"/>
                </c:ext>
              </c:extLst>
            </c:dLbl>
            <c:dLbl>
              <c:idx val="1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9-7405-42D2-84DE-F8EA208DA7BA}"/>
                </c:ext>
              </c:extLst>
            </c:dLbl>
            <c:dLbl>
              <c:idx val="1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A-7405-42D2-84DE-F8EA208DA7BA}"/>
                </c:ext>
              </c:extLst>
            </c:dLbl>
            <c:dLbl>
              <c:idx val="1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B-7405-42D2-84DE-F8EA208DA7BA}"/>
                </c:ext>
              </c:extLst>
            </c:dLbl>
            <c:dLbl>
              <c:idx val="1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C-7405-42D2-84DE-F8EA208DA7BA}"/>
                </c:ext>
              </c:extLst>
            </c:dLbl>
            <c:dLbl>
              <c:idx val="1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D-7405-42D2-84DE-F8EA208DA7BA}"/>
                </c:ext>
              </c:extLst>
            </c:dLbl>
            <c:dLbl>
              <c:idx val="1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E-7405-42D2-84DE-F8EA208DA7BA}"/>
                </c:ext>
              </c:extLst>
            </c:dLbl>
            <c:dLbl>
              <c:idx val="1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F-7405-42D2-84DE-F8EA208DA7BA}"/>
                </c:ext>
              </c:extLst>
            </c:dLbl>
            <c:dLbl>
              <c:idx val="1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0-7405-42D2-84DE-F8EA208DA7BA}"/>
                </c:ext>
              </c:extLst>
            </c:dLbl>
            <c:dLbl>
              <c:idx val="1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1-7405-42D2-84DE-F8EA208DA7BA}"/>
                </c:ext>
              </c:extLst>
            </c:dLbl>
            <c:dLbl>
              <c:idx val="1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2-7405-42D2-84DE-F8EA208DA7BA}"/>
                </c:ext>
              </c:extLst>
            </c:dLbl>
            <c:dLbl>
              <c:idx val="1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3-7405-42D2-84DE-F8EA208DA7BA}"/>
                </c:ext>
              </c:extLst>
            </c:dLbl>
            <c:dLbl>
              <c:idx val="1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4-7405-42D2-84DE-F8EA208DA7BA}"/>
                </c:ext>
              </c:extLst>
            </c:dLbl>
            <c:dLbl>
              <c:idx val="1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5-7405-42D2-84DE-F8EA208DA7BA}"/>
                </c:ext>
              </c:extLst>
            </c:dLbl>
            <c:dLbl>
              <c:idx val="1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6-7405-42D2-84DE-F8EA208DA7BA}"/>
                </c:ext>
              </c:extLst>
            </c:dLbl>
            <c:dLbl>
              <c:idx val="1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7-7405-42D2-84DE-F8EA208DA7BA}"/>
                </c:ext>
              </c:extLst>
            </c:dLbl>
            <c:dLbl>
              <c:idx val="1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8-7405-42D2-84DE-F8EA208DA7BA}"/>
                </c:ext>
              </c:extLst>
            </c:dLbl>
            <c:dLbl>
              <c:idx val="1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9-7405-42D2-84DE-F8EA208DA7BA}"/>
                </c:ext>
              </c:extLst>
            </c:dLbl>
            <c:dLbl>
              <c:idx val="1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A-7405-42D2-84DE-F8EA208DA7BA}"/>
                </c:ext>
              </c:extLst>
            </c:dLbl>
            <c:dLbl>
              <c:idx val="1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B-7405-42D2-84DE-F8EA208DA7BA}"/>
                </c:ext>
              </c:extLst>
            </c:dLbl>
            <c:dLbl>
              <c:idx val="1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C-7405-42D2-84DE-F8EA208DA7BA}"/>
                </c:ext>
              </c:extLst>
            </c:dLbl>
            <c:dLbl>
              <c:idx val="1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D-7405-42D2-84DE-F8EA208DA7BA}"/>
                </c:ext>
              </c:extLst>
            </c:dLbl>
            <c:dLbl>
              <c:idx val="1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E-7405-42D2-84DE-F8EA208DA7BA}"/>
                </c:ext>
              </c:extLst>
            </c:dLbl>
            <c:dLbl>
              <c:idx val="1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F-7405-42D2-84DE-F8EA208DA7BA}"/>
                </c:ext>
              </c:extLst>
            </c:dLbl>
            <c:dLbl>
              <c:idx val="1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0-7405-42D2-84DE-F8EA208DA7BA}"/>
                </c:ext>
              </c:extLst>
            </c:dLbl>
            <c:dLbl>
              <c:idx val="1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1-7405-42D2-84DE-F8EA208DA7BA}"/>
                </c:ext>
              </c:extLst>
            </c:dLbl>
            <c:dLbl>
              <c:idx val="1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2-7405-42D2-84DE-F8EA208DA7BA}"/>
                </c:ext>
              </c:extLst>
            </c:dLbl>
            <c:dLbl>
              <c:idx val="1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3-7405-42D2-84DE-F8EA208DA7BA}"/>
                </c:ext>
              </c:extLst>
            </c:dLbl>
            <c:dLbl>
              <c:idx val="1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4-7405-42D2-84DE-F8EA208DA7BA}"/>
                </c:ext>
              </c:extLst>
            </c:dLbl>
            <c:dLbl>
              <c:idx val="1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5-7405-42D2-84DE-F8EA208DA7BA}"/>
                </c:ext>
              </c:extLst>
            </c:dLbl>
            <c:dLbl>
              <c:idx val="1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6-7405-42D2-84DE-F8EA208DA7BA}"/>
                </c:ext>
              </c:extLst>
            </c:dLbl>
            <c:dLbl>
              <c:idx val="1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7-7405-42D2-84DE-F8EA208DA7BA}"/>
                </c:ext>
              </c:extLst>
            </c:dLbl>
            <c:dLbl>
              <c:idx val="1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8-7405-42D2-84DE-F8EA208DA7BA}"/>
                </c:ext>
              </c:extLst>
            </c:dLbl>
            <c:dLbl>
              <c:idx val="1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9-7405-42D2-84DE-F8EA208DA7BA}"/>
                </c:ext>
              </c:extLst>
            </c:dLbl>
            <c:dLbl>
              <c:idx val="1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A-7405-42D2-84DE-F8EA208DA7BA}"/>
                </c:ext>
              </c:extLst>
            </c:dLbl>
            <c:dLbl>
              <c:idx val="1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B-7405-42D2-84DE-F8EA208DA7BA}"/>
                </c:ext>
              </c:extLst>
            </c:dLbl>
            <c:dLbl>
              <c:idx val="1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C-7405-42D2-84DE-F8EA208DA7BA}"/>
                </c:ext>
              </c:extLst>
            </c:dLbl>
            <c:dLbl>
              <c:idx val="1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D-7405-42D2-84DE-F8EA208DA7BA}"/>
                </c:ext>
              </c:extLst>
            </c:dLbl>
            <c:dLbl>
              <c:idx val="1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E-7405-42D2-84DE-F8EA208DA7BA}"/>
                </c:ext>
              </c:extLst>
            </c:dLbl>
            <c:dLbl>
              <c:idx val="1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F-7405-42D2-84DE-F8EA208DA7BA}"/>
                </c:ext>
              </c:extLst>
            </c:dLbl>
            <c:dLbl>
              <c:idx val="1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0-7405-42D2-84DE-F8EA208DA7BA}"/>
                </c:ext>
              </c:extLst>
            </c:dLbl>
            <c:dLbl>
              <c:idx val="1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1-7405-42D2-84DE-F8EA208DA7BA}"/>
                </c:ext>
              </c:extLst>
            </c:dLbl>
            <c:dLbl>
              <c:idx val="1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2-7405-42D2-84DE-F8EA208DA7BA}"/>
                </c:ext>
              </c:extLst>
            </c:dLbl>
            <c:dLbl>
              <c:idx val="1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3-7405-42D2-84DE-F8EA208DA7BA}"/>
                </c:ext>
              </c:extLst>
            </c:dLbl>
            <c:dLbl>
              <c:idx val="1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4-7405-42D2-84DE-F8EA208DA7BA}"/>
                </c:ext>
              </c:extLst>
            </c:dLbl>
            <c:dLbl>
              <c:idx val="1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5-7405-42D2-84DE-F8EA208DA7BA}"/>
                </c:ext>
              </c:extLst>
            </c:dLbl>
            <c:dLbl>
              <c:idx val="1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6-7405-42D2-84DE-F8EA208DA7BA}"/>
                </c:ext>
              </c:extLst>
            </c:dLbl>
            <c:dLbl>
              <c:idx val="1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7-7405-42D2-84DE-F8EA208DA7BA}"/>
                </c:ext>
              </c:extLst>
            </c:dLbl>
            <c:dLbl>
              <c:idx val="1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8-7405-42D2-84DE-F8EA208DA7BA}"/>
                </c:ext>
              </c:extLst>
            </c:dLbl>
            <c:dLbl>
              <c:idx val="1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9-7405-42D2-84DE-F8EA208DA7BA}"/>
                </c:ext>
              </c:extLst>
            </c:dLbl>
            <c:dLbl>
              <c:idx val="1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A-7405-42D2-84DE-F8EA208DA7BA}"/>
                </c:ext>
              </c:extLst>
            </c:dLbl>
            <c:dLbl>
              <c:idx val="1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B-7405-42D2-84DE-F8EA208DA7BA}"/>
                </c:ext>
              </c:extLst>
            </c:dLbl>
            <c:dLbl>
              <c:idx val="1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C-7405-42D2-84DE-F8EA208DA7BA}"/>
                </c:ext>
              </c:extLst>
            </c:dLbl>
            <c:dLbl>
              <c:idx val="1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D-7405-42D2-84DE-F8EA208DA7BA}"/>
                </c:ext>
              </c:extLst>
            </c:dLbl>
            <c:dLbl>
              <c:idx val="1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E-7405-42D2-84DE-F8EA208DA7BA}"/>
                </c:ext>
              </c:extLst>
            </c:dLbl>
            <c:dLbl>
              <c:idx val="1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F-7405-42D2-84DE-F8EA208DA7BA}"/>
                </c:ext>
              </c:extLst>
            </c:dLbl>
            <c:dLbl>
              <c:idx val="1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0-7405-42D2-84DE-F8EA208DA7BA}"/>
                </c:ext>
              </c:extLst>
            </c:dLbl>
            <c:dLbl>
              <c:idx val="1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1-7405-42D2-84DE-F8EA208DA7BA}"/>
                </c:ext>
              </c:extLst>
            </c:dLbl>
            <c:dLbl>
              <c:idx val="1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2-7405-42D2-84DE-F8EA208DA7BA}"/>
                </c:ext>
              </c:extLst>
            </c:dLbl>
            <c:dLbl>
              <c:idx val="1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3-7405-42D2-84DE-F8EA208DA7BA}"/>
                </c:ext>
              </c:extLst>
            </c:dLbl>
            <c:dLbl>
              <c:idx val="1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4-7405-42D2-84DE-F8EA208DA7BA}"/>
                </c:ext>
              </c:extLst>
            </c:dLbl>
            <c:dLbl>
              <c:idx val="1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5-7405-42D2-84DE-F8EA208DA7BA}"/>
                </c:ext>
              </c:extLst>
            </c:dLbl>
            <c:dLbl>
              <c:idx val="1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6-7405-42D2-84DE-F8EA208DA7BA}"/>
                </c:ext>
              </c:extLst>
            </c:dLbl>
            <c:dLbl>
              <c:idx val="1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7-7405-42D2-84DE-F8EA208DA7BA}"/>
                </c:ext>
              </c:extLst>
            </c:dLbl>
            <c:dLbl>
              <c:idx val="1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8-7405-42D2-84DE-F8EA208DA7BA}"/>
                </c:ext>
              </c:extLst>
            </c:dLbl>
            <c:dLbl>
              <c:idx val="1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9-7405-42D2-84DE-F8EA208DA7BA}"/>
                </c:ext>
              </c:extLst>
            </c:dLbl>
            <c:dLbl>
              <c:idx val="1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A-7405-42D2-84DE-F8EA208DA7BA}"/>
                </c:ext>
              </c:extLst>
            </c:dLbl>
            <c:dLbl>
              <c:idx val="1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B-7405-42D2-84DE-F8EA208DA7BA}"/>
                </c:ext>
              </c:extLst>
            </c:dLbl>
            <c:dLbl>
              <c:idx val="1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C-7405-42D2-84DE-F8EA208DA7BA}"/>
                </c:ext>
              </c:extLst>
            </c:dLbl>
            <c:dLbl>
              <c:idx val="1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D-7405-42D2-84DE-F8EA208DA7BA}"/>
                </c:ext>
              </c:extLst>
            </c:dLbl>
            <c:dLbl>
              <c:idx val="1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E-7405-42D2-84DE-F8EA208DA7BA}"/>
                </c:ext>
              </c:extLst>
            </c:dLbl>
            <c:dLbl>
              <c:idx val="1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F-7405-42D2-84DE-F8EA208DA7BA}"/>
                </c:ext>
              </c:extLst>
            </c:dLbl>
            <c:dLbl>
              <c:idx val="1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0-7405-42D2-84DE-F8EA208DA7BA}"/>
                </c:ext>
              </c:extLst>
            </c:dLbl>
            <c:dLbl>
              <c:idx val="1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1-7405-42D2-84DE-F8EA208DA7BA}"/>
                </c:ext>
              </c:extLst>
            </c:dLbl>
            <c:dLbl>
              <c:idx val="1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2-7405-42D2-84DE-F8EA208DA7BA}"/>
                </c:ext>
              </c:extLst>
            </c:dLbl>
            <c:dLbl>
              <c:idx val="1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3-7405-42D2-84DE-F8EA208DA7BA}"/>
                </c:ext>
              </c:extLst>
            </c:dLbl>
            <c:dLbl>
              <c:idx val="1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4-7405-42D2-84DE-F8EA208DA7BA}"/>
                </c:ext>
              </c:extLst>
            </c:dLbl>
            <c:dLbl>
              <c:idx val="1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5-7405-42D2-84DE-F8EA208DA7BA}"/>
                </c:ext>
              </c:extLst>
            </c:dLbl>
            <c:dLbl>
              <c:idx val="1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6-7405-42D2-84DE-F8EA208DA7BA}"/>
                </c:ext>
              </c:extLst>
            </c:dLbl>
            <c:dLbl>
              <c:idx val="1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7-7405-42D2-84DE-F8EA208DA7BA}"/>
                </c:ext>
              </c:extLst>
            </c:dLbl>
            <c:dLbl>
              <c:idx val="1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8-7405-42D2-84DE-F8EA208DA7BA}"/>
                </c:ext>
              </c:extLst>
            </c:dLbl>
            <c:dLbl>
              <c:idx val="1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9-7405-42D2-84DE-F8EA208DA7BA}"/>
                </c:ext>
              </c:extLst>
            </c:dLbl>
            <c:dLbl>
              <c:idx val="1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A-7405-42D2-84DE-F8EA208DA7BA}"/>
                </c:ext>
              </c:extLst>
            </c:dLbl>
            <c:dLbl>
              <c:idx val="1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B-7405-42D2-84DE-F8EA208DA7BA}"/>
                </c:ext>
              </c:extLst>
            </c:dLbl>
            <c:dLbl>
              <c:idx val="1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C-7405-42D2-84DE-F8EA208DA7BA}"/>
                </c:ext>
              </c:extLst>
            </c:dLbl>
            <c:dLbl>
              <c:idx val="1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D-7405-42D2-84DE-F8EA208DA7BA}"/>
                </c:ext>
              </c:extLst>
            </c:dLbl>
            <c:dLbl>
              <c:idx val="1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E-7405-42D2-84DE-F8EA208DA7BA}"/>
                </c:ext>
              </c:extLst>
            </c:dLbl>
            <c:dLbl>
              <c:idx val="1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F-7405-42D2-84DE-F8EA208DA7BA}"/>
                </c:ext>
              </c:extLst>
            </c:dLbl>
            <c:dLbl>
              <c:idx val="1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0-7405-42D2-84DE-F8EA208DA7BA}"/>
                </c:ext>
              </c:extLst>
            </c:dLbl>
            <c:dLbl>
              <c:idx val="1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1-7405-42D2-84DE-F8EA208DA7BA}"/>
                </c:ext>
              </c:extLst>
            </c:dLbl>
            <c:dLbl>
              <c:idx val="1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2-7405-42D2-84DE-F8EA208DA7BA}"/>
                </c:ext>
              </c:extLst>
            </c:dLbl>
            <c:dLbl>
              <c:idx val="1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3-7405-42D2-84DE-F8EA208DA7BA}"/>
                </c:ext>
              </c:extLst>
            </c:dLbl>
            <c:dLbl>
              <c:idx val="1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4-7405-42D2-84DE-F8EA208DA7BA}"/>
                </c:ext>
              </c:extLst>
            </c:dLbl>
            <c:dLbl>
              <c:idx val="1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5-7405-42D2-84DE-F8EA208DA7BA}"/>
                </c:ext>
              </c:extLst>
            </c:dLbl>
            <c:dLbl>
              <c:idx val="1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6-7405-42D2-84DE-F8EA208DA7BA}"/>
                </c:ext>
              </c:extLst>
            </c:dLbl>
            <c:dLbl>
              <c:idx val="1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7-7405-42D2-84DE-F8EA208DA7BA}"/>
                </c:ext>
              </c:extLst>
            </c:dLbl>
            <c:dLbl>
              <c:idx val="1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8-7405-42D2-84DE-F8EA208DA7BA}"/>
                </c:ext>
              </c:extLst>
            </c:dLbl>
            <c:dLbl>
              <c:idx val="1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9-7405-42D2-84DE-F8EA208DA7BA}"/>
                </c:ext>
              </c:extLst>
            </c:dLbl>
            <c:dLbl>
              <c:idx val="1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A-7405-42D2-84DE-F8EA208DA7BA}"/>
                </c:ext>
              </c:extLst>
            </c:dLbl>
            <c:dLbl>
              <c:idx val="1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B-7405-42D2-84DE-F8EA208DA7BA}"/>
                </c:ext>
              </c:extLst>
            </c:dLbl>
            <c:dLbl>
              <c:idx val="1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C-7405-42D2-84DE-F8EA208DA7BA}"/>
                </c:ext>
              </c:extLst>
            </c:dLbl>
            <c:dLbl>
              <c:idx val="1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D-7405-42D2-84DE-F8EA208DA7BA}"/>
                </c:ext>
              </c:extLst>
            </c:dLbl>
            <c:dLbl>
              <c:idx val="1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E-7405-42D2-84DE-F8EA208DA7BA}"/>
                </c:ext>
              </c:extLst>
            </c:dLbl>
            <c:dLbl>
              <c:idx val="1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F-7405-42D2-84DE-F8EA208DA7BA}"/>
                </c:ext>
              </c:extLst>
            </c:dLbl>
            <c:dLbl>
              <c:idx val="1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0-7405-42D2-84DE-F8EA208DA7BA}"/>
                </c:ext>
              </c:extLst>
            </c:dLbl>
            <c:dLbl>
              <c:idx val="1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1-7405-42D2-84DE-F8EA208DA7BA}"/>
                </c:ext>
              </c:extLst>
            </c:dLbl>
            <c:dLbl>
              <c:idx val="1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2-7405-42D2-84DE-F8EA208DA7BA}"/>
                </c:ext>
              </c:extLst>
            </c:dLbl>
            <c:dLbl>
              <c:idx val="1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3-7405-42D2-84DE-F8EA208DA7BA}"/>
                </c:ext>
              </c:extLst>
            </c:dLbl>
            <c:dLbl>
              <c:idx val="1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4-7405-42D2-84DE-F8EA208DA7BA}"/>
                </c:ext>
              </c:extLst>
            </c:dLbl>
            <c:dLbl>
              <c:idx val="1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5-7405-42D2-84DE-F8EA208DA7BA}"/>
                </c:ext>
              </c:extLst>
            </c:dLbl>
            <c:dLbl>
              <c:idx val="1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6-7405-42D2-84DE-F8EA208DA7BA}"/>
                </c:ext>
              </c:extLst>
            </c:dLbl>
            <c:dLbl>
              <c:idx val="1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7-7405-42D2-84DE-F8EA208DA7BA}"/>
                </c:ext>
              </c:extLst>
            </c:dLbl>
            <c:dLbl>
              <c:idx val="1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8-7405-42D2-84DE-F8EA208DA7BA}"/>
                </c:ext>
              </c:extLst>
            </c:dLbl>
            <c:dLbl>
              <c:idx val="1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9-7405-42D2-84DE-F8EA208DA7BA}"/>
                </c:ext>
              </c:extLst>
            </c:dLbl>
            <c:dLbl>
              <c:idx val="1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A-7405-42D2-84DE-F8EA208DA7BA}"/>
                </c:ext>
              </c:extLst>
            </c:dLbl>
            <c:dLbl>
              <c:idx val="1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B-7405-42D2-84DE-F8EA208DA7BA}"/>
                </c:ext>
              </c:extLst>
            </c:dLbl>
            <c:dLbl>
              <c:idx val="1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C-7405-42D2-84DE-F8EA208DA7BA}"/>
                </c:ext>
              </c:extLst>
            </c:dLbl>
            <c:dLbl>
              <c:idx val="1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D-7405-42D2-84DE-F8EA208DA7BA}"/>
                </c:ext>
              </c:extLst>
            </c:dLbl>
            <c:dLbl>
              <c:idx val="1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E-7405-42D2-84DE-F8EA208DA7BA}"/>
                </c:ext>
              </c:extLst>
            </c:dLbl>
            <c:dLbl>
              <c:idx val="1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F-7405-42D2-84DE-F8EA208DA7BA}"/>
                </c:ext>
              </c:extLst>
            </c:dLbl>
            <c:dLbl>
              <c:idx val="1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0-7405-42D2-84DE-F8EA208DA7BA}"/>
                </c:ext>
              </c:extLst>
            </c:dLbl>
            <c:dLbl>
              <c:idx val="1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1-7405-42D2-84DE-F8EA208DA7BA}"/>
                </c:ext>
              </c:extLst>
            </c:dLbl>
            <c:dLbl>
              <c:idx val="1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2-7405-42D2-84DE-F8EA208DA7BA}"/>
                </c:ext>
              </c:extLst>
            </c:dLbl>
            <c:dLbl>
              <c:idx val="1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3-7405-42D2-84DE-F8EA208DA7BA}"/>
                </c:ext>
              </c:extLst>
            </c:dLbl>
            <c:dLbl>
              <c:idx val="1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4-7405-42D2-84DE-F8EA208DA7BA}"/>
                </c:ext>
              </c:extLst>
            </c:dLbl>
            <c:dLbl>
              <c:idx val="1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5-7405-42D2-84DE-F8EA208DA7BA}"/>
                </c:ext>
              </c:extLst>
            </c:dLbl>
            <c:dLbl>
              <c:idx val="1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6-7405-42D2-84DE-F8EA208DA7BA}"/>
                </c:ext>
              </c:extLst>
            </c:dLbl>
            <c:dLbl>
              <c:idx val="1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7-7405-42D2-84DE-F8EA208DA7BA}"/>
                </c:ext>
              </c:extLst>
            </c:dLbl>
            <c:dLbl>
              <c:idx val="1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8-7405-42D2-84DE-F8EA208DA7BA}"/>
                </c:ext>
              </c:extLst>
            </c:dLbl>
            <c:dLbl>
              <c:idx val="1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9-7405-42D2-84DE-F8EA208DA7BA}"/>
                </c:ext>
              </c:extLst>
            </c:dLbl>
            <c:dLbl>
              <c:idx val="1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A-7405-42D2-84DE-F8EA208DA7BA}"/>
                </c:ext>
              </c:extLst>
            </c:dLbl>
            <c:dLbl>
              <c:idx val="1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B-7405-42D2-84DE-F8EA208DA7BA}"/>
                </c:ext>
              </c:extLst>
            </c:dLbl>
            <c:dLbl>
              <c:idx val="1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C-7405-42D2-84DE-F8EA208DA7BA}"/>
                </c:ext>
              </c:extLst>
            </c:dLbl>
            <c:dLbl>
              <c:idx val="1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D-7405-42D2-84DE-F8EA208DA7BA}"/>
                </c:ext>
              </c:extLst>
            </c:dLbl>
            <c:dLbl>
              <c:idx val="1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E-7405-42D2-84DE-F8EA208DA7BA}"/>
                </c:ext>
              </c:extLst>
            </c:dLbl>
            <c:dLbl>
              <c:idx val="1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F-7405-42D2-84DE-F8EA208DA7BA}"/>
                </c:ext>
              </c:extLst>
            </c:dLbl>
            <c:dLbl>
              <c:idx val="1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0-7405-42D2-84DE-F8EA208DA7BA}"/>
                </c:ext>
              </c:extLst>
            </c:dLbl>
            <c:dLbl>
              <c:idx val="1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1-7405-42D2-84DE-F8EA208DA7BA}"/>
                </c:ext>
              </c:extLst>
            </c:dLbl>
            <c:dLbl>
              <c:idx val="1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2-7405-42D2-84DE-F8EA208DA7BA}"/>
                </c:ext>
              </c:extLst>
            </c:dLbl>
            <c:dLbl>
              <c:idx val="1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3-7405-42D2-84DE-F8EA208DA7BA}"/>
                </c:ext>
              </c:extLst>
            </c:dLbl>
            <c:dLbl>
              <c:idx val="1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4-7405-42D2-84DE-F8EA208DA7BA}"/>
                </c:ext>
              </c:extLst>
            </c:dLbl>
            <c:dLbl>
              <c:idx val="1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5-7405-42D2-84DE-F8EA208DA7BA}"/>
                </c:ext>
              </c:extLst>
            </c:dLbl>
            <c:dLbl>
              <c:idx val="1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6-7405-42D2-84DE-F8EA208DA7BA}"/>
                </c:ext>
              </c:extLst>
            </c:dLbl>
            <c:dLbl>
              <c:idx val="1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7-7405-42D2-84DE-F8EA208DA7BA}"/>
                </c:ext>
              </c:extLst>
            </c:dLbl>
            <c:dLbl>
              <c:idx val="1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8-7405-42D2-84DE-F8EA208DA7BA}"/>
                </c:ext>
              </c:extLst>
            </c:dLbl>
            <c:dLbl>
              <c:idx val="1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9-7405-42D2-84DE-F8EA208DA7BA}"/>
                </c:ext>
              </c:extLst>
            </c:dLbl>
            <c:dLbl>
              <c:idx val="1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A-7405-42D2-84DE-F8EA208DA7BA}"/>
                </c:ext>
              </c:extLst>
            </c:dLbl>
            <c:dLbl>
              <c:idx val="1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B-7405-42D2-84DE-F8EA208DA7BA}"/>
                </c:ext>
              </c:extLst>
            </c:dLbl>
            <c:dLbl>
              <c:idx val="1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C-7405-42D2-84DE-F8EA208DA7BA}"/>
                </c:ext>
              </c:extLst>
            </c:dLbl>
            <c:dLbl>
              <c:idx val="1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D-7405-42D2-84DE-F8EA208DA7BA}"/>
                </c:ext>
              </c:extLst>
            </c:dLbl>
            <c:dLbl>
              <c:idx val="1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E-7405-42D2-84DE-F8EA208DA7BA}"/>
                </c:ext>
              </c:extLst>
            </c:dLbl>
            <c:dLbl>
              <c:idx val="1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F-7405-42D2-84DE-F8EA208DA7BA}"/>
                </c:ext>
              </c:extLst>
            </c:dLbl>
            <c:dLbl>
              <c:idx val="1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0-7405-42D2-84DE-F8EA208DA7BA}"/>
                </c:ext>
              </c:extLst>
            </c:dLbl>
            <c:dLbl>
              <c:idx val="1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1-7405-42D2-84DE-F8EA208DA7BA}"/>
                </c:ext>
              </c:extLst>
            </c:dLbl>
            <c:dLbl>
              <c:idx val="1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2-7405-42D2-84DE-F8EA208DA7BA}"/>
                </c:ext>
              </c:extLst>
            </c:dLbl>
            <c:dLbl>
              <c:idx val="1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3-7405-42D2-84DE-F8EA208DA7BA}"/>
                </c:ext>
              </c:extLst>
            </c:dLbl>
            <c:dLbl>
              <c:idx val="1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4-7405-42D2-84DE-F8EA208DA7BA}"/>
                </c:ext>
              </c:extLst>
            </c:dLbl>
            <c:dLbl>
              <c:idx val="1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5-7405-42D2-84DE-F8EA208DA7BA}"/>
                </c:ext>
              </c:extLst>
            </c:dLbl>
            <c:dLbl>
              <c:idx val="1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6-7405-42D2-84DE-F8EA208DA7BA}"/>
                </c:ext>
              </c:extLst>
            </c:dLbl>
            <c:dLbl>
              <c:idx val="1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7-7405-42D2-84DE-F8EA208DA7BA}"/>
                </c:ext>
              </c:extLst>
            </c:dLbl>
            <c:dLbl>
              <c:idx val="1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8-7405-42D2-84DE-F8EA208DA7BA}"/>
                </c:ext>
              </c:extLst>
            </c:dLbl>
            <c:dLbl>
              <c:idx val="1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9-7405-42D2-84DE-F8EA208DA7BA}"/>
                </c:ext>
              </c:extLst>
            </c:dLbl>
            <c:dLbl>
              <c:idx val="1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A-7405-42D2-84DE-F8EA208DA7BA}"/>
                </c:ext>
              </c:extLst>
            </c:dLbl>
            <c:dLbl>
              <c:idx val="1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B-7405-42D2-84DE-F8EA208DA7BA}"/>
                </c:ext>
              </c:extLst>
            </c:dLbl>
            <c:dLbl>
              <c:idx val="1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C-7405-42D2-84DE-F8EA208DA7BA}"/>
                </c:ext>
              </c:extLst>
            </c:dLbl>
            <c:dLbl>
              <c:idx val="1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D-7405-42D2-84DE-F8EA208DA7BA}"/>
                </c:ext>
              </c:extLst>
            </c:dLbl>
            <c:dLbl>
              <c:idx val="1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E-7405-42D2-84DE-F8EA208DA7BA}"/>
                </c:ext>
              </c:extLst>
            </c:dLbl>
            <c:dLbl>
              <c:idx val="1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F-7405-42D2-84DE-F8EA208DA7BA}"/>
                </c:ext>
              </c:extLst>
            </c:dLbl>
            <c:dLbl>
              <c:idx val="1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0-7405-42D2-84DE-F8EA208DA7BA}"/>
                </c:ext>
              </c:extLst>
            </c:dLbl>
            <c:dLbl>
              <c:idx val="1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1-7405-42D2-84DE-F8EA208DA7BA}"/>
                </c:ext>
              </c:extLst>
            </c:dLbl>
            <c:dLbl>
              <c:idx val="1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2-7405-42D2-84DE-F8EA208DA7BA}"/>
                </c:ext>
              </c:extLst>
            </c:dLbl>
            <c:dLbl>
              <c:idx val="1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3-7405-42D2-84DE-F8EA208DA7BA}"/>
                </c:ext>
              </c:extLst>
            </c:dLbl>
            <c:dLbl>
              <c:idx val="1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4-7405-42D2-84DE-F8EA208DA7BA}"/>
                </c:ext>
              </c:extLst>
            </c:dLbl>
            <c:dLbl>
              <c:idx val="1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5-7405-42D2-84DE-F8EA208DA7BA}"/>
                </c:ext>
              </c:extLst>
            </c:dLbl>
            <c:dLbl>
              <c:idx val="1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6-7405-42D2-84DE-F8EA208DA7BA}"/>
                </c:ext>
              </c:extLst>
            </c:dLbl>
            <c:dLbl>
              <c:idx val="1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7-7405-42D2-84DE-F8EA208DA7BA}"/>
                </c:ext>
              </c:extLst>
            </c:dLbl>
            <c:dLbl>
              <c:idx val="1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8-7405-42D2-84DE-F8EA208DA7BA}"/>
                </c:ext>
              </c:extLst>
            </c:dLbl>
            <c:dLbl>
              <c:idx val="1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9-7405-42D2-84DE-F8EA208DA7BA}"/>
                </c:ext>
              </c:extLst>
            </c:dLbl>
            <c:dLbl>
              <c:idx val="1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A-7405-42D2-84DE-F8EA208DA7BA}"/>
                </c:ext>
              </c:extLst>
            </c:dLbl>
            <c:dLbl>
              <c:idx val="1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B-7405-42D2-84DE-F8EA208DA7BA}"/>
                </c:ext>
              </c:extLst>
            </c:dLbl>
            <c:dLbl>
              <c:idx val="1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C-7405-42D2-84DE-F8EA208DA7BA}"/>
                </c:ext>
              </c:extLst>
            </c:dLbl>
            <c:dLbl>
              <c:idx val="1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D-7405-42D2-84DE-F8EA208DA7BA}"/>
                </c:ext>
              </c:extLst>
            </c:dLbl>
            <c:dLbl>
              <c:idx val="1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E-7405-42D2-84DE-F8EA208DA7BA}"/>
                </c:ext>
              </c:extLst>
            </c:dLbl>
            <c:dLbl>
              <c:idx val="1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F-7405-42D2-84DE-F8EA208DA7BA}"/>
                </c:ext>
              </c:extLst>
            </c:dLbl>
            <c:dLbl>
              <c:idx val="1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0-7405-42D2-84DE-F8EA208DA7BA}"/>
                </c:ext>
              </c:extLst>
            </c:dLbl>
            <c:dLbl>
              <c:idx val="1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1-7405-42D2-84DE-F8EA208DA7BA}"/>
                </c:ext>
              </c:extLst>
            </c:dLbl>
            <c:dLbl>
              <c:idx val="1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2-7405-42D2-84DE-F8EA208DA7BA}"/>
                </c:ext>
              </c:extLst>
            </c:dLbl>
            <c:dLbl>
              <c:idx val="1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3-7405-42D2-84DE-F8EA208DA7BA}"/>
                </c:ext>
              </c:extLst>
            </c:dLbl>
            <c:dLbl>
              <c:idx val="1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4-7405-42D2-84DE-F8EA208DA7BA}"/>
                </c:ext>
              </c:extLst>
            </c:dLbl>
            <c:dLbl>
              <c:idx val="1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5-7405-42D2-84DE-F8EA208DA7BA}"/>
                </c:ext>
              </c:extLst>
            </c:dLbl>
            <c:dLbl>
              <c:idx val="1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6-7405-42D2-84DE-F8EA208DA7BA}"/>
                </c:ext>
              </c:extLst>
            </c:dLbl>
            <c:dLbl>
              <c:idx val="1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7-7405-42D2-84DE-F8EA208DA7BA}"/>
                </c:ext>
              </c:extLst>
            </c:dLbl>
            <c:dLbl>
              <c:idx val="1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8-7405-42D2-84DE-F8EA208DA7BA}"/>
                </c:ext>
              </c:extLst>
            </c:dLbl>
            <c:dLbl>
              <c:idx val="1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9-7405-42D2-84DE-F8EA208DA7BA}"/>
                </c:ext>
              </c:extLst>
            </c:dLbl>
            <c:dLbl>
              <c:idx val="1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A-7405-42D2-84DE-F8EA208DA7BA}"/>
                </c:ext>
              </c:extLst>
            </c:dLbl>
            <c:dLbl>
              <c:idx val="1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B-7405-42D2-84DE-F8EA208DA7BA}"/>
                </c:ext>
              </c:extLst>
            </c:dLbl>
            <c:dLbl>
              <c:idx val="1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C-7405-42D2-84DE-F8EA208DA7BA}"/>
                </c:ext>
              </c:extLst>
            </c:dLbl>
            <c:dLbl>
              <c:idx val="1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D-7405-42D2-84DE-F8EA208DA7BA}"/>
                </c:ext>
              </c:extLst>
            </c:dLbl>
            <c:dLbl>
              <c:idx val="1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E-7405-42D2-84DE-F8EA208DA7BA}"/>
                </c:ext>
              </c:extLst>
            </c:dLbl>
            <c:dLbl>
              <c:idx val="1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F-7405-42D2-84DE-F8EA208DA7BA}"/>
                </c:ext>
              </c:extLst>
            </c:dLbl>
            <c:dLbl>
              <c:idx val="1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0-7405-42D2-84DE-F8EA208DA7BA}"/>
                </c:ext>
              </c:extLst>
            </c:dLbl>
            <c:dLbl>
              <c:idx val="1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1-7405-42D2-84DE-F8EA208DA7BA}"/>
                </c:ext>
              </c:extLst>
            </c:dLbl>
            <c:dLbl>
              <c:idx val="1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2-7405-42D2-84DE-F8EA208DA7BA}"/>
                </c:ext>
              </c:extLst>
            </c:dLbl>
            <c:dLbl>
              <c:idx val="1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3-7405-42D2-84DE-F8EA208DA7BA}"/>
                </c:ext>
              </c:extLst>
            </c:dLbl>
            <c:dLbl>
              <c:idx val="1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4-7405-42D2-84DE-F8EA208DA7BA}"/>
                </c:ext>
              </c:extLst>
            </c:dLbl>
            <c:dLbl>
              <c:idx val="1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5-7405-42D2-84DE-F8EA208DA7BA}"/>
                </c:ext>
              </c:extLst>
            </c:dLbl>
            <c:dLbl>
              <c:idx val="1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6-7405-42D2-84DE-F8EA208DA7BA}"/>
                </c:ext>
              </c:extLst>
            </c:dLbl>
            <c:dLbl>
              <c:idx val="1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7-7405-42D2-84DE-F8EA208DA7BA}"/>
                </c:ext>
              </c:extLst>
            </c:dLbl>
            <c:dLbl>
              <c:idx val="1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8-7405-42D2-84DE-F8EA208DA7BA}"/>
                </c:ext>
              </c:extLst>
            </c:dLbl>
            <c:dLbl>
              <c:idx val="1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9-7405-42D2-84DE-F8EA208DA7BA}"/>
                </c:ext>
              </c:extLst>
            </c:dLbl>
            <c:dLbl>
              <c:idx val="1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A-7405-42D2-84DE-F8EA208DA7BA}"/>
                </c:ext>
              </c:extLst>
            </c:dLbl>
            <c:dLbl>
              <c:idx val="1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B-7405-42D2-84DE-F8EA208DA7BA}"/>
                </c:ext>
              </c:extLst>
            </c:dLbl>
            <c:dLbl>
              <c:idx val="1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C-7405-42D2-84DE-F8EA208DA7BA}"/>
                </c:ext>
              </c:extLst>
            </c:dLbl>
            <c:dLbl>
              <c:idx val="1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D-7405-42D2-84DE-F8EA208DA7BA}"/>
                </c:ext>
              </c:extLst>
            </c:dLbl>
            <c:dLbl>
              <c:idx val="1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E-7405-42D2-84DE-F8EA208DA7BA}"/>
                </c:ext>
              </c:extLst>
            </c:dLbl>
            <c:dLbl>
              <c:idx val="1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F-7405-42D2-84DE-F8EA208DA7BA}"/>
                </c:ext>
              </c:extLst>
            </c:dLbl>
            <c:dLbl>
              <c:idx val="1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0-7405-42D2-84DE-F8EA208DA7BA}"/>
                </c:ext>
              </c:extLst>
            </c:dLbl>
            <c:dLbl>
              <c:idx val="1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1-7405-42D2-84DE-F8EA208DA7BA}"/>
                </c:ext>
              </c:extLst>
            </c:dLbl>
            <c:dLbl>
              <c:idx val="1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2-7405-42D2-84DE-F8EA208DA7BA}"/>
                </c:ext>
              </c:extLst>
            </c:dLbl>
            <c:dLbl>
              <c:idx val="1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3-7405-42D2-84DE-F8EA208DA7BA}"/>
                </c:ext>
              </c:extLst>
            </c:dLbl>
            <c:dLbl>
              <c:idx val="1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4-7405-42D2-84DE-F8EA208DA7BA}"/>
                </c:ext>
              </c:extLst>
            </c:dLbl>
            <c:dLbl>
              <c:idx val="1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5-7405-42D2-84DE-F8EA208DA7BA}"/>
                </c:ext>
              </c:extLst>
            </c:dLbl>
            <c:dLbl>
              <c:idx val="1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6-7405-42D2-84DE-F8EA208DA7BA}"/>
                </c:ext>
              </c:extLst>
            </c:dLbl>
            <c:dLbl>
              <c:idx val="1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7-7405-42D2-84DE-F8EA208DA7BA}"/>
                </c:ext>
              </c:extLst>
            </c:dLbl>
            <c:dLbl>
              <c:idx val="1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8-7405-42D2-84DE-F8EA208DA7BA}"/>
                </c:ext>
              </c:extLst>
            </c:dLbl>
            <c:dLbl>
              <c:idx val="1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9-7405-42D2-84DE-F8EA208DA7BA}"/>
                </c:ext>
              </c:extLst>
            </c:dLbl>
            <c:dLbl>
              <c:idx val="1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A-7405-42D2-84DE-F8EA208DA7BA}"/>
                </c:ext>
              </c:extLst>
            </c:dLbl>
            <c:dLbl>
              <c:idx val="1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B-7405-42D2-84DE-F8EA208DA7BA}"/>
                </c:ext>
              </c:extLst>
            </c:dLbl>
            <c:dLbl>
              <c:idx val="1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C-7405-42D2-84DE-F8EA208DA7BA}"/>
                </c:ext>
              </c:extLst>
            </c:dLbl>
            <c:dLbl>
              <c:idx val="1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D-7405-42D2-84DE-F8EA208DA7BA}"/>
                </c:ext>
              </c:extLst>
            </c:dLbl>
            <c:dLbl>
              <c:idx val="1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E-7405-42D2-84DE-F8EA208DA7BA}"/>
                </c:ext>
              </c:extLst>
            </c:dLbl>
            <c:dLbl>
              <c:idx val="1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F-7405-42D2-84DE-F8EA208DA7BA}"/>
                </c:ext>
              </c:extLst>
            </c:dLbl>
            <c:dLbl>
              <c:idx val="1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0-7405-42D2-84DE-F8EA208DA7BA}"/>
                </c:ext>
              </c:extLst>
            </c:dLbl>
            <c:dLbl>
              <c:idx val="1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1-7405-42D2-84DE-F8EA208DA7BA}"/>
                </c:ext>
              </c:extLst>
            </c:dLbl>
            <c:dLbl>
              <c:idx val="1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2-7405-42D2-84DE-F8EA208DA7BA}"/>
                </c:ext>
              </c:extLst>
            </c:dLbl>
            <c:dLbl>
              <c:idx val="1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3-7405-42D2-84DE-F8EA208DA7BA}"/>
                </c:ext>
              </c:extLst>
            </c:dLbl>
            <c:dLbl>
              <c:idx val="1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4-7405-42D2-84DE-F8EA208DA7BA}"/>
                </c:ext>
              </c:extLst>
            </c:dLbl>
            <c:dLbl>
              <c:idx val="1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5-7405-42D2-84DE-F8EA208DA7BA}"/>
                </c:ext>
              </c:extLst>
            </c:dLbl>
            <c:dLbl>
              <c:idx val="1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6-7405-42D2-84DE-F8EA208DA7BA}"/>
                </c:ext>
              </c:extLst>
            </c:dLbl>
            <c:dLbl>
              <c:idx val="1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7-7405-42D2-84DE-F8EA208DA7BA}"/>
                </c:ext>
              </c:extLst>
            </c:dLbl>
            <c:dLbl>
              <c:idx val="1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8-7405-42D2-84DE-F8EA208DA7BA}"/>
                </c:ext>
              </c:extLst>
            </c:dLbl>
            <c:dLbl>
              <c:idx val="1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9-7405-42D2-84DE-F8EA208DA7BA}"/>
                </c:ext>
              </c:extLst>
            </c:dLbl>
            <c:dLbl>
              <c:idx val="1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A-7405-42D2-84DE-F8EA208DA7BA}"/>
                </c:ext>
              </c:extLst>
            </c:dLbl>
            <c:dLbl>
              <c:idx val="1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B-7405-42D2-84DE-F8EA208DA7BA}"/>
                </c:ext>
              </c:extLst>
            </c:dLbl>
            <c:dLbl>
              <c:idx val="1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C-7405-42D2-84DE-F8EA208DA7BA}"/>
                </c:ext>
              </c:extLst>
            </c:dLbl>
            <c:dLbl>
              <c:idx val="1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D-7405-42D2-84DE-F8EA208DA7BA}"/>
                </c:ext>
              </c:extLst>
            </c:dLbl>
            <c:dLbl>
              <c:idx val="1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E-7405-42D2-84DE-F8EA208DA7BA}"/>
                </c:ext>
              </c:extLst>
            </c:dLbl>
            <c:dLbl>
              <c:idx val="1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F-7405-42D2-84DE-F8EA208DA7BA}"/>
                </c:ext>
              </c:extLst>
            </c:dLbl>
            <c:dLbl>
              <c:idx val="1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0-7405-42D2-84DE-F8EA208DA7BA}"/>
                </c:ext>
              </c:extLst>
            </c:dLbl>
            <c:dLbl>
              <c:idx val="1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1-7405-42D2-84DE-F8EA208DA7BA}"/>
                </c:ext>
              </c:extLst>
            </c:dLbl>
            <c:dLbl>
              <c:idx val="1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2-7405-42D2-84DE-F8EA208DA7BA}"/>
                </c:ext>
              </c:extLst>
            </c:dLbl>
            <c:dLbl>
              <c:idx val="1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3-7405-42D2-84DE-F8EA208DA7BA}"/>
                </c:ext>
              </c:extLst>
            </c:dLbl>
            <c:dLbl>
              <c:idx val="1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4-7405-42D2-84DE-F8EA208DA7BA}"/>
                </c:ext>
              </c:extLst>
            </c:dLbl>
            <c:dLbl>
              <c:idx val="1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5-7405-42D2-84DE-F8EA208DA7BA}"/>
                </c:ext>
              </c:extLst>
            </c:dLbl>
            <c:dLbl>
              <c:idx val="1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6-7405-42D2-84DE-F8EA208DA7BA}"/>
                </c:ext>
              </c:extLst>
            </c:dLbl>
            <c:dLbl>
              <c:idx val="1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7-7405-42D2-84DE-F8EA208DA7BA}"/>
                </c:ext>
              </c:extLst>
            </c:dLbl>
            <c:dLbl>
              <c:idx val="1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8-7405-42D2-84DE-F8EA208DA7BA}"/>
                </c:ext>
              </c:extLst>
            </c:dLbl>
            <c:dLbl>
              <c:idx val="1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9-7405-42D2-84DE-F8EA208DA7BA}"/>
                </c:ext>
              </c:extLst>
            </c:dLbl>
            <c:dLbl>
              <c:idx val="1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A-7405-42D2-84DE-F8EA208DA7BA}"/>
                </c:ext>
              </c:extLst>
            </c:dLbl>
            <c:dLbl>
              <c:idx val="1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B-7405-42D2-84DE-F8EA208DA7BA}"/>
                </c:ext>
              </c:extLst>
            </c:dLbl>
            <c:dLbl>
              <c:idx val="1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C-7405-42D2-84DE-F8EA208DA7BA}"/>
                </c:ext>
              </c:extLst>
            </c:dLbl>
            <c:dLbl>
              <c:idx val="1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D-7405-42D2-84DE-F8EA208DA7BA}"/>
                </c:ext>
              </c:extLst>
            </c:dLbl>
            <c:dLbl>
              <c:idx val="1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E-7405-42D2-84DE-F8EA208DA7BA}"/>
                </c:ext>
              </c:extLst>
            </c:dLbl>
            <c:dLbl>
              <c:idx val="1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F-7405-42D2-84DE-F8EA208DA7BA}"/>
                </c:ext>
              </c:extLst>
            </c:dLbl>
            <c:dLbl>
              <c:idx val="1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0-7405-42D2-84DE-F8EA208DA7BA}"/>
                </c:ext>
              </c:extLst>
            </c:dLbl>
            <c:dLbl>
              <c:idx val="1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1-7405-42D2-84DE-F8EA208DA7BA}"/>
                </c:ext>
              </c:extLst>
            </c:dLbl>
            <c:dLbl>
              <c:idx val="1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2-7405-42D2-84DE-F8EA208DA7BA}"/>
                </c:ext>
              </c:extLst>
            </c:dLbl>
            <c:dLbl>
              <c:idx val="1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3-7405-42D2-84DE-F8EA208DA7BA}"/>
                </c:ext>
              </c:extLst>
            </c:dLbl>
            <c:dLbl>
              <c:idx val="1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4-7405-42D2-84DE-F8EA208DA7BA}"/>
                </c:ext>
              </c:extLst>
            </c:dLbl>
            <c:dLbl>
              <c:idx val="1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5-7405-42D2-84DE-F8EA208DA7BA}"/>
                </c:ext>
              </c:extLst>
            </c:dLbl>
            <c:dLbl>
              <c:idx val="1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6-7405-42D2-84DE-F8EA208DA7BA}"/>
                </c:ext>
              </c:extLst>
            </c:dLbl>
            <c:dLbl>
              <c:idx val="1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7-7405-42D2-84DE-F8EA208DA7BA}"/>
                </c:ext>
              </c:extLst>
            </c:dLbl>
            <c:dLbl>
              <c:idx val="1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8-7405-42D2-84DE-F8EA208DA7BA}"/>
                </c:ext>
              </c:extLst>
            </c:dLbl>
            <c:dLbl>
              <c:idx val="1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9-7405-42D2-84DE-F8EA208DA7BA}"/>
                </c:ext>
              </c:extLst>
            </c:dLbl>
            <c:dLbl>
              <c:idx val="1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A-7405-42D2-84DE-F8EA208DA7BA}"/>
                </c:ext>
              </c:extLst>
            </c:dLbl>
            <c:dLbl>
              <c:idx val="1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B-7405-42D2-84DE-F8EA208DA7BA}"/>
                </c:ext>
              </c:extLst>
            </c:dLbl>
            <c:dLbl>
              <c:idx val="1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C-7405-42D2-84DE-F8EA208DA7BA}"/>
                </c:ext>
              </c:extLst>
            </c:dLbl>
            <c:dLbl>
              <c:idx val="1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D-7405-42D2-84DE-F8EA208DA7BA}"/>
                </c:ext>
              </c:extLst>
            </c:dLbl>
            <c:dLbl>
              <c:idx val="1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E-7405-42D2-84DE-F8EA208DA7BA}"/>
                </c:ext>
              </c:extLst>
            </c:dLbl>
            <c:dLbl>
              <c:idx val="1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F-7405-42D2-84DE-F8EA208DA7BA}"/>
                </c:ext>
              </c:extLst>
            </c:dLbl>
            <c:dLbl>
              <c:idx val="1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0-7405-42D2-84DE-F8EA208DA7BA}"/>
                </c:ext>
              </c:extLst>
            </c:dLbl>
            <c:dLbl>
              <c:idx val="1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1-7405-42D2-84DE-F8EA208DA7BA}"/>
                </c:ext>
              </c:extLst>
            </c:dLbl>
            <c:dLbl>
              <c:idx val="1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2-7405-42D2-84DE-F8EA208DA7BA}"/>
                </c:ext>
              </c:extLst>
            </c:dLbl>
            <c:dLbl>
              <c:idx val="1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3-7405-42D2-84DE-F8EA208DA7BA}"/>
                </c:ext>
              </c:extLst>
            </c:dLbl>
            <c:dLbl>
              <c:idx val="1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4-7405-42D2-84DE-F8EA208DA7BA}"/>
                </c:ext>
              </c:extLst>
            </c:dLbl>
            <c:dLbl>
              <c:idx val="1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5-7405-42D2-84DE-F8EA208DA7BA}"/>
                </c:ext>
              </c:extLst>
            </c:dLbl>
            <c:dLbl>
              <c:idx val="1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6-7405-42D2-84DE-F8EA208DA7BA}"/>
                </c:ext>
              </c:extLst>
            </c:dLbl>
            <c:dLbl>
              <c:idx val="1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7-7405-42D2-84DE-F8EA208DA7BA}"/>
                </c:ext>
              </c:extLst>
            </c:dLbl>
            <c:dLbl>
              <c:idx val="1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8-7405-42D2-84DE-F8EA208DA7BA}"/>
                </c:ext>
              </c:extLst>
            </c:dLbl>
            <c:dLbl>
              <c:idx val="1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9-7405-42D2-84DE-F8EA208DA7BA}"/>
                </c:ext>
              </c:extLst>
            </c:dLbl>
            <c:dLbl>
              <c:idx val="1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A-7405-42D2-84DE-F8EA208DA7BA}"/>
                </c:ext>
              </c:extLst>
            </c:dLbl>
            <c:dLbl>
              <c:idx val="1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B-7405-42D2-84DE-F8EA208DA7BA}"/>
                </c:ext>
              </c:extLst>
            </c:dLbl>
            <c:dLbl>
              <c:idx val="1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C-7405-42D2-84DE-F8EA208DA7BA}"/>
                </c:ext>
              </c:extLst>
            </c:dLbl>
            <c:dLbl>
              <c:idx val="1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D-7405-42D2-84DE-F8EA208DA7BA}"/>
                </c:ext>
              </c:extLst>
            </c:dLbl>
            <c:dLbl>
              <c:idx val="1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E-7405-42D2-84DE-F8EA208DA7BA}"/>
                </c:ext>
              </c:extLst>
            </c:dLbl>
            <c:dLbl>
              <c:idx val="1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F-7405-42D2-84DE-F8EA208DA7BA}"/>
                </c:ext>
              </c:extLst>
            </c:dLbl>
            <c:dLbl>
              <c:idx val="1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0-7405-42D2-84DE-F8EA208DA7BA}"/>
                </c:ext>
              </c:extLst>
            </c:dLbl>
            <c:dLbl>
              <c:idx val="1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1-7405-42D2-84DE-F8EA208DA7BA}"/>
                </c:ext>
              </c:extLst>
            </c:dLbl>
            <c:dLbl>
              <c:idx val="1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2-7405-42D2-84DE-F8EA208DA7BA}"/>
                </c:ext>
              </c:extLst>
            </c:dLbl>
            <c:dLbl>
              <c:idx val="1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3-7405-42D2-84DE-F8EA208DA7BA}"/>
                </c:ext>
              </c:extLst>
            </c:dLbl>
            <c:dLbl>
              <c:idx val="1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4-7405-42D2-84DE-F8EA208DA7BA}"/>
                </c:ext>
              </c:extLst>
            </c:dLbl>
            <c:dLbl>
              <c:idx val="1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5-7405-42D2-84DE-F8EA208DA7BA}"/>
                </c:ext>
              </c:extLst>
            </c:dLbl>
            <c:dLbl>
              <c:idx val="1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6-7405-42D2-84DE-F8EA208DA7BA}"/>
                </c:ext>
              </c:extLst>
            </c:dLbl>
            <c:dLbl>
              <c:idx val="1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7-7405-42D2-84DE-F8EA208DA7BA}"/>
                </c:ext>
              </c:extLst>
            </c:dLbl>
            <c:dLbl>
              <c:idx val="1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8-7405-42D2-84DE-F8EA208DA7BA}"/>
                </c:ext>
              </c:extLst>
            </c:dLbl>
            <c:dLbl>
              <c:idx val="1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9-7405-42D2-84DE-F8EA208DA7BA}"/>
                </c:ext>
              </c:extLst>
            </c:dLbl>
            <c:dLbl>
              <c:idx val="1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A-7405-42D2-84DE-F8EA208DA7BA}"/>
                </c:ext>
              </c:extLst>
            </c:dLbl>
            <c:dLbl>
              <c:idx val="1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B-7405-42D2-84DE-F8EA208DA7BA}"/>
                </c:ext>
              </c:extLst>
            </c:dLbl>
            <c:dLbl>
              <c:idx val="1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C-7405-42D2-84DE-F8EA208DA7BA}"/>
                </c:ext>
              </c:extLst>
            </c:dLbl>
            <c:dLbl>
              <c:idx val="1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D-7405-42D2-84DE-F8EA208DA7BA}"/>
                </c:ext>
              </c:extLst>
            </c:dLbl>
            <c:dLbl>
              <c:idx val="1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E-7405-42D2-84DE-F8EA208DA7BA}"/>
                </c:ext>
              </c:extLst>
            </c:dLbl>
            <c:dLbl>
              <c:idx val="1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F-7405-42D2-84DE-F8EA208DA7BA}"/>
                </c:ext>
              </c:extLst>
            </c:dLbl>
            <c:dLbl>
              <c:idx val="1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0-7405-42D2-84DE-F8EA208DA7BA}"/>
                </c:ext>
              </c:extLst>
            </c:dLbl>
            <c:dLbl>
              <c:idx val="1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1-7405-42D2-84DE-F8EA208DA7BA}"/>
                </c:ext>
              </c:extLst>
            </c:dLbl>
            <c:dLbl>
              <c:idx val="1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2-7405-42D2-84DE-F8EA208DA7BA}"/>
                </c:ext>
              </c:extLst>
            </c:dLbl>
            <c:dLbl>
              <c:idx val="1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3-7405-42D2-84DE-F8EA208DA7BA}"/>
                </c:ext>
              </c:extLst>
            </c:dLbl>
            <c:dLbl>
              <c:idx val="1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4-7405-42D2-84DE-F8EA208DA7BA}"/>
                </c:ext>
              </c:extLst>
            </c:dLbl>
            <c:dLbl>
              <c:idx val="1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5-7405-42D2-84DE-F8EA208DA7BA}"/>
                </c:ext>
              </c:extLst>
            </c:dLbl>
            <c:dLbl>
              <c:idx val="1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6-7405-42D2-84DE-F8EA208DA7BA}"/>
                </c:ext>
              </c:extLst>
            </c:dLbl>
            <c:dLbl>
              <c:idx val="1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7-7405-42D2-84DE-F8EA208DA7BA}"/>
                </c:ext>
              </c:extLst>
            </c:dLbl>
            <c:dLbl>
              <c:idx val="1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8-7405-42D2-84DE-F8EA208DA7BA}"/>
                </c:ext>
              </c:extLst>
            </c:dLbl>
            <c:dLbl>
              <c:idx val="1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9-7405-42D2-84DE-F8EA208DA7BA}"/>
                </c:ext>
              </c:extLst>
            </c:dLbl>
            <c:dLbl>
              <c:idx val="1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A-7405-42D2-84DE-F8EA208DA7BA}"/>
                </c:ext>
              </c:extLst>
            </c:dLbl>
            <c:dLbl>
              <c:idx val="1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B-7405-42D2-84DE-F8EA208DA7BA}"/>
                </c:ext>
              </c:extLst>
            </c:dLbl>
            <c:dLbl>
              <c:idx val="1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C-7405-42D2-84DE-F8EA208DA7BA}"/>
                </c:ext>
              </c:extLst>
            </c:dLbl>
            <c:dLbl>
              <c:idx val="1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D-7405-42D2-84DE-F8EA208DA7BA}"/>
                </c:ext>
              </c:extLst>
            </c:dLbl>
            <c:dLbl>
              <c:idx val="1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E-7405-42D2-84DE-F8EA208DA7BA}"/>
                </c:ext>
              </c:extLst>
            </c:dLbl>
            <c:dLbl>
              <c:idx val="1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F-7405-42D2-84DE-F8EA208DA7BA}"/>
                </c:ext>
              </c:extLst>
            </c:dLbl>
            <c:dLbl>
              <c:idx val="1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0-7405-42D2-84DE-F8EA208DA7BA}"/>
                </c:ext>
              </c:extLst>
            </c:dLbl>
            <c:dLbl>
              <c:idx val="1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1-7405-42D2-84DE-F8EA208DA7BA}"/>
                </c:ext>
              </c:extLst>
            </c:dLbl>
            <c:dLbl>
              <c:idx val="1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2-7405-42D2-84DE-F8EA208DA7BA}"/>
                </c:ext>
              </c:extLst>
            </c:dLbl>
            <c:dLbl>
              <c:idx val="1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3-7405-42D2-84DE-F8EA208DA7BA}"/>
                </c:ext>
              </c:extLst>
            </c:dLbl>
            <c:dLbl>
              <c:idx val="1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4-7405-42D2-84DE-F8EA208DA7BA}"/>
                </c:ext>
              </c:extLst>
            </c:dLbl>
            <c:dLbl>
              <c:idx val="1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5-7405-42D2-84DE-F8EA208DA7BA}"/>
                </c:ext>
              </c:extLst>
            </c:dLbl>
            <c:dLbl>
              <c:idx val="1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6-7405-42D2-84DE-F8EA208DA7BA}"/>
                </c:ext>
              </c:extLst>
            </c:dLbl>
            <c:dLbl>
              <c:idx val="1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7-7405-42D2-84DE-F8EA208DA7BA}"/>
                </c:ext>
              </c:extLst>
            </c:dLbl>
            <c:dLbl>
              <c:idx val="1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8-7405-42D2-84DE-F8EA208DA7BA}"/>
                </c:ext>
              </c:extLst>
            </c:dLbl>
            <c:dLbl>
              <c:idx val="1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9-7405-42D2-84DE-F8EA208DA7BA}"/>
                </c:ext>
              </c:extLst>
            </c:dLbl>
            <c:dLbl>
              <c:idx val="1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A-7405-42D2-84DE-F8EA208DA7BA}"/>
                </c:ext>
              </c:extLst>
            </c:dLbl>
            <c:dLbl>
              <c:idx val="1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B-7405-42D2-84DE-F8EA208DA7BA}"/>
                </c:ext>
              </c:extLst>
            </c:dLbl>
            <c:dLbl>
              <c:idx val="1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C-7405-42D2-84DE-F8EA208DA7BA}"/>
                </c:ext>
              </c:extLst>
            </c:dLbl>
            <c:dLbl>
              <c:idx val="1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D-7405-42D2-84DE-F8EA208DA7BA}"/>
                </c:ext>
              </c:extLst>
            </c:dLbl>
            <c:dLbl>
              <c:idx val="1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E-7405-42D2-84DE-F8EA208DA7BA}"/>
                </c:ext>
              </c:extLst>
            </c:dLbl>
            <c:dLbl>
              <c:idx val="1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F-7405-42D2-84DE-F8EA208DA7BA}"/>
                </c:ext>
              </c:extLst>
            </c:dLbl>
            <c:dLbl>
              <c:idx val="1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0-7405-42D2-84DE-F8EA208DA7BA}"/>
                </c:ext>
              </c:extLst>
            </c:dLbl>
            <c:dLbl>
              <c:idx val="1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1-7405-42D2-84DE-F8EA208DA7BA}"/>
                </c:ext>
              </c:extLst>
            </c:dLbl>
            <c:dLbl>
              <c:idx val="1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2-7405-42D2-84DE-F8EA208DA7BA}"/>
                </c:ext>
              </c:extLst>
            </c:dLbl>
            <c:dLbl>
              <c:idx val="1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3-7405-42D2-84DE-F8EA208DA7BA}"/>
                </c:ext>
              </c:extLst>
            </c:dLbl>
            <c:dLbl>
              <c:idx val="1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4-7405-42D2-84DE-F8EA208DA7BA}"/>
                </c:ext>
              </c:extLst>
            </c:dLbl>
            <c:dLbl>
              <c:idx val="1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5-7405-42D2-84DE-F8EA208DA7BA}"/>
                </c:ext>
              </c:extLst>
            </c:dLbl>
            <c:dLbl>
              <c:idx val="1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6-7405-42D2-84DE-F8EA208DA7BA}"/>
                </c:ext>
              </c:extLst>
            </c:dLbl>
            <c:dLbl>
              <c:idx val="1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7-7405-42D2-84DE-F8EA208DA7BA}"/>
                </c:ext>
              </c:extLst>
            </c:dLbl>
            <c:dLbl>
              <c:idx val="1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8-7405-42D2-84DE-F8EA208DA7BA}"/>
                </c:ext>
              </c:extLst>
            </c:dLbl>
            <c:dLbl>
              <c:idx val="1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9-7405-42D2-84DE-F8EA208DA7BA}"/>
                </c:ext>
              </c:extLst>
            </c:dLbl>
            <c:dLbl>
              <c:idx val="1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A-7405-42D2-84DE-F8EA208DA7BA}"/>
                </c:ext>
              </c:extLst>
            </c:dLbl>
            <c:dLbl>
              <c:idx val="1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B-7405-42D2-84DE-F8EA208DA7BA}"/>
                </c:ext>
              </c:extLst>
            </c:dLbl>
            <c:dLbl>
              <c:idx val="1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C-7405-42D2-84DE-F8EA208DA7BA}"/>
                </c:ext>
              </c:extLst>
            </c:dLbl>
            <c:dLbl>
              <c:idx val="1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D-7405-42D2-84DE-F8EA208DA7BA}"/>
                </c:ext>
              </c:extLst>
            </c:dLbl>
            <c:dLbl>
              <c:idx val="1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E-7405-42D2-84DE-F8EA208DA7BA}"/>
                </c:ext>
              </c:extLst>
            </c:dLbl>
            <c:dLbl>
              <c:idx val="1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F-7405-42D2-84DE-F8EA208DA7BA}"/>
                </c:ext>
              </c:extLst>
            </c:dLbl>
            <c:dLbl>
              <c:idx val="1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0-7405-42D2-84DE-F8EA208DA7BA}"/>
                </c:ext>
              </c:extLst>
            </c:dLbl>
            <c:dLbl>
              <c:idx val="1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1-7405-42D2-84DE-F8EA208DA7BA}"/>
                </c:ext>
              </c:extLst>
            </c:dLbl>
            <c:dLbl>
              <c:idx val="1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2-7405-42D2-84DE-F8EA208DA7BA}"/>
                </c:ext>
              </c:extLst>
            </c:dLbl>
            <c:dLbl>
              <c:idx val="1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3-7405-42D2-84DE-F8EA208DA7BA}"/>
                </c:ext>
              </c:extLst>
            </c:dLbl>
            <c:dLbl>
              <c:idx val="1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4-7405-42D2-84DE-F8EA208DA7BA}"/>
                </c:ext>
              </c:extLst>
            </c:dLbl>
            <c:dLbl>
              <c:idx val="1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5-7405-42D2-84DE-F8EA208DA7BA}"/>
                </c:ext>
              </c:extLst>
            </c:dLbl>
            <c:dLbl>
              <c:idx val="1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6-7405-42D2-84DE-F8EA208DA7BA}"/>
                </c:ext>
              </c:extLst>
            </c:dLbl>
            <c:dLbl>
              <c:idx val="1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7-7405-42D2-84DE-F8EA208DA7BA}"/>
                </c:ext>
              </c:extLst>
            </c:dLbl>
            <c:dLbl>
              <c:idx val="1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8-7405-42D2-84DE-F8EA208DA7BA}"/>
                </c:ext>
              </c:extLst>
            </c:dLbl>
            <c:dLbl>
              <c:idx val="1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9-7405-42D2-84DE-F8EA208DA7BA}"/>
                </c:ext>
              </c:extLst>
            </c:dLbl>
            <c:dLbl>
              <c:idx val="1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A-7405-42D2-84DE-F8EA208DA7BA}"/>
                </c:ext>
              </c:extLst>
            </c:dLbl>
            <c:dLbl>
              <c:idx val="1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B-7405-42D2-84DE-F8EA208DA7BA}"/>
                </c:ext>
              </c:extLst>
            </c:dLbl>
            <c:dLbl>
              <c:idx val="1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C-7405-42D2-84DE-F8EA208DA7BA}"/>
                </c:ext>
              </c:extLst>
            </c:dLbl>
            <c:dLbl>
              <c:idx val="1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D-7405-42D2-84DE-F8EA208DA7BA}"/>
                </c:ext>
              </c:extLst>
            </c:dLbl>
            <c:dLbl>
              <c:idx val="1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E-7405-42D2-84DE-F8EA208DA7BA}"/>
                </c:ext>
              </c:extLst>
            </c:dLbl>
            <c:dLbl>
              <c:idx val="1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F-7405-42D2-84DE-F8EA208DA7BA}"/>
                </c:ext>
              </c:extLst>
            </c:dLbl>
            <c:dLbl>
              <c:idx val="1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0-7405-42D2-84DE-F8EA208DA7BA}"/>
                </c:ext>
              </c:extLst>
            </c:dLbl>
            <c:dLbl>
              <c:idx val="1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1-7405-42D2-84DE-F8EA208DA7BA}"/>
                </c:ext>
              </c:extLst>
            </c:dLbl>
            <c:dLbl>
              <c:idx val="1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2-7405-42D2-84DE-F8EA208DA7BA}"/>
                </c:ext>
              </c:extLst>
            </c:dLbl>
            <c:dLbl>
              <c:idx val="1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3-7405-42D2-84DE-F8EA208DA7BA}"/>
                </c:ext>
              </c:extLst>
            </c:dLbl>
            <c:dLbl>
              <c:idx val="1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4-7405-42D2-84DE-F8EA208DA7BA}"/>
                </c:ext>
              </c:extLst>
            </c:dLbl>
            <c:dLbl>
              <c:idx val="1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5-7405-42D2-84DE-F8EA208DA7BA}"/>
                </c:ext>
              </c:extLst>
            </c:dLbl>
            <c:dLbl>
              <c:idx val="1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6-7405-42D2-84DE-F8EA208DA7BA}"/>
                </c:ext>
              </c:extLst>
            </c:dLbl>
            <c:dLbl>
              <c:idx val="1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7-7405-42D2-84DE-F8EA208DA7BA}"/>
                </c:ext>
              </c:extLst>
            </c:dLbl>
            <c:dLbl>
              <c:idx val="1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8-7405-42D2-84DE-F8EA208DA7BA}"/>
                </c:ext>
              </c:extLst>
            </c:dLbl>
            <c:dLbl>
              <c:idx val="1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9-7405-42D2-84DE-F8EA208DA7BA}"/>
                </c:ext>
              </c:extLst>
            </c:dLbl>
            <c:dLbl>
              <c:idx val="1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A-7405-42D2-84DE-F8EA208DA7BA}"/>
                </c:ext>
              </c:extLst>
            </c:dLbl>
            <c:dLbl>
              <c:idx val="1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B-7405-42D2-84DE-F8EA208DA7BA}"/>
                </c:ext>
              </c:extLst>
            </c:dLbl>
            <c:dLbl>
              <c:idx val="1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C-7405-42D2-84DE-F8EA208DA7BA}"/>
                </c:ext>
              </c:extLst>
            </c:dLbl>
            <c:dLbl>
              <c:idx val="1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D-7405-42D2-84DE-F8EA208DA7BA}"/>
                </c:ext>
              </c:extLst>
            </c:dLbl>
            <c:dLbl>
              <c:idx val="1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E-7405-42D2-84DE-F8EA208DA7BA}"/>
                </c:ext>
              </c:extLst>
            </c:dLbl>
            <c:dLbl>
              <c:idx val="1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F-7405-42D2-84DE-F8EA208DA7BA}"/>
                </c:ext>
              </c:extLst>
            </c:dLbl>
            <c:dLbl>
              <c:idx val="1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0-7405-42D2-84DE-F8EA208DA7BA}"/>
                </c:ext>
              </c:extLst>
            </c:dLbl>
            <c:dLbl>
              <c:idx val="1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1-7405-42D2-84DE-F8EA208DA7BA}"/>
                </c:ext>
              </c:extLst>
            </c:dLbl>
            <c:dLbl>
              <c:idx val="1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2-7405-42D2-84DE-F8EA208DA7BA}"/>
                </c:ext>
              </c:extLst>
            </c:dLbl>
            <c:dLbl>
              <c:idx val="1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3-7405-42D2-84DE-F8EA208DA7BA}"/>
                </c:ext>
              </c:extLst>
            </c:dLbl>
            <c:dLbl>
              <c:idx val="1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4-7405-42D2-84DE-F8EA208DA7BA}"/>
                </c:ext>
              </c:extLst>
            </c:dLbl>
            <c:dLbl>
              <c:idx val="1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5-7405-42D2-84DE-F8EA208DA7BA}"/>
                </c:ext>
              </c:extLst>
            </c:dLbl>
            <c:dLbl>
              <c:idx val="1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6-7405-42D2-84DE-F8EA208DA7BA}"/>
                </c:ext>
              </c:extLst>
            </c:dLbl>
            <c:dLbl>
              <c:idx val="1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7-7405-42D2-84DE-F8EA208DA7BA}"/>
                </c:ext>
              </c:extLst>
            </c:dLbl>
            <c:dLbl>
              <c:idx val="1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8-7405-42D2-84DE-F8EA208DA7BA}"/>
                </c:ext>
              </c:extLst>
            </c:dLbl>
            <c:dLbl>
              <c:idx val="1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9-7405-42D2-84DE-F8EA208DA7BA}"/>
                </c:ext>
              </c:extLst>
            </c:dLbl>
            <c:dLbl>
              <c:idx val="1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A-7405-42D2-84DE-F8EA208DA7BA}"/>
                </c:ext>
              </c:extLst>
            </c:dLbl>
            <c:dLbl>
              <c:idx val="1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B-7405-42D2-84DE-F8EA208DA7BA}"/>
                </c:ext>
              </c:extLst>
            </c:dLbl>
            <c:dLbl>
              <c:idx val="1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C-7405-42D2-84DE-F8EA208DA7BA}"/>
                </c:ext>
              </c:extLst>
            </c:dLbl>
            <c:dLbl>
              <c:idx val="1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D-7405-42D2-84DE-F8EA208DA7BA}"/>
                </c:ext>
              </c:extLst>
            </c:dLbl>
            <c:dLbl>
              <c:idx val="1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E-7405-42D2-84DE-F8EA208DA7BA}"/>
                </c:ext>
              </c:extLst>
            </c:dLbl>
            <c:dLbl>
              <c:idx val="1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F-7405-42D2-84DE-F8EA208DA7BA}"/>
                </c:ext>
              </c:extLst>
            </c:dLbl>
            <c:dLbl>
              <c:idx val="1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0-7405-42D2-84DE-F8EA208DA7BA}"/>
                </c:ext>
              </c:extLst>
            </c:dLbl>
            <c:dLbl>
              <c:idx val="1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1-7405-42D2-84DE-F8EA208DA7BA}"/>
                </c:ext>
              </c:extLst>
            </c:dLbl>
            <c:dLbl>
              <c:idx val="1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2-7405-42D2-84DE-F8EA208DA7BA}"/>
                </c:ext>
              </c:extLst>
            </c:dLbl>
            <c:dLbl>
              <c:idx val="1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3-7405-42D2-84DE-F8EA208DA7BA}"/>
                </c:ext>
              </c:extLst>
            </c:dLbl>
            <c:dLbl>
              <c:idx val="1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4-7405-42D2-84DE-F8EA208DA7BA}"/>
                </c:ext>
              </c:extLst>
            </c:dLbl>
            <c:dLbl>
              <c:idx val="1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5-7405-42D2-84DE-F8EA208DA7BA}"/>
                </c:ext>
              </c:extLst>
            </c:dLbl>
            <c:dLbl>
              <c:idx val="1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6-7405-42D2-84DE-F8EA208DA7BA}"/>
                </c:ext>
              </c:extLst>
            </c:dLbl>
            <c:dLbl>
              <c:idx val="1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7-7405-42D2-84DE-F8EA208DA7BA}"/>
                </c:ext>
              </c:extLst>
            </c:dLbl>
            <c:dLbl>
              <c:idx val="1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8-7405-42D2-84DE-F8EA208DA7BA}"/>
                </c:ext>
              </c:extLst>
            </c:dLbl>
            <c:dLbl>
              <c:idx val="1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9-7405-42D2-84DE-F8EA208DA7BA}"/>
                </c:ext>
              </c:extLst>
            </c:dLbl>
            <c:dLbl>
              <c:idx val="1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A-7405-42D2-84DE-F8EA208DA7BA}"/>
                </c:ext>
              </c:extLst>
            </c:dLbl>
            <c:dLbl>
              <c:idx val="1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B-7405-42D2-84DE-F8EA208DA7BA}"/>
                </c:ext>
              </c:extLst>
            </c:dLbl>
            <c:dLbl>
              <c:idx val="1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C-7405-42D2-84DE-F8EA208DA7BA}"/>
                </c:ext>
              </c:extLst>
            </c:dLbl>
            <c:dLbl>
              <c:idx val="1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D-7405-42D2-84DE-F8EA208DA7BA}"/>
                </c:ext>
              </c:extLst>
            </c:dLbl>
            <c:dLbl>
              <c:idx val="1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E-7405-42D2-84DE-F8EA208DA7BA}"/>
                </c:ext>
              </c:extLst>
            </c:dLbl>
            <c:dLbl>
              <c:idx val="1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F-7405-42D2-84DE-F8EA208DA7BA}"/>
                </c:ext>
              </c:extLst>
            </c:dLbl>
            <c:dLbl>
              <c:idx val="1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0-7405-42D2-84DE-F8EA208DA7BA}"/>
                </c:ext>
              </c:extLst>
            </c:dLbl>
            <c:dLbl>
              <c:idx val="1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1-7405-42D2-84DE-F8EA208DA7BA}"/>
                </c:ext>
              </c:extLst>
            </c:dLbl>
            <c:dLbl>
              <c:idx val="1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2-7405-42D2-84DE-F8EA208DA7BA}"/>
                </c:ext>
              </c:extLst>
            </c:dLbl>
            <c:dLbl>
              <c:idx val="1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3-7405-42D2-84DE-F8EA208DA7BA}"/>
                </c:ext>
              </c:extLst>
            </c:dLbl>
            <c:dLbl>
              <c:idx val="1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4-7405-42D2-84DE-F8EA208DA7BA}"/>
                </c:ext>
              </c:extLst>
            </c:dLbl>
            <c:dLbl>
              <c:idx val="1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5-7405-42D2-84DE-F8EA208DA7BA}"/>
                </c:ext>
              </c:extLst>
            </c:dLbl>
            <c:dLbl>
              <c:idx val="1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6-7405-42D2-84DE-F8EA208DA7BA}"/>
                </c:ext>
              </c:extLst>
            </c:dLbl>
            <c:dLbl>
              <c:idx val="1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7-7405-42D2-84DE-F8EA208DA7BA}"/>
                </c:ext>
              </c:extLst>
            </c:dLbl>
            <c:dLbl>
              <c:idx val="1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8-7405-42D2-84DE-F8EA208DA7BA}"/>
                </c:ext>
              </c:extLst>
            </c:dLbl>
            <c:dLbl>
              <c:idx val="1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9-7405-42D2-84DE-F8EA208DA7BA}"/>
                </c:ext>
              </c:extLst>
            </c:dLbl>
            <c:dLbl>
              <c:idx val="1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A-7405-42D2-84DE-F8EA208DA7BA}"/>
                </c:ext>
              </c:extLst>
            </c:dLbl>
            <c:dLbl>
              <c:idx val="1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B-7405-42D2-84DE-F8EA208DA7BA}"/>
                </c:ext>
              </c:extLst>
            </c:dLbl>
            <c:dLbl>
              <c:idx val="1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C-7405-42D2-84DE-F8EA208DA7BA}"/>
                </c:ext>
              </c:extLst>
            </c:dLbl>
            <c:dLbl>
              <c:idx val="1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D-7405-42D2-84DE-F8EA208DA7BA}"/>
                </c:ext>
              </c:extLst>
            </c:dLbl>
            <c:dLbl>
              <c:idx val="1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E-7405-42D2-84DE-F8EA208DA7BA}"/>
                </c:ext>
              </c:extLst>
            </c:dLbl>
            <c:dLbl>
              <c:idx val="1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F-7405-42D2-84DE-F8EA208DA7BA}"/>
                </c:ext>
              </c:extLst>
            </c:dLbl>
            <c:dLbl>
              <c:idx val="1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0-7405-42D2-84DE-F8EA208DA7BA}"/>
                </c:ext>
              </c:extLst>
            </c:dLbl>
            <c:dLbl>
              <c:idx val="1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1-7405-42D2-84DE-F8EA208DA7BA}"/>
                </c:ext>
              </c:extLst>
            </c:dLbl>
            <c:dLbl>
              <c:idx val="1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2-7405-42D2-84DE-F8EA208DA7BA}"/>
                </c:ext>
              </c:extLst>
            </c:dLbl>
            <c:dLbl>
              <c:idx val="1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3-7405-42D2-84DE-F8EA208DA7BA}"/>
                </c:ext>
              </c:extLst>
            </c:dLbl>
            <c:dLbl>
              <c:idx val="1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4-7405-42D2-84DE-F8EA208DA7BA}"/>
                </c:ext>
              </c:extLst>
            </c:dLbl>
            <c:dLbl>
              <c:idx val="1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5-7405-42D2-84DE-F8EA208DA7BA}"/>
                </c:ext>
              </c:extLst>
            </c:dLbl>
            <c:dLbl>
              <c:idx val="1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6-7405-42D2-84DE-F8EA208DA7BA}"/>
                </c:ext>
              </c:extLst>
            </c:dLbl>
            <c:dLbl>
              <c:idx val="1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7-7405-42D2-84DE-F8EA208DA7BA}"/>
                </c:ext>
              </c:extLst>
            </c:dLbl>
            <c:dLbl>
              <c:idx val="1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8-7405-42D2-84DE-F8EA208DA7BA}"/>
                </c:ext>
              </c:extLst>
            </c:dLbl>
            <c:dLbl>
              <c:idx val="1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9-7405-42D2-84DE-F8EA208DA7BA}"/>
                </c:ext>
              </c:extLst>
            </c:dLbl>
            <c:dLbl>
              <c:idx val="1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A-7405-42D2-84DE-F8EA208DA7BA}"/>
                </c:ext>
              </c:extLst>
            </c:dLbl>
            <c:dLbl>
              <c:idx val="1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B-7405-42D2-84DE-F8EA208DA7BA}"/>
                </c:ext>
              </c:extLst>
            </c:dLbl>
            <c:dLbl>
              <c:idx val="1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C-7405-42D2-84DE-F8EA208DA7BA}"/>
                </c:ext>
              </c:extLst>
            </c:dLbl>
            <c:dLbl>
              <c:idx val="1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D-7405-42D2-84DE-F8EA208DA7BA}"/>
                </c:ext>
              </c:extLst>
            </c:dLbl>
            <c:dLbl>
              <c:idx val="1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E-7405-42D2-84DE-F8EA208DA7BA}"/>
                </c:ext>
              </c:extLst>
            </c:dLbl>
            <c:dLbl>
              <c:idx val="1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F-7405-42D2-84DE-F8EA208DA7BA}"/>
                </c:ext>
              </c:extLst>
            </c:dLbl>
            <c:dLbl>
              <c:idx val="1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0-7405-42D2-84DE-F8EA208DA7BA}"/>
                </c:ext>
              </c:extLst>
            </c:dLbl>
            <c:dLbl>
              <c:idx val="1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1-7405-42D2-84DE-F8EA208DA7BA}"/>
                </c:ext>
              </c:extLst>
            </c:dLbl>
            <c:dLbl>
              <c:idx val="1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2-7405-42D2-84DE-F8EA208DA7BA}"/>
                </c:ext>
              </c:extLst>
            </c:dLbl>
            <c:dLbl>
              <c:idx val="1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3-7405-42D2-84DE-F8EA208DA7BA}"/>
                </c:ext>
              </c:extLst>
            </c:dLbl>
            <c:dLbl>
              <c:idx val="1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4-7405-42D2-84DE-F8EA208DA7BA}"/>
                </c:ext>
              </c:extLst>
            </c:dLbl>
            <c:dLbl>
              <c:idx val="1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5-7405-42D2-84DE-F8EA208DA7BA}"/>
                </c:ext>
              </c:extLst>
            </c:dLbl>
            <c:dLbl>
              <c:idx val="1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6-7405-42D2-84DE-F8EA208DA7BA}"/>
                </c:ext>
              </c:extLst>
            </c:dLbl>
            <c:dLbl>
              <c:idx val="1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7-7405-42D2-84DE-F8EA208DA7BA}"/>
                </c:ext>
              </c:extLst>
            </c:dLbl>
            <c:dLbl>
              <c:idx val="1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8-7405-42D2-84DE-F8EA208DA7BA}"/>
                </c:ext>
              </c:extLst>
            </c:dLbl>
            <c:dLbl>
              <c:idx val="1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9-7405-42D2-84DE-F8EA208DA7BA}"/>
                </c:ext>
              </c:extLst>
            </c:dLbl>
            <c:dLbl>
              <c:idx val="1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A-7405-42D2-84DE-F8EA208DA7BA}"/>
                </c:ext>
              </c:extLst>
            </c:dLbl>
            <c:dLbl>
              <c:idx val="1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B-7405-42D2-84DE-F8EA208DA7BA}"/>
                </c:ext>
              </c:extLst>
            </c:dLbl>
            <c:dLbl>
              <c:idx val="1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C-7405-42D2-84DE-F8EA208DA7BA}"/>
                </c:ext>
              </c:extLst>
            </c:dLbl>
            <c:dLbl>
              <c:idx val="1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D-7405-42D2-84DE-F8EA208DA7BA}"/>
                </c:ext>
              </c:extLst>
            </c:dLbl>
            <c:dLbl>
              <c:idx val="1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E-7405-42D2-84DE-F8EA208DA7BA}"/>
                </c:ext>
              </c:extLst>
            </c:dLbl>
            <c:dLbl>
              <c:idx val="1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F-7405-42D2-84DE-F8EA208DA7BA}"/>
                </c:ext>
              </c:extLst>
            </c:dLbl>
            <c:dLbl>
              <c:idx val="1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0-7405-42D2-84DE-F8EA208DA7BA}"/>
                </c:ext>
              </c:extLst>
            </c:dLbl>
            <c:dLbl>
              <c:idx val="1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1-7405-42D2-84DE-F8EA208DA7BA}"/>
                </c:ext>
              </c:extLst>
            </c:dLbl>
            <c:dLbl>
              <c:idx val="1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2-7405-42D2-84DE-F8EA208DA7BA}"/>
                </c:ext>
              </c:extLst>
            </c:dLbl>
            <c:dLbl>
              <c:idx val="1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3-7405-42D2-84DE-F8EA208DA7BA}"/>
                </c:ext>
              </c:extLst>
            </c:dLbl>
            <c:dLbl>
              <c:idx val="1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4-7405-42D2-84DE-F8EA208DA7BA}"/>
                </c:ext>
              </c:extLst>
            </c:dLbl>
            <c:dLbl>
              <c:idx val="1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5-7405-42D2-84DE-F8EA208DA7BA}"/>
                </c:ext>
              </c:extLst>
            </c:dLbl>
            <c:dLbl>
              <c:idx val="1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6-7405-42D2-84DE-F8EA208DA7BA}"/>
                </c:ext>
              </c:extLst>
            </c:dLbl>
            <c:dLbl>
              <c:idx val="1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7-7405-42D2-84DE-F8EA208DA7BA}"/>
                </c:ext>
              </c:extLst>
            </c:dLbl>
            <c:dLbl>
              <c:idx val="1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8-7405-42D2-84DE-F8EA208DA7BA}"/>
                </c:ext>
              </c:extLst>
            </c:dLbl>
            <c:dLbl>
              <c:idx val="1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9-7405-42D2-84DE-F8EA208DA7BA}"/>
                </c:ext>
              </c:extLst>
            </c:dLbl>
            <c:dLbl>
              <c:idx val="1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A-7405-42D2-84DE-F8EA208DA7BA}"/>
                </c:ext>
              </c:extLst>
            </c:dLbl>
            <c:dLbl>
              <c:idx val="1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B-7405-42D2-84DE-F8EA208DA7BA}"/>
                </c:ext>
              </c:extLst>
            </c:dLbl>
            <c:dLbl>
              <c:idx val="1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C-7405-42D2-84DE-F8EA208DA7BA}"/>
                </c:ext>
              </c:extLst>
            </c:dLbl>
            <c:dLbl>
              <c:idx val="1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D-7405-42D2-84DE-F8EA208DA7BA}"/>
                </c:ext>
              </c:extLst>
            </c:dLbl>
            <c:dLbl>
              <c:idx val="1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E-7405-42D2-84DE-F8EA208DA7BA}"/>
                </c:ext>
              </c:extLst>
            </c:dLbl>
            <c:dLbl>
              <c:idx val="1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F-7405-42D2-84DE-F8EA208DA7BA}"/>
                </c:ext>
              </c:extLst>
            </c:dLbl>
            <c:dLbl>
              <c:idx val="1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0-7405-42D2-84DE-F8EA208DA7BA}"/>
                </c:ext>
              </c:extLst>
            </c:dLbl>
            <c:dLbl>
              <c:idx val="1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1-7405-42D2-84DE-F8EA208DA7BA}"/>
                </c:ext>
              </c:extLst>
            </c:dLbl>
            <c:dLbl>
              <c:idx val="1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2-7405-42D2-84DE-F8EA208DA7BA}"/>
                </c:ext>
              </c:extLst>
            </c:dLbl>
            <c:dLbl>
              <c:idx val="1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3-7405-42D2-84DE-F8EA208DA7BA}"/>
                </c:ext>
              </c:extLst>
            </c:dLbl>
            <c:dLbl>
              <c:idx val="1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4-7405-42D2-84DE-F8EA208DA7BA}"/>
                </c:ext>
              </c:extLst>
            </c:dLbl>
            <c:dLbl>
              <c:idx val="1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5-7405-42D2-84DE-F8EA208DA7BA}"/>
                </c:ext>
              </c:extLst>
            </c:dLbl>
            <c:dLbl>
              <c:idx val="1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6-7405-42D2-84DE-F8EA208DA7BA}"/>
                </c:ext>
              </c:extLst>
            </c:dLbl>
            <c:dLbl>
              <c:idx val="1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7-7405-42D2-84DE-F8EA208DA7BA}"/>
                </c:ext>
              </c:extLst>
            </c:dLbl>
            <c:dLbl>
              <c:idx val="1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8-7405-42D2-84DE-F8EA208DA7BA}"/>
                </c:ext>
              </c:extLst>
            </c:dLbl>
            <c:dLbl>
              <c:idx val="1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9-7405-42D2-84DE-F8EA208DA7BA}"/>
                </c:ext>
              </c:extLst>
            </c:dLbl>
            <c:dLbl>
              <c:idx val="1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A-7405-42D2-84DE-F8EA208DA7BA}"/>
                </c:ext>
              </c:extLst>
            </c:dLbl>
            <c:dLbl>
              <c:idx val="1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B-7405-42D2-84DE-F8EA208DA7BA}"/>
                </c:ext>
              </c:extLst>
            </c:dLbl>
            <c:dLbl>
              <c:idx val="1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C-7405-42D2-84DE-F8EA208DA7BA}"/>
                </c:ext>
              </c:extLst>
            </c:dLbl>
            <c:dLbl>
              <c:idx val="1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D-7405-42D2-84DE-F8EA208DA7BA}"/>
                </c:ext>
              </c:extLst>
            </c:dLbl>
            <c:dLbl>
              <c:idx val="1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E-7405-42D2-84DE-F8EA208DA7BA}"/>
                </c:ext>
              </c:extLst>
            </c:dLbl>
            <c:dLbl>
              <c:idx val="1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F-7405-42D2-84DE-F8EA208DA7BA}"/>
                </c:ext>
              </c:extLst>
            </c:dLbl>
            <c:dLbl>
              <c:idx val="1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0-7405-42D2-84DE-F8EA208DA7BA}"/>
                </c:ext>
              </c:extLst>
            </c:dLbl>
            <c:dLbl>
              <c:idx val="1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1-7405-42D2-84DE-F8EA208DA7BA}"/>
                </c:ext>
              </c:extLst>
            </c:dLbl>
            <c:dLbl>
              <c:idx val="1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2-7405-42D2-84DE-F8EA208DA7BA}"/>
                </c:ext>
              </c:extLst>
            </c:dLbl>
            <c:dLbl>
              <c:idx val="1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3-7405-42D2-84DE-F8EA208DA7BA}"/>
                </c:ext>
              </c:extLst>
            </c:dLbl>
            <c:dLbl>
              <c:idx val="1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4-7405-42D2-84DE-F8EA208DA7BA}"/>
                </c:ext>
              </c:extLst>
            </c:dLbl>
            <c:dLbl>
              <c:idx val="1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5-7405-42D2-84DE-F8EA208DA7BA}"/>
                </c:ext>
              </c:extLst>
            </c:dLbl>
            <c:dLbl>
              <c:idx val="1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6-7405-42D2-84DE-F8EA208DA7BA}"/>
                </c:ext>
              </c:extLst>
            </c:dLbl>
            <c:dLbl>
              <c:idx val="1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7-7405-42D2-84DE-F8EA208DA7BA}"/>
                </c:ext>
              </c:extLst>
            </c:dLbl>
            <c:dLbl>
              <c:idx val="1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8-7405-42D2-84DE-F8EA208DA7BA}"/>
                </c:ext>
              </c:extLst>
            </c:dLbl>
            <c:dLbl>
              <c:idx val="1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9-7405-42D2-84DE-F8EA208DA7BA}"/>
                </c:ext>
              </c:extLst>
            </c:dLbl>
            <c:dLbl>
              <c:idx val="1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A-7405-42D2-84DE-F8EA208DA7BA}"/>
                </c:ext>
              </c:extLst>
            </c:dLbl>
            <c:dLbl>
              <c:idx val="1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B-7405-42D2-84DE-F8EA208DA7BA}"/>
                </c:ext>
              </c:extLst>
            </c:dLbl>
            <c:dLbl>
              <c:idx val="1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C-7405-42D2-84DE-F8EA208DA7BA}"/>
                </c:ext>
              </c:extLst>
            </c:dLbl>
            <c:dLbl>
              <c:idx val="1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D-7405-42D2-84DE-F8EA208DA7BA}"/>
                </c:ext>
              </c:extLst>
            </c:dLbl>
            <c:dLbl>
              <c:idx val="1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E-7405-42D2-84DE-F8EA208DA7BA}"/>
                </c:ext>
              </c:extLst>
            </c:dLbl>
            <c:dLbl>
              <c:idx val="1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F-7405-42D2-84DE-F8EA208DA7BA}"/>
                </c:ext>
              </c:extLst>
            </c:dLbl>
            <c:dLbl>
              <c:idx val="1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0-7405-42D2-84DE-F8EA208DA7BA}"/>
                </c:ext>
              </c:extLst>
            </c:dLbl>
            <c:dLbl>
              <c:idx val="1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1-7405-42D2-84DE-F8EA208DA7BA}"/>
                </c:ext>
              </c:extLst>
            </c:dLbl>
            <c:dLbl>
              <c:idx val="1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2-7405-42D2-84DE-F8EA208DA7BA}"/>
                </c:ext>
              </c:extLst>
            </c:dLbl>
            <c:dLbl>
              <c:idx val="1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3-7405-42D2-84DE-F8EA208DA7BA}"/>
                </c:ext>
              </c:extLst>
            </c:dLbl>
            <c:dLbl>
              <c:idx val="1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4-7405-42D2-84DE-F8EA208DA7BA}"/>
                </c:ext>
              </c:extLst>
            </c:dLbl>
            <c:dLbl>
              <c:idx val="1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5-7405-42D2-84DE-F8EA208DA7BA}"/>
                </c:ext>
              </c:extLst>
            </c:dLbl>
            <c:dLbl>
              <c:idx val="1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6-7405-42D2-84DE-F8EA208DA7BA}"/>
                </c:ext>
              </c:extLst>
            </c:dLbl>
            <c:dLbl>
              <c:idx val="1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7-7405-42D2-84DE-F8EA208DA7BA}"/>
                </c:ext>
              </c:extLst>
            </c:dLbl>
            <c:dLbl>
              <c:idx val="1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8-7405-42D2-84DE-F8EA208DA7BA}"/>
                </c:ext>
              </c:extLst>
            </c:dLbl>
            <c:dLbl>
              <c:idx val="1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9-7405-42D2-84DE-F8EA208DA7BA}"/>
                </c:ext>
              </c:extLst>
            </c:dLbl>
            <c:dLbl>
              <c:idx val="1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A-7405-42D2-84DE-F8EA208DA7BA}"/>
                </c:ext>
              </c:extLst>
            </c:dLbl>
            <c:dLbl>
              <c:idx val="1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B-7405-42D2-84DE-F8EA208DA7BA}"/>
                </c:ext>
              </c:extLst>
            </c:dLbl>
            <c:dLbl>
              <c:idx val="1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C-7405-42D2-84DE-F8EA208DA7BA}"/>
                </c:ext>
              </c:extLst>
            </c:dLbl>
            <c:dLbl>
              <c:idx val="1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D-7405-42D2-84DE-F8EA208DA7BA}"/>
                </c:ext>
              </c:extLst>
            </c:dLbl>
            <c:dLbl>
              <c:idx val="1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E-7405-42D2-84DE-F8EA208DA7BA}"/>
                </c:ext>
              </c:extLst>
            </c:dLbl>
            <c:dLbl>
              <c:idx val="1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F-7405-42D2-84DE-F8EA208DA7BA}"/>
                </c:ext>
              </c:extLst>
            </c:dLbl>
            <c:dLbl>
              <c:idx val="1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0-7405-42D2-84DE-F8EA208DA7BA}"/>
                </c:ext>
              </c:extLst>
            </c:dLbl>
            <c:dLbl>
              <c:idx val="1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1-7405-42D2-84DE-F8EA208DA7BA}"/>
                </c:ext>
              </c:extLst>
            </c:dLbl>
            <c:dLbl>
              <c:idx val="1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2-7405-42D2-84DE-F8EA208DA7BA}"/>
                </c:ext>
              </c:extLst>
            </c:dLbl>
            <c:dLbl>
              <c:idx val="1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3-7405-42D2-84DE-F8EA208DA7BA}"/>
                </c:ext>
              </c:extLst>
            </c:dLbl>
            <c:dLbl>
              <c:idx val="1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4-7405-42D2-84DE-F8EA208DA7BA}"/>
                </c:ext>
              </c:extLst>
            </c:dLbl>
            <c:dLbl>
              <c:idx val="1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5-7405-42D2-84DE-F8EA208DA7BA}"/>
                </c:ext>
              </c:extLst>
            </c:dLbl>
            <c:dLbl>
              <c:idx val="1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6-7405-42D2-84DE-F8EA208DA7BA}"/>
                </c:ext>
              </c:extLst>
            </c:dLbl>
            <c:dLbl>
              <c:idx val="1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7-7405-42D2-84DE-F8EA208DA7BA}"/>
                </c:ext>
              </c:extLst>
            </c:dLbl>
            <c:dLbl>
              <c:idx val="1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8-7405-42D2-84DE-F8EA208DA7BA}"/>
                </c:ext>
              </c:extLst>
            </c:dLbl>
            <c:dLbl>
              <c:idx val="1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9-7405-42D2-84DE-F8EA208DA7BA}"/>
                </c:ext>
              </c:extLst>
            </c:dLbl>
            <c:dLbl>
              <c:idx val="1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A-7405-42D2-84DE-F8EA208DA7BA}"/>
                </c:ext>
              </c:extLst>
            </c:dLbl>
            <c:dLbl>
              <c:idx val="1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B-7405-42D2-84DE-F8EA208DA7BA}"/>
                </c:ext>
              </c:extLst>
            </c:dLbl>
            <c:dLbl>
              <c:idx val="1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C-7405-42D2-84DE-F8EA208DA7BA}"/>
                </c:ext>
              </c:extLst>
            </c:dLbl>
            <c:dLbl>
              <c:idx val="1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D-7405-42D2-84DE-F8EA208DA7BA}"/>
                </c:ext>
              </c:extLst>
            </c:dLbl>
            <c:dLbl>
              <c:idx val="1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E-7405-42D2-84DE-F8EA208DA7BA}"/>
                </c:ext>
              </c:extLst>
            </c:dLbl>
            <c:dLbl>
              <c:idx val="1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F-7405-42D2-84DE-F8EA208DA7BA}"/>
                </c:ext>
              </c:extLst>
            </c:dLbl>
            <c:dLbl>
              <c:idx val="1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0-7405-42D2-84DE-F8EA208DA7BA}"/>
                </c:ext>
              </c:extLst>
            </c:dLbl>
            <c:dLbl>
              <c:idx val="1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1-7405-42D2-84DE-F8EA208DA7BA}"/>
                </c:ext>
              </c:extLst>
            </c:dLbl>
            <c:dLbl>
              <c:idx val="1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2-7405-42D2-84DE-F8EA208DA7BA}"/>
                </c:ext>
              </c:extLst>
            </c:dLbl>
            <c:dLbl>
              <c:idx val="1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3-7405-42D2-84DE-F8EA208DA7BA}"/>
                </c:ext>
              </c:extLst>
            </c:dLbl>
            <c:dLbl>
              <c:idx val="1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4-7405-42D2-84DE-F8EA208DA7BA}"/>
                </c:ext>
              </c:extLst>
            </c:dLbl>
            <c:dLbl>
              <c:idx val="1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5-7405-42D2-84DE-F8EA208DA7BA}"/>
                </c:ext>
              </c:extLst>
            </c:dLbl>
            <c:dLbl>
              <c:idx val="1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6-7405-42D2-84DE-F8EA208DA7BA}"/>
                </c:ext>
              </c:extLst>
            </c:dLbl>
            <c:dLbl>
              <c:idx val="1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7-7405-42D2-84DE-F8EA208DA7BA}"/>
                </c:ext>
              </c:extLst>
            </c:dLbl>
            <c:dLbl>
              <c:idx val="1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8-7405-42D2-84DE-F8EA208DA7BA}"/>
                </c:ext>
              </c:extLst>
            </c:dLbl>
            <c:dLbl>
              <c:idx val="1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9-7405-42D2-84DE-F8EA208DA7BA}"/>
                </c:ext>
              </c:extLst>
            </c:dLbl>
            <c:dLbl>
              <c:idx val="1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A-7405-42D2-84DE-F8EA208DA7BA}"/>
                </c:ext>
              </c:extLst>
            </c:dLbl>
            <c:dLbl>
              <c:idx val="1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B-7405-42D2-84DE-F8EA208DA7BA}"/>
                </c:ext>
              </c:extLst>
            </c:dLbl>
            <c:dLbl>
              <c:idx val="1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C-7405-42D2-84DE-F8EA208DA7BA}"/>
                </c:ext>
              </c:extLst>
            </c:dLbl>
            <c:dLbl>
              <c:idx val="1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D-7405-42D2-84DE-F8EA208DA7BA}"/>
                </c:ext>
              </c:extLst>
            </c:dLbl>
            <c:dLbl>
              <c:idx val="1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E-7405-42D2-84DE-F8EA208DA7BA}"/>
                </c:ext>
              </c:extLst>
            </c:dLbl>
            <c:dLbl>
              <c:idx val="1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F-7405-42D2-84DE-F8EA208DA7BA}"/>
                </c:ext>
              </c:extLst>
            </c:dLbl>
            <c:dLbl>
              <c:idx val="1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0-7405-42D2-84DE-F8EA208DA7BA}"/>
                </c:ext>
              </c:extLst>
            </c:dLbl>
            <c:dLbl>
              <c:idx val="1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1-7405-42D2-84DE-F8EA208DA7BA}"/>
                </c:ext>
              </c:extLst>
            </c:dLbl>
            <c:dLbl>
              <c:idx val="1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2-7405-42D2-84DE-F8EA208DA7BA}"/>
                </c:ext>
              </c:extLst>
            </c:dLbl>
            <c:dLbl>
              <c:idx val="1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3-7405-42D2-84DE-F8EA208DA7BA}"/>
                </c:ext>
              </c:extLst>
            </c:dLbl>
            <c:dLbl>
              <c:idx val="1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4-7405-42D2-84DE-F8EA208DA7BA}"/>
                </c:ext>
              </c:extLst>
            </c:dLbl>
            <c:dLbl>
              <c:idx val="1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5-7405-42D2-84DE-F8EA208DA7BA}"/>
                </c:ext>
              </c:extLst>
            </c:dLbl>
            <c:dLbl>
              <c:idx val="1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6-7405-42D2-84DE-F8EA208DA7BA}"/>
                </c:ext>
              </c:extLst>
            </c:dLbl>
            <c:dLbl>
              <c:idx val="1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7-7405-42D2-84DE-F8EA208DA7BA}"/>
                </c:ext>
              </c:extLst>
            </c:dLbl>
            <c:dLbl>
              <c:idx val="1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8-7405-42D2-84DE-F8EA208DA7BA}"/>
                </c:ext>
              </c:extLst>
            </c:dLbl>
            <c:dLbl>
              <c:idx val="1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9-7405-42D2-84DE-F8EA208DA7BA}"/>
                </c:ext>
              </c:extLst>
            </c:dLbl>
            <c:dLbl>
              <c:idx val="1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A-7405-42D2-84DE-F8EA208DA7BA}"/>
                </c:ext>
              </c:extLst>
            </c:dLbl>
            <c:dLbl>
              <c:idx val="1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B-7405-42D2-84DE-F8EA208DA7BA}"/>
                </c:ext>
              </c:extLst>
            </c:dLbl>
            <c:dLbl>
              <c:idx val="1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C-7405-42D2-84DE-F8EA208DA7BA}"/>
                </c:ext>
              </c:extLst>
            </c:dLbl>
            <c:dLbl>
              <c:idx val="1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D-7405-42D2-84DE-F8EA208DA7BA}"/>
                </c:ext>
              </c:extLst>
            </c:dLbl>
            <c:dLbl>
              <c:idx val="1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E-7405-42D2-84DE-F8EA208DA7BA}"/>
                </c:ext>
              </c:extLst>
            </c:dLbl>
            <c:dLbl>
              <c:idx val="1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F-7405-42D2-84DE-F8EA208DA7BA}"/>
                </c:ext>
              </c:extLst>
            </c:dLbl>
            <c:dLbl>
              <c:idx val="1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0-7405-42D2-84DE-F8EA208DA7BA}"/>
                </c:ext>
              </c:extLst>
            </c:dLbl>
            <c:dLbl>
              <c:idx val="1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1-7405-42D2-84DE-F8EA208DA7BA}"/>
                </c:ext>
              </c:extLst>
            </c:dLbl>
            <c:dLbl>
              <c:idx val="1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2-7405-42D2-84DE-F8EA208DA7BA}"/>
                </c:ext>
              </c:extLst>
            </c:dLbl>
            <c:dLbl>
              <c:idx val="1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3-7405-42D2-84DE-F8EA208DA7BA}"/>
                </c:ext>
              </c:extLst>
            </c:dLbl>
            <c:dLbl>
              <c:idx val="1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4-7405-42D2-84DE-F8EA208DA7BA}"/>
                </c:ext>
              </c:extLst>
            </c:dLbl>
            <c:dLbl>
              <c:idx val="1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5-7405-42D2-84DE-F8EA208DA7BA}"/>
                </c:ext>
              </c:extLst>
            </c:dLbl>
            <c:dLbl>
              <c:idx val="1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6-7405-42D2-84DE-F8EA208DA7BA}"/>
                </c:ext>
              </c:extLst>
            </c:dLbl>
            <c:dLbl>
              <c:idx val="1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7-7405-42D2-84DE-F8EA208DA7BA}"/>
                </c:ext>
              </c:extLst>
            </c:dLbl>
            <c:dLbl>
              <c:idx val="1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8-7405-42D2-84DE-F8EA208DA7BA}"/>
                </c:ext>
              </c:extLst>
            </c:dLbl>
            <c:dLbl>
              <c:idx val="1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9-7405-42D2-84DE-F8EA208DA7BA}"/>
                </c:ext>
              </c:extLst>
            </c:dLbl>
            <c:dLbl>
              <c:idx val="1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A-7405-42D2-84DE-F8EA208DA7BA}"/>
                </c:ext>
              </c:extLst>
            </c:dLbl>
            <c:dLbl>
              <c:idx val="1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B-7405-42D2-84DE-F8EA208DA7BA}"/>
                </c:ext>
              </c:extLst>
            </c:dLbl>
            <c:dLbl>
              <c:idx val="1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C-7405-42D2-84DE-F8EA208DA7BA}"/>
                </c:ext>
              </c:extLst>
            </c:dLbl>
            <c:dLbl>
              <c:idx val="1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D-7405-42D2-84DE-F8EA208DA7BA}"/>
                </c:ext>
              </c:extLst>
            </c:dLbl>
            <c:dLbl>
              <c:idx val="1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E-7405-42D2-84DE-F8EA208DA7BA}"/>
                </c:ext>
              </c:extLst>
            </c:dLbl>
            <c:dLbl>
              <c:idx val="1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F-7405-42D2-84DE-F8EA208DA7BA}"/>
                </c:ext>
              </c:extLst>
            </c:dLbl>
            <c:dLbl>
              <c:idx val="1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0-7405-42D2-84DE-F8EA208DA7BA}"/>
                </c:ext>
              </c:extLst>
            </c:dLbl>
            <c:dLbl>
              <c:idx val="1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1-7405-42D2-84DE-F8EA208DA7BA}"/>
                </c:ext>
              </c:extLst>
            </c:dLbl>
            <c:dLbl>
              <c:idx val="1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2-7405-42D2-84DE-F8EA208DA7BA}"/>
                </c:ext>
              </c:extLst>
            </c:dLbl>
            <c:dLbl>
              <c:idx val="1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3-7405-42D2-84DE-F8EA208DA7BA}"/>
                </c:ext>
              </c:extLst>
            </c:dLbl>
            <c:dLbl>
              <c:idx val="1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4-7405-42D2-84DE-F8EA208DA7BA}"/>
                </c:ext>
              </c:extLst>
            </c:dLbl>
            <c:dLbl>
              <c:idx val="1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5-7405-42D2-84DE-F8EA208DA7BA}"/>
                </c:ext>
              </c:extLst>
            </c:dLbl>
            <c:dLbl>
              <c:idx val="1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6-7405-42D2-84DE-F8EA208DA7BA}"/>
                </c:ext>
              </c:extLst>
            </c:dLbl>
            <c:dLbl>
              <c:idx val="1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7-7405-42D2-84DE-F8EA208DA7BA}"/>
                </c:ext>
              </c:extLst>
            </c:dLbl>
            <c:dLbl>
              <c:idx val="1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8-7405-42D2-84DE-F8EA208DA7BA}"/>
                </c:ext>
              </c:extLst>
            </c:dLbl>
            <c:dLbl>
              <c:idx val="1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9-7405-42D2-84DE-F8EA208DA7BA}"/>
                </c:ext>
              </c:extLst>
            </c:dLbl>
            <c:dLbl>
              <c:idx val="1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A-7405-42D2-84DE-F8EA208DA7BA}"/>
                </c:ext>
              </c:extLst>
            </c:dLbl>
            <c:dLbl>
              <c:idx val="1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B-7405-42D2-84DE-F8EA208DA7BA}"/>
                </c:ext>
              </c:extLst>
            </c:dLbl>
            <c:dLbl>
              <c:idx val="1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C-7405-42D2-84DE-F8EA208DA7BA}"/>
                </c:ext>
              </c:extLst>
            </c:dLbl>
            <c:dLbl>
              <c:idx val="1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D-7405-42D2-84DE-F8EA208DA7BA}"/>
                </c:ext>
              </c:extLst>
            </c:dLbl>
            <c:dLbl>
              <c:idx val="1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E-7405-42D2-84DE-F8EA208DA7BA}"/>
                </c:ext>
              </c:extLst>
            </c:dLbl>
            <c:dLbl>
              <c:idx val="1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F-7405-42D2-84DE-F8EA208DA7BA}"/>
                </c:ext>
              </c:extLst>
            </c:dLbl>
            <c:dLbl>
              <c:idx val="1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0-7405-42D2-84DE-F8EA208DA7BA}"/>
                </c:ext>
              </c:extLst>
            </c:dLbl>
            <c:dLbl>
              <c:idx val="1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1-7405-42D2-84DE-F8EA208DA7BA}"/>
                </c:ext>
              </c:extLst>
            </c:dLbl>
            <c:dLbl>
              <c:idx val="1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2-7405-42D2-84DE-F8EA208DA7BA}"/>
                </c:ext>
              </c:extLst>
            </c:dLbl>
            <c:dLbl>
              <c:idx val="1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3-7405-42D2-84DE-F8EA208DA7BA}"/>
                </c:ext>
              </c:extLst>
            </c:dLbl>
            <c:dLbl>
              <c:idx val="1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4-7405-42D2-84DE-F8EA208DA7BA}"/>
                </c:ext>
              </c:extLst>
            </c:dLbl>
            <c:dLbl>
              <c:idx val="1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5-7405-42D2-84DE-F8EA208DA7BA}"/>
                </c:ext>
              </c:extLst>
            </c:dLbl>
            <c:dLbl>
              <c:idx val="1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6-7405-42D2-84DE-F8EA208DA7BA}"/>
                </c:ext>
              </c:extLst>
            </c:dLbl>
            <c:dLbl>
              <c:idx val="1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7-7405-42D2-84DE-F8EA208DA7BA}"/>
                </c:ext>
              </c:extLst>
            </c:dLbl>
            <c:dLbl>
              <c:idx val="1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8-7405-42D2-84DE-F8EA208DA7BA}"/>
                </c:ext>
              </c:extLst>
            </c:dLbl>
            <c:dLbl>
              <c:idx val="1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9-7405-42D2-84DE-F8EA208DA7BA}"/>
                </c:ext>
              </c:extLst>
            </c:dLbl>
            <c:dLbl>
              <c:idx val="1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A-7405-42D2-84DE-F8EA208DA7BA}"/>
                </c:ext>
              </c:extLst>
            </c:dLbl>
            <c:dLbl>
              <c:idx val="1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B-7405-42D2-84DE-F8EA208DA7BA}"/>
                </c:ext>
              </c:extLst>
            </c:dLbl>
            <c:dLbl>
              <c:idx val="1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C-7405-42D2-84DE-F8EA208DA7BA}"/>
                </c:ext>
              </c:extLst>
            </c:dLbl>
            <c:dLbl>
              <c:idx val="1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D-7405-42D2-84DE-F8EA208DA7BA}"/>
                </c:ext>
              </c:extLst>
            </c:dLbl>
            <c:dLbl>
              <c:idx val="1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E-7405-42D2-84DE-F8EA208DA7BA}"/>
                </c:ext>
              </c:extLst>
            </c:dLbl>
            <c:dLbl>
              <c:idx val="1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F-7405-42D2-84DE-F8EA208DA7BA}"/>
                </c:ext>
              </c:extLst>
            </c:dLbl>
            <c:dLbl>
              <c:idx val="1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0-7405-42D2-84DE-F8EA208DA7BA}"/>
                </c:ext>
              </c:extLst>
            </c:dLbl>
            <c:dLbl>
              <c:idx val="1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1-7405-42D2-84DE-F8EA208DA7BA}"/>
                </c:ext>
              </c:extLst>
            </c:dLbl>
            <c:dLbl>
              <c:idx val="1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2-7405-42D2-84DE-F8EA208DA7BA}"/>
                </c:ext>
              </c:extLst>
            </c:dLbl>
            <c:dLbl>
              <c:idx val="1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3-7405-42D2-84DE-F8EA208DA7BA}"/>
                </c:ext>
              </c:extLst>
            </c:dLbl>
            <c:dLbl>
              <c:idx val="1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4-7405-42D2-84DE-F8EA208DA7BA}"/>
                </c:ext>
              </c:extLst>
            </c:dLbl>
            <c:dLbl>
              <c:idx val="1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5-7405-42D2-84DE-F8EA208DA7BA}"/>
                </c:ext>
              </c:extLst>
            </c:dLbl>
            <c:dLbl>
              <c:idx val="1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6-7405-42D2-84DE-F8EA208DA7BA}"/>
                </c:ext>
              </c:extLst>
            </c:dLbl>
            <c:dLbl>
              <c:idx val="1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7-7405-42D2-84DE-F8EA208DA7BA}"/>
                </c:ext>
              </c:extLst>
            </c:dLbl>
            <c:dLbl>
              <c:idx val="1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8-7405-42D2-84DE-F8EA208DA7BA}"/>
                </c:ext>
              </c:extLst>
            </c:dLbl>
            <c:dLbl>
              <c:idx val="1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9-7405-42D2-84DE-F8EA208DA7BA}"/>
                </c:ext>
              </c:extLst>
            </c:dLbl>
            <c:dLbl>
              <c:idx val="1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A-7405-42D2-84DE-F8EA208DA7BA}"/>
                </c:ext>
              </c:extLst>
            </c:dLbl>
            <c:dLbl>
              <c:idx val="1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B-7405-42D2-84DE-F8EA208DA7BA}"/>
                </c:ext>
              </c:extLst>
            </c:dLbl>
            <c:dLbl>
              <c:idx val="1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C-7405-42D2-84DE-F8EA208DA7BA}"/>
                </c:ext>
              </c:extLst>
            </c:dLbl>
            <c:dLbl>
              <c:idx val="1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D-7405-42D2-84DE-F8EA208DA7BA}"/>
                </c:ext>
              </c:extLst>
            </c:dLbl>
            <c:dLbl>
              <c:idx val="1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E-7405-42D2-84DE-F8EA208DA7BA}"/>
                </c:ext>
              </c:extLst>
            </c:dLbl>
            <c:dLbl>
              <c:idx val="1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F-7405-42D2-84DE-F8EA208DA7BA}"/>
                </c:ext>
              </c:extLst>
            </c:dLbl>
            <c:dLbl>
              <c:idx val="1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0-7405-42D2-84DE-F8EA208DA7BA}"/>
                </c:ext>
              </c:extLst>
            </c:dLbl>
            <c:dLbl>
              <c:idx val="1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1-7405-42D2-84DE-F8EA208DA7BA}"/>
                </c:ext>
              </c:extLst>
            </c:dLbl>
            <c:dLbl>
              <c:idx val="1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2-7405-42D2-84DE-F8EA208DA7BA}"/>
                </c:ext>
              </c:extLst>
            </c:dLbl>
            <c:dLbl>
              <c:idx val="1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3-7405-42D2-84DE-F8EA208DA7BA}"/>
                </c:ext>
              </c:extLst>
            </c:dLbl>
            <c:dLbl>
              <c:idx val="1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4-7405-42D2-84DE-F8EA208DA7BA}"/>
                </c:ext>
              </c:extLst>
            </c:dLbl>
            <c:dLbl>
              <c:idx val="1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5-7405-42D2-84DE-F8EA208DA7BA}"/>
                </c:ext>
              </c:extLst>
            </c:dLbl>
            <c:dLbl>
              <c:idx val="1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6-7405-42D2-84DE-F8EA208DA7BA}"/>
                </c:ext>
              </c:extLst>
            </c:dLbl>
            <c:dLbl>
              <c:idx val="1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7-7405-42D2-84DE-F8EA208DA7BA}"/>
                </c:ext>
              </c:extLst>
            </c:dLbl>
            <c:dLbl>
              <c:idx val="1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8-7405-42D2-84DE-F8EA208DA7BA}"/>
                </c:ext>
              </c:extLst>
            </c:dLbl>
            <c:dLbl>
              <c:idx val="1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9-7405-42D2-84DE-F8EA208DA7BA}"/>
                </c:ext>
              </c:extLst>
            </c:dLbl>
            <c:dLbl>
              <c:idx val="1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A-7405-42D2-84DE-F8EA208DA7BA}"/>
                </c:ext>
              </c:extLst>
            </c:dLbl>
            <c:dLbl>
              <c:idx val="1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B-7405-42D2-84DE-F8EA208DA7BA}"/>
                </c:ext>
              </c:extLst>
            </c:dLbl>
            <c:dLbl>
              <c:idx val="1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C-7405-42D2-84DE-F8EA208DA7BA}"/>
                </c:ext>
              </c:extLst>
            </c:dLbl>
            <c:dLbl>
              <c:idx val="1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D-7405-42D2-84DE-F8EA208DA7BA}"/>
                </c:ext>
              </c:extLst>
            </c:dLbl>
            <c:dLbl>
              <c:idx val="1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E-7405-42D2-84DE-F8EA208DA7BA}"/>
                </c:ext>
              </c:extLst>
            </c:dLbl>
            <c:dLbl>
              <c:idx val="1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F-7405-42D2-84DE-F8EA208DA7BA}"/>
                </c:ext>
              </c:extLst>
            </c:dLbl>
            <c:dLbl>
              <c:idx val="1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0-7405-42D2-84DE-F8EA208DA7BA}"/>
                </c:ext>
              </c:extLst>
            </c:dLbl>
            <c:dLbl>
              <c:idx val="1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1-7405-42D2-84DE-F8EA208DA7BA}"/>
                </c:ext>
              </c:extLst>
            </c:dLbl>
            <c:dLbl>
              <c:idx val="1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2-7405-42D2-84DE-F8EA208DA7BA}"/>
                </c:ext>
              </c:extLst>
            </c:dLbl>
            <c:dLbl>
              <c:idx val="1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3-7405-42D2-84DE-F8EA208DA7BA}"/>
                </c:ext>
              </c:extLst>
            </c:dLbl>
            <c:dLbl>
              <c:idx val="1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4-7405-42D2-84DE-F8EA208DA7BA}"/>
                </c:ext>
              </c:extLst>
            </c:dLbl>
            <c:dLbl>
              <c:idx val="1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5-7405-42D2-84DE-F8EA208DA7BA}"/>
                </c:ext>
              </c:extLst>
            </c:dLbl>
            <c:dLbl>
              <c:idx val="1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6-7405-42D2-84DE-F8EA208DA7BA}"/>
                </c:ext>
              </c:extLst>
            </c:dLbl>
            <c:dLbl>
              <c:idx val="1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7-7405-42D2-84DE-F8EA208DA7BA}"/>
                </c:ext>
              </c:extLst>
            </c:dLbl>
            <c:dLbl>
              <c:idx val="1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8-7405-42D2-84DE-F8EA208DA7BA}"/>
                </c:ext>
              </c:extLst>
            </c:dLbl>
            <c:dLbl>
              <c:idx val="1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9-7405-42D2-84DE-F8EA208DA7BA}"/>
                </c:ext>
              </c:extLst>
            </c:dLbl>
            <c:dLbl>
              <c:idx val="1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A-7405-42D2-84DE-F8EA208DA7BA}"/>
                </c:ext>
              </c:extLst>
            </c:dLbl>
            <c:dLbl>
              <c:idx val="1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B-7405-42D2-84DE-F8EA208DA7BA}"/>
                </c:ext>
              </c:extLst>
            </c:dLbl>
            <c:dLbl>
              <c:idx val="1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C-7405-42D2-84DE-F8EA208DA7BA}"/>
                </c:ext>
              </c:extLst>
            </c:dLbl>
            <c:dLbl>
              <c:idx val="1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D-7405-42D2-84DE-F8EA208DA7BA}"/>
                </c:ext>
              </c:extLst>
            </c:dLbl>
            <c:dLbl>
              <c:idx val="1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E-7405-42D2-84DE-F8EA208DA7BA}"/>
                </c:ext>
              </c:extLst>
            </c:dLbl>
            <c:dLbl>
              <c:idx val="1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F-7405-42D2-84DE-F8EA208DA7BA}"/>
                </c:ext>
              </c:extLst>
            </c:dLbl>
            <c:dLbl>
              <c:idx val="1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0-7405-42D2-84DE-F8EA208DA7BA}"/>
                </c:ext>
              </c:extLst>
            </c:dLbl>
            <c:dLbl>
              <c:idx val="1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1-7405-42D2-84DE-F8EA208DA7BA}"/>
                </c:ext>
              </c:extLst>
            </c:dLbl>
            <c:dLbl>
              <c:idx val="1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2-7405-42D2-84DE-F8EA208DA7BA}"/>
                </c:ext>
              </c:extLst>
            </c:dLbl>
            <c:dLbl>
              <c:idx val="1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3-7405-42D2-84DE-F8EA208DA7BA}"/>
                </c:ext>
              </c:extLst>
            </c:dLbl>
            <c:dLbl>
              <c:idx val="1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4-7405-42D2-84DE-F8EA208DA7BA}"/>
                </c:ext>
              </c:extLst>
            </c:dLbl>
            <c:dLbl>
              <c:idx val="1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5-7405-42D2-84DE-F8EA208DA7BA}"/>
                </c:ext>
              </c:extLst>
            </c:dLbl>
            <c:dLbl>
              <c:idx val="1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6-7405-42D2-84DE-F8EA208DA7BA}"/>
                </c:ext>
              </c:extLst>
            </c:dLbl>
            <c:dLbl>
              <c:idx val="1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7-7405-42D2-84DE-F8EA208DA7BA}"/>
                </c:ext>
              </c:extLst>
            </c:dLbl>
            <c:dLbl>
              <c:idx val="1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8-7405-42D2-84DE-F8EA208DA7BA}"/>
                </c:ext>
              </c:extLst>
            </c:dLbl>
            <c:dLbl>
              <c:idx val="1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9-7405-42D2-84DE-F8EA208DA7BA}"/>
                </c:ext>
              </c:extLst>
            </c:dLbl>
            <c:dLbl>
              <c:idx val="1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A-7405-42D2-84DE-F8EA208DA7BA}"/>
                </c:ext>
              </c:extLst>
            </c:dLbl>
            <c:dLbl>
              <c:idx val="1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B-7405-42D2-84DE-F8EA208DA7BA}"/>
                </c:ext>
              </c:extLst>
            </c:dLbl>
            <c:dLbl>
              <c:idx val="1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C-7405-42D2-84DE-F8EA208DA7BA}"/>
                </c:ext>
              </c:extLst>
            </c:dLbl>
            <c:dLbl>
              <c:idx val="1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D-7405-42D2-84DE-F8EA208DA7BA}"/>
                </c:ext>
              </c:extLst>
            </c:dLbl>
            <c:dLbl>
              <c:idx val="1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E-7405-42D2-84DE-F8EA208DA7BA}"/>
                </c:ext>
              </c:extLst>
            </c:dLbl>
            <c:dLbl>
              <c:idx val="1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F-7405-42D2-84DE-F8EA208DA7BA}"/>
                </c:ext>
              </c:extLst>
            </c:dLbl>
            <c:dLbl>
              <c:idx val="1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0-7405-42D2-84DE-F8EA208DA7BA}"/>
                </c:ext>
              </c:extLst>
            </c:dLbl>
            <c:dLbl>
              <c:idx val="1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1-7405-42D2-84DE-F8EA208DA7BA}"/>
                </c:ext>
              </c:extLst>
            </c:dLbl>
            <c:dLbl>
              <c:idx val="1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2-7405-42D2-84DE-F8EA208DA7BA}"/>
                </c:ext>
              </c:extLst>
            </c:dLbl>
            <c:dLbl>
              <c:idx val="1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3-7405-42D2-84DE-F8EA208DA7BA}"/>
                </c:ext>
              </c:extLst>
            </c:dLbl>
            <c:dLbl>
              <c:idx val="1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4-7405-42D2-84DE-F8EA208DA7BA}"/>
                </c:ext>
              </c:extLst>
            </c:dLbl>
            <c:dLbl>
              <c:idx val="1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5-7405-42D2-84DE-F8EA208DA7BA}"/>
                </c:ext>
              </c:extLst>
            </c:dLbl>
            <c:dLbl>
              <c:idx val="1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6-7405-42D2-84DE-F8EA208DA7BA}"/>
                </c:ext>
              </c:extLst>
            </c:dLbl>
            <c:dLbl>
              <c:idx val="1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7-7405-42D2-84DE-F8EA208DA7BA}"/>
                </c:ext>
              </c:extLst>
            </c:dLbl>
            <c:dLbl>
              <c:idx val="1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8-7405-42D2-84DE-F8EA208DA7BA}"/>
                </c:ext>
              </c:extLst>
            </c:dLbl>
            <c:dLbl>
              <c:idx val="1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9-7405-42D2-84DE-F8EA208DA7BA}"/>
                </c:ext>
              </c:extLst>
            </c:dLbl>
            <c:dLbl>
              <c:idx val="1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A-7405-42D2-84DE-F8EA208DA7BA}"/>
                </c:ext>
              </c:extLst>
            </c:dLbl>
            <c:dLbl>
              <c:idx val="1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B-7405-42D2-84DE-F8EA208DA7BA}"/>
                </c:ext>
              </c:extLst>
            </c:dLbl>
            <c:dLbl>
              <c:idx val="1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C-7405-42D2-84DE-F8EA208DA7BA}"/>
                </c:ext>
              </c:extLst>
            </c:dLbl>
            <c:dLbl>
              <c:idx val="1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D-7405-42D2-84DE-F8EA208DA7BA}"/>
                </c:ext>
              </c:extLst>
            </c:dLbl>
            <c:dLbl>
              <c:idx val="1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E-7405-42D2-84DE-F8EA208DA7BA}"/>
                </c:ext>
              </c:extLst>
            </c:dLbl>
            <c:dLbl>
              <c:idx val="1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F-7405-42D2-84DE-F8EA208DA7BA}"/>
                </c:ext>
              </c:extLst>
            </c:dLbl>
            <c:dLbl>
              <c:idx val="1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0-7405-42D2-84DE-F8EA208DA7BA}"/>
                </c:ext>
              </c:extLst>
            </c:dLbl>
            <c:dLbl>
              <c:idx val="1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1-7405-42D2-84DE-F8EA208DA7BA}"/>
                </c:ext>
              </c:extLst>
            </c:dLbl>
            <c:dLbl>
              <c:idx val="1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2-7405-42D2-84DE-F8EA208DA7BA}"/>
                </c:ext>
              </c:extLst>
            </c:dLbl>
            <c:dLbl>
              <c:idx val="1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3-7405-42D2-84DE-F8EA208DA7BA}"/>
                </c:ext>
              </c:extLst>
            </c:dLbl>
            <c:dLbl>
              <c:idx val="1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4-7405-42D2-84DE-F8EA208DA7BA}"/>
                </c:ext>
              </c:extLst>
            </c:dLbl>
            <c:dLbl>
              <c:idx val="1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5-7405-42D2-84DE-F8EA208DA7BA}"/>
                </c:ext>
              </c:extLst>
            </c:dLbl>
            <c:dLbl>
              <c:idx val="1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6-7405-42D2-84DE-F8EA208DA7BA}"/>
                </c:ext>
              </c:extLst>
            </c:dLbl>
            <c:dLbl>
              <c:idx val="1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7-7405-42D2-84DE-F8EA208DA7BA}"/>
                </c:ext>
              </c:extLst>
            </c:dLbl>
            <c:dLbl>
              <c:idx val="1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8-7405-42D2-84DE-F8EA208DA7BA}"/>
                </c:ext>
              </c:extLst>
            </c:dLbl>
            <c:dLbl>
              <c:idx val="1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9-7405-42D2-84DE-F8EA208DA7BA}"/>
                </c:ext>
              </c:extLst>
            </c:dLbl>
            <c:dLbl>
              <c:idx val="1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A-7405-42D2-84DE-F8EA208DA7BA}"/>
                </c:ext>
              </c:extLst>
            </c:dLbl>
            <c:dLbl>
              <c:idx val="1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B-7405-42D2-84DE-F8EA208DA7BA}"/>
                </c:ext>
              </c:extLst>
            </c:dLbl>
            <c:dLbl>
              <c:idx val="1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C-7405-42D2-84DE-F8EA208DA7BA}"/>
                </c:ext>
              </c:extLst>
            </c:dLbl>
            <c:dLbl>
              <c:idx val="1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D-7405-42D2-84DE-F8EA208DA7BA}"/>
                </c:ext>
              </c:extLst>
            </c:dLbl>
            <c:dLbl>
              <c:idx val="1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E-7405-42D2-84DE-F8EA208DA7BA}"/>
                </c:ext>
              </c:extLst>
            </c:dLbl>
            <c:dLbl>
              <c:idx val="1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F-7405-42D2-84DE-F8EA208DA7BA}"/>
                </c:ext>
              </c:extLst>
            </c:dLbl>
            <c:dLbl>
              <c:idx val="1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0-7405-42D2-84DE-F8EA208DA7BA}"/>
                </c:ext>
              </c:extLst>
            </c:dLbl>
            <c:dLbl>
              <c:idx val="1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1-7405-42D2-84DE-F8EA208DA7BA}"/>
                </c:ext>
              </c:extLst>
            </c:dLbl>
            <c:dLbl>
              <c:idx val="1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2-7405-42D2-84DE-F8EA208DA7BA}"/>
                </c:ext>
              </c:extLst>
            </c:dLbl>
            <c:dLbl>
              <c:idx val="1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3-7405-42D2-84DE-F8EA208DA7BA}"/>
                </c:ext>
              </c:extLst>
            </c:dLbl>
            <c:dLbl>
              <c:idx val="1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4-7405-42D2-84DE-F8EA208DA7BA}"/>
                </c:ext>
              </c:extLst>
            </c:dLbl>
            <c:dLbl>
              <c:idx val="1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5-7405-42D2-84DE-F8EA208DA7BA}"/>
                </c:ext>
              </c:extLst>
            </c:dLbl>
            <c:dLbl>
              <c:idx val="1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6-7405-42D2-84DE-F8EA208DA7BA}"/>
                </c:ext>
              </c:extLst>
            </c:dLbl>
            <c:dLbl>
              <c:idx val="1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7-7405-42D2-84DE-F8EA208DA7BA}"/>
                </c:ext>
              </c:extLst>
            </c:dLbl>
            <c:dLbl>
              <c:idx val="1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8-7405-42D2-84DE-F8EA208DA7BA}"/>
                </c:ext>
              </c:extLst>
            </c:dLbl>
            <c:dLbl>
              <c:idx val="1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9-7405-42D2-84DE-F8EA208DA7BA}"/>
                </c:ext>
              </c:extLst>
            </c:dLbl>
            <c:dLbl>
              <c:idx val="1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A-7405-42D2-84DE-F8EA208DA7BA}"/>
                </c:ext>
              </c:extLst>
            </c:dLbl>
            <c:dLbl>
              <c:idx val="1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B-7405-42D2-84DE-F8EA208DA7BA}"/>
                </c:ext>
              </c:extLst>
            </c:dLbl>
            <c:dLbl>
              <c:idx val="1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C-7405-42D2-84DE-F8EA208DA7BA}"/>
                </c:ext>
              </c:extLst>
            </c:dLbl>
            <c:dLbl>
              <c:idx val="1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D-7405-42D2-84DE-F8EA208DA7BA}"/>
                </c:ext>
              </c:extLst>
            </c:dLbl>
            <c:dLbl>
              <c:idx val="1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E-7405-42D2-84DE-F8EA208DA7BA}"/>
                </c:ext>
              </c:extLst>
            </c:dLbl>
            <c:dLbl>
              <c:idx val="1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F-7405-42D2-84DE-F8EA208DA7BA}"/>
                </c:ext>
              </c:extLst>
            </c:dLbl>
            <c:dLbl>
              <c:idx val="1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0-7405-42D2-84DE-F8EA208DA7BA}"/>
                </c:ext>
              </c:extLst>
            </c:dLbl>
            <c:dLbl>
              <c:idx val="1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1-7405-42D2-84DE-F8EA208DA7BA}"/>
                </c:ext>
              </c:extLst>
            </c:dLbl>
            <c:dLbl>
              <c:idx val="1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2-7405-42D2-84DE-F8EA208DA7BA}"/>
                </c:ext>
              </c:extLst>
            </c:dLbl>
            <c:dLbl>
              <c:idx val="1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3-7405-42D2-84DE-F8EA208DA7BA}"/>
                </c:ext>
              </c:extLst>
            </c:dLbl>
            <c:dLbl>
              <c:idx val="1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4-7405-42D2-84DE-F8EA208DA7BA}"/>
                </c:ext>
              </c:extLst>
            </c:dLbl>
            <c:dLbl>
              <c:idx val="1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5-7405-42D2-84DE-F8EA208DA7BA}"/>
                </c:ext>
              </c:extLst>
            </c:dLbl>
            <c:dLbl>
              <c:idx val="1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6-7405-42D2-84DE-F8EA208DA7BA}"/>
                </c:ext>
              </c:extLst>
            </c:dLbl>
            <c:dLbl>
              <c:idx val="1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7-7405-42D2-84DE-F8EA208DA7BA}"/>
                </c:ext>
              </c:extLst>
            </c:dLbl>
            <c:dLbl>
              <c:idx val="1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8-7405-42D2-84DE-F8EA208DA7BA}"/>
                </c:ext>
              </c:extLst>
            </c:dLbl>
            <c:dLbl>
              <c:idx val="1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9-7405-42D2-84DE-F8EA208DA7BA}"/>
                </c:ext>
              </c:extLst>
            </c:dLbl>
            <c:dLbl>
              <c:idx val="1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A-7405-42D2-84DE-F8EA208DA7BA}"/>
                </c:ext>
              </c:extLst>
            </c:dLbl>
            <c:dLbl>
              <c:idx val="1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B-7405-42D2-84DE-F8EA208DA7BA}"/>
                </c:ext>
              </c:extLst>
            </c:dLbl>
            <c:dLbl>
              <c:idx val="1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C-7405-42D2-84DE-F8EA208DA7BA}"/>
                </c:ext>
              </c:extLst>
            </c:dLbl>
            <c:dLbl>
              <c:idx val="1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D-7405-42D2-84DE-F8EA208DA7BA}"/>
                </c:ext>
              </c:extLst>
            </c:dLbl>
            <c:dLbl>
              <c:idx val="1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E-7405-42D2-84DE-F8EA208DA7BA}"/>
                </c:ext>
              </c:extLst>
            </c:dLbl>
            <c:dLbl>
              <c:idx val="1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F-7405-42D2-84DE-F8EA208DA7BA}"/>
                </c:ext>
              </c:extLst>
            </c:dLbl>
            <c:dLbl>
              <c:idx val="1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0-7405-42D2-84DE-F8EA208DA7BA}"/>
                </c:ext>
              </c:extLst>
            </c:dLbl>
            <c:dLbl>
              <c:idx val="1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1-7405-42D2-84DE-F8EA208DA7BA}"/>
                </c:ext>
              </c:extLst>
            </c:dLbl>
            <c:dLbl>
              <c:idx val="1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2-7405-42D2-84DE-F8EA208DA7BA}"/>
                </c:ext>
              </c:extLst>
            </c:dLbl>
            <c:dLbl>
              <c:idx val="1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3-7405-42D2-84DE-F8EA208DA7BA}"/>
                </c:ext>
              </c:extLst>
            </c:dLbl>
            <c:dLbl>
              <c:idx val="1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4-7405-42D2-84DE-F8EA208DA7BA}"/>
                </c:ext>
              </c:extLst>
            </c:dLbl>
            <c:dLbl>
              <c:idx val="1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5-7405-42D2-84DE-F8EA208DA7BA}"/>
                </c:ext>
              </c:extLst>
            </c:dLbl>
            <c:dLbl>
              <c:idx val="1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6-7405-42D2-84DE-F8EA208DA7BA}"/>
                </c:ext>
              </c:extLst>
            </c:dLbl>
            <c:dLbl>
              <c:idx val="1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7-7405-42D2-84DE-F8EA208DA7BA}"/>
                </c:ext>
              </c:extLst>
            </c:dLbl>
            <c:dLbl>
              <c:idx val="1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8-7405-42D2-84DE-F8EA208DA7BA}"/>
                </c:ext>
              </c:extLst>
            </c:dLbl>
            <c:dLbl>
              <c:idx val="1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9-7405-42D2-84DE-F8EA208DA7BA}"/>
                </c:ext>
              </c:extLst>
            </c:dLbl>
            <c:dLbl>
              <c:idx val="1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A-7405-42D2-84DE-F8EA208DA7BA}"/>
                </c:ext>
              </c:extLst>
            </c:dLbl>
            <c:dLbl>
              <c:idx val="1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B-7405-42D2-84DE-F8EA208DA7BA}"/>
                </c:ext>
              </c:extLst>
            </c:dLbl>
            <c:dLbl>
              <c:idx val="1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C-7405-42D2-84DE-F8EA208DA7BA}"/>
                </c:ext>
              </c:extLst>
            </c:dLbl>
            <c:dLbl>
              <c:idx val="1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D-7405-42D2-84DE-F8EA208DA7BA}"/>
                </c:ext>
              </c:extLst>
            </c:dLbl>
            <c:dLbl>
              <c:idx val="1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E-7405-42D2-84DE-F8EA208DA7BA}"/>
                </c:ext>
              </c:extLst>
            </c:dLbl>
            <c:dLbl>
              <c:idx val="1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F-7405-42D2-84DE-F8EA208DA7BA}"/>
                </c:ext>
              </c:extLst>
            </c:dLbl>
            <c:dLbl>
              <c:idx val="1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0-7405-42D2-84DE-F8EA208DA7BA}"/>
                </c:ext>
              </c:extLst>
            </c:dLbl>
            <c:dLbl>
              <c:idx val="1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1-7405-42D2-84DE-F8EA208DA7BA}"/>
                </c:ext>
              </c:extLst>
            </c:dLbl>
            <c:dLbl>
              <c:idx val="1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2-7405-42D2-84DE-F8EA208DA7BA}"/>
                </c:ext>
              </c:extLst>
            </c:dLbl>
            <c:dLbl>
              <c:idx val="1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3-7405-42D2-84DE-F8EA208DA7BA}"/>
                </c:ext>
              </c:extLst>
            </c:dLbl>
            <c:dLbl>
              <c:idx val="1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4-7405-42D2-84DE-F8EA208DA7BA}"/>
                </c:ext>
              </c:extLst>
            </c:dLbl>
            <c:dLbl>
              <c:idx val="1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5-7405-42D2-84DE-F8EA208DA7BA}"/>
                </c:ext>
              </c:extLst>
            </c:dLbl>
            <c:dLbl>
              <c:idx val="1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6-7405-42D2-84DE-F8EA208DA7BA}"/>
                </c:ext>
              </c:extLst>
            </c:dLbl>
            <c:dLbl>
              <c:idx val="1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7-7405-42D2-84DE-F8EA208DA7BA}"/>
                </c:ext>
              </c:extLst>
            </c:dLbl>
            <c:dLbl>
              <c:idx val="1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8-7405-42D2-84DE-F8EA208DA7BA}"/>
                </c:ext>
              </c:extLst>
            </c:dLbl>
            <c:dLbl>
              <c:idx val="1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9-7405-42D2-84DE-F8EA208DA7BA}"/>
                </c:ext>
              </c:extLst>
            </c:dLbl>
            <c:dLbl>
              <c:idx val="1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A-7405-42D2-84DE-F8EA208DA7BA}"/>
                </c:ext>
              </c:extLst>
            </c:dLbl>
            <c:dLbl>
              <c:idx val="1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B-7405-42D2-84DE-F8EA208DA7BA}"/>
                </c:ext>
              </c:extLst>
            </c:dLbl>
            <c:dLbl>
              <c:idx val="1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C-7405-42D2-84DE-F8EA208DA7BA}"/>
                </c:ext>
              </c:extLst>
            </c:dLbl>
            <c:dLbl>
              <c:idx val="1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D-7405-42D2-84DE-F8EA208DA7BA}"/>
                </c:ext>
              </c:extLst>
            </c:dLbl>
            <c:dLbl>
              <c:idx val="1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E-7405-42D2-84DE-F8EA208DA7BA}"/>
                </c:ext>
              </c:extLst>
            </c:dLbl>
            <c:dLbl>
              <c:idx val="1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F-7405-42D2-84DE-F8EA208DA7BA}"/>
                </c:ext>
              </c:extLst>
            </c:dLbl>
            <c:dLbl>
              <c:idx val="1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0-7405-42D2-84DE-F8EA208DA7BA}"/>
                </c:ext>
              </c:extLst>
            </c:dLbl>
            <c:dLbl>
              <c:idx val="1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1-7405-42D2-84DE-F8EA208DA7BA}"/>
                </c:ext>
              </c:extLst>
            </c:dLbl>
            <c:dLbl>
              <c:idx val="1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2-7405-42D2-84DE-F8EA208DA7BA}"/>
                </c:ext>
              </c:extLst>
            </c:dLbl>
            <c:dLbl>
              <c:idx val="1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3-7405-42D2-84DE-F8EA208DA7BA}"/>
                </c:ext>
              </c:extLst>
            </c:dLbl>
            <c:dLbl>
              <c:idx val="1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4-7405-42D2-84DE-F8EA208DA7BA}"/>
                </c:ext>
              </c:extLst>
            </c:dLbl>
            <c:dLbl>
              <c:idx val="1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5-7405-42D2-84DE-F8EA208DA7BA}"/>
                </c:ext>
              </c:extLst>
            </c:dLbl>
            <c:dLbl>
              <c:idx val="1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6-7405-42D2-84DE-F8EA208DA7BA}"/>
                </c:ext>
              </c:extLst>
            </c:dLbl>
            <c:dLbl>
              <c:idx val="1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7-7405-42D2-84DE-F8EA208DA7BA}"/>
                </c:ext>
              </c:extLst>
            </c:dLbl>
            <c:dLbl>
              <c:idx val="1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8-7405-42D2-84DE-F8EA208DA7BA}"/>
                </c:ext>
              </c:extLst>
            </c:dLbl>
            <c:dLbl>
              <c:idx val="1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9-7405-42D2-84DE-F8EA208DA7BA}"/>
                </c:ext>
              </c:extLst>
            </c:dLbl>
            <c:dLbl>
              <c:idx val="1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A-7405-42D2-84DE-F8EA208DA7BA}"/>
                </c:ext>
              </c:extLst>
            </c:dLbl>
            <c:dLbl>
              <c:idx val="1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B-7405-42D2-84DE-F8EA208DA7BA}"/>
                </c:ext>
              </c:extLst>
            </c:dLbl>
            <c:dLbl>
              <c:idx val="1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C-7405-42D2-84DE-F8EA208DA7BA}"/>
                </c:ext>
              </c:extLst>
            </c:dLbl>
            <c:dLbl>
              <c:idx val="1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D-7405-42D2-84DE-F8EA208DA7BA}"/>
                </c:ext>
              </c:extLst>
            </c:dLbl>
            <c:dLbl>
              <c:idx val="1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E-7405-42D2-84DE-F8EA208DA7BA}"/>
                </c:ext>
              </c:extLst>
            </c:dLbl>
            <c:dLbl>
              <c:idx val="1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F-7405-42D2-84DE-F8EA208DA7BA}"/>
                </c:ext>
              </c:extLst>
            </c:dLbl>
            <c:dLbl>
              <c:idx val="1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0-7405-42D2-84DE-F8EA208DA7BA}"/>
                </c:ext>
              </c:extLst>
            </c:dLbl>
            <c:dLbl>
              <c:idx val="1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1-7405-42D2-84DE-F8EA208DA7BA}"/>
                </c:ext>
              </c:extLst>
            </c:dLbl>
            <c:dLbl>
              <c:idx val="1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2-7405-42D2-84DE-F8EA208DA7BA}"/>
                </c:ext>
              </c:extLst>
            </c:dLbl>
            <c:dLbl>
              <c:idx val="1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3-7405-42D2-84DE-F8EA208DA7BA}"/>
                </c:ext>
              </c:extLst>
            </c:dLbl>
            <c:dLbl>
              <c:idx val="1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4-7405-42D2-84DE-F8EA208DA7BA}"/>
                </c:ext>
              </c:extLst>
            </c:dLbl>
            <c:dLbl>
              <c:idx val="1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5-7405-42D2-84DE-F8EA208DA7BA}"/>
                </c:ext>
              </c:extLst>
            </c:dLbl>
            <c:dLbl>
              <c:idx val="1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6-7405-42D2-84DE-F8EA208DA7BA}"/>
                </c:ext>
              </c:extLst>
            </c:dLbl>
            <c:dLbl>
              <c:idx val="1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7-7405-42D2-84DE-F8EA208DA7BA}"/>
                </c:ext>
              </c:extLst>
            </c:dLbl>
            <c:dLbl>
              <c:idx val="1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8-7405-42D2-84DE-F8EA208DA7BA}"/>
                </c:ext>
              </c:extLst>
            </c:dLbl>
            <c:dLbl>
              <c:idx val="1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9-7405-42D2-84DE-F8EA208DA7BA}"/>
                </c:ext>
              </c:extLst>
            </c:dLbl>
            <c:dLbl>
              <c:idx val="1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A-7405-42D2-84DE-F8EA208DA7BA}"/>
                </c:ext>
              </c:extLst>
            </c:dLbl>
            <c:dLbl>
              <c:idx val="1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B-7405-42D2-84DE-F8EA208DA7BA}"/>
                </c:ext>
              </c:extLst>
            </c:dLbl>
            <c:dLbl>
              <c:idx val="1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C-7405-42D2-84DE-F8EA208DA7BA}"/>
                </c:ext>
              </c:extLst>
            </c:dLbl>
            <c:dLbl>
              <c:idx val="1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D-7405-42D2-84DE-F8EA208DA7BA}"/>
                </c:ext>
              </c:extLst>
            </c:dLbl>
            <c:dLbl>
              <c:idx val="1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E-7405-42D2-84DE-F8EA208DA7BA}"/>
                </c:ext>
              </c:extLst>
            </c:dLbl>
            <c:dLbl>
              <c:idx val="1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F-7405-42D2-84DE-F8EA208DA7BA}"/>
                </c:ext>
              </c:extLst>
            </c:dLbl>
            <c:dLbl>
              <c:idx val="1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0-7405-42D2-84DE-F8EA208DA7BA}"/>
                </c:ext>
              </c:extLst>
            </c:dLbl>
            <c:dLbl>
              <c:idx val="1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1-7405-42D2-84DE-F8EA208DA7BA}"/>
                </c:ext>
              </c:extLst>
            </c:dLbl>
            <c:dLbl>
              <c:idx val="1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2-7405-42D2-84DE-F8EA208DA7BA}"/>
                </c:ext>
              </c:extLst>
            </c:dLbl>
            <c:dLbl>
              <c:idx val="1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3-7405-42D2-84DE-F8EA208DA7BA}"/>
                </c:ext>
              </c:extLst>
            </c:dLbl>
            <c:dLbl>
              <c:idx val="1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4-7405-42D2-84DE-F8EA208DA7BA}"/>
                </c:ext>
              </c:extLst>
            </c:dLbl>
            <c:dLbl>
              <c:idx val="1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5-7405-42D2-84DE-F8EA208DA7BA}"/>
                </c:ext>
              </c:extLst>
            </c:dLbl>
            <c:dLbl>
              <c:idx val="1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6-7405-42D2-84DE-F8EA208DA7BA}"/>
                </c:ext>
              </c:extLst>
            </c:dLbl>
            <c:dLbl>
              <c:idx val="1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7-7405-42D2-84DE-F8EA208DA7BA}"/>
                </c:ext>
              </c:extLst>
            </c:dLbl>
            <c:dLbl>
              <c:idx val="1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8-7405-42D2-84DE-F8EA208DA7BA}"/>
                </c:ext>
              </c:extLst>
            </c:dLbl>
            <c:dLbl>
              <c:idx val="1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9-7405-42D2-84DE-F8EA208DA7BA}"/>
                </c:ext>
              </c:extLst>
            </c:dLbl>
            <c:dLbl>
              <c:idx val="1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A-7405-42D2-84DE-F8EA208DA7BA}"/>
                </c:ext>
              </c:extLst>
            </c:dLbl>
            <c:dLbl>
              <c:idx val="1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B-7405-42D2-84DE-F8EA208DA7BA}"/>
                </c:ext>
              </c:extLst>
            </c:dLbl>
            <c:dLbl>
              <c:idx val="1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C-7405-42D2-84DE-F8EA208DA7BA}"/>
                </c:ext>
              </c:extLst>
            </c:dLbl>
            <c:dLbl>
              <c:idx val="1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D-7405-42D2-84DE-F8EA208DA7BA}"/>
                </c:ext>
              </c:extLst>
            </c:dLbl>
            <c:dLbl>
              <c:idx val="1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E-7405-42D2-84DE-F8EA208DA7BA}"/>
                </c:ext>
              </c:extLst>
            </c:dLbl>
            <c:dLbl>
              <c:idx val="1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F-7405-42D2-84DE-F8EA208DA7BA}"/>
                </c:ext>
              </c:extLst>
            </c:dLbl>
            <c:dLbl>
              <c:idx val="1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0-7405-42D2-84DE-F8EA208DA7BA}"/>
                </c:ext>
              </c:extLst>
            </c:dLbl>
            <c:dLbl>
              <c:idx val="1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1-7405-42D2-84DE-F8EA208DA7BA}"/>
                </c:ext>
              </c:extLst>
            </c:dLbl>
            <c:dLbl>
              <c:idx val="1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2-7405-42D2-84DE-F8EA208DA7BA}"/>
                </c:ext>
              </c:extLst>
            </c:dLbl>
            <c:dLbl>
              <c:idx val="1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3-7405-42D2-84DE-F8EA208DA7BA}"/>
                </c:ext>
              </c:extLst>
            </c:dLbl>
            <c:dLbl>
              <c:idx val="1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4-7405-42D2-84DE-F8EA208DA7BA}"/>
                </c:ext>
              </c:extLst>
            </c:dLbl>
            <c:dLbl>
              <c:idx val="1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5-7405-42D2-84DE-F8EA208DA7BA}"/>
                </c:ext>
              </c:extLst>
            </c:dLbl>
            <c:dLbl>
              <c:idx val="1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6-7405-42D2-84DE-F8EA208DA7BA}"/>
                </c:ext>
              </c:extLst>
            </c:dLbl>
            <c:dLbl>
              <c:idx val="1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7-7405-42D2-84DE-F8EA208DA7BA}"/>
                </c:ext>
              </c:extLst>
            </c:dLbl>
            <c:dLbl>
              <c:idx val="1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8-7405-42D2-84DE-F8EA208DA7BA}"/>
                </c:ext>
              </c:extLst>
            </c:dLbl>
            <c:dLbl>
              <c:idx val="1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9-7405-42D2-84DE-F8EA208DA7BA}"/>
                </c:ext>
              </c:extLst>
            </c:dLbl>
            <c:dLbl>
              <c:idx val="1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A-7405-42D2-84DE-F8EA208DA7BA}"/>
                </c:ext>
              </c:extLst>
            </c:dLbl>
            <c:dLbl>
              <c:idx val="1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B-7405-42D2-84DE-F8EA208DA7BA}"/>
                </c:ext>
              </c:extLst>
            </c:dLbl>
            <c:dLbl>
              <c:idx val="1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C-7405-42D2-84DE-F8EA208DA7BA}"/>
                </c:ext>
              </c:extLst>
            </c:dLbl>
            <c:dLbl>
              <c:idx val="1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D-7405-42D2-84DE-F8EA208DA7BA}"/>
                </c:ext>
              </c:extLst>
            </c:dLbl>
            <c:dLbl>
              <c:idx val="1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E-7405-42D2-84DE-F8EA208DA7BA}"/>
                </c:ext>
              </c:extLst>
            </c:dLbl>
            <c:dLbl>
              <c:idx val="1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F-7405-42D2-84DE-F8EA208DA7BA}"/>
                </c:ext>
              </c:extLst>
            </c:dLbl>
            <c:dLbl>
              <c:idx val="1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0-7405-42D2-84DE-F8EA208DA7BA}"/>
                </c:ext>
              </c:extLst>
            </c:dLbl>
            <c:dLbl>
              <c:idx val="1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1-7405-42D2-84DE-F8EA208DA7BA}"/>
                </c:ext>
              </c:extLst>
            </c:dLbl>
            <c:dLbl>
              <c:idx val="1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2-7405-42D2-84DE-F8EA208DA7BA}"/>
                </c:ext>
              </c:extLst>
            </c:dLbl>
            <c:dLbl>
              <c:idx val="1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3-7405-42D2-84DE-F8EA208DA7BA}"/>
                </c:ext>
              </c:extLst>
            </c:dLbl>
            <c:dLbl>
              <c:idx val="1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4-7405-42D2-84DE-F8EA208DA7BA}"/>
                </c:ext>
              </c:extLst>
            </c:dLbl>
            <c:dLbl>
              <c:idx val="1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5-7405-42D2-84DE-F8EA208DA7BA}"/>
                </c:ext>
              </c:extLst>
            </c:dLbl>
            <c:dLbl>
              <c:idx val="1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6-7405-42D2-84DE-F8EA208DA7BA}"/>
                </c:ext>
              </c:extLst>
            </c:dLbl>
            <c:dLbl>
              <c:idx val="1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7-7405-42D2-84DE-F8EA208DA7BA}"/>
                </c:ext>
              </c:extLst>
            </c:dLbl>
            <c:dLbl>
              <c:idx val="1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8-7405-42D2-84DE-F8EA208DA7BA}"/>
                </c:ext>
              </c:extLst>
            </c:dLbl>
            <c:dLbl>
              <c:idx val="1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9-7405-42D2-84DE-F8EA208DA7BA}"/>
                </c:ext>
              </c:extLst>
            </c:dLbl>
            <c:dLbl>
              <c:idx val="1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A-7405-42D2-84DE-F8EA208DA7BA}"/>
                </c:ext>
              </c:extLst>
            </c:dLbl>
            <c:dLbl>
              <c:idx val="1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B-7405-42D2-84DE-F8EA208DA7BA}"/>
                </c:ext>
              </c:extLst>
            </c:dLbl>
            <c:dLbl>
              <c:idx val="1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C-7405-42D2-84DE-F8EA208DA7BA}"/>
                </c:ext>
              </c:extLst>
            </c:dLbl>
            <c:dLbl>
              <c:idx val="1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D-7405-42D2-84DE-F8EA208DA7BA}"/>
                </c:ext>
              </c:extLst>
            </c:dLbl>
            <c:dLbl>
              <c:idx val="1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E-7405-42D2-84DE-F8EA208DA7BA}"/>
                </c:ext>
              </c:extLst>
            </c:dLbl>
            <c:dLbl>
              <c:idx val="1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F-7405-42D2-84DE-F8EA208DA7BA}"/>
                </c:ext>
              </c:extLst>
            </c:dLbl>
            <c:dLbl>
              <c:idx val="1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0-7405-42D2-84DE-F8EA208DA7BA}"/>
                </c:ext>
              </c:extLst>
            </c:dLbl>
            <c:dLbl>
              <c:idx val="1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1-7405-42D2-84DE-F8EA208DA7BA}"/>
                </c:ext>
              </c:extLst>
            </c:dLbl>
            <c:dLbl>
              <c:idx val="1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2-7405-42D2-84DE-F8EA208DA7BA}"/>
                </c:ext>
              </c:extLst>
            </c:dLbl>
            <c:dLbl>
              <c:idx val="1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3-7405-42D2-84DE-F8EA208DA7BA}"/>
                </c:ext>
              </c:extLst>
            </c:dLbl>
            <c:dLbl>
              <c:idx val="1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4-7405-42D2-84DE-F8EA208DA7BA}"/>
                </c:ext>
              </c:extLst>
            </c:dLbl>
            <c:dLbl>
              <c:idx val="1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5-7405-42D2-84DE-F8EA208DA7BA}"/>
                </c:ext>
              </c:extLst>
            </c:dLbl>
            <c:dLbl>
              <c:idx val="1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6-7405-42D2-84DE-F8EA208DA7BA}"/>
                </c:ext>
              </c:extLst>
            </c:dLbl>
            <c:dLbl>
              <c:idx val="1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7-7405-42D2-84DE-F8EA208DA7BA}"/>
                </c:ext>
              </c:extLst>
            </c:dLbl>
            <c:dLbl>
              <c:idx val="1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8-7405-42D2-84DE-F8EA208DA7BA}"/>
                </c:ext>
              </c:extLst>
            </c:dLbl>
            <c:dLbl>
              <c:idx val="1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9-7405-42D2-84DE-F8EA208DA7BA}"/>
                </c:ext>
              </c:extLst>
            </c:dLbl>
            <c:dLbl>
              <c:idx val="1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A-7405-42D2-84DE-F8EA208DA7BA}"/>
                </c:ext>
              </c:extLst>
            </c:dLbl>
            <c:dLbl>
              <c:idx val="1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B-7405-42D2-84DE-F8EA208DA7BA}"/>
                </c:ext>
              </c:extLst>
            </c:dLbl>
            <c:dLbl>
              <c:idx val="1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C-7405-42D2-84DE-F8EA208DA7BA}"/>
                </c:ext>
              </c:extLst>
            </c:dLbl>
            <c:dLbl>
              <c:idx val="1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D-7405-42D2-84DE-F8EA208DA7BA}"/>
                </c:ext>
              </c:extLst>
            </c:dLbl>
            <c:dLbl>
              <c:idx val="1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E-7405-42D2-84DE-F8EA208DA7BA}"/>
                </c:ext>
              </c:extLst>
            </c:dLbl>
            <c:dLbl>
              <c:idx val="1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F-7405-42D2-84DE-F8EA208DA7BA}"/>
                </c:ext>
              </c:extLst>
            </c:dLbl>
            <c:dLbl>
              <c:idx val="1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0-7405-42D2-84DE-F8EA208DA7BA}"/>
                </c:ext>
              </c:extLst>
            </c:dLbl>
            <c:dLbl>
              <c:idx val="1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1-7405-42D2-84DE-F8EA208DA7BA}"/>
                </c:ext>
              </c:extLst>
            </c:dLbl>
            <c:dLbl>
              <c:idx val="1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2-7405-42D2-84DE-F8EA208DA7BA}"/>
                </c:ext>
              </c:extLst>
            </c:dLbl>
            <c:dLbl>
              <c:idx val="1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3-7405-42D2-84DE-F8EA208DA7BA}"/>
                </c:ext>
              </c:extLst>
            </c:dLbl>
            <c:dLbl>
              <c:idx val="1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4-7405-42D2-84DE-F8EA208DA7BA}"/>
                </c:ext>
              </c:extLst>
            </c:dLbl>
            <c:dLbl>
              <c:idx val="1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5-7405-42D2-84DE-F8EA208DA7BA}"/>
                </c:ext>
              </c:extLst>
            </c:dLbl>
            <c:dLbl>
              <c:idx val="1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6-7405-42D2-84DE-F8EA208DA7BA}"/>
                </c:ext>
              </c:extLst>
            </c:dLbl>
            <c:dLbl>
              <c:idx val="1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7-7405-42D2-84DE-F8EA208DA7BA}"/>
                </c:ext>
              </c:extLst>
            </c:dLbl>
            <c:dLbl>
              <c:idx val="1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8-7405-42D2-84DE-F8EA208DA7BA}"/>
                </c:ext>
              </c:extLst>
            </c:dLbl>
            <c:dLbl>
              <c:idx val="1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9-7405-42D2-84DE-F8EA208DA7BA}"/>
                </c:ext>
              </c:extLst>
            </c:dLbl>
            <c:dLbl>
              <c:idx val="1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A-7405-42D2-84DE-F8EA208DA7BA}"/>
                </c:ext>
              </c:extLst>
            </c:dLbl>
            <c:dLbl>
              <c:idx val="1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B-7405-42D2-84DE-F8EA208DA7BA}"/>
                </c:ext>
              </c:extLst>
            </c:dLbl>
            <c:dLbl>
              <c:idx val="1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C-7405-42D2-84DE-F8EA208DA7BA}"/>
                </c:ext>
              </c:extLst>
            </c:dLbl>
            <c:dLbl>
              <c:idx val="1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D-7405-42D2-84DE-F8EA208DA7BA}"/>
                </c:ext>
              </c:extLst>
            </c:dLbl>
            <c:dLbl>
              <c:idx val="1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E-7405-42D2-84DE-F8EA208DA7BA}"/>
                </c:ext>
              </c:extLst>
            </c:dLbl>
            <c:dLbl>
              <c:idx val="1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F-7405-42D2-84DE-F8EA208DA7BA}"/>
                </c:ext>
              </c:extLst>
            </c:dLbl>
            <c:dLbl>
              <c:idx val="1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0-7405-42D2-84DE-F8EA208DA7BA}"/>
                </c:ext>
              </c:extLst>
            </c:dLbl>
            <c:dLbl>
              <c:idx val="1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1-7405-42D2-84DE-F8EA208DA7BA}"/>
                </c:ext>
              </c:extLst>
            </c:dLbl>
            <c:dLbl>
              <c:idx val="1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2-7405-42D2-84DE-F8EA208DA7BA}"/>
                </c:ext>
              </c:extLst>
            </c:dLbl>
            <c:dLbl>
              <c:idx val="1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3-7405-42D2-84DE-F8EA208DA7BA}"/>
                </c:ext>
              </c:extLst>
            </c:dLbl>
            <c:dLbl>
              <c:idx val="1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4-7405-42D2-84DE-F8EA208DA7BA}"/>
                </c:ext>
              </c:extLst>
            </c:dLbl>
            <c:dLbl>
              <c:idx val="1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5-7405-42D2-84DE-F8EA208DA7BA}"/>
                </c:ext>
              </c:extLst>
            </c:dLbl>
            <c:dLbl>
              <c:idx val="1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6-7405-42D2-84DE-F8EA208DA7BA}"/>
                </c:ext>
              </c:extLst>
            </c:dLbl>
            <c:dLbl>
              <c:idx val="1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7-7405-42D2-84DE-F8EA208DA7BA}"/>
                </c:ext>
              </c:extLst>
            </c:dLbl>
            <c:dLbl>
              <c:idx val="1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8-7405-42D2-84DE-F8EA208DA7BA}"/>
                </c:ext>
              </c:extLst>
            </c:dLbl>
            <c:dLbl>
              <c:idx val="1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9-7405-42D2-84DE-F8EA208DA7BA}"/>
                </c:ext>
              </c:extLst>
            </c:dLbl>
            <c:dLbl>
              <c:idx val="1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A-7405-42D2-84DE-F8EA208DA7BA}"/>
                </c:ext>
              </c:extLst>
            </c:dLbl>
            <c:dLbl>
              <c:idx val="1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B-7405-42D2-84DE-F8EA208DA7BA}"/>
                </c:ext>
              </c:extLst>
            </c:dLbl>
            <c:dLbl>
              <c:idx val="1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C-7405-42D2-84DE-F8EA208DA7BA}"/>
                </c:ext>
              </c:extLst>
            </c:dLbl>
            <c:dLbl>
              <c:idx val="2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D-7405-42D2-84DE-F8EA208DA7BA}"/>
                </c:ext>
              </c:extLst>
            </c:dLbl>
            <c:dLbl>
              <c:idx val="2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E-7405-42D2-84DE-F8EA208DA7BA}"/>
                </c:ext>
              </c:extLst>
            </c:dLbl>
            <c:dLbl>
              <c:idx val="2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F-7405-42D2-84DE-F8EA208DA7BA}"/>
                </c:ext>
              </c:extLst>
            </c:dLbl>
            <c:dLbl>
              <c:idx val="2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0-7405-42D2-84DE-F8EA208DA7BA}"/>
                </c:ext>
              </c:extLst>
            </c:dLbl>
            <c:dLbl>
              <c:idx val="2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1-7405-42D2-84DE-F8EA208DA7BA}"/>
                </c:ext>
              </c:extLst>
            </c:dLbl>
            <c:dLbl>
              <c:idx val="2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2-7405-42D2-84DE-F8EA208DA7BA}"/>
                </c:ext>
              </c:extLst>
            </c:dLbl>
            <c:dLbl>
              <c:idx val="2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3-7405-42D2-84DE-F8EA208DA7BA}"/>
                </c:ext>
              </c:extLst>
            </c:dLbl>
            <c:dLbl>
              <c:idx val="2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4-7405-42D2-84DE-F8EA208DA7BA}"/>
                </c:ext>
              </c:extLst>
            </c:dLbl>
            <c:dLbl>
              <c:idx val="2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5-7405-42D2-84DE-F8EA208DA7BA}"/>
                </c:ext>
              </c:extLst>
            </c:dLbl>
            <c:dLbl>
              <c:idx val="2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6-7405-42D2-84DE-F8EA208DA7BA}"/>
                </c:ext>
              </c:extLst>
            </c:dLbl>
            <c:dLbl>
              <c:idx val="2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7-7405-42D2-84DE-F8EA208DA7BA}"/>
                </c:ext>
              </c:extLst>
            </c:dLbl>
            <c:dLbl>
              <c:idx val="2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8-7405-42D2-84DE-F8EA208DA7BA}"/>
                </c:ext>
              </c:extLst>
            </c:dLbl>
            <c:dLbl>
              <c:idx val="2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9-7405-42D2-84DE-F8EA208DA7BA}"/>
                </c:ext>
              </c:extLst>
            </c:dLbl>
            <c:dLbl>
              <c:idx val="2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A-7405-42D2-84DE-F8EA208DA7BA}"/>
                </c:ext>
              </c:extLst>
            </c:dLbl>
            <c:dLbl>
              <c:idx val="2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B-7405-42D2-84DE-F8EA208DA7BA}"/>
                </c:ext>
              </c:extLst>
            </c:dLbl>
            <c:dLbl>
              <c:idx val="2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C-7405-42D2-84DE-F8EA208DA7BA}"/>
                </c:ext>
              </c:extLst>
            </c:dLbl>
            <c:dLbl>
              <c:idx val="2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D-7405-42D2-84DE-F8EA208DA7BA}"/>
                </c:ext>
              </c:extLst>
            </c:dLbl>
            <c:dLbl>
              <c:idx val="2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E-7405-42D2-84DE-F8EA208DA7BA}"/>
                </c:ext>
              </c:extLst>
            </c:dLbl>
            <c:dLbl>
              <c:idx val="2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F-7405-42D2-84DE-F8EA208DA7BA}"/>
                </c:ext>
              </c:extLst>
            </c:dLbl>
            <c:dLbl>
              <c:idx val="2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0-7405-42D2-84DE-F8EA208DA7BA}"/>
                </c:ext>
              </c:extLst>
            </c:dLbl>
            <c:dLbl>
              <c:idx val="2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1-7405-42D2-84DE-F8EA208DA7BA}"/>
                </c:ext>
              </c:extLst>
            </c:dLbl>
            <c:dLbl>
              <c:idx val="2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2-7405-42D2-84DE-F8EA208DA7BA}"/>
                </c:ext>
              </c:extLst>
            </c:dLbl>
            <c:dLbl>
              <c:idx val="2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3-7405-42D2-84DE-F8EA208DA7BA}"/>
                </c:ext>
              </c:extLst>
            </c:dLbl>
            <c:dLbl>
              <c:idx val="2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4-7405-42D2-84DE-F8EA208DA7BA}"/>
                </c:ext>
              </c:extLst>
            </c:dLbl>
            <c:dLbl>
              <c:idx val="2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5-7405-42D2-84DE-F8EA208DA7BA}"/>
                </c:ext>
              </c:extLst>
            </c:dLbl>
            <c:dLbl>
              <c:idx val="2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6-7405-42D2-84DE-F8EA208DA7BA}"/>
                </c:ext>
              </c:extLst>
            </c:dLbl>
            <c:dLbl>
              <c:idx val="2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7-7405-42D2-84DE-F8EA208DA7BA}"/>
                </c:ext>
              </c:extLst>
            </c:dLbl>
            <c:dLbl>
              <c:idx val="2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8-7405-42D2-84DE-F8EA208DA7BA}"/>
                </c:ext>
              </c:extLst>
            </c:dLbl>
            <c:dLbl>
              <c:idx val="2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9-7405-42D2-84DE-F8EA208DA7BA}"/>
                </c:ext>
              </c:extLst>
            </c:dLbl>
            <c:dLbl>
              <c:idx val="2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A-7405-42D2-84DE-F8EA208DA7BA}"/>
                </c:ext>
              </c:extLst>
            </c:dLbl>
            <c:dLbl>
              <c:idx val="2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B-7405-42D2-84DE-F8EA208DA7BA}"/>
                </c:ext>
              </c:extLst>
            </c:dLbl>
            <c:dLbl>
              <c:idx val="2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C-7405-42D2-84DE-F8EA208DA7BA}"/>
                </c:ext>
              </c:extLst>
            </c:dLbl>
            <c:dLbl>
              <c:idx val="2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D-7405-42D2-84DE-F8EA208DA7BA}"/>
                </c:ext>
              </c:extLst>
            </c:dLbl>
            <c:dLbl>
              <c:idx val="2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E-7405-42D2-84DE-F8EA208DA7BA}"/>
                </c:ext>
              </c:extLst>
            </c:dLbl>
            <c:dLbl>
              <c:idx val="2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F-7405-42D2-84DE-F8EA208DA7BA}"/>
                </c:ext>
              </c:extLst>
            </c:dLbl>
            <c:dLbl>
              <c:idx val="2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0-7405-42D2-84DE-F8EA208DA7BA}"/>
                </c:ext>
              </c:extLst>
            </c:dLbl>
            <c:dLbl>
              <c:idx val="2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1-7405-42D2-84DE-F8EA208DA7BA}"/>
                </c:ext>
              </c:extLst>
            </c:dLbl>
            <c:dLbl>
              <c:idx val="2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2-7405-42D2-84DE-F8EA208DA7BA}"/>
                </c:ext>
              </c:extLst>
            </c:dLbl>
            <c:dLbl>
              <c:idx val="2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3-7405-42D2-84DE-F8EA208DA7BA}"/>
                </c:ext>
              </c:extLst>
            </c:dLbl>
            <c:dLbl>
              <c:idx val="2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4-7405-42D2-84DE-F8EA208DA7BA}"/>
                </c:ext>
              </c:extLst>
            </c:dLbl>
            <c:dLbl>
              <c:idx val="2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5-7405-42D2-84DE-F8EA208DA7BA}"/>
                </c:ext>
              </c:extLst>
            </c:dLbl>
            <c:dLbl>
              <c:idx val="2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6-7405-42D2-84DE-F8EA208DA7BA}"/>
                </c:ext>
              </c:extLst>
            </c:dLbl>
            <c:dLbl>
              <c:idx val="2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7-7405-42D2-84DE-F8EA208DA7BA}"/>
                </c:ext>
              </c:extLst>
            </c:dLbl>
            <c:dLbl>
              <c:idx val="2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8-7405-42D2-84DE-F8EA208DA7BA}"/>
                </c:ext>
              </c:extLst>
            </c:dLbl>
            <c:dLbl>
              <c:idx val="2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9-7405-42D2-84DE-F8EA208DA7BA}"/>
                </c:ext>
              </c:extLst>
            </c:dLbl>
            <c:dLbl>
              <c:idx val="2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A-7405-42D2-84DE-F8EA208DA7BA}"/>
                </c:ext>
              </c:extLst>
            </c:dLbl>
            <c:dLbl>
              <c:idx val="2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B-7405-42D2-84DE-F8EA208DA7BA}"/>
                </c:ext>
              </c:extLst>
            </c:dLbl>
            <c:dLbl>
              <c:idx val="2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C-7405-42D2-84DE-F8EA208DA7BA}"/>
                </c:ext>
              </c:extLst>
            </c:dLbl>
            <c:dLbl>
              <c:idx val="2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D-7405-42D2-84DE-F8EA208DA7BA}"/>
                </c:ext>
              </c:extLst>
            </c:dLbl>
            <c:dLbl>
              <c:idx val="2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E-7405-42D2-84DE-F8EA208DA7BA}"/>
                </c:ext>
              </c:extLst>
            </c:dLbl>
            <c:dLbl>
              <c:idx val="2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F-7405-42D2-84DE-F8EA208DA7BA}"/>
                </c:ext>
              </c:extLst>
            </c:dLbl>
            <c:dLbl>
              <c:idx val="2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0-7405-42D2-84DE-F8EA208DA7BA}"/>
                </c:ext>
              </c:extLst>
            </c:dLbl>
            <c:dLbl>
              <c:idx val="2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1-7405-42D2-84DE-F8EA208DA7BA}"/>
                </c:ext>
              </c:extLst>
            </c:dLbl>
            <c:dLbl>
              <c:idx val="2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2-7405-42D2-84DE-F8EA208DA7BA}"/>
                </c:ext>
              </c:extLst>
            </c:dLbl>
            <c:dLbl>
              <c:idx val="2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3-7405-42D2-84DE-F8EA208DA7BA}"/>
                </c:ext>
              </c:extLst>
            </c:dLbl>
            <c:dLbl>
              <c:idx val="2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4-7405-42D2-84DE-F8EA208DA7BA}"/>
                </c:ext>
              </c:extLst>
            </c:dLbl>
            <c:dLbl>
              <c:idx val="2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5-7405-42D2-84DE-F8EA208DA7BA}"/>
                </c:ext>
              </c:extLst>
            </c:dLbl>
            <c:dLbl>
              <c:idx val="2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6-7405-42D2-84DE-F8EA208DA7BA}"/>
                </c:ext>
              </c:extLst>
            </c:dLbl>
            <c:dLbl>
              <c:idx val="2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7-7405-42D2-84DE-F8EA208DA7BA}"/>
                </c:ext>
              </c:extLst>
            </c:dLbl>
            <c:dLbl>
              <c:idx val="2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8-7405-42D2-84DE-F8EA208DA7BA}"/>
                </c:ext>
              </c:extLst>
            </c:dLbl>
            <c:dLbl>
              <c:idx val="2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9-7405-42D2-84DE-F8EA208DA7BA}"/>
                </c:ext>
              </c:extLst>
            </c:dLbl>
            <c:dLbl>
              <c:idx val="2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A-7405-42D2-84DE-F8EA208DA7BA}"/>
                </c:ext>
              </c:extLst>
            </c:dLbl>
            <c:dLbl>
              <c:idx val="2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B-7405-42D2-84DE-F8EA208DA7BA}"/>
                </c:ext>
              </c:extLst>
            </c:dLbl>
            <c:dLbl>
              <c:idx val="2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C-7405-42D2-84DE-F8EA208DA7BA}"/>
                </c:ext>
              </c:extLst>
            </c:dLbl>
            <c:dLbl>
              <c:idx val="2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D-7405-42D2-84DE-F8EA208DA7BA}"/>
                </c:ext>
              </c:extLst>
            </c:dLbl>
            <c:dLbl>
              <c:idx val="2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E-7405-42D2-84DE-F8EA208DA7BA}"/>
                </c:ext>
              </c:extLst>
            </c:dLbl>
            <c:dLbl>
              <c:idx val="2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F-7405-42D2-84DE-F8EA208DA7BA}"/>
                </c:ext>
              </c:extLst>
            </c:dLbl>
            <c:dLbl>
              <c:idx val="2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0-7405-42D2-84DE-F8EA208DA7BA}"/>
                </c:ext>
              </c:extLst>
            </c:dLbl>
            <c:dLbl>
              <c:idx val="2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1-7405-42D2-84DE-F8EA208DA7BA}"/>
                </c:ext>
              </c:extLst>
            </c:dLbl>
            <c:dLbl>
              <c:idx val="2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2-7405-42D2-84DE-F8EA208DA7BA}"/>
                </c:ext>
              </c:extLst>
            </c:dLbl>
            <c:dLbl>
              <c:idx val="2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3-7405-42D2-84DE-F8EA208DA7BA}"/>
                </c:ext>
              </c:extLst>
            </c:dLbl>
            <c:dLbl>
              <c:idx val="2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4-7405-42D2-84DE-F8EA208DA7BA}"/>
                </c:ext>
              </c:extLst>
            </c:dLbl>
            <c:dLbl>
              <c:idx val="2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5-7405-42D2-84DE-F8EA208DA7BA}"/>
                </c:ext>
              </c:extLst>
            </c:dLbl>
            <c:dLbl>
              <c:idx val="2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6-7405-42D2-84DE-F8EA208DA7BA}"/>
                </c:ext>
              </c:extLst>
            </c:dLbl>
            <c:dLbl>
              <c:idx val="2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7-7405-42D2-84DE-F8EA208DA7BA}"/>
                </c:ext>
              </c:extLst>
            </c:dLbl>
            <c:dLbl>
              <c:idx val="2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8-7405-42D2-84DE-F8EA208DA7BA}"/>
                </c:ext>
              </c:extLst>
            </c:dLbl>
            <c:dLbl>
              <c:idx val="2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9-7405-42D2-84DE-F8EA208DA7BA}"/>
                </c:ext>
              </c:extLst>
            </c:dLbl>
            <c:dLbl>
              <c:idx val="2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A-7405-42D2-84DE-F8EA208DA7BA}"/>
                </c:ext>
              </c:extLst>
            </c:dLbl>
            <c:dLbl>
              <c:idx val="2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B-7405-42D2-84DE-F8EA208DA7BA}"/>
                </c:ext>
              </c:extLst>
            </c:dLbl>
            <c:dLbl>
              <c:idx val="2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C-7405-42D2-84DE-F8EA208DA7BA}"/>
                </c:ext>
              </c:extLst>
            </c:dLbl>
            <c:dLbl>
              <c:idx val="2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D-7405-42D2-84DE-F8EA208DA7BA}"/>
                </c:ext>
              </c:extLst>
            </c:dLbl>
            <c:dLbl>
              <c:idx val="2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E-7405-42D2-84DE-F8EA208DA7BA}"/>
                </c:ext>
              </c:extLst>
            </c:dLbl>
            <c:dLbl>
              <c:idx val="2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F-7405-42D2-84DE-F8EA208DA7BA}"/>
                </c:ext>
              </c:extLst>
            </c:dLbl>
            <c:dLbl>
              <c:idx val="2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0-7405-42D2-84DE-F8EA208DA7BA}"/>
                </c:ext>
              </c:extLst>
            </c:dLbl>
            <c:dLbl>
              <c:idx val="2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1-7405-42D2-84DE-F8EA208DA7BA}"/>
                </c:ext>
              </c:extLst>
            </c:dLbl>
            <c:dLbl>
              <c:idx val="2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2-7405-42D2-84DE-F8EA208DA7BA}"/>
                </c:ext>
              </c:extLst>
            </c:dLbl>
            <c:dLbl>
              <c:idx val="2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3-7405-42D2-84DE-F8EA208DA7BA}"/>
                </c:ext>
              </c:extLst>
            </c:dLbl>
            <c:dLbl>
              <c:idx val="2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4-7405-42D2-84DE-F8EA208DA7BA}"/>
                </c:ext>
              </c:extLst>
            </c:dLbl>
            <c:dLbl>
              <c:idx val="2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5-7405-42D2-84DE-F8EA208DA7BA}"/>
                </c:ext>
              </c:extLst>
            </c:dLbl>
            <c:dLbl>
              <c:idx val="2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6-7405-42D2-84DE-F8EA208DA7BA}"/>
                </c:ext>
              </c:extLst>
            </c:dLbl>
            <c:dLbl>
              <c:idx val="2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7-7405-42D2-84DE-F8EA208DA7BA}"/>
                </c:ext>
              </c:extLst>
            </c:dLbl>
            <c:dLbl>
              <c:idx val="2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8-7405-42D2-84DE-F8EA208DA7BA}"/>
                </c:ext>
              </c:extLst>
            </c:dLbl>
            <c:dLbl>
              <c:idx val="2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9-7405-42D2-84DE-F8EA208DA7BA}"/>
                </c:ext>
              </c:extLst>
            </c:dLbl>
            <c:dLbl>
              <c:idx val="2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A-7405-42D2-84DE-F8EA208DA7BA}"/>
                </c:ext>
              </c:extLst>
            </c:dLbl>
            <c:dLbl>
              <c:idx val="2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B-7405-42D2-84DE-F8EA208DA7BA}"/>
                </c:ext>
              </c:extLst>
            </c:dLbl>
            <c:dLbl>
              <c:idx val="2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C-7405-42D2-84DE-F8EA208DA7BA}"/>
                </c:ext>
              </c:extLst>
            </c:dLbl>
            <c:dLbl>
              <c:idx val="2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D-7405-42D2-84DE-F8EA208DA7BA}"/>
                </c:ext>
              </c:extLst>
            </c:dLbl>
            <c:dLbl>
              <c:idx val="2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E-7405-42D2-84DE-F8EA208DA7BA}"/>
                </c:ext>
              </c:extLst>
            </c:dLbl>
            <c:dLbl>
              <c:idx val="2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F-7405-42D2-84DE-F8EA208DA7BA}"/>
                </c:ext>
              </c:extLst>
            </c:dLbl>
            <c:dLbl>
              <c:idx val="2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0-7405-42D2-84DE-F8EA208DA7BA}"/>
                </c:ext>
              </c:extLst>
            </c:dLbl>
            <c:dLbl>
              <c:idx val="2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1-7405-42D2-84DE-F8EA208DA7BA}"/>
                </c:ext>
              </c:extLst>
            </c:dLbl>
            <c:dLbl>
              <c:idx val="2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2-7405-42D2-84DE-F8EA208DA7BA}"/>
                </c:ext>
              </c:extLst>
            </c:dLbl>
            <c:dLbl>
              <c:idx val="2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3-7405-42D2-84DE-F8EA208DA7BA}"/>
                </c:ext>
              </c:extLst>
            </c:dLbl>
            <c:dLbl>
              <c:idx val="2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4-7405-42D2-84DE-F8EA208DA7BA}"/>
                </c:ext>
              </c:extLst>
            </c:dLbl>
            <c:dLbl>
              <c:idx val="2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5-7405-42D2-84DE-F8EA208DA7BA}"/>
                </c:ext>
              </c:extLst>
            </c:dLbl>
            <c:dLbl>
              <c:idx val="2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6-7405-42D2-84DE-F8EA208DA7BA}"/>
                </c:ext>
              </c:extLst>
            </c:dLbl>
            <c:dLbl>
              <c:idx val="2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7-7405-42D2-84DE-F8EA208DA7BA}"/>
                </c:ext>
              </c:extLst>
            </c:dLbl>
            <c:dLbl>
              <c:idx val="2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8-7405-42D2-84DE-F8EA208DA7BA}"/>
                </c:ext>
              </c:extLst>
            </c:dLbl>
            <c:dLbl>
              <c:idx val="2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9-7405-42D2-84DE-F8EA208DA7BA}"/>
                </c:ext>
              </c:extLst>
            </c:dLbl>
            <c:dLbl>
              <c:idx val="2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A-7405-42D2-84DE-F8EA208DA7BA}"/>
                </c:ext>
              </c:extLst>
            </c:dLbl>
            <c:dLbl>
              <c:idx val="2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B-7405-42D2-84DE-F8EA208DA7BA}"/>
                </c:ext>
              </c:extLst>
            </c:dLbl>
            <c:dLbl>
              <c:idx val="2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C-7405-42D2-84DE-F8EA208DA7BA}"/>
                </c:ext>
              </c:extLst>
            </c:dLbl>
            <c:dLbl>
              <c:idx val="2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D-7405-42D2-84DE-F8EA208DA7BA}"/>
                </c:ext>
              </c:extLst>
            </c:dLbl>
            <c:dLbl>
              <c:idx val="2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E-7405-42D2-84DE-F8EA208DA7BA}"/>
                </c:ext>
              </c:extLst>
            </c:dLbl>
            <c:dLbl>
              <c:idx val="2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F-7405-42D2-84DE-F8EA208DA7BA}"/>
                </c:ext>
              </c:extLst>
            </c:dLbl>
            <c:dLbl>
              <c:idx val="2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0-7405-42D2-84DE-F8EA208DA7BA}"/>
                </c:ext>
              </c:extLst>
            </c:dLbl>
            <c:dLbl>
              <c:idx val="2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1-7405-42D2-84DE-F8EA208DA7BA}"/>
                </c:ext>
              </c:extLst>
            </c:dLbl>
            <c:dLbl>
              <c:idx val="2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2-7405-42D2-84DE-F8EA208DA7BA}"/>
                </c:ext>
              </c:extLst>
            </c:dLbl>
            <c:dLbl>
              <c:idx val="2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3-7405-42D2-84DE-F8EA208DA7BA}"/>
                </c:ext>
              </c:extLst>
            </c:dLbl>
            <c:dLbl>
              <c:idx val="2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4-7405-42D2-84DE-F8EA208DA7BA}"/>
                </c:ext>
              </c:extLst>
            </c:dLbl>
            <c:dLbl>
              <c:idx val="2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5-7405-42D2-84DE-F8EA208DA7BA}"/>
                </c:ext>
              </c:extLst>
            </c:dLbl>
            <c:dLbl>
              <c:idx val="2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6-7405-42D2-84DE-F8EA208DA7BA}"/>
                </c:ext>
              </c:extLst>
            </c:dLbl>
            <c:dLbl>
              <c:idx val="2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7-7405-42D2-84DE-F8EA208DA7BA}"/>
                </c:ext>
              </c:extLst>
            </c:dLbl>
            <c:dLbl>
              <c:idx val="2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8-7405-42D2-84DE-F8EA208DA7BA}"/>
                </c:ext>
              </c:extLst>
            </c:dLbl>
            <c:dLbl>
              <c:idx val="2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9-7405-42D2-84DE-F8EA208DA7BA}"/>
                </c:ext>
              </c:extLst>
            </c:dLbl>
            <c:dLbl>
              <c:idx val="2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A-7405-42D2-84DE-F8EA208DA7BA}"/>
                </c:ext>
              </c:extLst>
            </c:dLbl>
            <c:dLbl>
              <c:idx val="2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B-7405-42D2-84DE-F8EA208DA7BA}"/>
                </c:ext>
              </c:extLst>
            </c:dLbl>
            <c:dLbl>
              <c:idx val="2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C-7405-42D2-84DE-F8EA208DA7BA}"/>
                </c:ext>
              </c:extLst>
            </c:dLbl>
            <c:dLbl>
              <c:idx val="2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D-7405-42D2-84DE-F8EA208DA7BA}"/>
                </c:ext>
              </c:extLst>
            </c:dLbl>
            <c:dLbl>
              <c:idx val="2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E-7405-42D2-84DE-F8EA208DA7BA}"/>
                </c:ext>
              </c:extLst>
            </c:dLbl>
            <c:dLbl>
              <c:idx val="2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F-7405-42D2-84DE-F8EA208DA7BA}"/>
                </c:ext>
              </c:extLst>
            </c:dLbl>
            <c:dLbl>
              <c:idx val="2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0-7405-42D2-84DE-F8EA208DA7BA}"/>
                </c:ext>
              </c:extLst>
            </c:dLbl>
            <c:dLbl>
              <c:idx val="2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1-7405-42D2-84DE-F8EA208DA7BA}"/>
                </c:ext>
              </c:extLst>
            </c:dLbl>
            <c:dLbl>
              <c:idx val="2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2-7405-42D2-84DE-F8EA208DA7BA}"/>
                </c:ext>
              </c:extLst>
            </c:dLbl>
            <c:dLbl>
              <c:idx val="2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3-7405-42D2-84DE-F8EA208DA7BA}"/>
                </c:ext>
              </c:extLst>
            </c:dLbl>
            <c:dLbl>
              <c:idx val="2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4-7405-42D2-84DE-F8EA208DA7BA}"/>
                </c:ext>
              </c:extLst>
            </c:dLbl>
            <c:dLbl>
              <c:idx val="2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5-7405-42D2-84DE-F8EA208DA7BA}"/>
                </c:ext>
              </c:extLst>
            </c:dLbl>
            <c:dLbl>
              <c:idx val="2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6-7405-42D2-84DE-F8EA208DA7BA}"/>
                </c:ext>
              </c:extLst>
            </c:dLbl>
            <c:dLbl>
              <c:idx val="2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7-7405-42D2-84DE-F8EA208DA7BA}"/>
                </c:ext>
              </c:extLst>
            </c:dLbl>
            <c:dLbl>
              <c:idx val="2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8-7405-42D2-84DE-F8EA208DA7BA}"/>
                </c:ext>
              </c:extLst>
            </c:dLbl>
            <c:dLbl>
              <c:idx val="2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9-7405-42D2-84DE-F8EA208DA7BA}"/>
                </c:ext>
              </c:extLst>
            </c:dLbl>
            <c:dLbl>
              <c:idx val="2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A-7405-42D2-84DE-F8EA208DA7BA}"/>
                </c:ext>
              </c:extLst>
            </c:dLbl>
            <c:dLbl>
              <c:idx val="2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B-7405-42D2-84DE-F8EA208DA7BA}"/>
                </c:ext>
              </c:extLst>
            </c:dLbl>
            <c:dLbl>
              <c:idx val="2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C-7405-42D2-84DE-F8EA208DA7BA}"/>
                </c:ext>
              </c:extLst>
            </c:dLbl>
            <c:dLbl>
              <c:idx val="2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D-7405-42D2-84DE-F8EA208DA7BA}"/>
                </c:ext>
              </c:extLst>
            </c:dLbl>
            <c:dLbl>
              <c:idx val="2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E-7405-42D2-84DE-F8EA208DA7BA}"/>
                </c:ext>
              </c:extLst>
            </c:dLbl>
            <c:dLbl>
              <c:idx val="2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F-7405-42D2-84DE-F8EA208DA7BA}"/>
                </c:ext>
              </c:extLst>
            </c:dLbl>
            <c:dLbl>
              <c:idx val="2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0-7405-42D2-84DE-F8EA208DA7BA}"/>
                </c:ext>
              </c:extLst>
            </c:dLbl>
            <c:dLbl>
              <c:idx val="2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1-7405-42D2-84DE-F8EA208DA7BA}"/>
                </c:ext>
              </c:extLst>
            </c:dLbl>
            <c:dLbl>
              <c:idx val="2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2-7405-42D2-84DE-F8EA208DA7BA}"/>
                </c:ext>
              </c:extLst>
            </c:dLbl>
            <c:dLbl>
              <c:idx val="2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3-7405-42D2-84DE-F8EA208DA7BA}"/>
                </c:ext>
              </c:extLst>
            </c:dLbl>
            <c:dLbl>
              <c:idx val="2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4-7405-42D2-84DE-F8EA208DA7BA}"/>
                </c:ext>
              </c:extLst>
            </c:dLbl>
            <c:dLbl>
              <c:idx val="2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5-7405-42D2-84DE-F8EA208DA7BA}"/>
                </c:ext>
              </c:extLst>
            </c:dLbl>
            <c:dLbl>
              <c:idx val="2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6-7405-42D2-84DE-F8EA208DA7BA}"/>
                </c:ext>
              </c:extLst>
            </c:dLbl>
            <c:dLbl>
              <c:idx val="2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7-7405-42D2-84DE-F8EA208DA7BA}"/>
                </c:ext>
              </c:extLst>
            </c:dLbl>
            <c:dLbl>
              <c:idx val="2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8-7405-42D2-84DE-F8EA208DA7BA}"/>
                </c:ext>
              </c:extLst>
            </c:dLbl>
            <c:dLbl>
              <c:idx val="2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9-7405-42D2-84DE-F8EA208DA7BA}"/>
                </c:ext>
              </c:extLst>
            </c:dLbl>
            <c:dLbl>
              <c:idx val="2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A-7405-42D2-84DE-F8EA208DA7BA}"/>
                </c:ext>
              </c:extLst>
            </c:dLbl>
            <c:dLbl>
              <c:idx val="2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B-7405-42D2-84DE-F8EA208DA7BA}"/>
                </c:ext>
              </c:extLst>
            </c:dLbl>
            <c:dLbl>
              <c:idx val="2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C-7405-42D2-84DE-F8EA208DA7BA}"/>
                </c:ext>
              </c:extLst>
            </c:dLbl>
            <c:dLbl>
              <c:idx val="2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D-7405-42D2-84DE-F8EA208DA7BA}"/>
                </c:ext>
              </c:extLst>
            </c:dLbl>
            <c:dLbl>
              <c:idx val="2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E-7405-42D2-84DE-F8EA208DA7BA}"/>
                </c:ext>
              </c:extLst>
            </c:dLbl>
            <c:dLbl>
              <c:idx val="2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F-7405-42D2-84DE-F8EA208DA7BA}"/>
                </c:ext>
              </c:extLst>
            </c:dLbl>
            <c:dLbl>
              <c:idx val="2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0-7405-42D2-84DE-F8EA208DA7BA}"/>
                </c:ext>
              </c:extLst>
            </c:dLbl>
            <c:dLbl>
              <c:idx val="2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1-7405-42D2-84DE-F8EA208DA7BA}"/>
                </c:ext>
              </c:extLst>
            </c:dLbl>
            <c:dLbl>
              <c:idx val="2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2-7405-42D2-84DE-F8EA208DA7BA}"/>
                </c:ext>
              </c:extLst>
            </c:dLbl>
            <c:dLbl>
              <c:idx val="2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3-7405-42D2-84DE-F8EA208DA7BA}"/>
                </c:ext>
              </c:extLst>
            </c:dLbl>
            <c:dLbl>
              <c:idx val="2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4-7405-42D2-84DE-F8EA208DA7BA}"/>
                </c:ext>
              </c:extLst>
            </c:dLbl>
            <c:dLbl>
              <c:idx val="2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5-7405-42D2-84DE-F8EA208DA7BA}"/>
                </c:ext>
              </c:extLst>
            </c:dLbl>
            <c:dLbl>
              <c:idx val="2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6-7405-42D2-84DE-F8EA208DA7BA}"/>
                </c:ext>
              </c:extLst>
            </c:dLbl>
            <c:dLbl>
              <c:idx val="2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7-7405-42D2-84DE-F8EA208DA7BA}"/>
                </c:ext>
              </c:extLst>
            </c:dLbl>
            <c:dLbl>
              <c:idx val="2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8-7405-42D2-84DE-F8EA208DA7BA}"/>
                </c:ext>
              </c:extLst>
            </c:dLbl>
            <c:dLbl>
              <c:idx val="2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9-7405-42D2-84DE-F8EA208DA7BA}"/>
                </c:ext>
              </c:extLst>
            </c:dLbl>
            <c:dLbl>
              <c:idx val="2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A-7405-42D2-84DE-F8EA208DA7BA}"/>
                </c:ext>
              </c:extLst>
            </c:dLbl>
            <c:dLbl>
              <c:idx val="2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B-7405-42D2-84DE-F8EA208DA7BA}"/>
                </c:ext>
              </c:extLst>
            </c:dLbl>
            <c:dLbl>
              <c:idx val="2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C-7405-42D2-84DE-F8EA208DA7BA}"/>
                </c:ext>
              </c:extLst>
            </c:dLbl>
            <c:dLbl>
              <c:idx val="2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D-7405-42D2-84DE-F8EA208DA7BA}"/>
                </c:ext>
              </c:extLst>
            </c:dLbl>
            <c:dLbl>
              <c:idx val="2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E-7405-42D2-84DE-F8EA208DA7BA}"/>
                </c:ext>
              </c:extLst>
            </c:dLbl>
            <c:dLbl>
              <c:idx val="2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F-7405-42D2-84DE-F8EA208DA7BA}"/>
                </c:ext>
              </c:extLst>
            </c:dLbl>
            <c:dLbl>
              <c:idx val="2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0-7405-42D2-84DE-F8EA208DA7BA}"/>
                </c:ext>
              </c:extLst>
            </c:dLbl>
            <c:dLbl>
              <c:idx val="2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1-7405-42D2-84DE-F8EA208DA7BA}"/>
                </c:ext>
              </c:extLst>
            </c:dLbl>
            <c:dLbl>
              <c:idx val="2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2-7405-42D2-84DE-F8EA208DA7BA}"/>
                </c:ext>
              </c:extLst>
            </c:dLbl>
            <c:dLbl>
              <c:idx val="2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3-7405-42D2-84DE-F8EA208DA7BA}"/>
                </c:ext>
              </c:extLst>
            </c:dLbl>
            <c:dLbl>
              <c:idx val="2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4-7405-42D2-84DE-F8EA208DA7BA}"/>
                </c:ext>
              </c:extLst>
            </c:dLbl>
            <c:dLbl>
              <c:idx val="2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5-7405-42D2-84DE-F8EA208DA7BA}"/>
                </c:ext>
              </c:extLst>
            </c:dLbl>
            <c:dLbl>
              <c:idx val="2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6-7405-42D2-84DE-F8EA208DA7BA}"/>
                </c:ext>
              </c:extLst>
            </c:dLbl>
            <c:dLbl>
              <c:idx val="2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7-7405-42D2-84DE-F8EA208DA7BA}"/>
                </c:ext>
              </c:extLst>
            </c:dLbl>
            <c:dLbl>
              <c:idx val="2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8-7405-42D2-84DE-F8EA208DA7BA}"/>
                </c:ext>
              </c:extLst>
            </c:dLbl>
            <c:dLbl>
              <c:idx val="2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9-7405-42D2-84DE-F8EA208DA7BA}"/>
                </c:ext>
              </c:extLst>
            </c:dLbl>
            <c:dLbl>
              <c:idx val="2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A-7405-42D2-84DE-F8EA208DA7BA}"/>
                </c:ext>
              </c:extLst>
            </c:dLbl>
            <c:dLbl>
              <c:idx val="2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B-7405-42D2-84DE-F8EA208DA7BA}"/>
                </c:ext>
              </c:extLst>
            </c:dLbl>
            <c:dLbl>
              <c:idx val="2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C-7405-42D2-84DE-F8EA208DA7BA}"/>
                </c:ext>
              </c:extLst>
            </c:dLbl>
            <c:dLbl>
              <c:idx val="2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D-7405-42D2-84DE-F8EA208DA7BA}"/>
                </c:ext>
              </c:extLst>
            </c:dLbl>
            <c:dLbl>
              <c:idx val="2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E-7405-42D2-84DE-F8EA208DA7BA}"/>
                </c:ext>
              </c:extLst>
            </c:dLbl>
            <c:dLbl>
              <c:idx val="2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F-7405-42D2-84DE-F8EA208DA7BA}"/>
                </c:ext>
              </c:extLst>
            </c:dLbl>
            <c:dLbl>
              <c:idx val="2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0-7405-42D2-84DE-F8EA208DA7BA}"/>
                </c:ext>
              </c:extLst>
            </c:dLbl>
            <c:dLbl>
              <c:idx val="2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1-7405-42D2-84DE-F8EA208DA7BA}"/>
                </c:ext>
              </c:extLst>
            </c:dLbl>
            <c:dLbl>
              <c:idx val="2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2-7405-42D2-84DE-F8EA208DA7BA}"/>
                </c:ext>
              </c:extLst>
            </c:dLbl>
            <c:dLbl>
              <c:idx val="2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3-7405-42D2-84DE-F8EA208DA7BA}"/>
                </c:ext>
              </c:extLst>
            </c:dLbl>
            <c:dLbl>
              <c:idx val="2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4-7405-42D2-84DE-F8EA208DA7BA}"/>
                </c:ext>
              </c:extLst>
            </c:dLbl>
            <c:dLbl>
              <c:idx val="2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5-7405-42D2-84DE-F8EA208DA7BA}"/>
                </c:ext>
              </c:extLst>
            </c:dLbl>
            <c:dLbl>
              <c:idx val="2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6-7405-42D2-84DE-F8EA208DA7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Braven!$F$2:$F$2203</c:f>
              <c:numCache>
                <c:formatCode>General</c:formatCode>
                <c:ptCount val="2202"/>
                <c:pt idx="11">
                  <c:v>5.1078739000000004</c:v>
                </c:pt>
                <c:pt idx="19">
                  <c:v>3.5795205000000001</c:v>
                </c:pt>
                <c:pt idx="41">
                  <c:v>3.0466166000000001</c:v>
                </c:pt>
                <c:pt idx="146">
                  <c:v>36.477882000000001</c:v>
                </c:pt>
              </c:numCache>
            </c:numRef>
          </c:xVal>
          <c:yVal>
            <c:numRef>
              <c:f>Braven!$G$2:$G$2203</c:f>
              <c:numCache>
                <c:formatCode>General</c:formatCode>
                <c:ptCount val="2202"/>
                <c:pt idx="11">
                  <c:v>66.528678999999997</c:v>
                </c:pt>
                <c:pt idx="19">
                  <c:v>62.739227</c:v>
                </c:pt>
                <c:pt idx="41">
                  <c:v>57.741692</c:v>
                </c:pt>
                <c:pt idx="146">
                  <c:v>44.843544000000001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Braven!$A$2:$A$2203</c15:f>
                <c15:dlblRangeCache>
                  <c:ptCount val="2202"/>
                  <c:pt idx="0">
                    <c:v>Saint Louis College Of Pharmacy</c:v>
                  </c:pt>
                  <c:pt idx="1">
                    <c:v>MCPHS University</c:v>
                  </c:pt>
                  <c:pt idx="2">
                    <c:v>Albany College Of Pharmacy And Health Sciences</c:v>
                  </c:pt>
                  <c:pt idx="3">
                    <c:v>California Maritime Academy</c:v>
                  </c:pt>
                  <c:pt idx="4">
                    <c:v>Rose - Hulman Institute Of Technology</c:v>
                  </c:pt>
                  <c:pt idx="5">
                    <c:v>Advanced Institute Of Hair Design</c:v>
                  </c:pt>
                  <c:pt idx="6">
                    <c:v>Kettering University</c:v>
                  </c:pt>
                  <c:pt idx="7">
                    <c:v>Harvey Mudd College</c:v>
                  </c:pt>
                  <c:pt idx="8">
                    <c:v>Claremont Mckenna College</c:v>
                  </c:pt>
                  <c:pt idx="9">
                    <c:v>Babson College</c:v>
                  </c:pt>
                  <c:pt idx="10">
                    <c:v>Worcester Polytechnic Institute</c:v>
                  </c:pt>
                  <c:pt idx="11">
                    <c:v>MIT</c:v>
                  </c:pt>
                  <c:pt idx="12">
                    <c:v>California Institute Of Technology</c:v>
                  </c:pt>
                  <c:pt idx="13">
                    <c:v>Princeton University</c:v>
                  </c:pt>
                  <c:pt idx="14">
                    <c:v>Rensselaer Polytechnic Institute</c:v>
                  </c:pt>
                  <c:pt idx="15">
                    <c:v>Colorado School Of Mines</c:v>
                  </c:pt>
                  <c:pt idx="16">
                    <c:v>New Jersey Institute Of Technology</c:v>
                  </c:pt>
                  <c:pt idx="17">
                    <c:v>Fairfield University</c:v>
                  </c:pt>
                  <c:pt idx="18">
                    <c:v>University Of The Sciences In Philadelphia</c:v>
                  </c:pt>
                  <c:pt idx="19">
                    <c:v>Stanford</c:v>
                  </c:pt>
                  <c:pt idx="20">
                    <c:v>College Of Mount Saint Vincent And Manhattan College</c:v>
                  </c:pt>
                  <c:pt idx="21">
                    <c:v>Stevens Institute Of Technology</c:v>
                  </c:pt>
                  <c:pt idx="22">
                    <c:v>University Of Notre Dame</c:v>
                  </c:pt>
                  <c:pt idx="23">
                    <c:v>Tufts University</c:v>
                  </c:pt>
                  <c:pt idx="24">
                    <c:v>Santa Clara University</c:v>
                  </c:pt>
                  <c:pt idx="25">
                    <c:v>Massachusetts Maritime Academy</c:v>
                  </c:pt>
                  <c:pt idx="26">
                    <c:v>Columbia University In The City Of New York</c:v>
                  </c:pt>
                  <c:pt idx="27">
                    <c:v>Georgetown University</c:v>
                  </c:pt>
                  <c:pt idx="28">
                    <c:v>Colby College</c:v>
                  </c:pt>
                  <c:pt idx="29">
                    <c:v>University Of Mary Washington</c:v>
                  </c:pt>
                  <c:pt idx="30">
                    <c:v>Bentley University</c:v>
                  </c:pt>
                  <c:pt idx="31">
                    <c:v>Illinois Institute Of Technology</c:v>
                  </c:pt>
                  <c:pt idx="32">
                    <c:v>Hamilton College</c:v>
                  </c:pt>
                  <c:pt idx="33">
                    <c:v>Cornell University</c:v>
                  </c:pt>
                  <c:pt idx="34">
                    <c:v>Vanderbilt University</c:v>
                  </c:pt>
                  <c:pt idx="35">
                    <c:v>Saint John's University of Collegeville, MN</c:v>
                  </c:pt>
                  <c:pt idx="36">
                    <c:v>Johns Hopkins University</c:v>
                  </c:pt>
                  <c:pt idx="37">
                    <c:v>Lafayette College</c:v>
                  </c:pt>
                  <c:pt idx="38">
                    <c:v>University Of Pennsylvania</c:v>
                  </c:pt>
                  <c:pt idx="39">
                    <c:v>Villanova University</c:v>
                  </c:pt>
                  <c:pt idx="40">
                    <c:v>Rhodes College</c:v>
                  </c:pt>
                  <c:pt idx="41">
                    <c:v>Harvard</c:v>
                  </c:pt>
                  <c:pt idx="42">
                    <c:v>Georgia Institute Of Technology</c:v>
                  </c:pt>
                  <c:pt idx="43">
                    <c:v>Yale University</c:v>
                  </c:pt>
                  <c:pt idx="44">
                    <c:v>Lehigh University</c:v>
                  </c:pt>
                  <c:pt idx="45">
                    <c:v>Drew University</c:v>
                  </c:pt>
                  <c:pt idx="46">
                    <c:v>Franklin &amp; Marshall College</c:v>
                  </c:pt>
                  <c:pt idx="47">
                    <c:v>Boston College</c:v>
                  </c:pt>
                  <c:pt idx="48">
                    <c:v>Pace University</c:v>
                  </c:pt>
                  <c:pt idx="49">
                    <c:v>University Of California, Irvine</c:v>
                  </c:pt>
                  <c:pt idx="50">
                    <c:v>University Of California, Berkeley</c:v>
                  </c:pt>
                  <c:pt idx="51">
                    <c:v>Northwestern University</c:v>
                  </c:pt>
                  <c:pt idx="52">
                    <c:v>Bucknell University</c:v>
                  </c:pt>
                  <c:pt idx="53">
                    <c:v>University Of California, San Diego</c:v>
                  </c:pt>
                  <c:pt idx="54">
                    <c:v>Case Western Reserve University</c:v>
                  </c:pt>
                  <c:pt idx="55">
                    <c:v>University Of California, Los Angeles</c:v>
                  </c:pt>
                  <c:pt idx="56">
                    <c:v>Middlebury College</c:v>
                  </c:pt>
                  <c:pt idx="57">
                    <c:v>Trinity College of Hartford, CT</c:v>
                  </c:pt>
                  <c:pt idx="58">
                    <c:v>University Of Southern California</c:v>
                  </c:pt>
                  <c:pt idx="59">
                    <c:v>Dickinson College</c:v>
                  </c:pt>
                  <c:pt idx="60">
                    <c:v>Binghamton University</c:v>
                  </c:pt>
                  <c:pt idx="61">
                    <c:v>Illinois Wesleyan University</c:v>
                  </c:pt>
                  <c:pt idx="62">
                    <c:v>Bryant University</c:v>
                  </c:pt>
                  <c:pt idx="63">
                    <c:v>California Polytechnic State University</c:v>
                  </c:pt>
                  <c:pt idx="64">
                    <c:v>Washington University In St. Louis</c:v>
                  </c:pt>
                  <c:pt idx="65">
                    <c:v>Creighton University</c:v>
                  </c:pt>
                  <c:pt idx="66">
                    <c:v>Carnegie Mellon University</c:v>
                  </c:pt>
                  <c:pt idx="67">
                    <c:v>Brown University</c:v>
                  </c:pt>
                  <c:pt idx="68">
                    <c:v>Clarkson University</c:v>
                  </c:pt>
                  <c:pt idx="69">
                    <c:v>Pomona College</c:v>
                  </c:pt>
                  <c:pt idx="70">
                    <c:v>Carleton College</c:v>
                  </c:pt>
                  <c:pt idx="71">
                    <c:v>Barnard College</c:v>
                  </c:pt>
                  <c:pt idx="72">
                    <c:v>Western New England University</c:v>
                  </c:pt>
                  <c:pt idx="73">
                    <c:v>Dominican University Of California</c:v>
                  </c:pt>
                  <c:pt idx="74">
                    <c:v>University Of Rochester</c:v>
                  </c:pt>
                  <c:pt idx="75">
                    <c:v>Willamette University</c:v>
                  </c:pt>
                  <c:pt idx="76">
                    <c:v>Nichols College</c:v>
                  </c:pt>
                  <c:pt idx="77">
                    <c:v>New York University</c:v>
                  </c:pt>
                  <c:pt idx="78">
                    <c:v>Ohio Northern University</c:v>
                  </c:pt>
                  <c:pt idx="79">
                    <c:v>Fordham University</c:v>
                  </c:pt>
                  <c:pt idx="80">
                    <c:v>University Of Virginia</c:v>
                  </c:pt>
                  <c:pt idx="81">
                    <c:v>University Of California, Davis</c:v>
                  </c:pt>
                  <c:pt idx="82">
                    <c:v>Rochester Institute Of Technology</c:v>
                  </c:pt>
                  <c:pt idx="83">
                    <c:v>Cooper Union For The Advancement Of Science &amp; Art </c:v>
                  </c:pt>
                  <c:pt idx="84">
                    <c:v>Syracuse University</c:v>
                  </c:pt>
                  <c:pt idx="85">
                    <c:v>SUNY Maritime College</c:v>
                  </c:pt>
                  <c:pt idx="86">
                    <c:v>State University Of New York At Stony Brook</c:v>
                  </c:pt>
                  <c:pt idx="87">
                    <c:v>Florida Institute Of Technology</c:v>
                  </c:pt>
                  <c:pt idx="88">
                    <c:v>Washington And Lee University</c:v>
                  </c:pt>
                  <c:pt idx="89">
                    <c:v>Brandeis University</c:v>
                  </c:pt>
                  <c:pt idx="90">
                    <c:v>Connecticut College</c:v>
                  </c:pt>
                  <c:pt idx="91">
                    <c:v>Boston University</c:v>
                  </c:pt>
                  <c:pt idx="92">
                    <c:v>Duke University</c:v>
                  </c:pt>
                  <c:pt idx="93">
                    <c:v>University Of Michigan - Ann Arbor</c:v>
                  </c:pt>
                  <c:pt idx="94">
                    <c:v>George Mason University</c:v>
                  </c:pt>
                  <c:pt idx="95">
                    <c:v>Milwaukee School Of Engineering</c:v>
                  </c:pt>
                  <c:pt idx="96">
                    <c:v>Emory University</c:v>
                  </c:pt>
                  <c:pt idx="97">
                    <c:v>College Of New Jersey </c:v>
                  </c:pt>
                  <c:pt idx="98">
                    <c:v>University Of The Pacific</c:v>
                  </c:pt>
                  <c:pt idx="99">
                    <c:v>Dartmouth College</c:v>
                  </c:pt>
                  <c:pt idx="100">
                    <c:v>MCP Hahnemann And Drexel Universities</c:v>
                  </c:pt>
                  <c:pt idx="101">
                    <c:v>University Of California, Santa Barbara</c:v>
                  </c:pt>
                  <c:pt idx="102">
                    <c:v>Saint Francis College</c:v>
                  </c:pt>
                  <c:pt idx="103">
                    <c:v>Scripps College</c:v>
                  </c:pt>
                  <c:pt idx="104">
                    <c:v>Swarthmore College</c:v>
                  </c:pt>
                  <c:pt idx="105">
                    <c:v>Clarke University</c:v>
                  </c:pt>
                  <c:pt idx="106">
                    <c:v>Rice University</c:v>
                  </c:pt>
                  <c:pt idx="107">
                    <c:v>College Of The Holy Cross</c:v>
                  </c:pt>
                  <c:pt idx="108">
                    <c:v>Quinnipiac University</c:v>
                  </c:pt>
                  <c:pt idx="109">
                    <c:v>University Of Scranton</c:v>
                  </c:pt>
                  <c:pt idx="110">
                    <c:v>Dominican College Of Blauvelt</c:v>
                  </c:pt>
                  <c:pt idx="111">
                    <c:v>Embry-Riddle Aeronautical University</c:v>
                  </c:pt>
                  <c:pt idx="112">
                    <c:v>College Of Saint Scholastica</c:v>
                  </c:pt>
                  <c:pt idx="113">
                    <c:v>Messiah College</c:v>
                  </c:pt>
                  <c:pt idx="114">
                    <c:v>Drake University</c:v>
                  </c:pt>
                  <c:pt idx="115">
                    <c:v>College Of Saint Benedict</c:v>
                  </c:pt>
                  <c:pt idx="116">
                    <c:v>Trinity University</c:v>
                  </c:pt>
                  <c:pt idx="117">
                    <c:v>Butler University</c:v>
                  </c:pt>
                  <c:pt idx="118">
                    <c:v>New Mexico Institute Of Mining &amp; Technology</c:v>
                  </c:pt>
                  <c:pt idx="119">
                    <c:v>Lake Forest College</c:v>
                  </c:pt>
                  <c:pt idx="120">
                    <c:v>Juniata College</c:v>
                  </c:pt>
                  <c:pt idx="121">
                    <c:v>Yeshiva University</c:v>
                  </c:pt>
                  <c:pt idx="122">
                    <c:v>Virginia Polytechnic Institute &amp; State University</c:v>
                  </c:pt>
                  <c:pt idx="123">
                    <c:v>Saint John's University of Queens, NY</c:v>
                  </c:pt>
                  <c:pt idx="124">
                    <c:v>Northeastern University</c:v>
                  </c:pt>
                  <c:pt idx="125">
                    <c:v>University Of Denver</c:v>
                  </c:pt>
                  <c:pt idx="126">
                    <c:v>Trine University</c:v>
                  </c:pt>
                  <c:pt idx="127">
                    <c:v>Augustana College of Rock Island, IL</c:v>
                  </c:pt>
                  <c:pt idx="128">
                    <c:v>CUNY Bernard M. Baruch College</c:v>
                  </c:pt>
                  <c:pt idx="129">
                    <c:v>University Of Connecticut</c:v>
                  </c:pt>
                  <c:pt idx="130">
                    <c:v>Wesleyan University</c:v>
                  </c:pt>
                  <c:pt idx="131">
                    <c:v>University Of San Diego</c:v>
                  </c:pt>
                  <c:pt idx="132">
                    <c:v>Michigan Technological University</c:v>
                  </c:pt>
                  <c:pt idx="133">
                    <c:v>Muhlenberg College</c:v>
                  </c:pt>
                  <c:pt idx="134">
                    <c:v>Amherst College</c:v>
                  </c:pt>
                  <c:pt idx="135">
                    <c:v>Westminster College of Fulton, MO</c:v>
                  </c:pt>
                  <c:pt idx="136">
                    <c:v>University Of San Francisco</c:v>
                  </c:pt>
                  <c:pt idx="137">
                    <c:v>Loyola Marymount University</c:v>
                  </c:pt>
                  <c:pt idx="138">
                    <c:v>California State Polytechnic University, Pomona</c:v>
                  </c:pt>
                  <c:pt idx="139">
                    <c:v>Maine Maritime Academy</c:v>
                  </c:pt>
                  <c:pt idx="140">
                    <c:v>University Of Washington System</c:v>
                  </c:pt>
                  <c:pt idx="141">
                    <c:v>Providence College</c:v>
                  </c:pt>
                  <c:pt idx="142">
                    <c:v>University Of Saint Thomas of Saint Paul, MN</c:v>
                  </c:pt>
                  <c:pt idx="143">
                    <c:v>University Of Chicago </c:v>
                  </c:pt>
                  <c:pt idx="144">
                    <c:v>Pacific Union College</c:v>
                  </c:pt>
                  <c:pt idx="145">
                    <c:v>Union College of Schenectady, NY</c:v>
                  </c:pt>
                  <c:pt idx="146">
                    <c:v>Vaughn College Of Aeronautics And Technology</c:v>
                  </c:pt>
                  <c:pt idx="147">
                    <c:v>Citadel, The Military College Of South Carolina</c:v>
                  </c:pt>
                  <c:pt idx="148">
                    <c:v>Wilkes University</c:v>
                  </c:pt>
                  <c:pt idx="149">
                    <c:v>Texas A&amp;M University</c:v>
                  </c:pt>
                  <c:pt idx="150">
                    <c:v>University Of Texas At Austin</c:v>
                  </c:pt>
                  <c:pt idx="151">
                    <c:v>Skidmore College</c:v>
                  </c:pt>
                  <c:pt idx="152">
                    <c:v>Jamestown College</c:v>
                  </c:pt>
                  <c:pt idx="153">
                    <c:v>SUNY College At Geneseo</c:v>
                  </c:pt>
                  <c:pt idx="154">
                    <c:v>California State University, East Bay</c:v>
                  </c:pt>
                  <c:pt idx="155">
                    <c:v>Gettysburg College</c:v>
                  </c:pt>
                  <c:pt idx="156">
                    <c:v>Saint Mary's College Of California</c:v>
                  </c:pt>
                  <c:pt idx="157">
                    <c:v>Wellesley College</c:v>
                  </c:pt>
                  <c:pt idx="158">
                    <c:v>Salve Regina University</c:v>
                  </c:pt>
                  <c:pt idx="159">
                    <c:v>Hood College</c:v>
                  </c:pt>
                  <c:pt idx="160">
                    <c:v>State University Of New York At Albany</c:v>
                  </c:pt>
                  <c:pt idx="161">
                    <c:v>Saint Joseph's College of Brooklyn, NY</c:v>
                  </c:pt>
                  <c:pt idx="162">
                    <c:v>Virginia Military Institute</c:v>
                  </c:pt>
                  <c:pt idx="163">
                    <c:v>Mount Holyoke College</c:v>
                  </c:pt>
                  <c:pt idx="164">
                    <c:v>Pepperdine University</c:v>
                  </c:pt>
                  <c:pt idx="165">
                    <c:v>Depaul University</c:v>
                  </c:pt>
                  <c:pt idx="166">
                    <c:v>University Of Mary</c:v>
                  </c:pt>
                  <c:pt idx="167">
                    <c:v>Robert Morris University</c:v>
                  </c:pt>
                  <c:pt idx="168">
                    <c:v>University Of Florida</c:v>
                  </c:pt>
                  <c:pt idx="169">
                    <c:v>La Salle University</c:v>
                  </c:pt>
                  <c:pt idx="170">
                    <c:v>Philadelphia University</c:v>
                  </c:pt>
                  <c:pt idx="171">
                    <c:v>Point Loma Nazarene University</c:v>
                  </c:pt>
                  <c:pt idx="172">
                    <c:v>Concordia University of Portland, OR</c:v>
                  </c:pt>
                  <c:pt idx="173">
                    <c:v>Albertus Magnus College</c:v>
                  </c:pt>
                  <c:pt idx="174">
                    <c:v>Assumption College</c:v>
                  </c:pt>
                  <c:pt idx="175">
                    <c:v>Letourneau University</c:v>
                  </c:pt>
                  <c:pt idx="176">
                    <c:v>State University Of New York At Buffalo</c:v>
                  </c:pt>
                  <c:pt idx="177">
                    <c:v>Clark University</c:v>
                  </c:pt>
                  <c:pt idx="178">
                    <c:v>Hofstra University</c:v>
                  </c:pt>
                  <c:pt idx="179">
                    <c:v>George Washington University</c:v>
                  </c:pt>
                  <c:pt idx="180">
                    <c:v>Seton Hall University</c:v>
                  </c:pt>
                  <c:pt idx="181">
                    <c:v>Wagner College</c:v>
                  </c:pt>
                  <c:pt idx="182">
                    <c:v>Saint Louis University</c:v>
                  </c:pt>
                  <c:pt idx="183">
                    <c:v>Sacred Heart University</c:v>
                  </c:pt>
                  <c:pt idx="184">
                    <c:v>University Of Texas At Dallas</c:v>
                  </c:pt>
                  <c:pt idx="185">
                    <c:v>University Of Illinois System</c:v>
                  </c:pt>
                  <c:pt idx="186">
                    <c:v>Saint Olaf College</c:v>
                  </c:pt>
                  <c:pt idx="187">
                    <c:v>Marquette University</c:v>
                  </c:pt>
                  <c:pt idx="188">
                    <c:v>Saint Anselm College</c:v>
                  </c:pt>
                  <c:pt idx="189">
                    <c:v>Bowdoin College</c:v>
                  </c:pt>
                  <c:pt idx="190">
                    <c:v>Manhattanville College</c:v>
                  </c:pt>
                  <c:pt idx="191">
                    <c:v>Duquesne University Of The Holy Spirit</c:v>
                  </c:pt>
                  <c:pt idx="192">
                    <c:v>Bates College</c:v>
                  </c:pt>
                  <c:pt idx="193">
                    <c:v>Ohio Wesleyan University</c:v>
                  </c:pt>
                  <c:pt idx="194">
                    <c:v>Regis University</c:v>
                  </c:pt>
                  <c:pt idx="195">
                    <c:v>McDaniel College</c:v>
                  </c:pt>
                  <c:pt idx="196">
                    <c:v>Grinnell College</c:v>
                  </c:pt>
                  <c:pt idx="197">
                    <c:v>Mount Saint Mary College</c:v>
                  </c:pt>
                  <c:pt idx="198">
                    <c:v>University Of California, Riverside</c:v>
                  </c:pt>
                  <c:pt idx="199">
                    <c:v>Presbyterian College</c:v>
                  </c:pt>
                  <c:pt idx="200">
                    <c:v>Dunwoody College Of Technology</c:v>
                  </c:pt>
                  <c:pt idx="201">
                    <c:v>Simmons College</c:v>
                  </c:pt>
                  <c:pt idx="202">
                    <c:v>San Diego State University</c:v>
                  </c:pt>
                  <c:pt idx="203">
                    <c:v>Kalamazoo College</c:v>
                  </c:pt>
                  <c:pt idx="204">
                    <c:v>Saint Joseph's University</c:v>
                  </c:pt>
                  <c:pt idx="205">
                    <c:v>Thomas A Edison State College</c:v>
                  </c:pt>
                  <c:pt idx="206">
                    <c:v>James Madison University</c:v>
                  </c:pt>
                  <c:pt idx="207">
                    <c:v>Christian Brothers University</c:v>
                  </c:pt>
                  <c:pt idx="208">
                    <c:v>Wake Forest University</c:v>
                  </c:pt>
                  <c:pt idx="209">
                    <c:v>Seattle University</c:v>
                  </c:pt>
                  <c:pt idx="210">
                    <c:v>Bradley University</c:v>
                  </c:pt>
                  <c:pt idx="211">
                    <c:v>Ramapo College Of New Jersey</c:v>
                  </c:pt>
                  <c:pt idx="212">
                    <c:v>ITI Technical College</c:v>
                  </c:pt>
                  <c:pt idx="213">
                    <c:v>Otis College Of Art &amp; Design</c:v>
                  </c:pt>
                  <c:pt idx="214">
                    <c:v>University Of Miami</c:v>
                  </c:pt>
                  <c:pt idx="215">
                    <c:v>Loyola University Maryland</c:v>
                  </c:pt>
                  <c:pt idx="216">
                    <c:v>Southern Methodist University</c:v>
                  </c:pt>
                  <c:pt idx="217">
                    <c:v>Simpson College</c:v>
                  </c:pt>
                  <c:pt idx="218">
                    <c:v>Wabash College</c:v>
                  </c:pt>
                  <c:pt idx="219">
                    <c:v>California State University, Fullerton</c:v>
                  </c:pt>
                  <c:pt idx="220">
                    <c:v>Austin College</c:v>
                  </c:pt>
                  <c:pt idx="221">
                    <c:v>Spring Hill College</c:v>
                  </c:pt>
                  <c:pt idx="222">
                    <c:v>Haverford College</c:v>
                  </c:pt>
                  <c:pt idx="223">
                    <c:v>Hampden Sydney College</c:v>
                  </c:pt>
                  <c:pt idx="224">
                    <c:v>Iona College</c:v>
                  </c:pt>
                  <c:pt idx="225">
                    <c:v>Southern Polytechnic State University</c:v>
                  </c:pt>
                  <c:pt idx="226">
                    <c:v>Occidental College</c:v>
                  </c:pt>
                  <c:pt idx="227">
                    <c:v>Wentworth Institute Of Technology</c:v>
                  </c:pt>
                  <c:pt idx="228">
                    <c:v>University Of Delaware</c:v>
                  </c:pt>
                  <c:pt idx="229">
                    <c:v>Westminster College of New Wilmington, PA</c:v>
                  </c:pt>
                  <c:pt idx="230">
                    <c:v>College Of William &amp; Mary</c:v>
                  </c:pt>
                  <c:pt idx="231">
                    <c:v>Tabor College</c:v>
                  </c:pt>
                  <c:pt idx="232">
                    <c:v>Coe College</c:v>
                  </c:pt>
                  <c:pt idx="233">
                    <c:v>Stevenson University</c:v>
                  </c:pt>
                  <c:pt idx="234">
                    <c:v>Utica College</c:v>
                  </c:pt>
                  <c:pt idx="235">
                    <c:v>Rockhurst University</c:v>
                  </c:pt>
                  <c:pt idx="236">
                    <c:v>California Lutheran University</c:v>
                  </c:pt>
                  <c:pt idx="237">
                    <c:v>California State University, Long Beach</c:v>
                  </c:pt>
                  <c:pt idx="238">
                    <c:v>Catholic University Of America </c:v>
                  </c:pt>
                  <c:pt idx="239">
                    <c:v>Texas Lutheran University</c:v>
                  </c:pt>
                  <c:pt idx="240">
                    <c:v>Saint Mary's University</c:v>
                  </c:pt>
                  <c:pt idx="241">
                    <c:v>King's College of Wilkes-Barre, PA</c:v>
                  </c:pt>
                  <c:pt idx="242">
                    <c:v>Monmouth University</c:v>
                  </c:pt>
                  <c:pt idx="243">
                    <c:v>University Of Saint Joseph</c:v>
                  </c:pt>
                  <c:pt idx="244">
                    <c:v>Benedictine University</c:v>
                  </c:pt>
                  <c:pt idx="245">
                    <c:v>Western Connecticut State University</c:v>
                  </c:pt>
                  <c:pt idx="246">
                    <c:v>Colorado College</c:v>
                  </c:pt>
                  <c:pt idx="247">
                    <c:v>Clemson University</c:v>
                  </c:pt>
                  <c:pt idx="248">
                    <c:v>Queens University Of Charlotte</c:v>
                  </c:pt>
                  <c:pt idx="249">
                    <c:v>Endicott College</c:v>
                  </c:pt>
                  <c:pt idx="250">
                    <c:v>Milwaukee Institute Of Art &amp; Design</c:v>
                  </c:pt>
                  <c:pt idx="251">
                    <c:v>Loyola University Chicago</c:v>
                  </c:pt>
                  <c:pt idx="252">
                    <c:v>University Of California, Santa Cruz</c:v>
                  </c:pt>
                  <c:pt idx="253">
                    <c:v>Whittier College</c:v>
                  </c:pt>
                  <c:pt idx="254">
                    <c:v>Smith College</c:v>
                  </c:pt>
                  <c:pt idx="255">
                    <c:v>Rider University</c:v>
                  </c:pt>
                  <c:pt idx="256">
                    <c:v>Adelphi University</c:v>
                  </c:pt>
                  <c:pt idx="257">
                    <c:v>DePauw University</c:v>
                  </c:pt>
                  <c:pt idx="258">
                    <c:v>Texas Christian University</c:v>
                  </c:pt>
                  <c:pt idx="259">
                    <c:v>State University Of New York At New Paltz</c:v>
                  </c:pt>
                  <c:pt idx="260">
                    <c:v>Ripon College</c:v>
                  </c:pt>
                  <c:pt idx="261">
                    <c:v>Howard University</c:v>
                  </c:pt>
                  <c:pt idx="262">
                    <c:v>University Of Richmond</c:v>
                  </c:pt>
                  <c:pt idx="263">
                    <c:v>New York Institute Of Technology</c:v>
                  </c:pt>
                  <c:pt idx="264">
                    <c:v>Baker University</c:v>
                  </c:pt>
                  <c:pt idx="265">
                    <c:v>Fresno Pacific University</c:v>
                  </c:pt>
                  <c:pt idx="266">
                    <c:v>University Of Dayton</c:v>
                  </c:pt>
                  <c:pt idx="267">
                    <c:v>Stonehill College</c:v>
                  </c:pt>
                  <c:pt idx="268">
                    <c:v>Colgate University</c:v>
                  </c:pt>
                  <c:pt idx="269">
                    <c:v>Perry Technical Institute</c:v>
                  </c:pt>
                  <c:pt idx="270">
                    <c:v>Washington College</c:v>
                  </c:pt>
                  <c:pt idx="271">
                    <c:v>Morehouse College</c:v>
                  </c:pt>
                  <c:pt idx="272">
                    <c:v>American University </c:v>
                  </c:pt>
                  <c:pt idx="273">
                    <c:v>Stetson University</c:v>
                  </c:pt>
                  <c:pt idx="274">
                    <c:v>University Of Massachusetts System</c:v>
                  </c:pt>
                  <c:pt idx="275">
                    <c:v>Ithaca College</c:v>
                  </c:pt>
                  <c:pt idx="276">
                    <c:v>University Of Michigan - Dearborn</c:v>
                  </c:pt>
                  <c:pt idx="277">
                    <c:v>Oregon Institute Of Technology</c:v>
                  </c:pt>
                  <c:pt idx="278">
                    <c:v>SUNY Upstate Medical University And SUNY College Of Environment Science And Forestry</c:v>
                  </c:pt>
                  <c:pt idx="279">
                    <c:v>University Of Central Florida</c:v>
                  </c:pt>
                  <c:pt idx="280">
                    <c:v>Allegheny College</c:v>
                  </c:pt>
                  <c:pt idx="281">
                    <c:v>Rocky Mountain College</c:v>
                  </c:pt>
                  <c:pt idx="282">
                    <c:v>Marymount University</c:v>
                  </c:pt>
                  <c:pt idx="283">
                    <c:v>Hobart And William Smith Colleges</c:v>
                  </c:pt>
                  <c:pt idx="284">
                    <c:v>CUNY John Jay College Of Criminal Justice</c:v>
                  </c:pt>
                  <c:pt idx="285">
                    <c:v>CUNY Hunter College</c:v>
                  </c:pt>
                  <c:pt idx="286">
                    <c:v>Temple University</c:v>
                  </c:pt>
                  <c:pt idx="287">
                    <c:v>Iowa State University Of Science &amp; Technology</c:v>
                  </c:pt>
                  <c:pt idx="288">
                    <c:v>Pitzer College</c:v>
                  </c:pt>
                  <c:pt idx="289">
                    <c:v>Siena College</c:v>
                  </c:pt>
                  <c:pt idx="290">
                    <c:v>Carroll College</c:v>
                  </c:pt>
                  <c:pt idx="291">
                    <c:v>CUNY Queens College</c:v>
                  </c:pt>
                  <c:pt idx="292">
                    <c:v>Colorado State University</c:v>
                  </c:pt>
                  <c:pt idx="293">
                    <c:v>Bryn Mawr College</c:v>
                  </c:pt>
                  <c:pt idx="294">
                    <c:v>Goucher College</c:v>
                  </c:pt>
                  <c:pt idx="295">
                    <c:v>University Of Georgia</c:v>
                  </c:pt>
                  <c:pt idx="296">
                    <c:v>Marist College</c:v>
                  </c:pt>
                  <c:pt idx="297">
                    <c:v>Saint Michael's College</c:v>
                  </c:pt>
                  <c:pt idx="298">
                    <c:v>Roanoke College</c:v>
                  </c:pt>
                  <c:pt idx="299">
                    <c:v>Caldwell College</c:v>
                  </c:pt>
                  <c:pt idx="300">
                    <c:v>Elmhurst College</c:v>
                  </c:pt>
                  <c:pt idx="301">
                    <c:v>Suffolk University</c:v>
                  </c:pt>
                  <c:pt idx="302">
                    <c:v>Fairleigh Dickinson University</c:v>
                  </c:pt>
                  <c:pt idx="303">
                    <c:v>Florida International University</c:v>
                  </c:pt>
                  <c:pt idx="304">
                    <c:v>University Of North Dakota</c:v>
                  </c:pt>
                  <c:pt idx="305">
                    <c:v>CUNY Brooklyn College</c:v>
                  </c:pt>
                  <c:pt idx="306">
                    <c:v>Wheaton College of Norton, MA</c:v>
                  </c:pt>
                  <c:pt idx="307">
                    <c:v>Marietta College</c:v>
                  </c:pt>
                  <c:pt idx="308">
                    <c:v>College Of Idaho </c:v>
                  </c:pt>
                  <c:pt idx="309">
                    <c:v>Saint Francis University</c:v>
                  </c:pt>
                  <c:pt idx="310">
                    <c:v>Sarah Lawrence College</c:v>
                  </c:pt>
                  <c:pt idx="311">
                    <c:v>Elizabethtown College</c:v>
                  </c:pt>
                  <c:pt idx="312">
                    <c:v>Sonoma State University</c:v>
                  </c:pt>
                  <c:pt idx="313">
                    <c:v>Lebanon Valley College</c:v>
                  </c:pt>
                  <c:pt idx="314">
                    <c:v>Florida State University</c:v>
                  </c:pt>
                  <c:pt idx="315">
                    <c:v>Baylor University</c:v>
                  </c:pt>
                  <c:pt idx="316">
                    <c:v>Moravian College</c:v>
                  </c:pt>
                  <c:pt idx="317">
                    <c:v>Woodbury University</c:v>
                  </c:pt>
                  <c:pt idx="318">
                    <c:v>University Of North Carolina School Of The Arts</c:v>
                  </c:pt>
                  <c:pt idx="319">
                    <c:v>St. Lawrence University</c:v>
                  </c:pt>
                  <c:pt idx="320">
                    <c:v>Michigan State University</c:v>
                  </c:pt>
                  <c:pt idx="321">
                    <c:v>Emmanuel College of Boston, MA</c:v>
                  </c:pt>
                  <c:pt idx="322">
                    <c:v>Anna Maria College</c:v>
                  </c:pt>
                  <c:pt idx="323">
                    <c:v>University Of Rhode Island</c:v>
                  </c:pt>
                  <c:pt idx="324">
                    <c:v>Norwich University</c:v>
                  </c:pt>
                  <c:pt idx="325">
                    <c:v>Texas Tech University</c:v>
                  </c:pt>
                  <c:pt idx="326">
                    <c:v>Illinois State University</c:v>
                  </c:pt>
                  <c:pt idx="327">
                    <c:v>Montclair State University</c:v>
                  </c:pt>
                  <c:pt idx="328">
                    <c:v>Western Washington University</c:v>
                  </c:pt>
                  <c:pt idx="329">
                    <c:v>University Of New Hampshire</c:v>
                  </c:pt>
                  <c:pt idx="330">
                    <c:v>Arcadia University</c:v>
                  </c:pt>
                  <c:pt idx="331">
                    <c:v>University Of North Carolina - Chapel Hill</c:v>
                  </c:pt>
                  <c:pt idx="332">
                    <c:v>University Of Saint Thomas of Houston, TX</c:v>
                  </c:pt>
                  <c:pt idx="333">
                    <c:v>Widener University</c:v>
                  </c:pt>
                  <c:pt idx="334">
                    <c:v>University Of Colorado System</c:v>
                  </c:pt>
                  <c:pt idx="335">
                    <c:v>Canisius College</c:v>
                  </c:pt>
                  <c:pt idx="336">
                    <c:v>Saint Mary's College</c:v>
                  </c:pt>
                  <c:pt idx="337">
                    <c:v>Alvernia University</c:v>
                  </c:pt>
                  <c:pt idx="338">
                    <c:v>Washington State University</c:v>
                  </c:pt>
                  <c:pt idx="339">
                    <c:v>University Of Portland</c:v>
                  </c:pt>
                  <c:pt idx="340">
                    <c:v>North Dakota State University - Main Campus - Fargo</c:v>
                  </c:pt>
                  <c:pt idx="341">
                    <c:v>Oglethorpe University</c:v>
                  </c:pt>
                  <c:pt idx="342">
                    <c:v>Whitman College</c:v>
                  </c:pt>
                  <c:pt idx="343">
                    <c:v>California State University, Bakersfield</c:v>
                  </c:pt>
                  <c:pt idx="344">
                    <c:v>Oregon State University</c:v>
                  </c:pt>
                  <c:pt idx="345">
                    <c:v>Oklahoma State University</c:v>
                  </c:pt>
                  <c:pt idx="346">
                    <c:v>University Of Arkansas</c:v>
                  </c:pt>
                  <c:pt idx="347">
                    <c:v>Meredith College</c:v>
                  </c:pt>
                  <c:pt idx="348">
                    <c:v>Vassar College</c:v>
                  </c:pt>
                  <c:pt idx="349">
                    <c:v>Rhode Island School Of Design</c:v>
                  </c:pt>
                  <c:pt idx="350">
                    <c:v>Xavier University</c:v>
                  </c:pt>
                  <c:pt idx="351">
                    <c:v>University Of Tampa </c:v>
                  </c:pt>
                  <c:pt idx="352">
                    <c:v>Cardinal Stritch University</c:v>
                  </c:pt>
                  <c:pt idx="353">
                    <c:v>University Of Puget Sound</c:v>
                  </c:pt>
                  <c:pt idx="354">
                    <c:v>Loras College</c:v>
                  </c:pt>
                  <c:pt idx="355">
                    <c:v>University Of Redlands</c:v>
                  </c:pt>
                  <c:pt idx="356">
                    <c:v>Washington And Jefferson College</c:v>
                  </c:pt>
                  <c:pt idx="357">
                    <c:v>California State University, Monterey Bay</c:v>
                  </c:pt>
                  <c:pt idx="358">
                    <c:v>William Paterson University Of New Jersey</c:v>
                  </c:pt>
                  <c:pt idx="359">
                    <c:v>North Central College</c:v>
                  </c:pt>
                  <c:pt idx="360">
                    <c:v>California State University, Chico</c:v>
                  </c:pt>
                  <c:pt idx="361">
                    <c:v>Wells College</c:v>
                  </c:pt>
                  <c:pt idx="362">
                    <c:v>Augsburg College</c:v>
                  </c:pt>
                  <c:pt idx="363">
                    <c:v>Luther College</c:v>
                  </c:pt>
                  <c:pt idx="364">
                    <c:v>University Of Iowa</c:v>
                  </c:pt>
                  <c:pt idx="365">
                    <c:v>Arizona State And Northern Arizona University And University Of Arizona</c:v>
                  </c:pt>
                  <c:pt idx="366">
                    <c:v>Auburn University</c:v>
                  </c:pt>
                  <c:pt idx="367">
                    <c:v>University Of Northern Iowa</c:v>
                  </c:pt>
                  <c:pt idx="368">
                    <c:v>California State University, Northridge</c:v>
                  </c:pt>
                  <c:pt idx="369">
                    <c:v>California State University - Sacramento</c:v>
                  </c:pt>
                  <c:pt idx="370">
                    <c:v>Chapman University</c:v>
                  </c:pt>
                  <c:pt idx="371">
                    <c:v>Hamline University</c:v>
                  </c:pt>
                  <c:pt idx="372">
                    <c:v>School Of Visual Arts</c:v>
                  </c:pt>
                  <c:pt idx="373">
                    <c:v>Spartan College Of Aeronautics And Technology</c:v>
                  </c:pt>
                  <c:pt idx="374">
                    <c:v>Calvin College</c:v>
                  </c:pt>
                  <c:pt idx="375">
                    <c:v>Transylvania University</c:v>
                  </c:pt>
                  <c:pt idx="376">
                    <c:v>Flagler College</c:v>
                  </c:pt>
                  <c:pt idx="377">
                    <c:v>North Carolina State University</c:v>
                  </c:pt>
                  <c:pt idx="378">
                    <c:v>Mitchell Technical Institute</c:v>
                  </c:pt>
                  <c:pt idx="379">
                    <c:v>Rowan University</c:v>
                  </c:pt>
                  <c:pt idx="380">
                    <c:v>St. John's College</c:v>
                  </c:pt>
                  <c:pt idx="381">
                    <c:v>University Of Pittsburgh System</c:v>
                  </c:pt>
                  <c:pt idx="382">
                    <c:v>Roger Williams University</c:v>
                  </c:pt>
                  <c:pt idx="383">
                    <c:v>State University Of New York Institute Of Technology At Utica</c:v>
                  </c:pt>
                  <c:pt idx="384">
                    <c:v>California State University Channel Islands</c:v>
                  </c:pt>
                  <c:pt idx="385">
                    <c:v>Purdue University</c:v>
                  </c:pt>
                  <c:pt idx="386">
                    <c:v>Ursuline College</c:v>
                  </c:pt>
                  <c:pt idx="387">
                    <c:v>Xavier University Of Louisiana</c:v>
                  </c:pt>
                  <c:pt idx="388">
                    <c:v>Wofford College</c:v>
                  </c:pt>
                  <c:pt idx="389">
                    <c:v>Pacific University</c:v>
                  </c:pt>
                  <c:pt idx="390">
                    <c:v>Shippensburg University Of Pennsylvania</c:v>
                  </c:pt>
                  <c:pt idx="391">
                    <c:v>Lawrence Technological University</c:v>
                  </c:pt>
                  <c:pt idx="392">
                    <c:v>Saint Xavier University</c:v>
                  </c:pt>
                  <c:pt idx="393">
                    <c:v>Bellarmine University</c:v>
                  </c:pt>
                  <c:pt idx="394">
                    <c:v>Furman University</c:v>
                  </c:pt>
                  <c:pt idx="395">
                    <c:v>University Of Houston System</c:v>
                  </c:pt>
                  <c:pt idx="396">
                    <c:v>Digipen Institute Of Technology</c:v>
                  </c:pt>
                  <c:pt idx="397">
                    <c:v>Lim College</c:v>
                  </c:pt>
                  <c:pt idx="398">
                    <c:v>California State University, San Bernardino</c:v>
                  </c:pt>
                  <c:pt idx="399">
                    <c:v>Mount Saint Mary's University</c:v>
                  </c:pt>
                  <c:pt idx="400">
                    <c:v>Gustavus Adolphus College</c:v>
                  </c:pt>
                  <c:pt idx="401">
                    <c:v>Westminster College of Salt Lake City, UT</c:v>
                  </c:pt>
                  <c:pt idx="402">
                    <c:v>Mills College</c:v>
                  </c:pt>
                  <c:pt idx="403">
                    <c:v>University Of The South </c:v>
                  </c:pt>
                  <c:pt idx="404">
                    <c:v>California Baptist University</c:v>
                  </c:pt>
                  <c:pt idx="405">
                    <c:v>Brenau University</c:v>
                  </c:pt>
                  <c:pt idx="406">
                    <c:v>Fitchburg State University</c:v>
                  </c:pt>
                  <c:pt idx="407">
                    <c:v>Azusa Pacific University</c:v>
                  </c:pt>
                  <c:pt idx="408">
                    <c:v>Williams College</c:v>
                  </c:pt>
                  <c:pt idx="409">
                    <c:v>Elon University</c:v>
                  </c:pt>
                  <c:pt idx="410">
                    <c:v>Baldwin Wallace University</c:v>
                  </c:pt>
                  <c:pt idx="411">
                    <c:v>Kean University</c:v>
                  </c:pt>
                  <c:pt idx="412">
                    <c:v>Wheaton College of Wheaton, IL</c:v>
                  </c:pt>
                  <c:pt idx="413">
                    <c:v>Berry College</c:v>
                  </c:pt>
                  <c:pt idx="414">
                    <c:v>University Of Utah</c:v>
                  </c:pt>
                  <c:pt idx="415">
                    <c:v>Art Center College Of Design</c:v>
                  </c:pt>
                  <c:pt idx="416">
                    <c:v>Millsaps College</c:v>
                  </c:pt>
                  <c:pt idx="417">
                    <c:v>North Dakota State College Of Science</c:v>
                  </c:pt>
                  <c:pt idx="418">
                    <c:v>Huntingdon College</c:v>
                  </c:pt>
                  <c:pt idx="419">
                    <c:v>University Of Minnesota System</c:v>
                  </c:pt>
                  <c:pt idx="420">
                    <c:v>SUNY College At Cortland</c:v>
                  </c:pt>
                  <c:pt idx="421">
                    <c:v>University Of Oklahoma</c:v>
                  </c:pt>
                  <c:pt idx="422">
                    <c:v>Dowling College</c:v>
                  </c:pt>
                  <c:pt idx="423">
                    <c:v>University Of Hartford</c:v>
                  </c:pt>
                  <c:pt idx="424">
                    <c:v>West Chester University Of Pennsylvania</c:v>
                  </c:pt>
                  <c:pt idx="425">
                    <c:v>Pennsylvania State University </c:v>
                  </c:pt>
                  <c:pt idx="426">
                    <c:v>Seattle Pacific University</c:v>
                  </c:pt>
                  <c:pt idx="427">
                    <c:v>University Of Wyoming</c:v>
                  </c:pt>
                  <c:pt idx="428">
                    <c:v>Denison University</c:v>
                  </c:pt>
                  <c:pt idx="429">
                    <c:v>Kenyon College</c:v>
                  </c:pt>
                  <c:pt idx="430">
                    <c:v>Mount St. Mary's College</c:v>
                  </c:pt>
                  <c:pt idx="431">
                    <c:v>Albion College</c:v>
                  </c:pt>
                  <c:pt idx="432">
                    <c:v>Crimson Technical College</c:v>
                  </c:pt>
                  <c:pt idx="433">
                    <c:v>Concordia College - Moorhead</c:v>
                  </c:pt>
                  <c:pt idx="434">
                    <c:v>University Of La Verne</c:v>
                  </c:pt>
                  <c:pt idx="435">
                    <c:v>Saint John Fisher College</c:v>
                  </c:pt>
                  <c:pt idx="436">
                    <c:v>Belmont Abbey College</c:v>
                  </c:pt>
                  <c:pt idx="437">
                    <c:v>California State University, Los Angeles</c:v>
                  </c:pt>
                  <c:pt idx="438">
                    <c:v>Saint Vincent College &amp; Seminary</c:v>
                  </c:pt>
                  <c:pt idx="439">
                    <c:v>Oberlin College</c:v>
                  </c:pt>
                  <c:pt idx="440">
                    <c:v>Saint Martin's University</c:v>
                  </c:pt>
                  <c:pt idx="441">
                    <c:v>University Of Saint Francis of Joliet, IL</c:v>
                  </c:pt>
                  <c:pt idx="442">
                    <c:v>Curry College</c:v>
                  </c:pt>
                  <c:pt idx="443">
                    <c:v>Long Island University System</c:v>
                  </c:pt>
                  <c:pt idx="444">
                    <c:v>University Of Missouri System And Missouri University Of Science And Technology</c:v>
                  </c:pt>
                  <c:pt idx="445">
                    <c:v>Gonzaga University</c:v>
                  </c:pt>
                  <c:pt idx="446">
                    <c:v>Davidson College</c:v>
                  </c:pt>
                  <c:pt idx="447">
                    <c:v>Adventist University Of Health Sciences</c:v>
                  </c:pt>
                  <c:pt idx="448">
                    <c:v>Covenant College</c:v>
                  </c:pt>
                  <c:pt idx="449">
                    <c:v>Kansas State University</c:v>
                  </c:pt>
                  <c:pt idx="450">
                    <c:v>University Of Alabama In Huntsville</c:v>
                  </c:pt>
                  <c:pt idx="451">
                    <c:v>Conservatory Of Recording Arts &amp; Sciences</c:v>
                  </c:pt>
                  <c:pt idx="452">
                    <c:v>Brigham Young University</c:v>
                  </c:pt>
                  <c:pt idx="453">
                    <c:v>Dickinson State University</c:v>
                  </c:pt>
                  <c:pt idx="454">
                    <c:v>La Sierra University</c:v>
                  </c:pt>
                  <c:pt idx="455">
                    <c:v>University Of Kansas</c:v>
                  </c:pt>
                  <c:pt idx="456">
                    <c:v>Westmont College</c:v>
                  </c:pt>
                  <c:pt idx="457">
                    <c:v>University Of Maryland System (Except University College) And Baltimore City Community College</c:v>
                  </c:pt>
                  <c:pt idx="458">
                    <c:v>Macalester College</c:v>
                  </c:pt>
                  <c:pt idx="459">
                    <c:v>McPherson College</c:v>
                  </c:pt>
                  <c:pt idx="460">
                    <c:v>College Of Saint Rose</c:v>
                  </c:pt>
                  <c:pt idx="461">
                    <c:v>Montana Tech Of The University Of Montana</c:v>
                  </c:pt>
                  <c:pt idx="462">
                    <c:v>Culinary Institute Of America</c:v>
                  </c:pt>
                  <c:pt idx="463">
                    <c:v>University Of Oregon</c:v>
                  </c:pt>
                  <c:pt idx="464">
                    <c:v>Western Michigan University</c:v>
                  </c:pt>
                  <c:pt idx="465">
                    <c:v>Hartwick College</c:v>
                  </c:pt>
                  <c:pt idx="466">
                    <c:v>Ohlone College</c:v>
                  </c:pt>
                  <c:pt idx="467">
                    <c:v>University Of Nevada - Las Vegas</c:v>
                  </c:pt>
                  <c:pt idx="468">
                    <c:v>Monmouth College</c:v>
                  </c:pt>
                  <c:pt idx="469">
                    <c:v>Lasell College</c:v>
                  </c:pt>
                  <c:pt idx="470">
                    <c:v>California State University, Stanislaus</c:v>
                  </c:pt>
                  <c:pt idx="471">
                    <c:v>College Of Staten Island/CUNY</c:v>
                  </c:pt>
                  <c:pt idx="472">
                    <c:v>Pacific Lutheran University</c:v>
                  </c:pt>
                  <c:pt idx="473">
                    <c:v>Loyola University New Orleans</c:v>
                  </c:pt>
                  <c:pt idx="474">
                    <c:v>University Of Nebraska System</c:v>
                  </c:pt>
                  <c:pt idx="475">
                    <c:v>University Of South Florida</c:v>
                  </c:pt>
                  <c:pt idx="476">
                    <c:v>Central Connecticut State University</c:v>
                  </c:pt>
                  <c:pt idx="477">
                    <c:v>Truman State University</c:v>
                  </c:pt>
                  <c:pt idx="478">
                    <c:v>Rockford University</c:v>
                  </c:pt>
                  <c:pt idx="479">
                    <c:v>Cedarville University</c:v>
                  </c:pt>
                  <c:pt idx="480">
                    <c:v>University Of Dallas</c:v>
                  </c:pt>
                  <c:pt idx="481">
                    <c:v>University Of Vermont And State Agricultural College</c:v>
                  </c:pt>
                  <c:pt idx="482">
                    <c:v>Brazosport College</c:v>
                  </c:pt>
                  <c:pt idx="483">
                    <c:v>University Of Texas At Tyler</c:v>
                  </c:pt>
                  <c:pt idx="484">
                    <c:v>Bay Path College</c:v>
                  </c:pt>
                  <c:pt idx="485">
                    <c:v>University Of Nevada , Reno</c:v>
                  </c:pt>
                  <c:pt idx="486">
                    <c:v>Lewis University</c:v>
                  </c:pt>
                  <c:pt idx="487">
                    <c:v>Trocaire College</c:v>
                  </c:pt>
                  <c:pt idx="488">
                    <c:v>John Carroll University</c:v>
                  </c:pt>
                  <c:pt idx="489">
                    <c:v>Le Moyne College</c:v>
                  </c:pt>
                  <c:pt idx="490">
                    <c:v>Mount Mercy University</c:v>
                  </c:pt>
                  <c:pt idx="491">
                    <c:v>Maryland Institute College Of Art</c:v>
                  </c:pt>
                  <c:pt idx="492">
                    <c:v>Fashion Institute Of Technology</c:v>
                  </c:pt>
                  <c:pt idx="493">
                    <c:v>Georgetown College</c:v>
                  </c:pt>
                  <c:pt idx="494">
                    <c:v>State University Of New York At Farmingdale</c:v>
                  </c:pt>
                  <c:pt idx="495">
                    <c:v>Carthage College</c:v>
                  </c:pt>
                  <c:pt idx="496">
                    <c:v>Buena Vista University</c:v>
                  </c:pt>
                  <c:pt idx="497">
                    <c:v>Eastern Washington University</c:v>
                  </c:pt>
                  <c:pt idx="498">
                    <c:v>Morningside College</c:v>
                  </c:pt>
                  <c:pt idx="499">
                    <c:v>Southern Adventist University</c:v>
                  </c:pt>
                  <c:pt idx="500">
                    <c:v>Miami University</c:v>
                  </c:pt>
                  <c:pt idx="501">
                    <c:v>Tuskegee University</c:v>
                  </c:pt>
                  <c:pt idx="502">
                    <c:v>Old Dominion University</c:v>
                  </c:pt>
                  <c:pt idx="503">
                    <c:v>D'Youville College</c:v>
                  </c:pt>
                  <c:pt idx="504">
                    <c:v>Valparaiso University</c:v>
                  </c:pt>
                  <c:pt idx="505">
                    <c:v>St. Catherine University</c:v>
                  </c:pt>
                  <c:pt idx="506">
                    <c:v>Houghton College</c:v>
                  </c:pt>
                  <c:pt idx="507">
                    <c:v>Richard Stockton College Of New Jersey </c:v>
                  </c:pt>
                  <c:pt idx="508">
                    <c:v>SUNY College At Brockport</c:v>
                  </c:pt>
                  <c:pt idx="509">
                    <c:v>CUNY Lehman College</c:v>
                  </c:pt>
                  <c:pt idx="510">
                    <c:v>Bloomsburg University Of Pennsylvania</c:v>
                  </c:pt>
                  <c:pt idx="511">
                    <c:v>University Of Texas At Arlington</c:v>
                  </c:pt>
                  <c:pt idx="512">
                    <c:v>Bridgewater State University</c:v>
                  </c:pt>
                  <c:pt idx="513">
                    <c:v>Ursinus College</c:v>
                  </c:pt>
                  <c:pt idx="514">
                    <c:v>Marymount Manhattan College</c:v>
                  </c:pt>
                  <c:pt idx="515">
                    <c:v>Centenary College Of Louisiana</c:v>
                  </c:pt>
                  <c:pt idx="516">
                    <c:v>Bethany College of Bethany, WV</c:v>
                  </c:pt>
                  <c:pt idx="517">
                    <c:v>Park University</c:v>
                  </c:pt>
                  <c:pt idx="518">
                    <c:v>Centre College Of Kentucky</c:v>
                  </c:pt>
                  <c:pt idx="519">
                    <c:v>Emerson College</c:v>
                  </c:pt>
                  <c:pt idx="520">
                    <c:v>Salem State University</c:v>
                  </c:pt>
                  <c:pt idx="521">
                    <c:v>Abilene Christian University</c:v>
                  </c:pt>
                  <c:pt idx="522">
                    <c:v>West Valley-Mission Community College District</c:v>
                  </c:pt>
                  <c:pt idx="523">
                    <c:v>Mercer University</c:v>
                  </c:pt>
                  <c:pt idx="524">
                    <c:v>Holy Family University</c:v>
                  </c:pt>
                  <c:pt idx="525">
                    <c:v>Regis College</c:v>
                  </c:pt>
                  <c:pt idx="526">
                    <c:v>Houston Baptist University</c:v>
                  </c:pt>
                  <c:pt idx="527">
                    <c:v>Birmingham Southern College</c:v>
                  </c:pt>
                  <c:pt idx="528">
                    <c:v>New School, The</c:v>
                  </c:pt>
                  <c:pt idx="529">
                    <c:v>University Of North Florida</c:v>
                  </c:pt>
                  <c:pt idx="530">
                    <c:v>Elmira College</c:v>
                  </c:pt>
                  <c:pt idx="531">
                    <c:v>Pratt Institute</c:v>
                  </c:pt>
                  <c:pt idx="532">
                    <c:v>Virginia Commonwealth University</c:v>
                  </c:pt>
                  <c:pt idx="533">
                    <c:v>Reed College</c:v>
                  </c:pt>
                  <c:pt idx="534">
                    <c:v>Texas Woman's University</c:v>
                  </c:pt>
                  <c:pt idx="535">
                    <c:v>Northwest Nazarene University</c:v>
                  </c:pt>
                  <c:pt idx="536">
                    <c:v>Merrimack College</c:v>
                  </c:pt>
                  <c:pt idx="537">
                    <c:v>Northwest University</c:v>
                  </c:pt>
                  <c:pt idx="538">
                    <c:v>School Of The Art Institute Of Chicago</c:v>
                  </c:pt>
                  <c:pt idx="539">
                    <c:v>Hampton University</c:v>
                  </c:pt>
                  <c:pt idx="540">
                    <c:v>Saint Peter's University</c:v>
                  </c:pt>
                  <c:pt idx="541">
                    <c:v>Poster &amp; Chester Institute</c:v>
                  </c:pt>
                  <c:pt idx="542">
                    <c:v>Northwestern College of Orange City, IA</c:v>
                  </c:pt>
                  <c:pt idx="543">
                    <c:v>University Of North Georgia</c:v>
                  </c:pt>
                  <c:pt idx="544">
                    <c:v>Albright College</c:v>
                  </c:pt>
                  <c:pt idx="545">
                    <c:v>Campbell University</c:v>
                  </c:pt>
                  <c:pt idx="546">
                    <c:v>Lewis &amp; Clark College</c:v>
                  </c:pt>
                  <c:pt idx="547">
                    <c:v>Misericordia  University</c:v>
                  </c:pt>
                  <c:pt idx="548">
                    <c:v>Central College</c:v>
                  </c:pt>
                  <c:pt idx="549">
                    <c:v>College Of Saint Elizabeth</c:v>
                  </c:pt>
                  <c:pt idx="550">
                    <c:v>Florida Atlantic University</c:v>
                  </c:pt>
                  <c:pt idx="551">
                    <c:v>University Of Mount Union</c:v>
                  </c:pt>
                  <c:pt idx="552">
                    <c:v>Otterbein University</c:v>
                  </c:pt>
                  <c:pt idx="553">
                    <c:v>California State University, Fresno</c:v>
                  </c:pt>
                  <c:pt idx="554">
                    <c:v>Delaware Valley College Of Science &amp; Agriculture</c:v>
                  </c:pt>
                  <c:pt idx="555">
                    <c:v>Randolph - Macon College</c:v>
                  </c:pt>
                  <c:pt idx="556">
                    <c:v>Concordia University of Irvine, CA</c:v>
                  </c:pt>
                  <c:pt idx="557">
                    <c:v>Sweet Briar College</c:v>
                  </c:pt>
                  <c:pt idx="558">
                    <c:v>Pittsburgh Institute Of Aeronautics</c:v>
                  </c:pt>
                  <c:pt idx="559">
                    <c:v>Simpson University</c:v>
                  </c:pt>
                  <c:pt idx="560">
                    <c:v>New Jersey City University</c:v>
                  </c:pt>
                  <c:pt idx="561">
                    <c:v>George Fox University</c:v>
                  </c:pt>
                  <c:pt idx="562">
                    <c:v>University Of Michigan - Flint</c:v>
                  </c:pt>
                  <c:pt idx="563">
                    <c:v>Saint Ambrose University</c:v>
                  </c:pt>
                  <c:pt idx="564">
                    <c:v>Northern Virginia Community College</c:v>
                  </c:pt>
                  <c:pt idx="565">
                    <c:v>Biola University</c:v>
                  </c:pt>
                  <c:pt idx="566">
                    <c:v>Southern Connecticut State University</c:v>
                  </c:pt>
                  <c:pt idx="567">
                    <c:v>Eastern Illinois University</c:v>
                  </c:pt>
                  <c:pt idx="568">
                    <c:v>Southern New Hampshire University</c:v>
                  </c:pt>
                  <c:pt idx="569">
                    <c:v>Franklin University</c:v>
                  </c:pt>
                  <c:pt idx="570">
                    <c:v>Millikin University</c:v>
                  </c:pt>
                  <c:pt idx="571">
                    <c:v>Andrews University</c:v>
                  </c:pt>
                  <c:pt idx="572">
                    <c:v>SUNY Empire State College</c:v>
                  </c:pt>
                  <c:pt idx="573">
                    <c:v>Union University</c:v>
                  </c:pt>
                  <c:pt idx="574">
                    <c:v>Niagara University</c:v>
                  </c:pt>
                  <c:pt idx="575">
                    <c:v>Midland College</c:v>
                  </c:pt>
                  <c:pt idx="576">
                    <c:v>Hesston College</c:v>
                  </c:pt>
                  <c:pt idx="577">
                    <c:v>SUNY College At Oneonta</c:v>
                  </c:pt>
                  <c:pt idx="578">
                    <c:v>Ouachita Baptist University</c:v>
                  </c:pt>
                  <c:pt idx="579">
                    <c:v>La Roche College</c:v>
                  </c:pt>
                  <c:pt idx="580">
                    <c:v>Columbus College Of Art &amp; Design</c:v>
                  </c:pt>
                  <c:pt idx="581">
                    <c:v>Knox College</c:v>
                  </c:pt>
                  <c:pt idx="582">
                    <c:v>Triangle Tech</c:v>
                  </c:pt>
                  <c:pt idx="583">
                    <c:v>John Brown University</c:v>
                  </c:pt>
                  <c:pt idx="584">
                    <c:v>Texas A&amp;M International University</c:v>
                  </c:pt>
                  <c:pt idx="585">
                    <c:v>Wittenberg University</c:v>
                  </c:pt>
                  <c:pt idx="586">
                    <c:v>Maryville University Of Saint Louis</c:v>
                  </c:pt>
                  <c:pt idx="587">
                    <c:v>East Stroudsburg University Of Pennsylvania</c:v>
                  </c:pt>
                  <c:pt idx="588">
                    <c:v>Colby-Sawyer College</c:v>
                  </c:pt>
                  <c:pt idx="589">
                    <c:v>SUNY At Fredonia</c:v>
                  </c:pt>
                  <c:pt idx="590">
                    <c:v>Belhaven University</c:v>
                  </c:pt>
                  <c:pt idx="591">
                    <c:v>Lawrence University Of Wisconsin</c:v>
                  </c:pt>
                  <c:pt idx="592">
                    <c:v>Central Washington University</c:v>
                  </c:pt>
                  <c:pt idx="593">
                    <c:v>University Of North Carolina - Charlotte</c:v>
                  </c:pt>
                  <c:pt idx="594">
                    <c:v>Samford University</c:v>
                  </c:pt>
                  <c:pt idx="595">
                    <c:v>Greenville College</c:v>
                  </c:pt>
                  <c:pt idx="596">
                    <c:v>Bismarck State College</c:v>
                  </c:pt>
                  <c:pt idx="597">
                    <c:v>University Of Alabama</c:v>
                  </c:pt>
                  <c:pt idx="598">
                    <c:v>Cornell College</c:v>
                  </c:pt>
                  <c:pt idx="599">
                    <c:v>Madonna University</c:v>
                  </c:pt>
                  <c:pt idx="600">
                    <c:v>Notre Dame Of Maryland University</c:v>
                  </c:pt>
                  <c:pt idx="601">
                    <c:v>Doane College</c:v>
                  </c:pt>
                  <c:pt idx="602">
                    <c:v>Louisiana State University System</c:v>
                  </c:pt>
                  <c:pt idx="603">
                    <c:v>State University Of New York College At Plattsburgh</c:v>
                  </c:pt>
                  <c:pt idx="604">
                    <c:v>Champlain College</c:v>
                  </c:pt>
                  <c:pt idx="605">
                    <c:v>University Of Mary Hardin-Baylor</c:v>
                  </c:pt>
                  <c:pt idx="606">
                    <c:v>Southwestern University</c:v>
                  </c:pt>
                  <c:pt idx="607">
                    <c:v>SUNY College At Old Westbury</c:v>
                  </c:pt>
                  <c:pt idx="608">
                    <c:v>Reinhardt University</c:v>
                  </c:pt>
                  <c:pt idx="609">
                    <c:v>Brigham Young University - Hawaii</c:v>
                  </c:pt>
                  <c:pt idx="610">
                    <c:v>San Mateo County Community College District</c:v>
                  </c:pt>
                  <c:pt idx="611">
                    <c:v>Northwood University</c:v>
                  </c:pt>
                  <c:pt idx="612">
                    <c:v>Worcester State University</c:v>
                  </c:pt>
                  <c:pt idx="613">
                    <c:v>Texas State University</c:v>
                  </c:pt>
                  <c:pt idx="614">
                    <c:v>University Of Texas At El Paso</c:v>
                  </c:pt>
                  <c:pt idx="615">
                    <c:v>St. Edward's University</c:v>
                  </c:pt>
                  <c:pt idx="616">
                    <c:v>Colorado State University-Pueblo</c:v>
                  </c:pt>
                  <c:pt idx="617">
                    <c:v>Gwynedd Mercy University</c:v>
                  </c:pt>
                  <c:pt idx="618">
                    <c:v>Devry University, Devry Institute Of Technology And Denver Technical College</c:v>
                  </c:pt>
                  <c:pt idx="619">
                    <c:v>University Of Texas Of The Permian Basin</c:v>
                  </c:pt>
                  <c:pt idx="620">
                    <c:v>Tennessee Technological University</c:v>
                  </c:pt>
                  <c:pt idx="621">
                    <c:v>Western Illinois University</c:v>
                  </c:pt>
                  <c:pt idx="622">
                    <c:v>Grace College And Theological Seminary</c:v>
                  </c:pt>
                  <c:pt idx="623">
                    <c:v>Wesley College</c:v>
                  </c:pt>
                  <c:pt idx="624">
                    <c:v>SUNY College At Purchase</c:v>
                  </c:pt>
                  <c:pt idx="625">
                    <c:v>Eckerd College</c:v>
                  </c:pt>
                  <c:pt idx="626">
                    <c:v>Illinois College</c:v>
                  </c:pt>
                  <c:pt idx="627">
                    <c:v>Nova Southeastern University</c:v>
                  </c:pt>
                  <c:pt idx="628">
                    <c:v>Portland State University</c:v>
                  </c:pt>
                  <c:pt idx="629">
                    <c:v>Florida Southern College</c:v>
                  </c:pt>
                  <c:pt idx="630">
                    <c:v>Cabrini College</c:v>
                  </c:pt>
                  <c:pt idx="631">
                    <c:v>Kennesaw State University</c:v>
                  </c:pt>
                  <c:pt idx="632">
                    <c:v>Montana State University - Northern</c:v>
                  </c:pt>
                  <c:pt idx="633">
                    <c:v>University Of New Haven</c:v>
                  </c:pt>
                  <c:pt idx="634">
                    <c:v>Weber State University</c:v>
                  </c:pt>
                  <c:pt idx="635">
                    <c:v>Beloit College</c:v>
                  </c:pt>
                  <c:pt idx="636">
                    <c:v>Franklin College Of Indiana</c:v>
                  </c:pt>
                  <c:pt idx="637">
                    <c:v>Texas A&amp;M University - Corpus Christi</c:v>
                  </c:pt>
                  <c:pt idx="638">
                    <c:v>Lynn University</c:v>
                  </c:pt>
                  <c:pt idx="639">
                    <c:v>University Of Idaho</c:v>
                  </c:pt>
                  <c:pt idx="640">
                    <c:v>Southwestern College</c:v>
                  </c:pt>
                  <c:pt idx="641">
                    <c:v>University Of Mississippi</c:v>
                  </c:pt>
                  <c:pt idx="642">
                    <c:v>Central Michigan University</c:v>
                  </c:pt>
                  <c:pt idx="643">
                    <c:v>New York City College Of Technology Of The City University Of New</c:v>
                  </c:pt>
                  <c:pt idx="644">
                    <c:v>Bard College</c:v>
                  </c:pt>
                  <c:pt idx="645">
                    <c:v>Waynesburg University</c:v>
                  </c:pt>
                  <c:pt idx="646">
                    <c:v>Plymouth State University Of The University System Of New Hampshire</c:v>
                  </c:pt>
                  <c:pt idx="647">
                    <c:v>Trinity Christian College</c:v>
                  </c:pt>
                  <c:pt idx="648">
                    <c:v>Goshen College</c:v>
                  </c:pt>
                  <c:pt idx="649">
                    <c:v>Dominican University</c:v>
                  </c:pt>
                  <c:pt idx="650">
                    <c:v>Grand Valley State University</c:v>
                  </c:pt>
                  <c:pt idx="651">
                    <c:v>California State University, San Marcos</c:v>
                  </c:pt>
                  <c:pt idx="652">
                    <c:v>Hardin-Simmons University</c:v>
                  </c:pt>
                  <c:pt idx="653">
                    <c:v>Alma College</c:v>
                  </c:pt>
                  <c:pt idx="654">
                    <c:v>Universal Technical Institute of Rancho Cucamonga, CA</c:v>
                  </c:pt>
                  <c:pt idx="655">
                    <c:v>Linfield College</c:v>
                  </c:pt>
                  <c:pt idx="656">
                    <c:v>Warren County Community College</c:v>
                  </c:pt>
                  <c:pt idx="657">
                    <c:v>North Park University</c:v>
                  </c:pt>
                  <c:pt idx="658">
                    <c:v>Concordia University Texas</c:v>
                  </c:pt>
                  <c:pt idx="659">
                    <c:v>Hilbert College</c:v>
                  </c:pt>
                  <c:pt idx="660">
                    <c:v>Wartburg College</c:v>
                  </c:pt>
                  <c:pt idx="661">
                    <c:v>Barry University</c:v>
                  </c:pt>
                  <c:pt idx="662">
                    <c:v>Pittsburg State University</c:v>
                  </c:pt>
                  <c:pt idx="663">
                    <c:v>University Of Northern Colorado</c:v>
                  </c:pt>
                  <c:pt idx="664">
                    <c:v>Bellevue College</c:v>
                  </c:pt>
                  <c:pt idx="665">
                    <c:v>Shenandoah University</c:v>
                  </c:pt>
                  <c:pt idx="666">
                    <c:v>Westfield State University</c:v>
                  </c:pt>
                  <c:pt idx="667">
                    <c:v>Thomas College</c:v>
                  </c:pt>
                  <c:pt idx="668">
                    <c:v>University Of North Texas</c:v>
                  </c:pt>
                  <c:pt idx="669">
                    <c:v>University Of Texas At San Antonio</c:v>
                  </c:pt>
                  <c:pt idx="670">
                    <c:v>Montgomery College</c:v>
                  </c:pt>
                  <c:pt idx="671">
                    <c:v>Colorado Mesa University</c:v>
                  </c:pt>
                  <c:pt idx="672">
                    <c:v>Asbury College</c:v>
                  </c:pt>
                  <c:pt idx="673">
                    <c:v>Odessa College</c:v>
                  </c:pt>
                  <c:pt idx="674">
                    <c:v>Rollins College</c:v>
                  </c:pt>
                  <c:pt idx="675">
                    <c:v>University Of Tulsa </c:v>
                  </c:pt>
                  <c:pt idx="676">
                    <c:v>Bergen Community College</c:v>
                  </c:pt>
                  <c:pt idx="677">
                    <c:v>Sam Houston State University</c:v>
                  </c:pt>
                  <c:pt idx="678">
                    <c:v>College Of Charleston</c:v>
                  </c:pt>
                  <c:pt idx="679">
                    <c:v>Alfred University</c:v>
                  </c:pt>
                  <c:pt idx="680">
                    <c:v>Master's College &amp; Seminary </c:v>
                  </c:pt>
                  <c:pt idx="681">
                    <c:v>Hollins University</c:v>
                  </c:pt>
                  <c:pt idx="682">
                    <c:v>Wharton County Junior College</c:v>
                  </c:pt>
                  <c:pt idx="683">
                    <c:v>Roosevelt University</c:v>
                  </c:pt>
                  <c:pt idx="684">
                    <c:v>Fashion Institute Of Design &amp; Merchandising</c:v>
                  </c:pt>
                  <c:pt idx="685">
                    <c:v>Wisconsin Lutheran College</c:v>
                  </c:pt>
                  <c:pt idx="686">
                    <c:v>University Of West Florida </c:v>
                  </c:pt>
                  <c:pt idx="687">
                    <c:v>Bloomfield College</c:v>
                  </c:pt>
                  <c:pt idx="688">
                    <c:v>Tarleton State University</c:v>
                  </c:pt>
                  <c:pt idx="689">
                    <c:v>Georgian Court University</c:v>
                  </c:pt>
                  <c:pt idx="690">
                    <c:v>Northwest Iowa Community College</c:v>
                  </c:pt>
                  <c:pt idx="691">
                    <c:v>Multnomah University</c:v>
                  </c:pt>
                  <c:pt idx="692">
                    <c:v>MacMurray College</c:v>
                  </c:pt>
                  <c:pt idx="693">
                    <c:v>Georgia State University</c:v>
                  </c:pt>
                  <c:pt idx="694">
                    <c:v>Florida Gulf Coast University</c:v>
                  </c:pt>
                  <c:pt idx="695">
                    <c:v>ETI School Of Skilled Trades</c:v>
                  </c:pt>
                  <c:pt idx="696">
                    <c:v>Concordia University - Saint Paul</c:v>
                  </c:pt>
                  <c:pt idx="697">
                    <c:v>CUNY York College</c:v>
                  </c:pt>
                  <c:pt idx="698">
                    <c:v>University Of Evansville</c:v>
                  </c:pt>
                  <c:pt idx="699">
                    <c:v>Sul Ross State University</c:v>
                  </c:pt>
                  <c:pt idx="700">
                    <c:v>Hannibal - Lagrange University</c:v>
                  </c:pt>
                  <c:pt idx="701">
                    <c:v>Midwestern State University</c:v>
                  </c:pt>
                  <c:pt idx="702">
                    <c:v>Millersville University Of Pennsylvania</c:v>
                  </c:pt>
                  <c:pt idx="703">
                    <c:v>University Of Wisconsin System</c:v>
                  </c:pt>
                  <c:pt idx="704">
                    <c:v>Post University</c:v>
                  </c:pt>
                  <c:pt idx="705">
                    <c:v>Louisiana College</c:v>
                  </c:pt>
                  <c:pt idx="706">
                    <c:v>Freed Hardeman University</c:v>
                  </c:pt>
                  <c:pt idx="707">
                    <c:v>Montana State University Bozeman</c:v>
                  </c:pt>
                  <c:pt idx="708">
                    <c:v>Methodist University</c:v>
                  </c:pt>
                  <c:pt idx="709">
                    <c:v>Radford University</c:v>
                  </c:pt>
                  <c:pt idx="710">
                    <c:v>Williston State College</c:v>
                  </c:pt>
                  <c:pt idx="711">
                    <c:v>Susquehanna University</c:v>
                  </c:pt>
                  <c:pt idx="712">
                    <c:v>Glendale Community College</c:v>
                  </c:pt>
                  <c:pt idx="713">
                    <c:v>Saint Norbert College</c:v>
                  </c:pt>
                  <c:pt idx="714">
                    <c:v>Hawaii Pacific University</c:v>
                  </c:pt>
                  <c:pt idx="715">
                    <c:v>Chaminade University Of Honolulu</c:v>
                  </c:pt>
                  <c:pt idx="716">
                    <c:v>Minot State University</c:v>
                  </c:pt>
                  <c:pt idx="717">
                    <c:v>Christopher Newport University</c:v>
                  </c:pt>
                  <c:pt idx="718">
                    <c:v>Raritan Valley Community College</c:v>
                  </c:pt>
                  <c:pt idx="719">
                    <c:v>Catawba College</c:v>
                  </c:pt>
                  <c:pt idx="720">
                    <c:v>University Of South Dakota, South Dakota State Universities And South Dakota School Of Mines And Technology</c:v>
                  </c:pt>
                  <c:pt idx="721">
                    <c:v>College Of Our Lady Of The Elms</c:v>
                  </c:pt>
                  <c:pt idx="722">
                    <c:v>Defiance College</c:v>
                  </c:pt>
                  <c:pt idx="723">
                    <c:v>Western Oregon University</c:v>
                  </c:pt>
                  <c:pt idx="724">
                    <c:v>Nassau Community College</c:v>
                  </c:pt>
                  <c:pt idx="725">
                    <c:v>Stephen F Austin State University</c:v>
                  </c:pt>
                  <c:pt idx="726">
                    <c:v>Oakland University</c:v>
                  </c:pt>
                  <c:pt idx="727">
                    <c:v>Hope College</c:v>
                  </c:pt>
                  <c:pt idx="728">
                    <c:v>Hastings College</c:v>
                  </c:pt>
                  <c:pt idx="729">
                    <c:v>Springfield College</c:v>
                  </c:pt>
                  <c:pt idx="730">
                    <c:v>West Virginia University, West Virginia University Institute Of Technology, West Virginia University - Parkersburg, And Potomac State College</c:v>
                  </c:pt>
                  <c:pt idx="731">
                    <c:v>Alderson Broaddus University</c:v>
                  </c:pt>
                  <c:pt idx="732">
                    <c:v>University Of Tennessee System</c:v>
                  </c:pt>
                  <c:pt idx="733">
                    <c:v>Lamar University</c:v>
                  </c:pt>
                  <c:pt idx="734">
                    <c:v>Longwood University</c:v>
                  </c:pt>
                  <c:pt idx="735">
                    <c:v>California State University, Dominguez Hills</c:v>
                  </c:pt>
                  <c:pt idx="736">
                    <c:v>University Of Maryland University College</c:v>
                  </c:pt>
                  <c:pt idx="737">
                    <c:v>Bennett College</c:v>
                  </c:pt>
                  <c:pt idx="738">
                    <c:v>Florida Agricultural &amp; Mechanical University</c:v>
                  </c:pt>
                  <c:pt idx="739">
                    <c:v>SUNY College At Oswego</c:v>
                  </c:pt>
                  <c:pt idx="740">
                    <c:v>Gannon University</c:v>
                  </c:pt>
                  <c:pt idx="741">
                    <c:v>Lindenwood University</c:v>
                  </c:pt>
                  <c:pt idx="742">
                    <c:v>San Jacinto Community College District</c:v>
                  </c:pt>
                  <c:pt idx="743">
                    <c:v>Culver-Stockton College</c:v>
                  </c:pt>
                  <c:pt idx="744">
                    <c:v>Hiram College</c:v>
                  </c:pt>
                  <c:pt idx="745">
                    <c:v>Our Lady Of Holy Cross College</c:v>
                  </c:pt>
                  <c:pt idx="746">
                    <c:v>Berkeley College of New York, NY</c:v>
                  </c:pt>
                  <c:pt idx="747">
                    <c:v>High Point University</c:v>
                  </c:pt>
                  <c:pt idx="748">
                    <c:v>SUNY Westchester Community College</c:v>
                  </c:pt>
                  <c:pt idx="749">
                    <c:v>Emory &amp; Henry College</c:v>
                  </c:pt>
                  <c:pt idx="750">
                    <c:v>Oklahoma City University</c:v>
                  </c:pt>
                  <c:pt idx="751">
                    <c:v>Edgewood College</c:v>
                  </c:pt>
                  <c:pt idx="752">
                    <c:v>Tulsa Welding School</c:v>
                  </c:pt>
                  <c:pt idx="753">
                    <c:v>Carroll University</c:v>
                  </c:pt>
                  <c:pt idx="754">
                    <c:v>University Of Sioux Falls</c:v>
                  </c:pt>
                  <c:pt idx="755">
                    <c:v>Carlow University</c:v>
                  </c:pt>
                  <c:pt idx="756">
                    <c:v>Texas A&amp;M University - Kingsville</c:v>
                  </c:pt>
                  <c:pt idx="757">
                    <c:v>University Of West Georgia</c:v>
                  </c:pt>
                  <c:pt idx="758">
                    <c:v>Taylor University</c:v>
                  </c:pt>
                  <c:pt idx="759">
                    <c:v>Coast Community College District</c:v>
                  </c:pt>
                  <c:pt idx="760">
                    <c:v>McMurry University</c:v>
                  </c:pt>
                  <c:pt idx="761">
                    <c:v>Oklahoma Panhandle State University</c:v>
                  </c:pt>
                  <c:pt idx="762">
                    <c:v>Louisiana Tech University</c:v>
                  </c:pt>
                  <c:pt idx="763">
                    <c:v>West Texas A&amp;M University</c:v>
                  </c:pt>
                  <c:pt idx="764">
                    <c:v>Moody Bible Institute</c:v>
                  </c:pt>
                  <c:pt idx="765">
                    <c:v>Southern Oregon University</c:v>
                  </c:pt>
                  <c:pt idx="766">
                    <c:v>Nyack College</c:v>
                  </c:pt>
                  <c:pt idx="767">
                    <c:v>Taft College</c:v>
                  </c:pt>
                  <c:pt idx="768">
                    <c:v>Highline Community College</c:v>
                  </c:pt>
                  <c:pt idx="769">
                    <c:v>Shorter University</c:v>
                  </c:pt>
                  <c:pt idx="770">
                    <c:v>Oklahoma Christian University</c:v>
                  </c:pt>
                  <c:pt idx="771">
                    <c:v>Burlington County College - Pemberton Campus</c:v>
                  </c:pt>
                  <c:pt idx="772">
                    <c:v>Southwestern Adventist University</c:v>
                  </c:pt>
                  <c:pt idx="773">
                    <c:v>University Of New England</c:v>
                  </c:pt>
                  <c:pt idx="774">
                    <c:v>Nashua Community College</c:v>
                  </c:pt>
                  <c:pt idx="775">
                    <c:v>Kutztown University Of Pennsylvania</c:v>
                  </c:pt>
                  <c:pt idx="776">
                    <c:v>Agnes Scott College</c:v>
                  </c:pt>
                  <c:pt idx="777">
                    <c:v>Saint Mary's University Of Minnesota</c:v>
                  </c:pt>
                  <c:pt idx="778">
                    <c:v>Missouri State University</c:v>
                  </c:pt>
                  <c:pt idx="779">
                    <c:v>Bowling Green State University</c:v>
                  </c:pt>
                  <c:pt idx="780">
                    <c:v>Geneva College</c:v>
                  </c:pt>
                  <c:pt idx="781">
                    <c:v>Baptist Bible College</c:v>
                  </c:pt>
                  <c:pt idx="782">
                    <c:v>Howard Payne University</c:v>
                  </c:pt>
                  <c:pt idx="783">
                    <c:v>Mississippi State University</c:v>
                  </c:pt>
                  <c:pt idx="784">
                    <c:v>Saginaw Valley State University</c:v>
                  </c:pt>
                  <c:pt idx="785">
                    <c:v>Dillard University</c:v>
                  </c:pt>
                  <c:pt idx="786">
                    <c:v>New Castle School Of Trades</c:v>
                  </c:pt>
                  <c:pt idx="787">
                    <c:v>Eastern Connecticut State University</c:v>
                  </c:pt>
                  <c:pt idx="788">
                    <c:v>Judson University</c:v>
                  </c:pt>
                  <c:pt idx="789">
                    <c:v>Guilford College</c:v>
                  </c:pt>
                  <c:pt idx="790">
                    <c:v>Southeast Technical Institute</c:v>
                  </c:pt>
                  <c:pt idx="791">
                    <c:v>Southwestern Oklahoma State University</c:v>
                  </c:pt>
                  <c:pt idx="792">
                    <c:v>Pierce College</c:v>
                  </c:pt>
                  <c:pt idx="793">
                    <c:v>University Of Louisiana At Lafayette</c:v>
                  </c:pt>
                  <c:pt idx="794">
                    <c:v>College Of Wooster </c:v>
                  </c:pt>
                  <c:pt idx="795">
                    <c:v>Queensborough Community College-CUNY</c:v>
                  </c:pt>
                  <c:pt idx="796">
                    <c:v>Muskingum University</c:v>
                  </c:pt>
                  <c:pt idx="797">
                    <c:v>College Of Westchester </c:v>
                  </c:pt>
                  <c:pt idx="798">
                    <c:v>Walla Walla University</c:v>
                  </c:pt>
                  <c:pt idx="799">
                    <c:v>Quincy University</c:v>
                  </c:pt>
                  <c:pt idx="800">
                    <c:v>Keene State College</c:v>
                  </c:pt>
                  <c:pt idx="801">
                    <c:v>Green River Community College</c:v>
                  </c:pt>
                  <c:pt idx="802">
                    <c:v>Lenoir-Rhyne University</c:v>
                  </c:pt>
                  <c:pt idx="803">
                    <c:v>Mcneese State University</c:v>
                  </c:pt>
                  <c:pt idx="804">
                    <c:v>Colorado Northwestern Community College</c:v>
                  </c:pt>
                  <c:pt idx="805">
                    <c:v>Prince George's Community College</c:v>
                  </c:pt>
                  <c:pt idx="806">
                    <c:v>Technical Career Institutes</c:v>
                  </c:pt>
                  <c:pt idx="807">
                    <c:v>Massachusetts College Of Art And Design</c:v>
                  </c:pt>
                  <c:pt idx="808">
                    <c:v>Belmont University</c:v>
                  </c:pt>
                  <c:pt idx="809">
                    <c:v>University Of Central Arkansas</c:v>
                  </c:pt>
                  <c:pt idx="810">
                    <c:v>University Of Texas - Pan American</c:v>
                  </c:pt>
                  <c:pt idx="811">
                    <c:v>Shoreline Community College</c:v>
                  </c:pt>
                  <c:pt idx="812">
                    <c:v>University Of North Carolina At Wilmington </c:v>
                  </c:pt>
                  <c:pt idx="813">
                    <c:v>Advanced Technology Institute</c:v>
                  </c:pt>
                  <c:pt idx="814">
                    <c:v>New Mexico Junior College</c:v>
                  </c:pt>
                  <c:pt idx="815">
                    <c:v>Foothill-Deanza Community College District</c:v>
                  </c:pt>
                  <c:pt idx="816">
                    <c:v>Coyne College</c:v>
                  </c:pt>
                  <c:pt idx="817">
                    <c:v>San Francisco Community College District</c:v>
                  </c:pt>
                  <c:pt idx="818">
                    <c:v>Anne Arundel Community College</c:v>
                  </c:pt>
                  <c:pt idx="819">
                    <c:v>Irvine Valley College</c:v>
                  </c:pt>
                  <c:pt idx="820">
                    <c:v>Berklee College Of Music</c:v>
                  </c:pt>
                  <c:pt idx="821">
                    <c:v>McHenry County College</c:v>
                  </c:pt>
                  <c:pt idx="822">
                    <c:v>Manor College</c:v>
                  </c:pt>
                  <c:pt idx="823">
                    <c:v>Lamar Institute Of Technology</c:v>
                  </c:pt>
                  <c:pt idx="824">
                    <c:v>Minneapolis College Of Art &amp; Design</c:v>
                  </c:pt>
                  <c:pt idx="825">
                    <c:v>Linn State Technical College</c:v>
                  </c:pt>
                  <c:pt idx="826">
                    <c:v>Saint Joseph's College of Rensselaer, IN</c:v>
                  </c:pt>
                  <c:pt idx="827">
                    <c:v>Valley City State University</c:v>
                  </c:pt>
                  <c:pt idx="828">
                    <c:v>University Of The Incarnate Word</c:v>
                  </c:pt>
                  <c:pt idx="829">
                    <c:v>Wayne State University</c:v>
                  </c:pt>
                  <c:pt idx="830">
                    <c:v>Georgia Southern University</c:v>
                  </c:pt>
                  <c:pt idx="831">
                    <c:v>University Of Central Oklahoma</c:v>
                  </c:pt>
                  <c:pt idx="832">
                    <c:v>East Carolina University</c:v>
                  </c:pt>
                  <c:pt idx="833">
                    <c:v>Medaille College</c:v>
                  </c:pt>
                  <c:pt idx="834">
                    <c:v>Santa Rosa Junior College</c:v>
                  </c:pt>
                  <c:pt idx="835">
                    <c:v>Santa Monica College</c:v>
                  </c:pt>
                  <c:pt idx="836">
                    <c:v>Eureka College</c:v>
                  </c:pt>
                  <c:pt idx="837">
                    <c:v>Pennsylvania College Of Technology</c:v>
                  </c:pt>
                  <c:pt idx="838">
                    <c:v>Berkeley College of Woodland Park, NJ</c:v>
                  </c:pt>
                  <c:pt idx="839">
                    <c:v>San Jose-Evergreen Community College District</c:v>
                  </c:pt>
                  <c:pt idx="840">
                    <c:v>Rhode Island College</c:v>
                  </c:pt>
                  <c:pt idx="841">
                    <c:v>Palm Beach Atlantic University</c:v>
                  </c:pt>
                  <c:pt idx="842">
                    <c:v>Thomas More College</c:v>
                  </c:pt>
                  <c:pt idx="843">
                    <c:v>Grand View University</c:v>
                  </c:pt>
                  <c:pt idx="844">
                    <c:v>Graceland University</c:v>
                  </c:pt>
                  <c:pt idx="845">
                    <c:v>DeSales University</c:v>
                  </c:pt>
                  <c:pt idx="846">
                    <c:v>Quincy College</c:v>
                  </c:pt>
                  <c:pt idx="847">
                    <c:v>Wheeling Jesuit University</c:v>
                  </c:pt>
                  <c:pt idx="848">
                    <c:v>Alvin Community College</c:v>
                  </c:pt>
                  <c:pt idx="849">
                    <c:v>Casper College</c:v>
                  </c:pt>
                  <c:pt idx="850">
                    <c:v>Eastern Mennonite University</c:v>
                  </c:pt>
                  <c:pt idx="851">
                    <c:v>University Of Alaska System</c:v>
                  </c:pt>
                  <c:pt idx="852">
                    <c:v>Saint Leo University</c:v>
                  </c:pt>
                  <c:pt idx="853">
                    <c:v>Norwalk Community College</c:v>
                  </c:pt>
                  <c:pt idx="854">
                    <c:v>Central Texas College District</c:v>
                  </c:pt>
                  <c:pt idx="855">
                    <c:v>Middlesex Community College of Middletown, CT</c:v>
                  </c:pt>
                  <c:pt idx="856">
                    <c:v>Briarcliffe College</c:v>
                  </c:pt>
                  <c:pt idx="857">
                    <c:v>Lee College</c:v>
                  </c:pt>
                  <c:pt idx="858">
                    <c:v>Southern Illinois University At Carbondale</c:v>
                  </c:pt>
                  <c:pt idx="859">
                    <c:v>Rockland Community College</c:v>
                  </c:pt>
                  <c:pt idx="860">
                    <c:v>Felician College</c:v>
                  </c:pt>
                  <c:pt idx="861">
                    <c:v>Eastern Michigan University</c:v>
                  </c:pt>
                  <c:pt idx="862">
                    <c:v>Martin Methodist College</c:v>
                  </c:pt>
                  <c:pt idx="863">
                    <c:v>Victoria College</c:v>
                  </c:pt>
                  <c:pt idx="864">
                    <c:v>University Of Virginia's College At Wise </c:v>
                  </c:pt>
                  <c:pt idx="865">
                    <c:v>Southern Illinois University Edwardsville</c:v>
                  </c:pt>
                  <c:pt idx="866">
                    <c:v>Mississippi College</c:v>
                  </c:pt>
                  <c:pt idx="867">
                    <c:v>Art Institute Of Portland </c:v>
                  </c:pt>
                  <c:pt idx="868">
                    <c:v>Washington Adventist University</c:v>
                  </c:pt>
                  <c:pt idx="869">
                    <c:v>Ringling College Of Art &amp; Design</c:v>
                  </c:pt>
                  <c:pt idx="870">
                    <c:v>Edmonds Community College</c:v>
                  </c:pt>
                  <c:pt idx="871">
                    <c:v>Savannah College Of Art And Design</c:v>
                  </c:pt>
                  <c:pt idx="872">
                    <c:v>Art Institute Of Seattle </c:v>
                  </c:pt>
                  <c:pt idx="873">
                    <c:v>Suffolk County Community College</c:v>
                  </c:pt>
                  <c:pt idx="874">
                    <c:v>South Seattle Community College</c:v>
                  </c:pt>
                  <c:pt idx="875">
                    <c:v>St. Bonaventure University</c:v>
                  </c:pt>
                  <c:pt idx="876">
                    <c:v>Mount Marty College</c:v>
                  </c:pt>
                  <c:pt idx="877">
                    <c:v>Nicholls State University</c:v>
                  </c:pt>
                  <c:pt idx="878">
                    <c:v>Fort Hays State University</c:v>
                  </c:pt>
                  <c:pt idx="879">
                    <c:v>Northern Michigan University</c:v>
                  </c:pt>
                  <c:pt idx="880">
                    <c:v>University Of Detroit Mercy</c:v>
                  </c:pt>
                  <c:pt idx="881">
                    <c:v>ITT Technical Institute</c:v>
                  </c:pt>
                  <c:pt idx="882">
                    <c:v>College Of Southern Maryland</c:v>
                  </c:pt>
                  <c:pt idx="883">
                    <c:v>Harding University</c:v>
                  </c:pt>
                  <c:pt idx="884">
                    <c:v>University Of North Carolina - Greensboro</c:v>
                  </c:pt>
                  <c:pt idx="885">
                    <c:v>Santa Barbara City College</c:v>
                  </c:pt>
                  <c:pt idx="886">
                    <c:v>Webster University</c:v>
                  </c:pt>
                  <c:pt idx="887">
                    <c:v>Florida College</c:v>
                  </c:pt>
                  <c:pt idx="888">
                    <c:v>Armstrong Atlantic State University</c:v>
                  </c:pt>
                  <c:pt idx="889">
                    <c:v>County College Of Morris</c:v>
                  </c:pt>
                  <c:pt idx="890">
                    <c:v>Bethany College of Lindsborg, KS</c:v>
                  </c:pt>
                  <c:pt idx="891">
                    <c:v>Ferris State University</c:v>
                  </c:pt>
                  <c:pt idx="892">
                    <c:v>Olivet Nazarene University</c:v>
                  </c:pt>
                  <c:pt idx="893">
                    <c:v>Utah Valley University</c:v>
                  </c:pt>
                  <c:pt idx="894">
                    <c:v>Georgia College &amp; State University</c:v>
                  </c:pt>
                  <c:pt idx="895">
                    <c:v>University Of New Orleans </c:v>
                  </c:pt>
                  <c:pt idx="896">
                    <c:v>University Of The Cumberlands</c:v>
                  </c:pt>
                  <c:pt idx="897">
                    <c:v>Clark Atlanta University</c:v>
                  </c:pt>
                  <c:pt idx="898">
                    <c:v>College Of The Ozarks</c:v>
                  </c:pt>
                  <c:pt idx="899">
                    <c:v>Bucks County Community College</c:v>
                  </c:pt>
                  <c:pt idx="900">
                    <c:v>American International College</c:v>
                  </c:pt>
                  <c:pt idx="901">
                    <c:v>Southeastern Oklahoma State University</c:v>
                  </c:pt>
                  <c:pt idx="902">
                    <c:v>Johnson College</c:v>
                  </c:pt>
                  <c:pt idx="903">
                    <c:v>Eastern Oregon University</c:v>
                  </c:pt>
                  <c:pt idx="904">
                    <c:v>Barstow Community College</c:v>
                  </c:pt>
                  <c:pt idx="905">
                    <c:v>Humboldt State University</c:v>
                  </c:pt>
                  <c:pt idx="906">
                    <c:v>Vanguard University Of Southern California</c:v>
                  </c:pt>
                  <c:pt idx="907">
                    <c:v>Kingsborough Commmunity College/CUNY</c:v>
                  </c:pt>
                  <c:pt idx="908">
                    <c:v>Tennessee College Of Applied Technology-Jackson</c:v>
                  </c:pt>
                  <c:pt idx="909">
                    <c:v>Green Mountain College</c:v>
                  </c:pt>
                  <c:pt idx="910">
                    <c:v>Malone University</c:v>
                  </c:pt>
                  <c:pt idx="911">
                    <c:v>University Of Phoenix</c:v>
                  </c:pt>
                  <c:pt idx="912">
                    <c:v>Paul Smith's College Of Arts &amp; Sciences</c:v>
                  </c:pt>
                  <c:pt idx="913">
                    <c:v>Benedictine College</c:v>
                  </c:pt>
                  <c:pt idx="914">
                    <c:v>Contra Costa Community College District</c:v>
                  </c:pt>
                  <c:pt idx="915">
                    <c:v>Brigham Young University-Idaho</c:v>
                  </c:pt>
                  <c:pt idx="916">
                    <c:v>Winthrop University</c:v>
                  </c:pt>
                  <c:pt idx="917">
                    <c:v>Great Basin College</c:v>
                  </c:pt>
                  <c:pt idx="918">
                    <c:v>College For Creative Studies</c:v>
                  </c:pt>
                  <c:pt idx="919">
                    <c:v>University Of Indianapolis</c:v>
                  </c:pt>
                  <c:pt idx="920">
                    <c:v>Angelo State University</c:v>
                  </c:pt>
                  <c:pt idx="921">
                    <c:v>Wingate University</c:v>
                  </c:pt>
                  <c:pt idx="922">
                    <c:v>Auburn University Montgomery</c:v>
                  </c:pt>
                  <c:pt idx="923">
                    <c:v>University Of Louisiana At Monroe</c:v>
                  </c:pt>
                  <c:pt idx="924">
                    <c:v>SUNY College At Buffalo</c:v>
                  </c:pt>
                  <c:pt idx="925">
                    <c:v>Massachusetts College Of Liberal Arts</c:v>
                  </c:pt>
                  <c:pt idx="926">
                    <c:v>University Of South Carolina System</c:v>
                  </c:pt>
                  <c:pt idx="927">
                    <c:v>Western Wyoming Community College</c:v>
                  </c:pt>
                  <c:pt idx="928">
                    <c:v>Oakton Community College</c:v>
                  </c:pt>
                  <c:pt idx="929">
                    <c:v>Charleston Southern University</c:v>
                  </c:pt>
                  <c:pt idx="930">
                    <c:v>North Seattle College</c:v>
                  </c:pt>
                  <c:pt idx="931">
                    <c:v>Pinnacle Career Institute</c:v>
                  </c:pt>
                  <c:pt idx="932">
                    <c:v>Georgia Highlands College</c:v>
                  </c:pt>
                  <c:pt idx="933">
                    <c:v>Pfeiffer University</c:v>
                  </c:pt>
                  <c:pt idx="934">
                    <c:v>Virginia State University</c:v>
                  </c:pt>
                  <c:pt idx="935">
                    <c:v>Elgin Community College</c:v>
                  </c:pt>
                  <c:pt idx="936">
                    <c:v>Keuka College</c:v>
                  </c:pt>
                  <c:pt idx="937">
                    <c:v>Milligan College</c:v>
                  </c:pt>
                  <c:pt idx="938">
                    <c:v>Henderson State University</c:v>
                  </c:pt>
                  <c:pt idx="939">
                    <c:v>New Mexico State University</c:v>
                  </c:pt>
                  <c:pt idx="940">
                    <c:v>Houston Community College</c:v>
                  </c:pt>
                  <c:pt idx="941">
                    <c:v>Middlesex County College</c:v>
                  </c:pt>
                  <c:pt idx="942">
                    <c:v>Miles Community College</c:v>
                  </c:pt>
                  <c:pt idx="943">
                    <c:v>American Institute Of Business</c:v>
                  </c:pt>
                  <c:pt idx="944">
                    <c:v>Seward County Community College/Area Technical School</c:v>
                  </c:pt>
                  <c:pt idx="945">
                    <c:v>Wood Tobe - Coburn School</c:v>
                  </c:pt>
                  <c:pt idx="946">
                    <c:v>Alverno College</c:v>
                  </c:pt>
                  <c:pt idx="947">
                    <c:v>Chestnut Hill College</c:v>
                  </c:pt>
                  <c:pt idx="948">
                    <c:v>Mount San Antonio College</c:v>
                  </c:pt>
                  <c:pt idx="949">
                    <c:v>Hallmark College Of Technology</c:v>
                  </c:pt>
                  <c:pt idx="950">
                    <c:v>Palomar College</c:v>
                  </c:pt>
                  <c:pt idx="951">
                    <c:v>Cumberland County College</c:v>
                  </c:pt>
                  <c:pt idx="952">
                    <c:v>Eastern Nazarene College</c:v>
                  </c:pt>
                  <c:pt idx="953">
                    <c:v>Howard County Junior College District</c:v>
                  </c:pt>
                  <c:pt idx="954">
                    <c:v>Marshall University</c:v>
                  </c:pt>
                  <c:pt idx="955">
                    <c:v>Lakeshore Technical College</c:v>
                  </c:pt>
                  <c:pt idx="956">
                    <c:v>Point Park University</c:v>
                  </c:pt>
                  <c:pt idx="957">
                    <c:v>Strayer University</c:v>
                  </c:pt>
                  <c:pt idx="958">
                    <c:v>Chadron State College</c:v>
                  </c:pt>
                  <c:pt idx="959">
                    <c:v>CUNY Borough Of Manhattan Community College</c:v>
                  </c:pt>
                  <c:pt idx="960">
                    <c:v>Academy Of Art University</c:v>
                  </c:pt>
                  <c:pt idx="961">
                    <c:v>Gardner - Webb University</c:v>
                  </c:pt>
                  <c:pt idx="962">
                    <c:v>Sage Colleges</c:v>
                  </c:pt>
                  <c:pt idx="963">
                    <c:v>Mississippi University For Women</c:v>
                  </c:pt>
                  <c:pt idx="964">
                    <c:v>University Of Bridgeport</c:v>
                  </c:pt>
                  <c:pt idx="965">
                    <c:v>Copper Mountain College</c:v>
                  </c:pt>
                  <c:pt idx="966">
                    <c:v>Indiana University System</c:v>
                  </c:pt>
                  <c:pt idx="967">
                    <c:v>Spring Arbor University</c:v>
                  </c:pt>
                  <c:pt idx="968">
                    <c:v>University Of South Alabama</c:v>
                  </c:pt>
                  <c:pt idx="969">
                    <c:v>South Puget Sound Community College</c:v>
                  </c:pt>
                  <c:pt idx="970">
                    <c:v>Union College of Barbourville, KY</c:v>
                  </c:pt>
                  <c:pt idx="971">
                    <c:v>University Of Toledo</c:v>
                  </c:pt>
                  <c:pt idx="972">
                    <c:v>Alabama Agricultural &amp; Mechanical University</c:v>
                  </c:pt>
                  <c:pt idx="973">
                    <c:v>NHTI  - Concord's Community College</c:v>
                  </c:pt>
                  <c:pt idx="974">
                    <c:v>Huntington University</c:v>
                  </c:pt>
                  <c:pt idx="975">
                    <c:v>University Of Northwestern- St Paul</c:v>
                  </c:pt>
                  <c:pt idx="976">
                    <c:v>Northeastern Illinois University</c:v>
                  </c:pt>
                  <c:pt idx="977">
                    <c:v>Seton Hill University</c:v>
                  </c:pt>
                  <c:pt idx="978">
                    <c:v>Pasadena City College</c:v>
                  </c:pt>
                  <c:pt idx="979">
                    <c:v>Cameron University</c:v>
                  </c:pt>
                  <c:pt idx="980">
                    <c:v>Fontbonne University</c:v>
                  </c:pt>
                  <c:pt idx="981">
                    <c:v>Concordia University of Seward, NE</c:v>
                  </c:pt>
                  <c:pt idx="982">
                    <c:v>Aquinas College</c:v>
                  </c:pt>
                  <c:pt idx="983">
                    <c:v>University Of Kentucky</c:v>
                  </c:pt>
                  <c:pt idx="984">
                    <c:v>University Of North Alabama</c:v>
                  </c:pt>
                  <c:pt idx="985">
                    <c:v>Boise State University</c:v>
                  </c:pt>
                  <c:pt idx="986">
                    <c:v>Franklin Pierce University</c:v>
                  </c:pt>
                  <c:pt idx="987">
                    <c:v>Ball State University</c:v>
                  </c:pt>
                  <c:pt idx="988">
                    <c:v>Middle Tennessee State University</c:v>
                  </c:pt>
                  <c:pt idx="989">
                    <c:v>Orange County Community College</c:v>
                  </c:pt>
                  <c:pt idx="990">
                    <c:v>Northwest Missouri State University</c:v>
                  </c:pt>
                  <c:pt idx="991">
                    <c:v>Murray State University</c:v>
                  </c:pt>
                  <c:pt idx="992">
                    <c:v>Sussex County Community College</c:v>
                  </c:pt>
                  <c:pt idx="993">
                    <c:v>Wichita State University</c:v>
                  </c:pt>
                  <c:pt idx="994">
                    <c:v>Franciscan University Of Steubenville</c:v>
                  </c:pt>
                  <c:pt idx="995">
                    <c:v>Dutchess Community College</c:v>
                  </c:pt>
                  <c:pt idx="996">
                    <c:v>Lewis-Clark State College</c:v>
                  </c:pt>
                  <c:pt idx="997">
                    <c:v>College Of The Canyons</c:v>
                  </c:pt>
                  <c:pt idx="998">
                    <c:v>Northwestern Oklahoma State University</c:v>
                  </c:pt>
                  <c:pt idx="999">
                    <c:v>University Of Southern Mississippi</c:v>
                  </c:pt>
                  <c:pt idx="1000">
                    <c:v>Frederick Community College</c:v>
                  </c:pt>
                  <c:pt idx="1001">
                    <c:v>Thiel College</c:v>
                  </c:pt>
                  <c:pt idx="1002">
                    <c:v>SUNY College Of Technology At Alfred</c:v>
                  </c:pt>
                  <c:pt idx="1003">
                    <c:v>Utah State University</c:v>
                  </c:pt>
                  <c:pt idx="1004">
                    <c:v>Moraine Valley Community College</c:v>
                  </c:pt>
                  <c:pt idx="1005">
                    <c:v>Fox College</c:v>
                  </c:pt>
                  <c:pt idx="1006">
                    <c:v>Chabot-Las Positas Community College District</c:v>
                  </c:pt>
                  <c:pt idx="1007">
                    <c:v>Wilmington University</c:v>
                  </c:pt>
                  <c:pt idx="1008">
                    <c:v>Brookdale Community College</c:v>
                  </c:pt>
                  <c:pt idx="1009">
                    <c:v>Cascadia Community College</c:v>
                  </c:pt>
                  <c:pt idx="1010">
                    <c:v>Lone Star College-North Harris</c:v>
                  </c:pt>
                  <c:pt idx="1011">
                    <c:v>Norfolk State University</c:v>
                  </c:pt>
                  <c:pt idx="1012">
                    <c:v>Western Texas College</c:v>
                  </c:pt>
                  <c:pt idx="1013">
                    <c:v>Wright State University</c:v>
                  </c:pt>
                  <c:pt idx="1014">
                    <c:v>Cuesta College</c:v>
                  </c:pt>
                  <c:pt idx="1015">
                    <c:v>Texas State Technical College West Texas</c:v>
                  </c:pt>
                  <c:pt idx="1016">
                    <c:v>Southern Arkansas University</c:v>
                  </c:pt>
                  <c:pt idx="1017">
                    <c:v>Indiana University Of Pennsylvania</c:v>
                  </c:pt>
                  <c:pt idx="1018">
                    <c:v>Neumann University</c:v>
                  </c:pt>
                  <c:pt idx="1019">
                    <c:v>William Penn University</c:v>
                  </c:pt>
                  <c:pt idx="1020">
                    <c:v>University Of Advancing Computer Technology</c:v>
                  </c:pt>
                  <c:pt idx="1021">
                    <c:v>North Greenville University</c:v>
                  </c:pt>
                  <c:pt idx="1022">
                    <c:v>Anthem Institute</c:v>
                  </c:pt>
                  <c:pt idx="1023">
                    <c:v>Columbia Basin College</c:v>
                  </c:pt>
                  <c:pt idx="1024">
                    <c:v>University Of Central Missouri</c:v>
                  </c:pt>
                  <c:pt idx="1025">
                    <c:v>California University Of Pennsylvania</c:v>
                  </c:pt>
                  <c:pt idx="1026">
                    <c:v>Hanover College</c:v>
                  </c:pt>
                  <c:pt idx="1027">
                    <c:v>Rancho Santiago Community College District</c:v>
                  </c:pt>
                  <c:pt idx="1028">
                    <c:v>CUNY Medgar Evers College</c:v>
                  </c:pt>
                  <c:pt idx="1029">
                    <c:v>Columbus State University</c:v>
                  </c:pt>
                  <c:pt idx="1030">
                    <c:v>Dixie State University</c:v>
                  </c:pt>
                  <c:pt idx="1031">
                    <c:v>Kentucky Wesleyan College</c:v>
                  </c:pt>
                  <c:pt idx="1032">
                    <c:v>Howard Community College</c:v>
                  </c:pt>
                  <c:pt idx="1033">
                    <c:v>Arapahoe Community College</c:v>
                  </c:pt>
                  <c:pt idx="1034">
                    <c:v>Le Cordon Bleu College Of Culinary Arts of Pasadena, CA</c:v>
                  </c:pt>
                  <c:pt idx="1035">
                    <c:v>University Of Louisville</c:v>
                  </c:pt>
                  <c:pt idx="1036">
                    <c:v>Saddleback College</c:v>
                  </c:pt>
                  <c:pt idx="1037">
                    <c:v>Napa Valley College</c:v>
                  </c:pt>
                  <c:pt idx="1038">
                    <c:v>CUNY Laguardia Community College</c:v>
                  </c:pt>
                  <c:pt idx="1039">
                    <c:v>Middlesex Community College of Bedford, MA</c:v>
                  </c:pt>
                  <c:pt idx="1040">
                    <c:v>Las Positas College</c:v>
                  </c:pt>
                  <c:pt idx="1041">
                    <c:v>Slippery Rock University</c:v>
                  </c:pt>
                  <c:pt idx="1042">
                    <c:v>Marymount California University</c:v>
                  </c:pt>
                  <c:pt idx="1043">
                    <c:v>Bridgewater College</c:v>
                  </c:pt>
                  <c:pt idx="1044">
                    <c:v>Del Mar College</c:v>
                  </c:pt>
                  <c:pt idx="1045">
                    <c:v>Cape Cod Community College</c:v>
                  </c:pt>
                  <c:pt idx="1046">
                    <c:v>Grossmont-Cuyamaca Community College District</c:v>
                  </c:pt>
                  <c:pt idx="1047">
                    <c:v>Clarendon College</c:v>
                  </c:pt>
                  <c:pt idx="1048">
                    <c:v>Whatcom Community College</c:v>
                  </c:pt>
                  <c:pt idx="1049">
                    <c:v>Lincoln University of Lincoln University, PA</c:v>
                  </c:pt>
                  <c:pt idx="1050">
                    <c:v>Mary Baldwin College</c:v>
                  </c:pt>
                  <c:pt idx="1051">
                    <c:v>Savannah State University</c:v>
                  </c:pt>
                  <c:pt idx="1052">
                    <c:v>Our Lady Of The Lake University</c:v>
                  </c:pt>
                  <c:pt idx="1053">
                    <c:v>Concordia University of River Forest, IL</c:v>
                  </c:pt>
                  <c:pt idx="1054">
                    <c:v>Maryville College</c:v>
                  </c:pt>
                  <c:pt idx="1055">
                    <c:v>Lesley University</c:v>
                  </c:pt>
                  <c:pt idx="1056">
                    <c:v>University Of Hawaii And Hawaii Community Colleges</c:v>
                  </c:pt>
                  <c:pt idx="1057">
                    <c:v>Chatham University</c:v>
                  </c:pt>
                  <c:pt idx="1058">
                    <c:v>New England Institute Of Technology</c:v>
                  </c:pt>
                  <c:pt idx="1059">
                    <c:v>Tennessee State University</c:v>
                  </c:pt>
                  <c:pt idx="1060">
                    <c:v>Carson - Newman University</c:v>
                  </c:pt>
                  <c:pt idx="1061">
                    <c:v>Bethel University of Saint Paul, MN</c:v>
                  </c:pt>
                  <c:pt idx="1062">
                    <c:v>Chippewa Valley Technical College</c:v>
                  </c:pt>
                  <c:pt idx="1063">
                    <c:v>Macomb Community College</c:v>
                  </c:pt>
                  <c:pt idx="1064">
                    <c:v>Nebraska Wesleyan University</c:v>
                  </c:pt>
                  <c:pt idx="1065">
                    <c:v>Jacksonville University</c:v>
                  </c:pt>
                  <c:pt idx="1066">
                    <c:v>Union County College</c:v>
                  </c:pt>
                  <c:pt idx="1067">
                    <c:v>Valdosta State University</c:v>
                  </c:pt>
                  <c:pt idx="1068">
                    <c:v>Southeastern Illinois College</c:v>
                  </c:pt>
                  <c:pt idx="1069">
                    <c:v>Truett Mcconnell College</c:v>
                  </c:pt>
                  <c:pt idx="1070">
                    <c:v>Eastern Arizona College</c:v>
                  </c:pt>
                  <c:pt idx="1071">
                    <c:v>Le Cordon Bleu College Of Culinary Arts of Dallas, TX</c:v>
                  </c:pt>
                  <c:pt idx="1072">
                    <c:v>Brooks Institute</c:v>
                  </c:pt>
                  <c:pt idx="1073">
                    <c:v>Prairie View Agricultural &amp; Mechanical University</c:v>
                  </c:pt>
                  <c:pt idx="1074">
                    <c:v>Yosemite Community College District</c:v>
                  </c:pt>
                  <c:pt idx="1075">
                    <c:v>Indiana State University</c:v>
                  </c:pt>
                  <c:pt idx="1076">
                    <c:v>Ocean County College</c:v>
                  </c:pt>
                  <c:pt idx="1077">
                    <c:v>Saint Thomas University</c:v>
                  </c:pt>
                  <c:pt idx="1078">
                    <c:v>Randolph College</c:v>
                  </c:pt>
                  <c:pt idx="1079">
                    <c:v>School Of The Museum Of Fine Arts</c:v>
                  </c:pt>
                  <c:pt idx="1080">
                    <c:v>Lamar State College - Orange</c:v>
                  </c:pt>
                  <c:pt idx="1081">
                    <c:v>Lord Fairfax Community College</c:v>
                  </c:pt>
                  <c:pt idx="1082">
                    <c:v>Augustana College of Sioux Falls, SD</c:v>
                  </c:pt>
                  <c:pt idx="1083">
                    <c:v>Eastern University</c:v>
                  </c:pt>
                  <c:pt idx="1084">
                    <c:v>University Of Cincinnati</c:v>
                  </c:pt>
                  <c:pt idx="1085">
                    <c:v>Cisco College</c:v>
                  </c:pt>
                  <c:pt idx="1086">
                    <c:v>Art Institute Of Houston </c:v>
                  </c:pt>
                  <c:pt idx="1087">
                    <c:v>College Of Lake County</c:v>
                  </c:pt>
                  <c:pt idx="1088">
                    <c:v>Kent State University</c:v>
                  </c:pt>
                  <c:pt idx="1089">
                    <c:v>Daniel Webster College</c:v>
                  </c:pt>
                  <c:pt idx="1090">
                    <c:v>Rowan College At Gloucester County</c:v>
                  </c:pt>
                  <c:pt idx="1091">
                    <c:v>Texas A&amp;M University - Commerce</c:v>
                  </c:pt>
                  <c:pt idx="1092">
                    <c:v>Heidelberg University</c:v>
                  </c:pt>
                  <c:pt idx="1093">
                    <c:v>Virginia Wesleyan College</c:v>
                  </c:pt>
                  <c:pt idx="1094">
                    <c:v>Western Carolina University</c:v>
                  </c:pt>
                  <c:pt idx="1095">
                    <c:v>Lee University</c:v>
                  </c:pt>
                  <c:pt idx="1096">
                    <c:v>North Carolina Agricultural &amp; Technical State University</c:v>
                  </c:pt>
                  <c:pt idx="1097">
                    <c:v>State University Of New York College At Potsdam</c:v>
                  </c:pt>
                  <c:pt idx="1098">
                    <c:v>Mercy College</c:v>
                  </c:pt>
                  <c:pt idx="1099">
                    <c:v>Sierra College</c:v>
                  </c:pt>
                  <c:pt idx="1100">
                    <c:v>Adrian College</c:v>
                  </c:pt>
                  <c:pt idx="1101">
                    <c:v>Lake Superior State University</c:v>
                  </c:pt>
                  <c:pt idx="1102">
                    <c:v>Arkansas Tech University</c:v>
                  </c:pt>
                  <c:pt idx="1103">
                    <c:v>Automotive Training Center</c:v>
                  </c:pt>
                  <c:pt idx="1104">
                    <c:v>University Of Alabama At Birmingham</c:v>
                  </c:pt>
                  <c:pt idx="1105">
                    <c:v>Tarrant County College District</c:v>
                  </c:pt>
                  <c:pt idx="1106">
                    <c:v>Waldorf College</c:v>
                  </c:pt>
                  <c:pt idx="1107">
                    <c:v>University Of Saint Francis of Fort Wayne, IN</c:v>
                  </c:pt>
                  <c:pt idx="1108">
                    <c:v>Southeast Community College</c:v>
                  </c:pt>
                  <c:pt idx="1109">
                    <c:v>Clayton State University</c:v>
                  </c:pt>
                  <c:pt idx="1110">
                    <c:v>Kern &amp; North Orange County Community College Districts</c:v>
                  </c:pt>
                  <c:pt idx="1111">
                    <c:v>Johnson &amp; Wales University</c:v>
                  </c:pt>
                  <c:pt idx="1112">
                    <c:v>Manchester Community College of Manchester, CT</c:v>
                  </c:pt>
                  <c:pt idx="1113">
                    <c:v>Northwest College</c:v>
                  </c:pt>
                  <c:pt idx="1114">
                    <c:v>Hudson Valley Community College</c:v>
                  </c:pt>
                  <c:pt idx="1115">
                    <c:v>Laredo Community College</c:v>
                  </c:pt>
                  <c:pt idx="1116">
                    <c:v>Lakes Region Community College</c:v>
                  </c:pt>
                  <c:pt idx="1117">
                    <c:v>Montgomery County Community College</c:v>
                  </c:pt>
                  <c:pt idx="1118">
                    <c:v>San Diego Community College District</c:v>
                  </c:pt>
                  <c:pt idx="1119">
                    <c:v>University Of Montana </c:v>
                  </c:pt>
                  <c:pt idx="1120">
                    <c:v>Gavilan College</c:v>
                  </c:pt>
                  <c:pt idx="1121">
                    <c:v>Western Technical College of El Paso, TX</c:v>
                  </c:pt>
                  <c:pt idx="1122">
                    <c:v>Coastal Carolina University</c:v>
                  </c:pt>
                  <c:pt idx="1123">
                    <c:v>Massachusetts Bay Community College</c:v>
                  </c:pt>
                  <c:pt idx="1124">
                    <c:v>Heald College</c:v>
                  </c:pt>
                  <c:pt idx="1125">
                    <c:v>New England College</c:v>
                  </c:pt>
                  <c:pt idx="1126">
                    <c:v>Southwestern Community College of Creston, IA</c:v>
                  </c:pt>
                  <c:pt idx="1127">
                    <c:v>Eastern Wyoming College</c:v>
                  </c:pt>
                  <c:pt idx="1128">
                    <c:v>Mayville State University</c:v>
                  </c:pt>
                  <c:pt idx="1129">
                    <c:v>University Of The District Of Columbia</c:v>
                  </c:pt>
                  <c:pt idx="1130">
                    <c:v>Salt Lake Community College</c:v>
                  </c:pt>
                  <c:pt idx="1131">
                    <c:v>Ventura County Community College District</c:v>
                  </c:pt>
                  <c:pt idx="1132">
                    <c:v>Georgia Southwestern State University</c:v>
                  </c:pt>
                  <c:pt idx="1133">
                    <c:v>Rio Hondo Community College</c:v>
                  </c:pt>
                  <c:pt idx="1134">
                    <c:v>Capital University</c:v>
                  </c:pt>
                  <c:pt idx="1135">
                    <c:v>University Of Findlay </c:v>
                  </c:pt>
                  <c:pt idx="1136">
                    <c:v>Oklahoma State University Institute Of Technology - Okmulgee</c:v>
                  </c:pt>
                  <c:pt idx="1137">
                    <c:v>Appalachian State University</c:v>
                  </c:pt>
                  <c:pt idx="1138">
                    <c:v>Triton College</c:v>
                  </c:pt>
                  <c:pt idx="1139">
                    <c:v>Northwest Kansas Technical College</c:v>
                  </c:pt>
                  <c:pt idx="1140">
                    <c:v>Ohio University</c:v>
                  </c:pt>
                  <c:pt idx="1141">
                    <c:v>Oral Roberts University</c:v>
                  </c:pt>
                  <c:pt idx="1142">
                    <c:v>Lock Haven University Of Pennsylvania</c:v>
                  </c:pt>
                  <c:pt idx="1143">
                    <c:v>Bristol Community College</c:v>
                  </c:pt>
                  <c:pt idx="1144">
                    <c:v>Troy University And Troy State Universities, Montgomery And Dothan</c:v>
                  </c:pt>
                  <c:pt idx="1145">
                    <c:v>William Jewell College</c:v>
                  </c:pt>
                  <c:pt idx="1146">
                    <c:v>Blinn College</c:v>
                  </c:pt>
                  <c:pt idx="1147">
                    <c:v>Texas State Technical College</c:v>
                  </c:pt>
                  <c:pt idx="1148">
                    <c:v>Shepherd University</c:v>
                  </c:pt>
                  <c:pt idx="1149">
                    <c:v>Marshalltown Community College</c:v>
                  </c:pt>
                  <c:pt idx="1150">
                    <c:v>Southern Nazarene University</c:v>
                  </c:pt>
                  <c:pt idx="1151">
                    <c:v>Los Rios Community College District</c:v>
                  </c:pt>
                  <c:pt idx="1152">
                    <c:v>New England Culinary Institute</c:v>
                  </c:pt>
                  <c:pt idx="1153">
                    <c:v>University Of New Mexico</c:v>
                  </c:pt>
                  <c:pt idx="1154">
                    <c:v>Aurora University</c:v>
                  </c:pt>
                  <c:pt idx="1155">
                    <c:v>Mercyhurst University</c:v>
                  </c:pt>
                  <c:pt idx="1156">
                    <c:v>Ulster County Community College</c:v>
                  </c:pt>
                  <c:pt idx="1157">
                    <c:v>Weatherford College</c:v>
                  </c:pt>
                  <c:pt idx="1158">
                    <c:v>Hartnell Community College</c:v>
                  </c:pt>
                  <c:pt idx="1159">
                    <c:v>Tacoma Community College</c:v>
                  </c:pt>
                  <c:pt idx="1160">
                    <c:v>Vincennes University</c:v>
                  </c:pt>
                  <c:pt idx="1161">
                    <c:v>Campbellsville University</c:v>
                  </c:pt>
                  <c:pt idx="1162">
                    <c:v>San Juan College</c:v>
                  </c:pt>
                  <c:pt idx="1163">
                    <c:v>Concordia University - Wisconsin</c:v>
                  </c:pt>
                  <c:pt idx="1164">
                    <c:v>Nazareth College Of Rochester</c:v>
                  </c:pt>
                  <c:pt idx="1165">
                    <c:v>West Liberty University</c:v>
                  </c:pt>
                  <c:pt idx="1166">
                    <c:v>SUNY College Of Agriculture &amp; Technology At Morrisville</c:v>
                  </c:pt>
                  <c:pt idx="1167">
                    <c:v>Arkansas State University</c:v>
                  </c:pt>
                  <c:pt idx="1168">
                    <c:v>Cleveland State University</c:v>
                  </c:pt>
                  <c:pt idx="1169">
                    <c:v>Central Ohio Technical College</c:v>
                  </c:pt>
                  <c:pt idx="1170">
                    <c:v>Central Methodist University</c:v>
                  </c:pt>
                  <c:pt idx="1171">
                    <c:v>Friends University</c:v>
                  </c:pt>
                  <c:pt idx="1172">
                    <c:v>Harper College</c:v>
                  </c:pt>
                  <c:pt idx="1173">
                    <c:v>Western State Colorado University</c:v>
                  </c:pt>
                  <c:pt idx="1174">
                    <c:v>Lipscomb University</c:v>
                  </c:pt>
                  <c:pt idx="1175">
                    <c:v>College Of Marin</c:v>
                  </c:pt>
                  <c:pt idx="1176">
                    <c:v>Missouri Western State University</c:v>
                  </c:pt>
                  <c:pt idx="1177">
                    <c:v>Bates Technical College</c:v>
                  </c:pt>
                  <c:pt idx="1178">
                    <c:v>Saint Charles Community College</c:v>
                  </c:pt>
                  <c:pt idx="1179">
                    <c:v>Cumberland University</c:v>
                  </c:pt>
                  <c:pt idx="1180">
                    <c:v>Hill College</c:v>
                  </c:pt>
                  <c:pt idx="1181">
                    <c:v>Husson University</c:v>
                  </c:pt>
                  <c:pt idx="1182">
                    <c:v>Missouri Southern State University</c:v>
                  </c:pt>
                  <c:pt idx="1183">
                    <c:v>Colby Community College</c:v>
                  </c:pt>
                  <c:pt idx="1184">
                    <c:v>Midamerica Nazarene University</c:v>
                  </c:pt>
                  <c:pt idx="1185">
                    <c:v>Miami Dade CC</c:v>
                  </c:pt>
                  <c:pt idx="1186">
                    <c:v>Mount Vernon Nazarene University</c:v>
                  </c:pt>
                  <c:pt idx="1187">
                    <c:v>Delaware County Community College</c:v>
                  </c:pt>
                  <c:pt idx="1188">
                    <c:v>Johnson County Community College</c:v>
                  </c:pt>
                  <c:pt idx="1189">
                    <c:v>Adams State University</c:v>
                  </c:pt>
                  <c:pt idx="1190">
                    <c:v>New Mexico Highlands University</c:v>
                  </c:pt>
                  <c:pt idx="1191">
                    <c:v>Pittsburgh Technical Institute</c:v>
                  </c:pt>
                  <c:pt idx="1192">
                    <c:v>Midland University</c:v>
                  </c:pt>
                  <c:pt idx="1193">
                    <c:v>Citrus Community College</c:v>
                  </c:pt>
                  <c:pt idx="1194">
                    <c:v>Mount Hood Community College</c:v>
                  </c:pt>
                  <c:pt idx="1195">
                    <c:v>East Tennessee State University</c:v>
                  </c:pt>
                  <c:pt idx="1196">
                    <c:v>Lincoln Memorial University</c:v>
                  </c:pt>
                  <c:pt idx="1197">
                    <c:v>Minnesota State University System, Century And Various Other Minnesota Community Colleges</c:v>
                  </c:pt>
                  <c:pt idx="1198">
                    <c:v>Metropolitan State University Of Denver</c:v>
                  </c:pt>
                  <c:pt idx="1199">
                    <c:v>Winston-Salem State University</c:v>
                  </c:pt>
                  <c:pt idx="1200">
                    <c:v>Eastern Idaho Technical College</c:v>
                  </c:pt>
                  <c:pt idx="1201">
                    <c:v>Barton County Community College</c:v>
                  </c:pt>
                  <c:pt idx="1202">
                    <c:v>Northern Kentucky University</c:v>
                  </c:pt>
                  <c:pt idx="1203">
                    <c:v>CUNY Bronx Community College</c:v>
                  </c:pt>
                  <c:pt idx="1204">
                    <c:v>Youngstown State University</c:v>
                  </c:pt>
                  <c:pt idx="1205">
                    <c:v>University Of Maine System</c:v>
                  </c:pt>
                  <c:pt idx="1206">
                    <c:v>Los Angeles Community College District</c:v>
                  </c:pt>
                  <c:pt idx="1207">
                    <c:v>Riverside Community College District</c:v>
                  </c:pt>
                  <c:pt idx="1208">
                    <c:v>University Of Akron </c:v>
                  </c:pt>
                  <c:pt idx="1209">
                    <c:v>Lubbock Christian University</c:v>
                  </c:pt>
                  <c:pt idx="1210">
                    <c:v>Daemen College</c:v>
                  </c:pt>
                  <c:pt idx="1211">
                    <c:v>Evangel University</c:v>
                  </c:pt>
                  <c:pt idx="1212">
                    <c:v>Southwestern Assemblies Of God University</c:v>
                  </c:pt>
                  <c:pt idx="1213">
                    <c:v>Ferrum College</c:v>
                  </c:pt>
                  <c:pt idx="1214">
                    <c:v>Texas State Technical College Harlingen</c:v>
                  </c:pt>
                  <c:pt idx="1215">
                    <c:v>Grand Canyon University</c:v>
                  </c:pt>
                  <c:pt idx="1216">
                    <c:v>Northwest Arkansas Community College</c:v>
                  </c:pt>
                  <c:pt idx="1217">
                    <c:v>El Camino College</c:v>
                  </c:pt>
                  <c:pt idx="1218">
                    <c:v>University Of Montevallo</c:v>
                  </c:pt>
                  <c:pt idx="1219">
                    <c:v>CUNY, Hostos Community College</c:v>
                  </c:pt>
                  <c:pt idx="1220">
                    <c:v>North Central University</c:v>
                  </c:pt>
                  <c:pt idx="1221">
                    <c:v>Broward College</c:v>
                  </c:pt>
                  <c:pt idx="1222">
                    <c:v>Columbia - Greene Community College - SUNY Office Of Cmnty Colleg</c:v>
                  </c:pt>
                  <c:pt idx="1223">
                    <c:v>Cerritos Community College</c:v>
                  </c:pt>
                  <c:pt idx="1224">
                    <c:v>Naugatuck Valley Community College</c:v>
                  </c:pt>
                  <c:pt idx="1225">
                    <c:v>Manchester Community College of Manchester, NH</c:v>
                  </c:pt>
                  <c:pt idx="1226">
                    <c:v>North Central Texas College</c:v>
                  </c:pt>
                  <c:pt idx="1227">
                    <c:v>Austin Community College</c:v>
                  </c:pt>
                  <c:pt idx="1228">
                    <c:v>San Joaquin Delta College</c:v>
                  </c:pt>
                  <c:pt idx="1229">
                    <c:v>Wheelock College</c:v>
                  </c:pt>
                  <c:pt idx="1230">
                    <c:v>Our Lady Of The Lake College</c:v>
                  </c:pt>
                  <c:pt idx="1231">
                    <c:v>Salem College</c:v>
                  </c:pt>
                  <c:pt idx="1232">
                    <c:v>Southeastern University</c:v>
                  </c:pt>
                  <c:pt idx="1233">
                    <c:v>University Of Texas At Brownsville</c:v>
                  </c:pt>
                  <c:pt idx="1234">
                    <c:v>Anderson University of Anderson, SC</c:v>
                  </c:pt>
                  <c:pt idx="1235">
                    <c:v>Crown College</c:v>
                  </c:pt>
                  <c:pt idx="1236">
                    <c:v>Snow College</c:v>
                  </c:pt>
                  <c:pt idx="1237">
                    <c:v>Community College Of Baltimore County</c:v>
                  </c:pt>
                  <c:pt idx="1238">
                    <c:v>Immaculata University</c:v>
                  </c:pt>
                  <c:pt idx="1239">
                    <c:v>Reid State Technical College</c:v>
                  </c:pt>
                  <c:pt idx="1240">
                    <c:v>Clarion University Of Pennsylvania</c:v>
                  </c:pt>
                  <c:pt idx="1241">
                    <c:v>Wayland Baptist University</c:v>
                  </c:pt>
                  <c:pt idx="1242">
                    <c:v>East Texas Baptist University</c:v>
                  </c:pt>
                  <c:pt idx="1243">
                    <c:v>Southern University And Agricultural &amp; Mechanical Colg At Baton R</c:v>
                  </c:pt>
                  <c:pt idx="1244">
                    <c:v>Southern Utah University</c:v>
                  </c:pt>
                  <c:pt idx="1245">
                    <c:v>Northeast Community College</c:v>
                  </c:pt>
                  <c:pt idx="1246">
                    <c:v>Waukesha County Technical College</c:v>
                  </c:pt>
                  <c:pt idx="1247">
                    <c:v>Northeastern State University</c:v>
                  </c:pt>
                  <c:pt idx="1248">
                    <c:v>Montana State University - Billings</c:v>
                  </c:pt>
                  <c:pt idx="1249">
                    <c:v>University Of Science &amp; Arts Of Oklahoma</c:v>
                  </c:pt>
                  <c:pt idx="1250">
                    <c:v>Allan Hancock College</c:v>
                  </c:pt>
                  <c:pt idx="1251">
                    <c:v>Delta State University</c:v>
                  </c:pt>
                  <c:pt idx="1252">
                    <c:v>Full Sail University</c:v>
                  </c:pt>
                  <c:pt idx="1253">
                    <c:v>Lake Region State College</c:v>
                  </c:pt>
                  <c:pt idx="1254">
                    <c:v>Ohio Dominican University</c:v>
                  </c:pt>
                  <c:pt idx="1255">
                    <c:v>Coffeyville Community College</c:v>
                  </c:pt>
                  <c:pt idx="1256">
                    <c:v>College Of The Mainland</c:v>
                  </c:pt>
                  <c:pt idx="1257">
                    <c:v>Ranken Technical College</c:v>
                  </c:pt>
                  <c:pt idx="1258">
                    <c:v>University Of Arkansas At Little Rock</c:v>
                  </c:pt>
                  <c:pt idx="1259">
                    <c:v>Lancaster Bible College</c:v>
                  </c:pt>
                  <c:pt idx="1260">
                    <c:v>Massasoit Community College</c:v>
                  </c:pt>
                  <c:pt idx="1261">
                    <c:v>Dallas Baptist University</c:v>
                  </c:pt>
                  <c:pt idx="1262">
                    <c:v>Springfield Technical Community College</c:v>
                  </c:pt>
                  <c:pt idx="1263">
                    <c:v>University Of West Alabama</c:v>
                  </c:pt>
                  <c:pt idx="1264">
                    <c:v>Blue Ridge Community College of Weyers Cave, VA</c:v>
                  </c:pt>
                  <c:pt idx="1265">
                    <c:v>Beth Medrash Govoha Of America</c:v>
                  </c:pt>
                  <c:pt idx="1266">
                    <c:v>Long Beach City College</c:v>
                  </c:pt>
                  <c:pt idx="1267">
                    <c:v>Coastal Carolina Community College</c:v>
                  </c:pt>
                  <c:pt idx="1268">
                    <c:v>Solano Community College</c:v>
                  </c:pt>
                  <c:pt idx="1269">
                    <c:v>Parkland College</c:v>
                  </c:pt>
                  <c:pt idx="1270">
                    <c:v>Waubonsee Community College</c:v>
                  </c:pt>
                  <c:pt idx="1271">
                    <c:v>Valencia College</c:v>
                  </c:pt>
                  <c:pt idx="1272">
                    <c:v>Platt College of Alhambra, CA</c:v>
                  </c:pt>
                  <c:pt idx="1273">
                    <c:v>Western Kentucky University</c:v>
                  </c:pt>
                  <c:pt idx="1274">
                    <c:v>Mount Aloysius College</c:v>
                  </c:pt>
                  <c:pt idx="1275">
                    <c:v>Cecil College</c:v>
                  </c:pt>
                  <c:pt idx="1276">
                    <c:v>Phoenix Metro Community Colleges</c:v>
                  </c:pt>
                  <c:pt idx="1277">
                    <c:v>North Country Community College</c:v>
                  </c:pt>
                  <c:pt idx="1278">
                    <c:v>Whitworth University</c:v>
                  </c:pt>
                  <c:pt idx="1279">
                    <c:v>Anderson University of Anderson, IN</c:v>
                  </c:pt>
                  <c:pt idx="1280">
                    <c:v>Clark College</c:v>
                  </c:pt>
                  <c:pt idx="1281">
                    <c:v>Art Institute Of Colorado </c:v>
                  </c:pt>
                  <c:pt idx="1282">
                    <c:v>Germanna Community College</c:v>
                  </c:pt>
                  <c:pt idx="1283">
                    <c:v>University Of Arkansas At Fort Smith</c:v>
                  </c:pt>
                  <c:pt idx="1284">
                    <c:v>Joliet Junior College</c:v>
                  </c:pt>
                  <c:pt idx="1285">
                    <c:v>Lower Columbia College</c:v>
                  </c:pt>
                  <c:pt idx="1286">
                    <c:v>William Carey University</c:v>
                  </c:pt>
                  <c:pt idx="1287">
                    <c:v>Idaho State University</c:v>
                  </c:pt>
                  <c:pt idx="1288">
                    <c:v>Southeast Missouri State University</c:v>
                  </c:pt>
                  <c:pt idx="1289">
                    <c:v>Washburn University - Topeka</c:v>
                  </c:pt>
                  <c:pt idx="1290">
                    <c:v>California Culinary Academy</c:v>
                  </c:pt>
                  <c:pt idx="1291">
                    <c:v>Redlands Community College</c:v>
                  </c:pt>
                  <c:pt idx="1292">
                    <c:v>John Tyler Community College</c:v>
                  </c:pt>
                  <c:pt idx="1293">
                    <c:v>North Carolina Central University</c:v>
                  </c:pt>
                  <c:pt idx="1294">
                    <c:v>Grambling State University</c:v>
                  </c:pt>
                  <c:pt idx="1295">
                    <c:v>Imperial Valley College</c:v>
                  </c:pt>
                  <c:pt idx="1296">
                    <c:v>Seattle Central Community College</c:v>
                  </c:pt>
                  <c:pt idx="1297">
                    <c:v>Peru State College</c:v>
                  </c:pt>
                  <c:pt idx="1298">
                    <c:v>Western New Mexico University</c:v>
                  </c:pt>
                  <c:pt idx="1299">
                    <c:v>Northwestern State University</c:v>
                  </c:pt>
                  <c:pt idx="1300">
                    <c:v>Dallas County Community College District</c:v>
                  </c:pt>
                  <c:pt idx="1301">
                    <c:v>North Shore Community College</c:v>
                  </c:pt>
                  <c:pt idx="1302">
                    <c:v>Southwest Texas Junior College</c:v>
                  </c:pt>
                  <c:pt idx="1303">
                    <c:v>Peninsula College</c:v>
                  </c:pt>
                  <c:pt idx="1304">
                    <c:v>Lake Washington Institute Of Technology</c:v>
                  </c:pt>
                  <c:pt idx="1305">
                    <c:v>Western Oklahoma State College</c:v>
                  </c:pt>
                  <c:pt idx="1306">
                    <c:v>Viterbo University</c:v>
                  </c:pt>
                  <c:pt idx="1307">
                    <c:v>Vernon College</c:v>
                  </c:pt>
                  <c:pt idx="1308">
                    <c:v>Mount Mary University</c:v>
                  </c:pt>
                  <c:pt idx="1309">
                    <c:v>Labette Community College</c:v>
                  </c:pt>
                  <c:pt idx="1310">
                    <c:v>Gordon College</c:v>
                  </c:pt>
                  <c:pt idx="1311">
                    <c:v>Craven Community College</c:v>
                  </c:pt>
                  <c:pt idx="1312">
                    <c:v>South Texas College</c:v>
                  </c:pt>
                  <c:pt idx="1313">
                    <c:v>Cochise College</c:v>
                  </c:pt>
                  <c:pt idx="1314">
                    <c:v>University Of The Arts </c:v>
                  </c:pt>
                  <c:pt idx="1315">
                    <c:v>College Of Du Page</c:v>
                  </c:pt>
                  <c:pt idx="1316">
                    <c:v>Morton College</c:v>
                  </c:pt>
                  <c:pt idx="1317">
                    <c:v>Art Institute Of York  - Pennsylvania</c:v>
                  </c:pt>
                  <c:pt idx="1318">
                    <c:v>University Of North Carolina At Pembroke</c:v>
                  </c:pt>
                  <c:pt idx="1319">
                    <c:v>Hagerstown Community College</c:v>
                  </c:pt>
                  <c:pt idx="1320">
                    <c:v>Laramie County Community College</c:v>
                  </c:pt>
                  <c:pt idx="1321">
                    <c:v>Tunxis Community College</c:v>
                  </c:pt>
                  <c:pt idx="1322">
                    <c:v>Mount Wachusett Community College</c:v>
                  </c:pt>
                  <c:pt idx="1323">
                    <c:v>Spartanburg Methodist College</c:v>
                  </c:pt>
                  <c:pt idx="1324">
                    <c:v>Essex County College</c:v>
                  </c:pt>
                  <c:pt idx="1325">
                    <c:v>College Of The Desert</c:v>
                  </c:pt>
                  <c:pt idx="1326">
                    <c:v>Robert Morgan And Miami Lakes Educational Centers</c:v>
                  </c:pt>
                  <c:pt idx="1327">
                    <c:v>Hampshire College</c:v>
                  </c:pt>
                  <c:pt idx="1328">
                    <c:v>Ranger College</c:v>
                  </c:pt>
                  <c:pt idx="1329">
                    <c:v>Collin County Community College</c:v>
                  </c:pt>
                  <c:pt idx="1330">
                    <c:v>Oklahoma City Community College</c:v>
                  </c:pt>
                  <c:pt idx="1331">
                    <c:v>Wilmington College</c:v>
                  </c:pt>
                  <c:pt idx="1332">
                    <c:v>University Of Arkansas At Monticello</c:v>
                  </c:pt>
                  <c:pt idx="1333">
                    <c:v>Siena Heights University</c:v>
                  </c:pt>
                  <c:pt idx="1334">
                    <c:v>Southwestern Oregon Community College</c:v>
                  </c:pt>
                  <c:pt idx="1335">
                    <c:v>Camden County College</c:v>
                  </c:pt>
                  <c:pt idx="1336">
                    <c:v>Lake Area Technical Institute</c:v>
                  </c:pt>
                  <c:pt idx="1337">
                    <c:v>Northern Wyoming Community College District</c:v>
                  </c:pt>
                  <c:pt idx="1338">
                    <c:v>Walsh University</c:v>
                  </c:pt>
                  <c:pt idx="1339">
                    <c:v>San Bernardino Community College District</c:v>
                  </c:pt>
                  <c:pt idx="1340">
                    <c:v>Harrington College Of Design</c:v>
                  </c:pt>
                  <c:pt idx="1341">
                    <c:v>Jefferson Community College</c:v>
                  </c:pt>
                  <c:pt idx="1342">
                    <c:v>Roberts Wesleyan College</c:v>
                  </c:pt>
                  <c:pt idx="1343">
                    <c:v>Monterey Peninsula College</c:v>
                  </c:pt>
                  <c:pt idx="1344">
                    <c:v>Emporia State University</c:v>
                  </c:pt>
                  <c:pt idx="1345">
                    <c:v>Southeastern Louisiana University</c:v>
                  </c:pt>
                  <c:pt idx="1346">
                    <c:v>YTI Career Institute</c:v>
                  </c:pt>
                  <c:pt idx="1347">
                    <c:v>Le Cordon Bleu College Of Culinary Arts of Scottsdale, AZ</c:v>
                  </c:pt>
                  <c:pt idx="1348">
                    <c:v>Schoolcraft College</c:v>
                  </c:pt>
                  <c:pt idx="1349">
                    <c:v>Mt. San Jacinto College</c:v>
                  </c:pt>
                  <c:pt idx="1350">
                    <c:v>SUNY College Of Agriculture &amp; Technology At Cobleskill</c:v>
                  </c:pt>
                  <c:pt idx="1351">
                    <c:v>Rose State College</c:v>
                  </c:pt>
                  <c:pt idx="1352">
                    <c:v>Marywood University</c:v>
                  </c:pt>
                  <c:pt idx="1353">
                    <c:v>Lander University</c:v>
                  </c:pt>
                  <c:pt idx="1354">
                    <c:v>Cornish College Of The Arts</c:v>
                  </c:pt>
                  <c:pt idx="1355">
                    <c:v>Bellevue University</c:v>
                  </c:pt>
                  <c:pt idx="1356">
                    <c:v>Fisher College</c:v>
                  </c:pt>
                  <c:pt idx="1357">
                    <c:v>Mid-Plains Community College</c:v>
                  </c:pt>
                  <c:pt idx="1358">
                    <c:v>Mansfield University Of Pennsylvania</c:v>
                  </c:pt>
                  <c:pt idx="1359">
                    <c:v>Universal Technical Institute of Orlando, FL</c:v>
                  </c:pt>
                  <c:pt idx="1360">
                    <c:v>Quinsigamond Community College</c:v>
                  </c:pt>
                  <c:pt idx="1361">
                    <c:v>Tennessee College Of Applied Technology-Shelbyville</c:v>
                  </c:pt>
                  <c:pt idx="1362">
                    <c:v>Renton Technical College</c:v>
                  </c:pt>
                  <c:pt idx="1363">
                    <c:v>Allegany College Of Maryland</c:v>
                  </c:pt>
                  <c:pt idx="1364">
                    <c:v>University Of Mobile</c:v>
                  </c:pt>
                  <c:pt idx="1365">
                    <c:v>Temple College</c:v>
                  </c:pt>
                  <c:pt idx="1366">
                    <c:v>College Of Southern Nevada</c:v>
                  </c:pt>
                  <c:pt idx="1367">
                    <c:v>Tulsa Community College</c:v>
                  </c:pt>
                  <c:pt idx="1368">
                    <c:v>Everett Community College</c:v>
                  </c:pt>
                  <c:pt idx="1369">
                    <c:v>Seminole State College Of Florida</c:v>
                  </c:pt>
                  <c:pt idx="1370">
                    <c:v>Art Institute Of Fort Lauderdale </c:v>
                  </c:pt>
                  <c:pt idx="1371">
                    <c:v>Art Institute Of Philadelphia </c:v>
                  </c:pt>
                  <c:pt idx="1372">
                    <c:v>Polk State College</c:v>
                  </c:pt>
                  <c:pt idx="1373">
                    <c:v>Helena College University Of Montana</c:v>
                  </c:pt>
                  <c:pt idx="1374">
                    <c:v>Coker College</c:v>
                  </c:pt>
                  <c:pt idx="1375">
                    <c:v>Illinois Central College</c:v>
                  </c:pt>
                  <c:pt idx="1376">
                    <c:v>Louisiana State University In Shreveport</c:v>
                  </c:pt>
                  <c:pt idx="1377">
                    <c:v>Edinboro University Of Pennsylvania</c:v>
                  </c:pt>
                  <c:pt idx="1378">
                    <c:v>University Of North Carolina  Asheville</c:v>
                  </c:pt>
                  <c:pt idx="1379">
                    <c:v>Indiana Institute Of Technology</c:v>
                  </c:pt>
                  <c:pt idx="1380">
                    <c:v>Sterling College</c:v>
                  </c:pt>
                  <c:pt idx="1381">
                    <c:v>Cabrillo College</c:v>
                  </c:pt>
                  <c:pt idx="1382">
                    <c:v>Columbia College of Columbia, MO</c:v>
                  </c:pt>
                  <c:pt idx="1383">
                    <c:v>Big Bend Community College</c:v>
                  </c:pt>
                  <c:pt idx="1384">
                    <c:v>Oklahoma Baptist University</c:v>
                  </c:pt>
                  <c:pt idx="1385">
                    <c:v>Northeast Alabama Community College</c:v>
                  </c:pt>
                  <c:pt idx="1386">
                    <c:v>Yakima Valley Community College</c:v>
                  </c:pt>
                  <c:pt idx="1387">
                    <c:v>University Of Memphis </c:v>
                  </c:pt>
                  <c:pt idx="1388">
                    <c:v>Northampton County Area Community College</c:v>
                  </c:pt>
                  <c:pt idx="1389">
                    <c:v>Santa Fe College</c:v>
                  </c:pt>
                  <c:pt idx="1390">
                    <c:v>Capital Area Technical College</c:v>
                  </c:pt>
                  <c:pt idx="1391">
                    <c:v>Butte College</c:v>
                  </c:pt>
                  <c:pt idx="1392">
                    <c:v>Carroll Community College</c:v>
                  </c:pt>
                  <c:pt idx="1393">
                    <c:v>Skagit Valley College</c:v>
                  </c:pt>
                  <c:pt idx="1394">
                    <c:v>Grayson  County College</c:v>
                  </c:pt>
                  <c:pt idx="1395">
                    <c:v>New River Community College</c:v>
                  </c:pt>
                  <c:pt idx="1396">
                    <c:v>Enterprise State Community College</c:v>
                  </c:pt>
                  <c:pt idx="1397">
                    <c:v>Trinity Valley Community College</c:v>
                  </c:pt>
                  <c:pt idx="1398">
                    <c:v>George C. Wallace State Community College</c:v>
                  </c:pt>
                  <c:pt idx="1399">
                    <c:v>Cleveland State Community College</c:v>
                  </c:pt>
                  <c:pt idx="1400">
                    <c:v>Victor Valley Community College</c:v>
                  </c:pt>
                  <c:pt idx="1401">
                    <c:v>Elizabeth City State University</c:v>
                  </c:pt>
                  <c:pt idx="1402">
                    <c:v>Centralia College</c:v>
                  </c:pt>
                  <c:pt idx="1403">
                    <c:v>Hillsborough Community College</c:v>
                  </c:pt>
                  <c:pt idx="1404">
                    <c:v>Chaffey Community College</c:v>
                  </c:pt>
                  <c:pt idx="1405">
                    <c:v>Lincoln Technical Institute And Lincoln College Of Technology</c:v>
                  </c:pt>
                  <c:pt idx="1406">
                    <c:v>Amarillo College</c:v>
                  </c:pt>
                  <c:pt idx="1407">
                    <c:v>Southern West Virginia Community And Technical College</c:v>
                  </c:pt>
                  <c:pt idx="1408">
                    <c:v>University Of Montana Western </c:v>
                  </c:pt>
                  <c:pt idx="1409">
                    <c:v>Palm Beach State College</c:v>
                  </c:pt>
                  <c:pt idx="1410">
                    <c:v>Art Institute Of Pittsburgh </c:v>
                  </c:pt>
                  <c:pt idx="1411">
                    <c:v>Fort Valley State University</c:v>
                  </c:pt>
                  <c:pt idx="1412">
                    <c:v>SUNY College Of Technology At Canton</c:v>
                  </c:pt>
                  <c:pt idx="1413">
                    <c:v>Dakota College At Bottineau</c:v>
                  </c:pt>
                  <c:pt idx="1414">
                    <c:v>College Of New Rochelle </c:v>
                  </c:pt>
                  <c:pt idx="1415">
                    <c:v>West Virginia Community And Technical College System</c:v>
                  </c:pt>
                  <c:pt idx="1416">
                    <c:v>Brown College</c:v>
                  </c:pt>
                  <c:pt idx="1417">
                    <c:v>Corning Community College - SUNY Office Of Community Colleges</c:v>
                  </c:pt>
                  <c:pt idx="1418">
                    <c:v>Delaware Technical Community College of Wilmington, DE</c:v>
                  </c:pt>
                  <c:pt idx="1419">
                    <c:v>Wayne State College</c:v>
                  </c:pt>
                  <c:pt idx="1420">
                    <c:v>Lackawanna College</c:v>
                  </c:pt>
                  <c:pt idx="1421">
                    <c:v>Berkshire Community College</c:v>
                  </c:pt>
                  <c:pt idx="1422">
                    <c:v>SUNY College Of Technology At Delhi</c:v>
                  </c:pt>
                  <c:pt idx="1423">
                    <c:v>CC Of Philadelphia</c:v>
                  </c:pt>
                  <c:pt idx="1424">
                    <c:v>Southwestern Community College District</c:v>
                  </c:pt>
                  <c:pt idx="1425">
                    <c:v>United Talmudical Seminary</c:v>
                  </c:pt>
                  <c:pt idx="1426">
                    <c:v>Metropolitan Community College of Kansas City, MO</c:v>
                  </c:pt>
                  <c:pt idx="1427">
                    <c:v>Georgia Perimeter College</c:v>
                  </c:pt>
                  <c:pt idx="1428">
                    <c:v>California Institute Of The Arts</c:v>
                  </c:pt>
                  <c:pt idx="1429">
                    <c:v>Antelope Valley College</c:v>
                  </c:pt>
                  <c:pt idx="1430">
                    <c:v>Mars Hill University</c:v>
                  </c:pt>
                  <c:pt idx="1431">
                    <c:v>Finger Lakes Community College - SUNY Office Of Community College</c:v>
                  </c:pt>
                  <c:pt idx="1432">
                    <c:v>Texarkana College</c:v>
                  </c:pt>
                  <c:pt idx="1433">
                    <c:v>Mississippi Gulf Coast Community College</c:v>
                  </c:pt>
                  <c:pt idx="1434">
                    <c:v>Clackamas Community College</c:v>
                  </c:pt>
                  <c:pt idx="1435">
                    <c:v>Edison State College</c:v>
                  </c:pt>
                  <c:pt idx="1436">
                    <c:v>Marian University of Fond Du Lac, WI</c:v>
                  </c:pt>
                  <c:pt idx="1437">
                    <c:v>El Paso Community College</c:v>
                  </c:pt>
                  <c:pt idx="1438">
                    <c:v>West Hills Community College District</c:v>
                  </c:pt>
                  <c:pt idx="1439">
                    <c:v>Central Wyoming College</c:v>
                  </c:pt>
                  <c:pt idx="1440">
                    <c:v>Oklahoma State University - Oklahoma City</c:v>
                  </c:pt>
                  <c:pt idx="1441">
                    <c:v>Northwest Florida State College</c:v>
                  </c:pt>
                  <c:pt idx="1442">
                    <c:v>College Of The Sequoias</c:v>
                  </c:pt>
                  <c:pt idx="1443">
                    <c:v>Western Dakota Technical Institute</c:v>
                  </c:pt>
                  <c:pt idx="1444">
                    <c:v>Colorado Mountain College</c:v>
                  </c:pt>
                  <c:pt idx="1445">
                    <c:v>Fort Lewis College</c:v>
                  </c:pt>
                  <c:pt idx="1446">
                    <c:v>Emily Griffith Technical College</c:v>
                  </c:pt>
                  <c:pt idx="1447">
                    <c:v>Bethany Lutheran College</c:v>
                  </c:pt>
                  <c:pt idx="1448">
                    <c:v>Truckee Meadows Community College</c:v>
                  </c:pt>
                  <c:pt idx="1449">
                    <c:v>New England Institute Of Art </c:v>
                  </c:pt>
                  <c:pt idx="1450">
                    <c:v>Ashland University</c:v>
                  </c:pt>
                  <c:pt idx="1451">
                    <c:v>Yuba Community College District</c:v>
                  </c:pt>
                  <c:pt idx="1452">
                    <c:v>Trinity International University</c:v>
                  </c:pt>
                  <c:pt idx="1453">
                    <c:v>Yavapai College</c:v>
                  </c:pt>
                  <c:pt idx="1454">
                    <c:v>Austin Peay State University</c:v>
                  </c:pt>
                  <c:pt idx="1455">
                    <c:v>Linn-Benton Community College</c:v>
                  </c:pt>
                  <c:pt idx="1456">
                    <c:v>Lake Sumter State College</c:v>
                  </c:pt>
                  <c:pt idx="1457">
                    <c:v>Ozark Christian College</c:v>
                  </c:pt>
                  <c:pt idx="1458">
                    <c:v>Miracosta College</c:v>
                  </c:pt>
                  <c:pt idx="1459">
                    <c:v>Wenatchee Valley College</c:v>
                  </c:pt>
                  <c:pt idx="1460">
                    <c:v>Monroe County Community College</c:v>
                  </c:pt>
                  <c:pt idx="1461">
                    <c:v>Cowley County Community College &amp; Area Vocational Technical Schoo</c:v>
                  </c:pt>
                  <c:pt idx="1462">
                    <c:v>Arkansas State University - Beebe</c:v>
                  </c:pt>
                  <c:pt idx="1463">
                    <c:v>Claflin University</c:v>
                  </c:pt>
                  <c:pt idx="1464">
                    <c:v>Moore Norman Technology Center School District No. 17</c:v>
                  </c:pt>
                  <c:pt idx="1465">
                    <c:v>State College Of Florida, Manatee-Sarasota</c:v>
                  </c:pt>
                  <c:pt idx="1466">
                    <c:v>East Central College</c:v>
                  </c:pt>
                  <c:pt idx="1467">
                    <c:v>Northeast Texas Community College</c:v>
                  </c:pt>
                  <c:pt idx="1468">
                    <c:v>Flathead Valley Community College</c:v>
                  </c:pt>
                  <c:pt idx="1469">
                    <c:v>Southern Virginia University</c:v>
                  </c:pt>
                  <c:pt idx="1470">
                    <c:v>Bethel College</c:v>
                  </c:pt>
                  <c:pt idx="1471">
                    <c:v>Calhoun Community College</c:v>
                  </c:pt>
                  <c:pt idx="1472">
                    <c:v>Eastern Oklahoma State College</c:v>
                  </c:pt>
                  <c:pt idx="1473">
                    <c:v>Blackburn University</c:v>
                  </c:pt>
                  <c:pt idx="1474">
                    <c:v>Mid-State Technical College</c:v>
                  </c:pt>
                  <c:pt idx="1475">
                    <c:v>Robert Morris University Illinois</c:v>
                  </c:pt>
                  <c:pt idx="1476">
                    <c:v>Kirkwood Community College</c:v>
                  </c:pt>
                  <c:pt idx="1477">
                    <c:v>Blue Mountain Community College</c:v>
                  </c:pt>
                  <c:pt idx="1478">
                    <c:v>William Peace University</c:v>
                  </c:pt>
                  <c:pt idx="1479">
                    <c:v>North Iowa Area Community College</c:v>
                  </c:pt>
                  <c:pt idx="1480">
                    <c:v>Florida State College At Jacksonville</c:v>
                  </c:pt>
                  <c:pt idx="1481">
                    <c:v>Alamo Community College District</c:v>
                  </c:pt>
                  <c:pt idx="1482">
                    <c:v>University Of Charleston</c:v>
                  </c:pt>
                  <c:pt idx="1483">
                    <c:v>Illinois Institute Of Art </c:v>
                  </c:pt>
                  <c:pt idx="1484">
                    <c:v>Emmanuel College of Franklin Springs, GA</c:v>
                  </c:pt>
                  <c:pt idx="1485">
                    <c:v>Northeast Wisconsin Technical College</c:v>
                  </c:pt>
                  <c:pt idx="1486">
                    <c:v>Lewis And Clark Community College</c:v>
                  </c:pt>
                  <c:pt idx="1487">
                    <c:v>Columbia Gorge Community College</c:v>
                  </c:pt>
                  <c:pt idx="1488">
                    <c:v>Gordon State College</c:v>
                  </c:pt>
                  <c:pt idx="1489">
                    <c:v>Motlow State Community College</c:v>
                  </c:pt>
                  <c:pt idx="1490">
                    <c:v>Kankakee Community College</c:v>
                  </c:pt>
                  <c:pt idx="1491">
                    <c:v>Middle Georgia State College</c:v>
                  </c:pt>
                  <c:pt idx="1492">
                    <c:v>St. Petersburg College</c:v>
                  </c:pt>
                  <c:pt idx="1493">
                    <c:v>Wor-Wic Community College</c:v>
                  </c:pt>
                  <c:pt idx="1494">
                    <c:v>Grays Harbor College</c:v>
                  </c:pt>
                  <c:pt idx="1495">
                    <c:v>Maranatha Baptist University</c:v>
                  </c:pt>
                  <c:pt idx="1496">
                    <c:v>Drury University</c:v>
                  </c:pt>
                  <c:pt idx="1497">
                    <c:v>Albany State University</c:v>
                  </c:pt>
                  <c:pt idx="1498">
                    <c:v>Portland Community College</c:v>
                  </c:pt>
                  <c:pt idx="1499">
                    <c:v>Delaware Technical Community College of Dover, DE</c:v>
                  </c:pt>
                  <c:pt idx="1500">
                    <c:v>Saint Johns River State College</c:v>
                  </c:pt>
                  <c:pt idx="1501">
                    <c:v>Texas Southern University</c:v>
                  </c:pt>
                  <c:pt idx="1502">
                    <c:v>Harford Community College</c:v>
                  </c:pt>
                  <c:pt idx="1503">
                    <c:v>Concord University</c:v>
                  </c:pt>
                  <c:pt idx="1504">
                    <c:v>Lakeland Community College</c:v>
                  </c:pt>
                  <c:pt idx="1505">
                    <c:v>Institute Of Audio Research</c:v>
                  </c:pt>
                  <c:pt idx="1506">
                    <c:v>Shawnee State University</c:v>
                  </c:pt>
                  <c:pt idx="1507">
                    <c:v>California College Of The Arts</c:v>
                  </c:pt>
                  <c:pt idx="1508">
                    <c:v>Kilgore College</c:v>
                  </c:pt>
                  <c:pt idx="1509">
                    <c:v>Hudson County Community College</c:v>
                  </c:pt>
                  <c:pt idx="1510">
                    <c:v>Centenary College</c:v>
                  </c:pt>
                  <c:pt idx="1511">
                    <c:v>Connors State College</c:v>
                  </c:pt>
                  <c:pt idx="1512">
                    <c:v>Umpqua Community College</c:v>
                  </c:pt>
                  <c:pt idx="1513">
                    <c:v>Chattahoochee Technical College</c:v>
                  </c:pt>
                  <c:pt idx="1514">
                    <c:v>Holyoke Community College</c:v>
                  </c:pt>
                  <c:pt idx="1515">
                    <c:v>North Idaho College</c:v>
                  </c:pt>
                  <c:pt idx="1516">
                    <c:v>Webber International University</c:v>
                  </c:pt>
                  <c:pt idx="1517">
                    <c:v>University Of Arkansas Community College At Hope</c:v>
                  </c:pt>
                  <c:pt idx="1518">
                    <c:v>Virginia Western Community College</c:v>
                  </c:pt>
                  <c:pt idx="1519">
                    <c:v>Georgia Military College</c:v>
                  </c:pt>
                  <c:pt idx="1520">
                    <c:v>Urbana University</c:v>
                  </c:pt>
                  <c:pt idx="1521">
                    <c:v>Miami International University Of Art &amp; Design</c:v>
                  </c:pt>
                  <c:pt idx="1522">
                    <c:v>Certain Colorado Community Colleges</c:v>
                  </c:pt>
                  <c:pt idx="1523">
                    <c:v>Lassen College</c:v>
                  </c:pt>
                  <c:pt idx="1524">
                    <c:v>Lycoming College</c:v>
                  </c:pt>
                  <c:pt idx="1525">
                    <c:v>Lamar State College - Port Arthur</c:v>
                  </c:pt>
                  <c:pt idx="1526">
                    <c:v>Northern Essex Community College</c:v>
                  </c:pt>
                  <c:pt idx="1527">
                    <c:v>Carl Sandburg College</c:v>
                  </c:pt>
                  <c:pt idx="1528">
                    <c:v>Western Nebraska Community College</c:v>
                  </c:pt>
                  <c:pt idx="1529">
                    <c:v>Mercer County Community College</c:v>
                  </c:pt>
                  <c:pt idx="1530">
                    <c:v>Bunker Hill CC</c:v>
                  </c:pt>
                  <c:pt idx="1531">
                    <c:v>Rogers State University</c:v>
                  </c:pt>
                  <c:pt idx="1532">
                    <c:v>Eastern Kentucky University</c:v>
                  </c:pt>
                  <c:pt idx="1533">
                    <c:v>Oakland Community College</c:v>
                  </c:pt>
                  <c:pt idx="1534">
                    <c:v>Morehead State University</c:v>
                  </c:pt>
                  <c:pt idx="1535">
                    <c:v>Iowa Central Community College</c:v>
                  </c:pt>
                  <c:pt idx="1536">
                    <c:v>Lurleen B. Wallace Community College</c:v>
                  </c:pt>
                  <c:pt idx="1537">
                    <c:v>Tyler Junior College</c:v>
                  </c:pt>
                  <c:pt idx="1538">
                    <c:v>South Carolina State University</c:v>
                  </c:pt>
                  <c:pt idx="1539">
                    <c:v>Northeast Iowa Community College</c:v>
                  </c:pt>
                  <c:pt idx="1540">
                    <c:v>Dalton State College</c:v>
                  </c:pt>
                  <c:pt idx="1541">
                    <c:v>Art Institute Of New York City </c:v>
                  </c:pt>
                  <c:pt idx="1542">
                    <c:v>Gene Juarez Beauty Schools</c:v>
                  </c:pt>
                  <c:pt idx="1543">
                    <c:v>Kentucky State University</c:v>
                  </c:pt>
                  <c:pt idx="1544">
                    <c:v>Kishwaukee College</c:v>
                  </c:pt>
                  <c:pt idx="1545">
                    <c:v>Tidewater Community College</c:v>
                  </c:pt>
                  <c:pt idx="1546">
                    <c:v>Ecpi University And Skyline Colleges</c:v>
                  </c:pt>
                  <c:pt idx="1547">
                    <c:v>Mitchell College</c:v>
                  </c:pt>
                  <c:pt idx="1548">
                    <c:v>Genesee Community College</c:v>
                  </c:pt>
                  <c:pt idx="1549">
                    <c:v>Greensboro College</c:v>
                  </c:pt>
                  <c:pt idx="1550">
                    <c:v>Pima County Community College</c:v>
                  </c:pt>
                  <c:pt idx="1551">
                    <c:v>Paris Junior College</c:v>
                  </c:pt>
                  <c:pt idx="1552">
                    <c:v>Garrett College</c:v>
                  </c:pt>
                  <c:pt idx="1553">
                    <c:v>Pasco - Hernando State College</c:v>
                  </c:pt>
                  <c:pt idx="1554">
                    <c:v>Capital Community College</c:v>
                  </c:pt>
                  <c:pt idx="1555">
                    <c:v>Lincoln Technical Institutes And Lincoln College Of Technology</c:v>
                  </c:pt>
                  <c:pt idx="1556">
                    <c:v>West Shore Community College</c:v>
                  </c:pt>
                  <c:pt idx="1557">
                    <c:v>Clearwater Christian College</c:v>
                  </c:pt>
                  <c:pt idx="1558">
                    <c:v>College Of The Siskiyous</c:v>
                  </c:pt>
                  <c:pt idx="1559">
                    <c:v>Alabama Southern Community College</c:v>
                  </c:pt>
                  <c:pt idx="1560">
                    <c:v>Henry Ford Community College</c:v>
                  </c:pt>
                  <c:pt idx="1561">
                    <c:v>Westwood College - South Bay</c:v>
                  </c:pt>
                  <c:pt idx="1562">
                    <c:v>Erie Community College</c:v>
                  </c:pt>
                  <c:pt idx="1563">
                    <c:v>Cazenovia College</c:v>
                  </c:pt>
                  <c:pt idx="1564">
                    <c:v>Richard Bland College</c:v>
                  </c:pt>
                  <c:pt idx="1565">
                    <c:v>Briar Cliff University</c:v>
                  </c:pt>
                  <c:pt idx="1566">
                    <c:v>Mount Ida College</c:v>
                  </c:pt>
                  <c:pt idx="1567">
                    <c:v>Sanford-Brown College of Farmington, CT</c:v>
                  </c:pt>
                  <c:pt idx="1568">
                    <c:v>Jacksonville State University</c:v>
                  </c:pt>
                  <c:pt idx="1569">
                    <c:v>Luzerne County Community College</c:v>
                  </c:pt>
                  <c:pt idx="1570">
                    <c:v>Pellissippi State Community College</c:v>
                  </c:pt>
                  <c:pt idx="1571">
                    <c:v>Allen County Community College</c:v>
                  </c:pt>
                  <c:pt idx="1572">
                    <c:v>Williams Baptist College</c:v>
                  </c:pt>
                  <c:pt idx="1573">
                    <c:v>Missouri Valley College</c:v>
                  </c:pt>
                  <c:pt idx="1574">
                    <c:v>Central Oregon Community College</c:v>
                  </c:pt>
                  <c:pt idx="1575">
                    <c:v>Corban University</c:v>
                  </c:pt>
                  <c:pt idx="1576">
                    <c:v>Herkimer County Community College - SUNY Office Of Community Coll</c:v>
                  </c:pt>
                  <c:pt idx="1577">
                    <c:v>Texas Wesleyan University</c:v>
                  </c:pt>
                  <c:pt idx="1578">
                    <c:v>Northeastern Oklahoma A &amp; M College</c:v>
                  </c:pt>
                  <c:pt idx="1579">
                    <c:v>Copiah-Lincoln Community College</c:v>
                  </c:pt>
                  <c:pt idx="1580">
                    <c:v>Tennessee College Of Applied Technology - Knoxville</c:v>
                  </c:pt>
                  <c:pt idx="1581">
                    <c:v>Carl Albert State College</c:v>
                  </c:pt>
                  <c:pt idx="1582">
                    <c:v>University Of The Ozarks</c:v>
                  </c:pt>
                  <c:pt idx="1583">
                    <c:v>Hendrix College</c:v>
                  </c:pt>
                  <c:pt idx="1584">
                    <c:v>Midwest Technical Institute</c:v>
                  </c:pt>
                  <c:pt idx="1585">
                    <c:v>American Musical &amp; Dramatic Academy</c:v>
                  </c:pt>
                  <c:pt idx="1586">
                    <c:v>Northwestern Michigan College</c:v>
                  </c:pt>
                  <c:pt idx="1587">
                    <c:v>Sauk Valley Community College</c:v>
                  </c:pt>
                  <c:pt idx="1588">
                    <c:v>Clovis Community College</c:v>
                  </c:pt>
                  <c:pt idx="1589">
                    <c:v>Coconino County Community College</c:v>
                  </c:pt>
                  <c:pt idx="1590">
                    <c:v>Manchester University</c:v>
                  </c:pt>
                  <c:pt idx="1591">
                    <c:v>Washtenaw Community College</c:v>
                  </c:pt>
                  <c:pt idx="1592">
                    <c:v>Bennington College</c:v>
                  </c:pt>
                  <c:pt idx="1593">
                    <c:v>Northern Oklahoma College</c:v>
                  </c:pt>
                  <c:pt idx="1594">
                    <c:v>Olympic College</c:v>
                  </c:pt>
                  <c:pt idx="1595">
                    <c:v>American Intercontinental University</c:v>
                  </c:pt>
                  <c:pt idx="1596">
                    <c:v>University Of Southern Indiana</c:v>
                  </c:pt>
                  <c:pt idx="1597">
                    <c:v>Lake Land College</c:v>
                  </c:pt>
                  <c:pt idx="1598">
                    <c:v>St. Clair County Community College</c:v>
                  </c:pt>
                  <c:pt idx="1599">
                    <c:v>Cairn University</c:v>
                  </c:pt>
                  <c:pt idx="1600">
                    <c:v>Housatonic Community College</c:v>
                  </c:pt>
                  <c:pt idx="1601">
                    <c:v>Indian River State College</c:v>
                  </c:pt>
                  <c:pt idx="1602">
                    <c:v>Galveston College</c:v>
                  </c:pt>
                  <c:pt idx="1603">
                    <c:v>Eastern Florida State College</c:v>
                  </c:pt>
                  <c:pt idx="1604">
                    <c:v>Elaine P. Nunez Community College</c:v>
                  </c:pt>
                  <c:pt idx="1605">
                    <c:v>Francis Marion University</c:v>
                  </c:pt>
                  <c:pt idx="1606">
                    <c:v>Asnuntuck Community College</c:v>
                  </c:pt>
                  <c:pt idx="1607">
                    <c:v>Mohawk Valley Community College - SUNY Office Of Community Colleg</c:v>
                  </c:pt>
                  <c:pt idx="1608">
                    <c:v>Wytheville Community College</c:v>
                  </c:pt>
                  <c:pt idx="1609">
                    <c:v>Lamar Community College</c:v>
                  </c:pt>
                  <c:pt idx="1610">
                    <c:v>Panola College</c:v>
                  </c:pt>
                  <c:pt idx="1611">
                    <c:v>Walla Walla Community College</c:v>
                  </c:pt>
                  <c:pt idx="1612">
                    <c:v>South Plains College</c:v>
                  </c:pt>
                  <c:pt idx="1613">
                    <c:v>North Carolina Wesleyan College</c:v>
                  </c:pt>
                  <c:pt idx="1614">
                    <c:v>Columbus State Community College</c:v>
                  </c:pt>
                  <c:pt idx="1615">
                    <c:v>South Hills School Of Business &amp; Technology</c:v>
                  </c:pt>
                  <c:pt idx="1616">
                    <c:v>Lake Tahoe Community College</c:v>
                  </c:pt>
                  <c:pt idx="1617">
                    <c:v>Pearl River Community College</c:v>
                  </c:pt>
                  <c:pt idx="1618">
                    <c:v>Gulf Coast State College</c:v>
                  </c:pt>
                  <c:pt idx="1619">
                    <c:v>Clinton Community College - SUNY Office Of Community Colleges</c:v>
                  </c:pt>
                  <c:pt idx="1620">
                    <c:v>Navarro College</c:v>
                  </c:pt>
                  <c:pt idx="1621">
                    <c:v>Harrisburg Area Community College</c:v>
                  </c:pt>
                  <c:pt idx="1622">
                    <c:v>Spokane And Spokane Falls Community Colleges</c:v>
                  </c:pt>
                  <c:pt idx="1623">
                    <c:v>Southwest Baptist University</c:v>
                  </c:pt>
                  <c:pt idx="1624">
                    <c:v>SBI Campus - An Affiliate Of Sanford-Brown</c:v>
                  </c:pt>
                  <c:pt idx="1625">
                    <c:v>Jefferson College</c:v>
                  </c:pt>
                  <c:pt idx="1626">
                    <c:v>Community College Of Rhode Island</c:v>
                  </c:pt>
                  <c:pt idx="1627">
                    <c:v>Jackson State University</c:v>
                  </c:pt>
                  <c:pt idx="1628">
                    <c:v>Upper Iowa University</c:v>
                  </c:pt>
                  <c:pt idx="1629">
                    <c:v>Fortis College of Houston, TX</c:v>
                  </c:pt>
                  <c:pt idx="1630">
                    <c:v>H. Councill Trenholm State Technical College</c:v>
                  </c:pt>
                  <c:pt idx="1631">
                    <c:v>West Virginia State University</c:v>
                  </c:pt>
                  <c:pt idx="1632">
                    <c:v>Piedmont Virginia Community College</c:v>
                  </c:pt>
                  <c:pt idx="1633">
                    <c:v>Southern Union State Community College</c:v>
                  </c:pt>
                  <c:pt idx="1634">
                    <c:v>Lincoln University of Jefferson City, MO</c:v>
                  </c:pt>
                  <c:pt idx="1635">
                    <c:v>Piedmont College</c:v>
                  </c:pt>
                  <c:pt idx="1636">
                    <c:v>Fayetteville State University</c:v>
                  </c:pt>
                  <c:pt idx="1637">
                    <c:v>Olivet College</c:v>
                  </c:pt>
                  <c:pt idx="1638">
                    <c:v>Madison Area Technical College</c:v>
                  </c:pt>
                  <c:pt idx="1639">
                    <c:v>Colleges with insufficient data</c:v>
                  </c:pt>
                  <c:pt idx="1640">
                    <c:v>Abraham Baldwin Agricultural College</c:v>
                  </c:pt>
                  <c:pt idx="1641">
                    <c:v>Alpena Community College</c:v>
                  </c:pt>
                  <c:pt idx="1642">
                    <c:v>D G Erwin Technical Center</c:v>
                  </c:pt>
                  <c:pt idx="1643">
                    <c:v>Warren Wilson College</c:v>
                  </c:pt>
                  <c:pt idx="1644">
                    <c:v>Eastern New Mexico University</c:v>
                  </c:pt>
                  <c:pt idx="1645">
                    <c:v>Western Nevada College</c:v>
                  </c:pt>
                  <c:pt idx="1646">
                    <c:v>Becker College</c:v>
                  </c:pt>
                  <c:pt idx="1647">
                    <c:v>Bellingham Technical College</c:v>
                  </c:pt>
                  <c:pt idx="1648">
                    <c:v>Atlantic Cape Community College</c:v>
                  </c:pt>
                  <c:pt idx="1649">
                    <c:v>South Suburban College Of Cook County</c:v>
                  </c:pt>
                  <c:pt idx="1650">
                    <c:v>Lake Michigan College</c:v>
                  </c:pt>
                  <c:pt idx="1651">
                    <c:v>Herzing University</c:v>
                  </c:pt>
                  <c:pt idx="1652">
                    <c:v>Merced Community College</c:v>
                  </c:pt>
                  <c:pt idx="1653">
                    <c:v>Northwestern College of Bridgeview, IL</c:v>
                  </c:pt>
                  <c:pt idx="1654">
                    <c:v>Southern University At New Orleans</c:v>
                  </c:pt>
                  <c:pt idx="1655">
                    <c:v>Shaw University</c:v>
                  </c:pt>
                  <c:pt idx="1656">
                    <c:v>Owens State Community College</c:v>
                  </c:pt>
                  <c:pt idx="1657">
                    <c:v>Northeastern Junior College</c:v>
                  </c:pt>
                  <c:pt idx="1658">
                    <c:v>Three Rivers Community College of Poplar Bluff, MO</c:v>
                  </c:pt>
                  <c:pt idx="1659">
                    <c:v>State Center Community College District</c:v>
                  </c:pt>
                  <c:pt idx="1660">
                    <c:v>Chattanooga State Community College</c:v>
                  </c:pt>
                  <c:pt idx="1661">
                    <c:v>North Central State College</c:v>
                  </c:pt>
                  <c:pt idx="1662">
                    <c:v>Metropolitan Community College of Omaha, NE</c:v>
                  </c:pt>
                  <c:pt idx="1663">
                    <c:v>Chemeketa Community College</c:v>
                  </c:pt>
                  <c:pt idx="1664">
                    <c:v>Kentucky Christian University</c:v>
                  </c:pt>
                  <c:pt idx="1665">
                    <c:v>University Of Arkansas Community College At Batesville</c:v>
                  </c:pt>
                  <c:pt idx="1666">
                    <c:v>Cossatot Community College Of The University Of Arkansas</c:v>
                  </c:pt>
                  <c:pt idx="1667">
                    <c:v>Columbia State Community College</c:v>
                  </c:pt>
                  <c:pt idx="1668">
                    <c:v>Monroe Community College</c:v>
                  </c:pt>
                  <c:pt idx="1669">
                    <c:v>Illinois Valley Community College</c:v>
                  </c:pt>
                  <c:pt idx="1670">
                    <c:v>McLennan Community College</c:v>
                  </c:pt>
                  <c:pt idx="1671">
                    <c:v>Chesapeake College</c:v>
                  </c:pt>
                  <c:pt idx="1672">
                    <c:v>Chattahoochee Valley Community College</c:v>
                  </c:pt>
                  <c:pt idx="1673">
                    <c:v>City Colleges Of Chicago</c:v>
                  </c:pt>
                  <c:pt idx="1674">
                    <c:v>Indian Hills Community College</c:v>
                  </c:pt>
                  <c:pt idx="1675">
                    <c:v>McKendree University</c:v>
                  </c:pt>
                  <c:pt idx="1676">
                    <c:v>Pioneer Pacific College</c:v>
                  </c:pt>
                  <c:pt idx="1677">
                    <c:v>Delta College</c:v>
                  </c:pt>
                  <c:pt idx="1678">
                    <c:v>Jones County Junior College</c:v>
                  </c:pt>
                  <c:pt idx="1679">
                    <c:v>Dean College</c:v>
                  </c:pt>
                  <c:pt idx="1680">
                    <c:v>Bethune Cookman University</c:v>
                  </c:pt>
                  <c:pt idx="1681">
                    <c:v>Jackson State Community College</c:v>
                  </c:pt>
                  <c:pt idx="1682">
                    <c:v>Columbia College of Chicago, IL</c:v>
                  </c:pt>
                  <c:pt idx="1683">
                    <c:v>Blue Ridge Community College of Flat Rock, NC</c:v>
                  </c:pt>
                  <c:pt idx="1684">
                    <c:v>College Of Central Florida</c:v>
                  </c:pt>
                  <c:pt idx="1685">
                    <c:v>Saint Joseph's College of Standish, ME</c:v>
                  </c:pt>
                  <c:pt idx="1686">
                    <c:v>Wake Technical Community College</c:v>
                  </c:pt>
                  <c:pt idx="1687">
                    <c:v>Broome Community College</c:v>
                  </c:pt>
                  <c:pt idx="1688">
                    <c:v>Trident Technical College</c:v>
                  </c:pt>
                  <c:pt idx="1689">
                    <c:v>Fox Valley Technical College</c:v>
                  </c:pt>
                  <c:pt idx="1690">
                    <c:v>Snead State Community College</c:v>
                  </c:pt>
                  <c:pt idx="1691">
                    <c:v>Goldey-Beacom College</c:v>
                  </c:pt>
                  <c:pt idx="1692">
                    <c:v>Iowa Western Community College</c:v>
                  </c:pt>
                  <c:pt idx="1693">
                    <c:v>South Arkansas Community College</c:v>
                  </c:pt>
                  <c:pt idx="1694">
                    <c:v>Lane Community College</c:v>
                  </c:pt>
                  <c:pt idx="1695">
                    <c:v>Wilkes Community College</c:v>
                  </c:pt>
                  <c:pt idx="1696">
                    <c:v>Dordt College</c:v>
                  </c:pt>
                  <c:pt idx="1697">
                    <c:v>Cayuga Community College - SUNY Office Of Community College</c:v>
                  </c:pt>
                  <c:pt idx="1698">
                    <c:v>North Arkansas College</c:v>
                  </c:pt>
                  <c:pt idx="1699">
                    <c:v>Southwest Wisconsin Technical College</c:v>
                  </c:pt>
                  <c:pt idx="1700">
                    <c:v>Jefferson Community And Technical College</c:v>
                  </c:pt>
                  <c:pt idx="1701">
                    <c:v>Kellogg Community College</c:v>
                  </c:pt>
                  <c:pt idx="1702">
                    <c:v>Jefferson State Community College</c:v>
                  </c:pt>
                  <c:pt idx="1703">
                    <c:v>Tri-County Technical College</c:v>
                  </c:pt>
                  <c:pt idx="1704">
                    <c:v>Des Moines Area Community College</c:v>
                  </c:pt>
                  <c:pt idx="1705">
                    <c:v>Passaic County Community College</c:v>
                  </c:pt>
                  <c:pt idx="1706">
                    <c:v>Gateway Community College</c:v>
                  </c:pt>
                  <c:pt idx="1707">
                    <c:v>Zane State College</c:v>
                  </c:pt>
                  <c:pt idx="1708">
                    <c:v>Gadsden State Community College</c:v>
                  </c:pt>
                  <c:pt idx="1709">
                    <c:v>Three Rivers Community College of Norwich, CT</c:v>
                  </c:pt>
                  <c:pt idx="1710">
                    <c:v>Columbia College of Columbia, SC</c:v>
                  </c:pt>
                  <c:pt idx="1711">
                    <c:v>Rock Valley College</c:v>
                  </c:pt>
                  <c:pt idx="1712">
                    <c:v>Hutchinson Community College</c:v>
                  </c:pt>
                  <c:pt idx="1713">
                    <c:v>Washington State Community College</c:v>
                  </c:pt>
                  <c:pt idx="1714">
                    <c:v>Moberly Area Community College</c:v>
                  </c:pt>
                  <c:pt idx="1715">
                    <c:v>Southwest Mississippi Community College</c:v>
                  </c:pt>
                  <c:pt idx="1716">
                    <c:v>Black Hawk College</c:v>
                  </c:pt>
                  <c:pt idx="1717">
                    <c:v>College Of Coastal Georgia</c:v>
                  </c:pt>
                  <c:pt idx="1718">
                    <c:v>Northeast Mississippi Community College</c:v>
                  </c:pt>
                  <c:pt idx="1719">
                    <c:v>Arizona Western College</c:v>
                  </c:pt>
                  <c:pt idx="1720">
                    <c:v>Gwinnett Technical College</c:v>
                  </c:pt>
                  <c:pt idx="1721">
                    <c:v>CollegeAmerica Denver</c:v>
                  </c:pt>
                  <c:pt idx="1722">
                    <c:v>Community College Of Allegheny County</c:v>
                  </c:pt>
                  <c:pt idx="1723">
                    <c:v>Specs Howard School Of Media Arts</c:v>
                  </c:pt>
                  <c:pt idx="1724">
                    <c:v>College Of Southern Idaho</c:v>
                  </c:pt>
                  <c:pt idx="1725">
                    <c:v>West Virginia Wesleyan College</c:v>
                  </c:pt>
                  <c:pt idx="1726">
                    <c:v>Santa Fe Community College</c:v>
                  </c:pt>
                  <c:pt idx="1727">
                    <c:v>Montcalm Community College</c:v>
                  </c:pt>
                  <c:pt idx="1728">
                    <c:v>Garden City Community College</c:v>
                  </c:pt>
                  <c:pt idx="1729">
                    <c:v>Colorado Technical University</c:v>
                  </c:pt>
                  <c:pt idx="1730">
                    <c:v>Stark State College</c:v>
                  </c:pt>
                  <c:pt idx="1731">
                    <c:v>Rappahannock Community College</c:v>
                  </c:pt>
                  <c:pt idx="1732">
                    <c:v>Angelina College</c:v>
                  </c:pt>
                  <c:pt idx="1733">
                    <c:v>Northwest - Shoals Community College</c:v>
                  </c:pt>
                  <c:pt idx="1734">
                    <c:v>University Of Arkansas At Pine Bluff</c:v>
                  </c:pt>
                  <c:pt idx="1735">
                    <c:v>Belmont College</c:v>
                  </c:pt>
                  <c:pt idx="1736">
                    <c:v>Monroe College</c:v>
                  </c:pt>
                  <c:pt idx="1737">
                    <c:v>Converse College</c:v>
                  </c:pt>
                  <c:pt idx="1738">
                    <c:v>James A. Rhodes State College</c:v>
                  </c:pt>
                  <c:pt idx="1739">
                    <c:v>Lansing Community College</c:v>
                  </c:pt>
                  <c:pt idx="1740">
                    <c:v>Stephens College</c:v>
                  </c:pt>
                  <c:pt idx="1741">
                    <c:v>Adirondack Community College - SUNY Office Of Community Colleges</c:v>
                  </c:pt>
                  <c:pt idx="1742">
                    <c:v>Central Arizona College</c:v>
                  </c:pt>
                  <c:pt idx="1743">
                    <c:v>Kansas City Kansas Community College</c:v>
                  </c:pt>
                  <c:pt idx="1744">
                    <c:v>Fayetteville Technical Community College</c:v>
                  </c:pt>
                  <c:pt idx="1745">
                    <c:v>Mississippi Valley State University</c:v>
                  </c:pt>
                  <c:pt idx="1746">
                    <c:v>J Sargeant Reynolds Community College</c:v>
                  </c:pt>
                  <c:pt idx="1747">
                    <c:v>Northland College</c:v>
                  </c:pt>
                  <c:pt idx="1748">
                    <c:v>MTI College</c:v>
                  </c:pt>
                  <c:pt idx="1749">
                    <c:v>Feather River College</c:v>
                  </c:pt>
                  <c:pt idx="1750">
                    <c:v>Hawkeye Community College</c:v>
                  </c:pt>
                  <c:pt idx="1751">
                    <c:v>Globe University</c:v>
                  </c:pt>
                  <c:pt idx="1752">
                    <c:v>Central State University</c:v>
                  </c:pt>
                  <c:pt idx="1753">
                    <c:v>Southwestern Illinois College</c:v>
                  </c:pt>
                  <c:pt idx="1754">
                    <c:v>Stevens Henager College</c:v>
                  </c:pt>
                  <c:pt idx="1755">
                    <c:v>Delaware Technical Community College - Owens Campus</c:v>
                  </c:pt>
                  <c:pt idx="1756">
                    <c:v>Eastern Iowa Community College District</c:v>
                  </c:pt>
                  <c:pt idx="1757">
                    <c:v>Jackson College</c:v>
                  </c:pt>
                  <c:pt idx="1758">
                    <c:v>Hocking Technical College</c:v>
                  </c:pt>
                  <c:pt idx="1759">
                    <c:v>Colorado Christian University</c:v>
                  </c:pt>
                  <c:pt idx="1760">
                    <c:v>Muskegon Community College</c:v>
                  </c:pt>
                  <c:pt idx="1761">
                    <c:v>Jamestown Community College</c:v>
                  </c:pt>
                  <c:pt idx="1762">
                    <c:v>Florida Gateway College</c:v>
                  </c:pt>
                  <c:pt idx="1763">
                    <c:v>Grand Rapids Community College</c:v>
                  </c:pt>
                  <c:pt idx="1764">
                    <c:v>Lehigh Carbon Community College</c:v>
                  </c:pt>
                  <c:pt idx="1765">
                    <c:v>East Central Community College</c:v>
                  </c:pt>
                  <c:pt idx="1766">
                    <c:v>Aiken Technical College</c:v>
                  </c:pt>
                  <c:pt idx="1767">
                    <c:v>Le Cordon Bleu College Of Culinary Arts In Chicago</c:v>
                  </c:pt>
                  <c:pt idx="1768">
                    <c:v>Western Iowa Tech Community College</c:v>
                  </c:pt>
                  <c:pt idx="1769">
                    <c:v>Blackhawk Technical College</c:v>
                  </c:pt>
                  <c:pt idx="1770">
                    <c:v>Brevard College</c:v>
                  </c:pt>
                  <c:pt idx="1771">
                    <c:v>Ozarks Technical Community College</c:v>
                  </c:pt>
                  <c:pt idx="1772">
                    <c:v>Butler County Community College of El Dorado, KS</c:v>
                  </c:pt>
                  <c:pt idx="1773">
                    <c:v>Northcentral Technical College</c:v>
                  </c:pt>
                  <c:pt idx="1774">
                    <c:v>College Of Mount Saint Joseph</c:v>
                  </c:pt>
                  <c:pt idx="1775">
                    <c:v>James H. Faulkner State Community College</c:v>
                  </c:pt>
                  <c:pt idx="1776">
                    <c:v>Bevill State Community College</c:v>
                  </c:pt>
                  <c:pt idx="1777">
                    <c:v>Schreiner University</c:v>
                  </c:pt>
                  <c:pt idx="1778">
                    <c:v>Niagara County Community College</c:v>
                  </c:pt>
                  <c:pt idx="1779">
                    <c:v>Hohokus School - RETS/Nutley</c:v>
                  </c:pt>
                  <c:pt idx="1780">
                    <c:v>Northland Pioneer College</c:v>
                  </c:pt>
                  <c:pt idx="1781">
                    <c:v>Newman University</c:v>
                  </c:pt>
                  <c:pt idx="1782">
                    <c:v>Glendale Career College</c:v>
                  </c:pt>
                  <c:pt idx="1783">
                    <c:v>University Of Rio Grande</c:v>
                  </c:pt>
                  <c:pt idx="1784">
                    <c:v>Heartland Community College</c:v>
                  </c:pt>
                  <c:pt idx="1785">
                    <c:v>Cornerstone University</c:v>
                  </c:pt>
                  <c:pt idx="1786">
                    <c:v>Tompkins Cortland Community College</c:v>
                  </c:pt>
                  <c:pt idx="1787">
                    <c:v>North Georgia Technical College</c:v>
                  </c:pt>
                  <c:pt idx="1788">
                    <c:v>Haywood Community College</c:v>
                  </c:pt>
                  <c:pt idx="1789">
                    <c:v>Plaza College</c:v>
                  </c:pt>
                  <c:pt idx="1790">
                    <c:v>Northeast State Community College</c:v>
                  </c:pt>
                  <c:pt idx="1791">
                    <c:v>Davis Applied Technology College</c:v>
                  </c:pt>
                  <c:pt idx="1792">
                    <c:v>Sullivan University, Sullivan College Of Technology And Design And Spencerian College</c:v>
                  </c:pt>
                  <c:pt idx="1793">
                    <c:v>Volunteer State Community College</c:v>
                  </c:pt>
                  <c:pt idx="1794">
                    <c:v>Baptist Bible College Of Pennsylvania</c:v>
                  </c:pt>
                  <c:pt idx="1795">
                    <c:v>Iowa Lakes Community College</c:v>
                  </c:pt>
                  <c:pt idx="1796">
                    <c:v>Moraine Park Technical College</c:v>
                  </c:pt>
                  <c:pt idx="1797">
                    <c:v>Richland Community College</c:v>
                  </c:pt>
                  <c:pt idx="1798">
                    <c:v>Bethel University of McKenzie, TN</c:v>
                  </c:pt>
                  <c:pt idx="1799">
                    <c:v>Onondaga Community College</c:v>
                  </c:pt>
                  <c:pt idx="1800">
                    <c:v>Cheyney University Of Pennsylvania</c:v>
                  </c:pt>
                  <c:pt idx="1801">
                    <c:v>Greenville Technical College</c:v>
                  </c:pt>
                  <c:pt idx="1802">
                    <c:v>Kaskaskia College</c:v>
                  </c:pt>
                  <c:pt idx="1803">
                    <c:v>Salem Community College</c:v>
                  </c:pt>
                  <c:pt idx="1804">
                    <c:v>Crowder College</c:v>
                  </c:pt>
                  <c:pt idx="1805">
                    <c:v>Newberry College</c:v>
                  </c:pt>
                  <c:pt idx="1806">
                    <c:v>Cape Fear Community College</c:v>
                  </c:pt>
                  <c:pt idx="1807">
                    <c:v>Shelton State Community College</c:v>
                  </c:pt>
                  <c:pt idx="1808">
                    <c:v>Illinois Eastern Community Colleges - Olney Central College</c:v>
                  </c:pt>
                  <c:pt idx="1809">
                    <c:v>University Of Arkansas Community College At Morrilton</c:v>
                  </c:pt>
                  <c:pt idx="1810">
                    <c:v>Avila University</c:v>
                  </c:pt>
                  <c:pt idx="1811">
                    <c:v>North Central Missouri College</c:v>
                  </c:pt>
                  <c:pt idx="1812">
                    <c:v>Lincoln College</c:v>
                  </c:pt>
                  <c:pt idx="1813">
                    <c:v>George C. Wallace Community College</c:v>
                  </c:pt>
                  <c:pt idx="1814">
                    <c:v>Kiamichi Technology Center</c:v>
                  </c:pt>
                  <c:pt idx="1815">
                    <c:v>Lincoln Land Community College</c:v>
                  </c:pt>
                  <c:pt idx="1816">
                    <c:v>Thomas Nelson Community College</c:v>
                  </c:pt>
                  <c:pt idx="1817">
                    <c:v>Florida Memorial University</c:v>
                  </c:pt>
                  <c:pt idx="1818">
                    <c:v>Kalamazoo Valley Community College</c:v>
                  </c:pt>
                  <c:pt idx="1819">
                    <c:v>Tennessee College Of Applied Technology - Dickson</c:v>
                  </c:pt>
                  <c:pt idx="1820">
                    <c:v>Terra State Community College</c:v>
                  </c:pt>
                  <c:pt idx="1821">
                    <c:v>Trevecca Nazarene University</c:v>
                  </c:pt>
                  <c:pt idx="1822">
                    <c:v>Wisconsin Indianhead Technical College</c:v>
                  </c:pt>
                  <c:pt idx="1823">
                    <c:v>Southwestern Michigan College</c:v>
                  </c:pt>
                  <c:pt idx="1824">
                    <c:v>San Joaquin Valley College</c:v>
                  </c:pt>
                  <c:pt idx="1825">
                    <c:v>Pratt Community College</c:v>
                  </c:pt>
                  <c:pt idx="1826">
                    <c:v>Surry Community College</c:v>
                  </c:pt>
                  <c:pt idx="1827">
                    <c:v>Daytona State College</c:v>
                  </c:pt>
                  <c:pt idx="1828">
                    <c:v>Bay State College</c:v>
                  </c:pt>
                  <c:pt idx="1829">
                    <c:v>Johnson University</c:v>
                  </c:pt>
                  <c:pt idx="1830">
                    <c:v>Meridian Community College</c:v>
                  </c:pt>
                  <c:pt idx="1831">
                    <c:v>Boricua College</c:v>
                  </c:pt>
                  <c:pt idx="1832">
                    <c:v>Bossier Parish Community College</c:v>
                  </c:pt>
                  <c:pt idx="1833">
                    <c:v>Darton State College</c:v>
                  </c:pt>
                  <c:pt idx="1834">
                    <c:v>Glenville State College</c:v>
                  </c:pt>
                  <c:pt idx="1835">
                    <c:v>Evergreen State College </c:v>
                  </c:pt>
                  <c:pt idx="1836">
                    <c:v>Art Institutes International Minnesota </c:v>
                  </c:pt>
                  <c:pt idx="1837">
                    <c:v>Mineral Area College</c:v>
                  </c:pt>
                  <c:pt idx="1838">
                    <c:v>Quinebaug Valley Community College</c:v>
                  </c:pt>
                  <c:pt idx="1839">
                    <c:v>University Of Pikeville</c:v>
                  </c:pt>
                  <c:pt idx="1840">
                    <c:v>International Academy Of Design And Technology of Orlando, FL</c:v>
                  </c:pt>
                  <c:pt idx="1841">
                    <c:v>Northwest State Community College</c:v>
                  </c:pt>
                  <c:pt idx="1842">
                    <c:v>Mohave Community College</c:v>
                  </c:pt>
                  <c:pt idx="1843">
                    <c:v>Georgia Piedmont Technical College</c:v>
                  </c:pt>
                  <c:pt idx="1844">
                    <c:v>Art Institute Of Phoenix </c:v>
                  </c:pt>
                  <c:pt idx="1845">
                    <c:v>Rogue Community College</c:v>
                  </c:pt>
                  <c:pt idx="1846">
                    <c:v>Treasure Valley Community College</c:v>
                  </c:pt>
                  <c:pt idx="1847">
                    <c:v>St Louis Community Colleges</c:v>
                  </c:pt>
                  <c:pt idx="1848">
                    <c:v>Harris - Stowe State University</c:v>
                  </c:pt>
                  <c:pt idx="1849">
                    <c:v>South Georgia Technical College</c:v>
                  </c:pt>
                  <c:pt idx="1850">
                    <c:v>College Of The Redwoods</c:v>
                  </c:pt>
                  <c:pt idx="1851">
                    <c:v>Central Community College</c:v>
                  </c:pt>
                  <c:pt idx="1852">
                    <c:v>Southern Careers Institute</c:v>
                  </c:pt>
                  <c:pt idx="1853">
                    <c:v>Butler County Community College of Butler, PA</c:v>
                  </c:pt>
                  <c:pt idx="1854">
                    <c:v>Delgado Community College</c:v>
                  </c:pt>
                  <c:pt idx="1855">
                    <c:v>Aveda Institute</c:v>
                  </c:pt>
                  <c:pt idx="1856">
                    <c:v>University Of Mount Olive</c:v>
                  </c:pt>
                  <c:pt idx="1857">
                    <c:v>Central New Mexico Community College</c:v>
                  </c:pt>
                  <c:pt idx="1858">
                    <c:v>National Park Community College</c:v>
                  </c:pt>
                  <c:pt idx="1859">
                    <c:v>Ivy Tech Community College Of Indiana System</c:v>
                  </c:pt>
                  <c:pt idx="1860">
                    <c:v>Bryan College</c:v>
                  </c:pt>
                  <c:pt idx="1861">
                    <c:v>Clover Park Technical College</c:v>
                  </c:pt>
                  <c:pt idx="1862">
                    <c:v>Midlands Technical College</c:v>
                  </c:pt>
                  <c:pt idx="1863">
                    <c:v>Sheridan Technical Center</c:v>
                  </c:pt>
                  <c:pt idx="1864">
                    <c:v>Rend Lake College</c:v>
                  </c:pt>
                  <c:pt idx="1865">
                    <c:v>Southwestern Community College of Sylva, NC</c:v>
                  </c:pt>
                  <c:pt idx="1866">
                    <c:v>Seminole State College</c:v>
                  </c:pt>
                  <c:pt idx="1867">
                    <c:v>Schenectady County Community College</c:v>
                  </c:pt>
                  <c:pt idx="1868">
                    <c:v>Central Piedmont Community College</c:v>
                  </c:pt>
                  <c:pt idx="1869">
                    <c:v>Pensacola State College</c:v>
                  </c:pt>
                  <c:pt idx="1870">
                    <c:v>Barton College</c:v>
                  </c:pt>
                  <c:pt idx="1871">
                    <c:v>SUNY Fulton-Montgomery Community College</c:v>
                  </c:pt>
                  <c:pt idx="1872">
                    <c:v>Southeast Arkansas College</c:v>
                  </c:pt>
                  <c:pt idx="1873">
                    <c:v>Nashville State Community College</c:v>
                  </c:pt>
                  <c:pt idx="1874">
                    <c:v>Sullivan County Community College - SUNY Office Of Community Coll</c:v>
                  </c:pt>
                  <c:pt idx="1875">
                    <c:v>John, Castleton And Lyndon State Colleges And Community College Of Vermont</c:v>
                  </c:pt>
                  <c:pt idx="1876">
                    <c:v>Lindsey Wilson College</c:v>
                  </c:pt>
                  <c:pt idx="1877">
                    <c:v>Cleveland Community College</c:v>
                  </c:pt>
                  <c:pt idx="1878">
                    <c:v>Reading Area Community College</c:v>
                  </c:pt>
                  <c:pt idx="1879">
                    <c:v>Clatsop Community College</c:v>
                  </c:pt>
                  <c:pt idx="1880">
                    <c:v>Hinds Community College</c:v>
                  </c:pt>
                  <c:pt idx="1881">
                    <c:v>Westmoreland County Community College</c:v>
                  </c:pt>
                  <c:pt idx="1882">
                    <c:v>Averett University</c:v>
                  </c:pt>
                  <c:pt idx="1883">
                    <c:v>Vatterott College</c:v>
                  </c:pt>
                  <c:pt idx="1884">
                    <c:v>Tiffin University</c:v>
                  </c:pt>
                  <c:pt idx="1885">
                    <c:v>Word Of Life Bible Institute</c:v>
                  </c:pt>
                  <c:pt idx="1886">
                    <c:v>North Central Michigan College</c:v>
                  </c:pt>
                  <c:pt idx="1887">
                    <c:v>Tennessee Wesleyan College</c:v>
                  </c:pt>
                  <c:pt idx="1888">
                    <c:v>Tallahassee Community College</c:v>
                  </c:pt>
                  <c:pt idx="1889">
                    <c:v>Greenfield Community College</c:v>
                  </c:pt>
                  <c:pt idx="1890">
                    <c:v>Intercoast Colleges</c:v>
                  </c:pt>
                  <c:pt idx="1891">
                    <c:v>Carrington College California</c:v>
                  </c:pt>
                  <c:pt idx="1892">
                    <c:v>Fort Scott Community College</c:v>
                  </c:pt>
                  <c:pt idx="1893">
                    <c:v>International Academy Of Design And Technology of Chicago, IL</c:v>
                  </c:pt>
                  <c:pt idx="1894">
                    <c:v>White Mountains Community College</c:v>
                  </c:pt>
                  <c:pt idx="1895">
                    <c:v>Virginia Highlands Community College</c:v>
                  </c:pt>
                  <c:pt idx="1896">
                    <c:v>Eastern Shore Community College</c:v>
                  </c:pt>
                  <c:pt idx="1897">
                    <c:v>Brewton Parker College</c:v>
                  </c:pt>
                  <c:pt idx="1898">
                    <c:v>Southern State Community College</c:v>
                  </c:pt>
                  <c:pt idx="1899">
                    <c:v>Keiser University</c:v>
                  </c:pt>
                  <c:pt idx="1900">
                    <c:v>Isothermal Community College</c:v>
                  </c:pt>
                  <c:pt idx="1901">
                    <c:v>Southwest Virginia Community College</c:v>
                  </c:pt>
                  <c:pt idx="1902">
                    <c:v>Cloud County Community College</c:v>
                  </c:pt>
                  <c:pt idx="1903">
                    <c:v>Holmes Community College</c:v>
                  </c:pt>
                  <c:pt idx="1904">
                    <c:v>Clark State Community College</c:v>
                  </c:pt>
                  <c:pt idx="1905">
                    <c:v>Saint Augustine's University</c:v>
                  </c:pt>
                  <c:pt idx="1906">
                    <c:v>Langston University</c:v>
                  </c:pt>
                  <c:pt idx="1907">
                    <c:v>Caldwell Community College &amp; Technical Institute</c:v>
                  </c:pt>
                  <c:pt idx="1908">
                    <c:v>Paine College</c:v>
                  </c:pt>
                  <c:pt idx="1909">
                    <c:v>Danville Community College</c:v>
                  </c:pt>
                  <c:pt idx="1910">
                    <c:v>Lanier Technical College</c:v>
                  </c:pt>
                  <c:pt idx="1911">
                    <c:v>Roane State Community College</c:v>
                  </c:pt>
                  <c:pt idx="1912">
                    <c:v>Dodge City Community College</c:v>
                  </c:pt>
                  <c:pt idx="1913">
                    <c:v>Southern Wesleyan University</c:v>
                  </c:pt>
                  <c:pt idx="1914">
                    <c:v>Keystone College</c:v>
                  </c:pt>
                  <c:pt idx="1915">
                    <c:v>Stanly Community College</c:v>
                  </c:pt>
                  <c:pt idx="1916">
                    <c:v>Westwood College - Los Angeles</c:v>
                  </c:pt>
                  <c:pt idx="1917">
                    <c:v>East Mississippi Community College</c:v>
                  </c:pt>
                  <c:pt idx="1918">
                    <c:v>Madison Media Institute</c:v>
                  </c:pt>
                  <c:pt idx="1919">
                    <c:v>Roxbury Community College</c:v>
                  </c:pt>
                  <c:pt idx="1920">
                    <c:v>Lincoln Christian University</c:v>
                  </c:pt>
                  <c:pt idx="1921">
                    <c:v>Rust College</c:v>
                  </c:pt>
                  <c:pt idx="1922">
                    <c:v>Western Technical College of La Crosse, WI</c:v>
                  </c:pt>
                  <c:pt idx="1923">
                    <c:v>Ottawa University</c:v>
                  </c:pt>
                  <c:pt idx="1924">
                    <c:v>Tulsa Technology Center School</c:v>
                  </c:pt>
                  <c:pt idx="1925">
                    <c:v>Bridgerland Applied Technology College</c:v>
                  </c:pt>
                  <c:pt idx="1926">
                    <c:v>Gogebic Community College</c:v>
                  </c:pt>
                  <c:pt idx="1927">
                    <c:v>East Georgia State College</c:v>
                  </c:pt>
                  <c:pt idx="1928">
                    <c:v>West Virginia Northern Community College</c:v>
                  </c:pt>
                  <c:pt idx="1929">
                    <c:v>Bluefield State College</c:v>
                  </c:pt>
                  <c:pt idx="1930">
                    <c:v>Sanford-Brown College of McLean, VA</c:v>
                  </c:pt>
                  <c:pt idx="1931">
                    <c:v>Great Falls College Montana State University</c:v>
                  </c:pt>
                  <c:pt idx="1932">
                    <c:v>Central Penn College</c:v>
                  </c:pt>
                  <c:pt idx="1933">
                    <c:v>Milan Institute of Sparks, NV</c:v>
                  </c:pt>
                  <c:pt idx="1934">
                    <c:v>Charles Stewart Mott Community College</c:v>
                  </c:pt>
                  <c:pt idx="1935">
                    <c:v>Danville Area Community College</c:v>
                  </c:pt>
                  <c:pt idx="1936">
                    <c:v>Pivot Point Academy</c:v>
                  </c:pt>
                  <c:pt idx="1937">
                    <c:v>Orleans Technical Institute</c:v>
                  </c:pt>
                  <c:pt idx="1938">
                    <c:v>Walters State Community College</c:v>
                  </c:pt>
                  <c:pt idx="1939">
                    <c:v>Rowan-Cabarrus Community College</c:v>
                  </c:pt>
                  <c:pt idx="1940">
                    <c:v>Sanford-Brown College of Boston, MA</c:v>
                  </c:pt>
                  <c:pt idx="1941">
                    <c:v>Lagrange College</c:v>
                  </c:pt>
                  <c:pt idx="1942">
                    <c:v>John A. Logan College</c:v>
                  </c:pt>
                  <c:pt idx="1943">
                    <c:v>South Georgia State College</c:v>
                  </c:pt>
                  <c:pt idx="1944">
                    <c:v>Northwest Mississippi Community College</c:v>
                  </c:pt>
                  <c:pt idx="1945">
                    <c:v>Central Virginia Community College</c:v>
                  </c:pt>
                  <c:pt idx="1946">
                    <c:v>Orange Technical Education Centers - Orlando Technical</c:v>
                  </c:pt>
                  <c:pt idx="1947">
                    <c:v>Prairie State College</c:v>
                  </c:pt>
                  <c:pt idx="1948">
                    <c:v>Otero Junior College</c:v>
                  </c:pt>
                  <c:pt idx="1949">
                    <c:v>Piedmont Technical College</c:v>
                  </c:pt>
                  <c:pt idx="1950">
                    <c:v>Miller-Motte Technical College &amp; McCann School Of Business &amp; Technology</c:v>
                  </c:pt>
                  <c:pt idx="1951">
                    <c:v>Central Carolina Community College</c:v>
                  </c:pt>
                  <c:pt idx="1952">
                    <c:v>Ancilla Domini College</c:v>
                  </c:pt>
                  <c:pt idx="1953">
                    <c:v>Altamaha Technical College</c:v>
                  </c:pt>
                  <c:pt idx="1954">
                    <c:v>Limestone College</c:v>
                  </c:pt>
                  <c:pt idx="1955">
                    <c:v>William Woods University</c:v>
                  </c:pt>
                  <c:pt idx="1956">
                    <c:v>Mississippi Delta Community College</c:v>
                  </c:pt>
                  <c:pt idx="1957">
                    <c:v>Eastern Gateway Community College</c:v>
                  </c:pt>
                  <c:pt idx="1958">
                    <c:v>Southeastern Community College of Whiteville, NC</c:v>
                  </c:pt>
                  <c:pt idx="1959">
                    <c:v>Davenport University</c:v>
                  </c:pt>
                  <c:pt idx="1960">
                    <c:v>South Florida State College</c:v>
                  </c:pt>
                  <c:pt idx="1961">
                    <c:v>Pennsylvania Highlands Community College</c:v>
                  </c:pt>
                  <c:pt idx="1962">
                    <c:v>Community College Of Beaver County</c:v>
                  </c:pt>
                  <c:pt idx="1963">
                    <c:v>Missouri State University - West Plains</c:v>
                  </c:pt>
                  <c:pt idx="1964">
                    <c:v>Lorenzo Walker Institute Of Technology</c:v>
                  </c:pt>
                  <c:pt idx="1965">
                    <c:v>Savannah Technical College</c:v>
                  </c:pt>
                  <c:pt idx="1966">
                    <c:v>Southside Virginia Community College</c:v>
                  </c:pt>
                  <c:pt idx="1967">
                    <c:v>Le Cordon Bleu College Of Culinary Arts of Tucker, GA</c:v>
                  </c:pt>
                  <c:pt idx="1968">
                    <c:v>Mendocino College</c:v>
                  </c:pt>
                  <c:pt idx="1969">
                    <c:v>Wilson Community College</c:v>
                  </c:pt>
                  <c:pt idx="1970">
                    <c:v>Lakeland College</c:v>
                  </c:pt>
                  <c:pt idx="1971">
                    <c:v>Utah College Of Massage Therapy</c:v>
                  </c:pt>
                  <c:pt idx="1972">
                    <c:v>Pulaski Technical College</c:v>
                  </c:pt>
                  <c:pt idx="1973">
                    <c:v>Black River Technical College</c:v>
                  </c:pt>
                  <c:pt idx="1974">
                    <c:v>Northwestern Connecticut Community College</c:v>
                  </c:pt>
                  <c:pt idx="1975">
                    <c:v>College Of Health Care Professions </c:v>
                  </c:pt>
                  <c:pt idx="1976">
                    <c:v>Luna Community College</c:v>
                  </c:pt>
                  <c:pt idx="1977">
                    <c:v>Davidson County Community College</c:v>
                  </c:pt>
                  <c:pt idx="1978">
                    <c:v>Young Harris College</c:v>
                  </c:pt>
                  <c:pt idx="1979">
                    <c:v>Vance - Granville Community College</c:v>
                  </c:pt>
                  <c:pt idx="1980">
                    <c:v>Gateway Technical College</c:v>
                  </c:pt>
                  <c:pt idx="1981">
                    <c:v>Summit College</c:v>
                  </c:pt>
                  <c:pt idx="1982">
                    <c:v>Klamath Community College</c:v>
                  </c:pt>
                  <c:pt idx="1983">
                    <c:v>Sinclair Community College</c:v>
                  </c:pt>
                  <c:pt idx="1984">
                    <c:v>Florida Technical College</c:v>
                  </c:pt>
                  <c:pt idx="1985">
                    <c:v>Arkansas Northeastern College</c:v>
                  </c:pt>
                  <c:pt idx="1986">
                    <c:v>Jefferson Davis Community College</c:v>
                  </c:pt>
                  <c:pt idx="1987">
                    <c:v>Southeastern Community College of West Burlington, IA</c:v>
                  </c:pt>
                  <c:pt idx="1988">
                    <c:v>East Arkansas Community College</c:v>
                  </c:pt>
                  <c:pt idx="1989">
                    <c:v>Southwest Tennessee Community College</c:v>
                  </c:pt>
                  <c:pt idx="1990">
                    <c:v>Cincinnati Christian University</c:v>
                  </c:pt>
                  <c:pt idx="1991">
                    <c:v>Cincinnati State Technical &amp; Community College</c:v>
                  </c:pt>
                  <c:pt idx="1992">
                    <c:v>Bradford School of Pittsburgh, PA</c:v>
                  </c:pt>
                  <c:pt idx="1993">
                    <c:v>Cuyahoga Community College</c:v>
                  </c:pt>
                  <c:pt idx="1994">
                    <c:v>Johnston Community College</c:v>
                  </c:pt>
                  <c:pt idx="1995">
                    <c:v>Dawson Community College</c:v>
                  </c:pt>
                  <c:pt idx="1996">
                    <c:v>Tennessee College Of Applied Technology - Morristown</c:v>
                  </c:pt>
                  <c:pt idx="1997">
                    <c:v>Asheville Buncombe Technical Community College</c:v>
                  </c:pt>
                  <c:pt idx="1998">
                    <c:v>Itawamba Community College</c:v>
                  </c:pt>
                  <c:pt idx="1999">
                    <c:v>Bladen Community College</c:v>
                  </c:pt>
                  <c:pt idx="2000">
                    <c:v>Bishop State Community College</c:v>
                  </c:pt>
                  <c:pt idx="2001">
                    <c:v>Lenoir Community College</c:v>
                  </c:pt>
                  <c:pt idx="2002">
                    <c:v>North Florida Community College</c:v>
                  </c:pt>
                  <c:pt idx="2003">
                    <c:v>Athens Technical College</c:v>
                  </c:pt>
                  <c:pt idx="2004">
                    <c:v>Dyersburg State Community College</c:v>
                  </c:pt>
                  <c:pt idx="2005">
                    <c:v>Institute For Business &amp; Technology</c:v>
                  </c:pt>
                  <c:pt idx="2006">
                    <c:v>Highland Community College of Freeport, IL</c:v>
                  </c:pt>
                  <c:pt idx="2007">
                    <c:v>River Parishes Community College</c:v>
                  </c:pt>
                  <c:pt idx="2008">
                    <c:v>Atlanta Metropolitan  State College</c:v>
                  </c:pt>
                  <c:pt idx="2009">
                    <c:v>Florence - Darlington Technical College</c:v>
                  </c:pt>
                  <c:pt idx="2010">
                    <c:v>Marion Technical College</c:v>
                  </c:pt>
                  <c:pt idx="2011">
                    <c:v>Shawnee Community College</c:v>
                  </c:pt>
                  <c:pt idx="2012">
                    <c:v>Baker College</c:v>
                  </c:pt>
                  <c:pt idx="2013">
                    <c:v>Patrick Henry Community College</c:v>
                  </c:pt>
                  <c:pt idx="2014">
                    <c:v>United Education Institute</c:v>
                  </c:pt>
                  <c:pt idx="2015">
                    <c:v>Francis Tuttle Technology Center School District No. 21</c:v>
                  </c:pt>
                  <c:pt idx="2016">
                    <c:v>Fort Myers Institute Of Technology And Cape Coral Institute Of Technology</c:v>
                  </c:pt>
                  <c:pt idx="2017">
                    <c:v>Carrington College of Spokane Valley, WA</c:v>
                  </c:pt>
                  <c:pt idx="2018">
                    <c:v>Southwest Florida College</c:v>
                  </c:pt>
                  <c:pt idx="2019">
                    <c:v>South University</c:v>
                  </c:pt>
                  <c:pt idx="2020">
                    <c:v>Illinois School Of Health Careers</c:v>
                  </c:pt>
                  <c:pt idx="2021">
                    <c:v>North Central Kansas Technical College</c:v>
                  </c:pt>
                  <c:pt idx="2022">
                    <c:v>Pima Medical Institute</c:v>
                  </c:pt>
                  <c:pt idx="2023">
                    <c:v>Western Piedmont Community College</c:v>
                  </c:pt>
                  <c:pt idx="2024">
                    <c:v>Bluffton University</c:v>
                  </c:pt>
                  <c:pt idx="2025">
                    <c:v>Tusculum College</c:v>
                  </c:pt>
                  <c:pt idx="2026">
                    <c:v>Mountain Empire Community College</c:v>
                  </c:pt>
                  <c:pt idx="2027">
                    <c:v>Empire Beauty School of Somersworth, NH</c:v>
                  </c:pt>
                  <c:pt idx="2028">
                    <c:v>Davis &amp; Elkins College</c:v>
                  </c:pt>
                  <c:pt idx="2029">
                    <c:v>Paul D. Camp Community College</c:v>
                  </c:pt>
                  <c:pt idx="2030">
                    <c:v>West Georgia Technical College</c:v>
                  </c:pt>
                  <c:pt idx="2031">
                    <c:v>Hodges University</c:v>
                  </c:pt>
                  <c:pt idx="2032">
                    <c:v>School Of Communication Arts Of North Carolina</c:v>
                  </c:pt>
                  <c:pt idx="2033">
                    <c:v>York Technical College</c:v>
                  </c:pt>
                  <c:pt idx="2034">
                    <c:v>Milwaukee Area Technical College</c:v>
                  </c:pt>
                  <c:pt idx="2035">
                    <c:v>Highland Community College of Highland, KS</c:v>
                  </c:pt>
                  <c:pt idx="2036">
                    <c:v>Bainbridge State College</c:v>
                  </c:pt>
                  <c:pt idx="2037">
                    <c:v>Anthem College And The Bryman School Of Arizona</c:v>
                  </c:pt>
                  <c:pt idx="2038">
                    <c:v>Spartanburg Community College</c:v>
                  </c:pt>
                  <c:pt idx="2039">
                    <c:v>Late College Goers</c:v>
                  </c:pt>
                  <c:pt idx="2040">
                    <c:v>Earlham College</c:v>
                  </c:pt>
                  <c:pt idx="2041">
                    <c:v>Independence Community College</c:v>
                  </c:pt>
                  <c:pt idx="2042">
                    <c:v>Wayne Community College</c:v>
                  </c:pt>
                  <c:pt idx="2043">
                    <c:v>Spoon River College</c:v>
                  </c:pt>
                  <c:pt idx="2044">
                    <c:v>American Career College of Los Angeles, CA</c:v>
                  </c:pt>
                  <c:pt idx="2045">
                    <c:v>Pitt Community College</c:v>
                  </c:pt>
                  <c:pt idx="2046">
                    <c:v>Bay De Noc Community College</c:v>
                  </c:pt>
                  <c:pt idx="2047">
                    <c:v>Stillman College</c:v>
                  </c:pt>
                  <c:pt idx="2048">
                    <c:v>Maynard A. Traviss Career Center</c:v>
                  </c:pt>
                  <c:pt idx="2049">
                    <c:v>Catawba Valley Community College</c:v>
                  </c:pt>
                  <c:pt idx="2050">
                    <c:v>Lincoln College Of New England</c:v>
                  </c:pt>
                  <c:pt idx="2051">
                    <c:v>Medtech College</c:v>
                  </c:pt>
                  <c:pt idx="2052">
                    <c:v>John Wood Community College</c:v>
                  </c:pt>
                  <c:pt idx="2053">
                    <c:v>Harcum College</c:v>
                  </c:pt>
                  <c:pt idx="2054">
                    <c:v>Robeson Community College</c:v>
                  </c:pt>
                  <c:pt idx="2055">
                    <c:v>ASA Institute Of Business &amp; Computer Technology</c:v>
                  </c:pt>
                  <c:pt idx="2056">
                    <c:v>Durham Technical Community College</c:v>
                  </c:pt>
                  <c:pt idx="2057">
                    <c:v>Ogeechee Technical College</c:v>
                  </c:pt>
                  <c:pt idx="2058">
                    <c:v>Faulkner University</c:v>
                  </c:pt>
                  <c:pt idx="2059">
                    <c:v>Piedmont Community College</c:v>
                  </c:pt>
                  <c:pt idx="2060">
                    <c:v>Gallaudet University</c:v>
                  </c:pt>
                  <c:pt idx="2061">
                    <c:v>Interactive College Of Technology</c:v>
                  </c:pt>
                  <c:pt idx="2062">
                    <c:v>Franklin Career Institute</c:v>
                  </c:pt>
                  <c:pt idx="2063">
                    <c:v>Metro Business College</c:v>
                  </c:pt>
                  <c:pt idx="2064">
                    <c:v>Horry - Georgetown Technical College</c:v>
                  </c:pt>
                  <c:pt idx="2065">
                    <c:v>Okefenokee Technical College</c:v>
                  </c:pt>
                  <c:pt idx="2066">
                    <c:v>Brunswick Community College</c:v>
                  </c:pt>
                  <c:pt idx="2067">
                    <c:v>Orangeburg - Calhoun Technical College</c:v>
                  </c:pt>
                  <c:pt idx="2068">
                    <c:v>Illinois And Ohio Center For Broadcasting</c:v>
                  </c:pt>
                  <c:pt idx="2069">
                    <c:v>Edgecombe Community College</c:v>
                  </c:pt>
                  <c:pt idx="2070">
                    <c:v>Tri-County Community College</c:v>
                  </c:pt>
                  <c:pt idx="2071">
                    <c:v>Wichita Area Technical College</c:v>
                  </c:pt>
                  <c:pt idx="2072">
                    <c:v>Nash Community College</c:v>
                  </c:pt>
                  <c:pt idx="2073">
                    <c:v>Guilford Technical Community College</c:v>
                  </c:pt>
                  <c:pt idx="2074">
                    <c:v>Fortis Institute of Palm Springs, FL</c:v>
                  </c:pt>
                  <c:pt idx="2075">
                    <c:v>Hickey College</c:v>
                  </c:pt>
                  <c:pt idx="2076">
                    <c:v>Beaufort County Community College</c:v>
                  </c:pt>
                  <c:pt idx="2077">
                    <c:v>Empire Beauty School of New York, NY</c:v>
                  </c:pt>
                  <c:pt idx="2078">
                    <c:v>Randolph Community College</c:v>
                  </c:pt>
                  <c:pt idx="2079">
                    <c:v>Halifax Community College</c:v>
                  </c:pt>
                  <c:pt idx="2080">
                    <c:v>Sandhills Community College</c:v>
                  </c:pt>
                  <c:pt idx="2081">
                    <c:v>Atlanta Technical College</c:v>
                  </c:pt>
                  <c:pt idx="2082">
                    <c:v>Gaston College</c:v>
                  </c:pt>
                  <c:pt idx="2083">
                    <c:v>Chipola College</c:v>
                  </c:pt>
                  <c:pt idx="2084">
                    <c:v>Everest Institute of Miami, FL</c:v>
                  </c:pt>
                  <c:pt idx="2085">
                    <c:v>Southwest Georgia Technical College</c:v>
                  </c:pt>
                  <c:pt idx="2086">
                    <c:v>Mitchell Community College</c:v>
                  </c:pt>
                  <c:pt idx="2087">
                    <c:v>Never Attended College (up to year 2013)</c:v>
                  </c:pt>
                  <c:pt idx="2088">
                    <c:v>Lees-Mcrae College</c:v>
                  </c:pt>
                  <c:pt idx="2089">
                    <c:v>St. Catharine College</c:v>
                  </c:pt>
                  <c:pt idx="2090">
                    <c:v>International Business College of Fort Wayne, IN</c:v>
                  </c:pt>
                  <c:pt idx="2091">
                    <c:v>River Valley Community College</c:v>
                  </c:pt>
                  <c:pt idx="2092">
                    <c:v>Central Carolina Technical College</c:v>
                  </c:pt>
                  <c:pt idx="2093">
                    <c:v>Brookline College</c:v>
                  </c:pt>
                  <c:pt idx="2094">
                    <c:v>Forsyth Technical Community College</c:v>
                  </c:pt>
                  <c:pt idx="2095">
                    <c:v>Tennessee College Of Applied Technology-Memphis</c:v>
                  </c:pt>
                  <c:pt idx="2096">
                    <c:v>Nicolet Area Technical College</c:v>
                  </c:pt>
                  <c:pt idx="2097">
                    <c:v>Wayne County Community College District</c:v>
                  </c:pt>
                  <c:pt idx="2098">
                    <c:v>Minnesota School Of Business</c:v>
                  </c:pt>
                  <c:pt idx="2099">
                    <c:v>Roanoke Chowan Community College</c:v>
                  </c:pt>
                  <c:pt idx="2100">
                    <c:v>Williamsburg Technical College</c:v>
                  </c:pt>
                  <c:pt idx="2101">
                    <c:v>Southeastern Technical College</c:v>
                  </c:pt>
                  <c:pt idx="2102">
                    <c:v>Antonelli College</c:v>
                  </c:pt>
                  <c:pt idx="2103">
                    <c:v>Texas School Of Business</c:v>
                  </c:pt>
                  <c:pt idx="2104">
                    <c:v>Montgomery Community College</c:v>
                  </c:pt>
                  <c:pt idx="2105">
                    <c:v>Martin Community College</c:v>
                  </c:pt>
                  <c:pt idx="2106">
                    <c:v>Lourdes University</c:v>
                  </c:pt>
                  <c:pt idx="2107">
                    <c:v>Alamance Community College</c:v>
                  </c:pt>
                  <c:pt idx="2108">
                    <c:v>American National University</c:v>
                  </c:pt>
                  <c:pt idx="2109">
                    <c:v>Saint Augustine College</c:v>
                  </c:pt>
                  <c:pt idx="2110">
                    <c:v>Virginia College</c:v>
                  </c:pt>
                  <c:pt idx="2111">
                    <c:v>Albany Technical College</c:v>
                  </c:pt>
                  <c:pt idx="2112">
                    <c:v>Institute Of Production And Recording </c:v>
                  </c:pt>
                  <c:pt idx="2113">
                    <c:v>Rockingham Community College</c:v>
                  </c:pt>
                  <c:pt idx="2114">
                    <c:v>Augusta Technical College</c:v>
                  </c:pt>
                  <c:pt idx="2115">
                    <c:v>Columbus Technical College</c:v>
                  </c:pt>
                  <c:pt idx="2116">
                    <c:v>Marinello School Of Beauty, Xenon International Academy, International School Of Skin And Nailcare And Hair Professionals Academy</c:v>
                  </c:pt>
                  <c:pt idx="2117">
                    <c:v>Moultrie Technical College</c:v>
                  </c:pt>
                  <c:pt idx="2118">
                    <c:v>Carteret Community College</c:v>
                  </c:pt>
                  <c:pt idx="2119">
                    <c:v>King's College</c:v>
                  </c:pt>
                  <c:pt idx="2120">
                    <c:v>PCI Health Training Center</c:v>
                  </c:pt>
                  <c:pt idx="2121">
                    <c:v>Philander Smith College</c:v>
                  </c:pt>
                  <c:pt idx="2122">
                    <c:v>College Of The Ouachitas</c:v>
                  </c:pt>
                  <c:pt idx="2123">
                    <c:v>Western International University</c:v>
                  </c:pt>
                  <c:pt idx="2124">
                    <c:v>Center For Employment Training</c:v>
                  </c:pt>
                  <c:pt idx="2125">
                    <c:v>International Career Development Center</c:v>
                  </c:pt>
                  <c:pt idx="2126">
                    <c:v>Erskine College</c:v>
                  </c:pt>
                  <c:pt idx="2127">
                    <c:v>Oakland City University</c:v>
                  </c:pt>
                  <c:pt idx="2128">
                    <c:v>Phillips Community College Of The University Of Arkansas</c:v>
                  </c:pt>
                  <c:pt idx="2129">
                    <c:v>Rich Mountain Community College</c:v>
                  </c:pt>
                  <c:pt idx="2130">
                    <c:v>Missouri Baptist University</c:v>
                  </c:pt>
                  <c:pt idx="2131">
                    <c:v>Central Georgia Technical College</c:v>
                  </c:pt>
                  <c:pt idx="2132">
                    <c:v>Dabney S Lancaster Community College</c:v>
                  </c:pt>
                  <c:pt idx="2133">
                    <c:v>Cambria Rowe Business College</c:v>
                  </c:pt>
                  <c:pt idx="2134">
                    <c:v>Heritage College</c:v>
                  </c:pt>
                  <c:pt idx="2135">
                    <c:v>Sanford-Brown College of Fenton, MO</c:v>
                  </c:pt>
                  <c:pt idx="2136">
                    <c:v>Richmond Community College</c:v>
                  </c:pt>
                  <c:pt idx="2137">
                    <c:v>IBMC College</c:v>
                  </c:pt>
                  <c:pt idx="2138">
                    <c:v>Musicians Institute</c:v>
                  </c:pt>
                  <c:pt idx="2139">
                    <c:v>Carrington College of Mesa, AZ</c:v>
                  </c:pt>
                  <c:pt idx="2140">
                    <c:v>Mid-South Community College</c:v>
                  </c:pt>
                  <c:pt idx="2141">
                    <c:v>National College</c:v>
                  </c:pt>
                  <c:pt idx="2142">
                    <c:v>Southeastern College</c:v>
                  </c:pt>
                  <c:pt idx="2143">
                    <c:v>National College Of Business And Technology</c:v>
                  </c:pt>
                  <c:pt idx="2144">
                    <c:v>College Of The Albemarle</c:v>
                  </c:pt>
                  <c:pt idx="2145">
                    <c:v>Nationwide Beauty Academy</c:v>
                  </c:pt>
                  <c:pt idx="2146">
                    <c:v>Wichita Technical Institute</c:v>
                  </c:pt>
                  <c:pt idx="2147">
                    <c:v>Santa Barbara Business College</c:v>
                  </c:pt>
                  <c:pt idx="2148">
                    <c:v>James Sprunt Community College</c:v>
                  </c:pt>
                  <c:pt idx="2149">
                    <c:v>Mayland Community College</c:v>
                  </c:pt>
                  <c:pt idx="2150">
                    <c:v>Sampson Community College</c:v>
                  </c:pt>
                  <c:pt idx="2151">
                    <c:v>Missouri College</c:v>
                  </c:pt>
                  <c:pt idx="2152">
                    <c:v>Santa Fe University Of Art And Design</c:v>
                  </c:pt>
                  <c:pt idx="2153">
                    <c:v>Argosy University</c:v>
                  </c:pt>
                  <c:pt idx="2154">
                    <c:v>Bradford School of Columbus, OH</c:v>
                  </c:pt>
                  <c:pt idx="2155">
                    <c:v>Lively Technical Center</c:v>
                  </c:pt>
                  <c:pt idx="2156">
                    <c:v>Olympian Academy Of Cosmetology</c:v>
                  </c:pt>
                  <c:pt idx="2157">
                    <c:v>Salter College</c:v>
                  </c:pt>
                  <c:pt idx="2158">
                    <c:v>Columbia International University</c:v>
                  </c:pt>
                  <c:pt idx="2159">
                    <c:v>Eastern College Of Health Vocations</c:v>
                  </c:pt>
                  <c:pt idx="2160">
                    <c:v>Wright Career College</c:v>
                  </c:pt>
                  <c:pt idx="2161">
                    <c:v>Douglas J Aveda Institute</c:v>
                  </c:pt>
                  <c:pt idx="2162">
                    <c:v>Nevada State College</c:v>
                  </c:pt>
                  <c:pt idx="2163">
                    <c:v>Platt College of Tulsa, OK</c:v>
                  </c:pt>
                  <c:pt idx="2164">
                    <c:v>Empire Beauty School of Moosic, PA</c:v>
                  </c:pt>
                  <c:pt idx="2165">
                    <c:v>Northeastern Technical College</c:v>
                  </c:pt>
                  <c:pt idx="2166">
                    <c:v>Fortis College of Largo, FL</c:v>
                  </c:pt>
                  <c:pt idx="2167">
                    <c:v>McDowell Technical Community College</c:v>
                  </c:pt>
                  <c:pt idx="2168">
                    <c:v>Lake Erie College</c:v>
                  </c:pt>
                  <c:pt idx="2169">
                    <c:v>Pinellas Technical Education Center - Clearwater Campus</c:v>
                  </c:pt>
                  <c:pt idx="2170">
                    <c:v>Baltimore School Of Massage</c:v>
                  </c:pt>
                  <c:pt idx="2171">
                    <c:v>Fortis College of Richmond, VA</c:v>
                  </c:pt>
                  <c:pt idx="2172">
                    <c:v>King University</c:v>
                  </c:pt>
                  <c:pt idx="2173">
                    <c:v>Aveda Institute Covington</c:v>
                  </c:pt>
                  <c:pt idx="2174">
                    <c:v>Paul Mitchell The School of Costa Mesa, CA</c:v>
                  </c:pt>
                  <c:pt idx="2175">
                    <c:v>New Mexico Military Institute</c:v>
                  </c:pt>
                  <c:pt idx="2176">
                    <c:v>Kansas City Art Institute</c:v>
                  </c:pt>
                  <c:pt idx="2177">
                    <c:v>Stautzenberger College</c:v>
                  </c:pt>
                  <c:pt idx="2178">
                    <c:v>Dorsey School Of Business</c:v>
                  </c:pt>
                  <c:pt idx="2179">
                    <c:v>Empire Beauty School of Philadelphia, PA</c:v>
                  </c:pt>
                  <c:pt idx="2180">
                    <c:v>Regency Beauty Institute</c:v>
                  </c:pt>
                  <c:pt idx="2181">
                    <c:v>Cleveland Institute Of Dental - Medical Assistants</c:v>
                  </c:pt>
                  <c:pt idx="2182">
                    <c:v>McNally Smith College Of Music</c:v>
                  </c:pt>
                  <c:pt idx="2183">
                    <c:v>Landmark College</c:v>
                  </c:pt>
                  <c:pt idx="2184">
                    <c:v>Minneapolis Business College</c:v>
                  </c:pt>
                  <c:pt idx="2185">
                    <c:v>Kansas Wesleyan University</c:v>
                  </c:pt>
                  <c:pt idx="2186">
                    <c:v>Sunstate Academy</c:v>
                  </c:pt>
                  <c:pt idx="2187">
                    <c:v>Milan Institute of Palm Desert, CA</c:v>
                  </c:pt>
                  <c:pt idx="2188">
                    <c:v>Empire Beauty School of Portland, ME</c:v>
                  </c:pt>
                  <c:pt idx="2189">
                    <c:v>Prism Career Institute</c:v>
                  </c:pt>
                  <c:pt idx="2190">
                    <c:v>Capri Institute Of Hair Design</c:v>
                  </c:pt>
                  <c:pt idx="2191">
                    <c:v>Latter Day Saints Business College</c:v>
                  </c:pt>
                  <c:pt idx="2192">
                    <c:v>Midred Elley College And Austin's School Of Spa Technology</c:v>
                  </c:pt>
                  <c:pt idx="2193">
                    <c:v>Bel - Rea Institute Of Animal Technology</c:v>
                  </c:pt>
                  <c:pt idx="2194">
                    <c:v>Florida College Of Natural Health</c:v>
                  </c:pt>
                  <c:pt idx="2195">
                    <c:v>Northern Illinois University</c:v>
                  </c:pt>
                  <c:pt idx="2196">
                    <c:v>Rutgers</c:v>
                  </c:pt>
                  <c:pt idx="2197">
                    <c:v>Spelman College</c:v>
                  </c:pt>
                  <c:pt idx="2198">
                    <c:v>San Francisco State University</c:v>
                  </c:pt>
                  <c:pt idx="2199">
                    <c:v>San Jose State University</c:v>
                  </c:pt>
                  <c:pt idx="2200">
                    <c:v>Chicago State University</c:v>
                  </c:pt>
                  <c:pt idx="2201">
                    <c:v>City College Of New York - CUNY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1137-7405-42D2-84DE-F8EA208DA7BA}"/>
            </c:ext>
          </c:extLst>
        </c:ser>
        <c:ser>
          <c:idx val="3"/>
          <c:order val="3"/>
          <c:tx>
            <c:v>Community Colleges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FAA523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8-7405-42D2-84DE-F8EA208DA7B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9-7405-42D2-84DE-F8EA208DA7B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A-7405-42D2-84DE-F8EA208DA7B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B-7405-42D2-84DE-F8EA208DA7B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C-7405-42D2-84DE-F8EA208DA7B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D-7405-42D2-84DE-F8EA208DA7B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E-7405-42D2-84DE-F8EA208DA7B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F-7405-42D2-84DE-F8EA208DA7B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0-7405-42D2-84DE-F8EA208DA7B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1-7405-42D2-84DE-F8EA208DA7B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2-7405-42D2-84DE-F8EA208DA7B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3-7405-42D2-84DE-F8EA208DA7B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4-7405-42D2-84DE-F8EA208DA7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5-7405-42D2-84DE-F8EA208DA7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6-7405-42D2-84DE-F8EA208DA7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7-7405-42D2-84DE-F8EA208DA7B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8-7405-42D2-84DE-F8EA208DA7B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9-7405-42D2-84DE-F8EA208DA7B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A-7405-42D2-84DE-F8EA208DA7B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B-7405-42D2-84DE-F8EA208DA7BA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C-7405-42D2-84DE-F8EA208DA7BA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D-7405-42D2-84DE-F8EA208DA7B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E-7405-42D2-84DE-F8EA208DA7B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F-7405-42D2-84DE-F8EA208DA7B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0-7405-42D2-84DE-F8EA208DA7B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1-7405-42D2-84DE-F8EA208DA7BA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2-7405-42D2-84DE-F8EA208DA7B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3-7405-42D2-84DE-F8EA208DA7BA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4-7405-42D2-84DE-F8EA208DA7BA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5-7405-42D2-84DE-F8EA208DA7BA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6-7405-42D2-84DE-F8EA208DA7BA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7-7405-42D2-84DE-F8EA208DA7BA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8-7405-42D2-84DE-F8EA208DA7BA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9-7405-42D2-84DE-F8EA208DA7BA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A-7405-42D2-84DE-F8EA208DA7BA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B-7405-42D2-84DE-F8EA208DA7BA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C-7405-42D2-84DE-F8EA208DA7BA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D-7405-42D2-84DE-F8EA208DA7BA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E-7405-42D2-84DE-F8EA208DA7BA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F-7405-42D2-84DE-F8EA208DA7BA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0-7405-42D2-84DE-F8EA208DA7BA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1-7405-42D2-84DE-F8EA208DA7BA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2-7405-42D2-84DE-F8EA208DA7BA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3-7405-42D2-84DE-F8EA208DA7BA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4-7405-42D2-84DE-F8EA208DA7BA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5-7405-42D2-84DE-F8EA208DA7BA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6-7405-42D2-84DE-F8EA208DA7BA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7-7405-42D2-84DE-F8EA208DA7BA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8-7405-42D2-84DE-F8EA208DA7BA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9-7405-42D2-84DE-F8EA208DA7BA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A-7405-42D2-84DE-F8EA208DA7BA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B-7405-42D2-84DE-F8EA208DA7BA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C-7405-42D2-84DE-F8EA208DA7BA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D-7405-42D2-84DE-F8EA208DA7BA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E-7405-42D2-84DE-F8EA208DA7BA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F-7405-42D2-84DE-F8EA208DA7BA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0-7405-42D2-84DE-F8EA208DA7BA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1-7405-42D2-84DE-F8EA208DA7BA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2-7405-42D2-84DE-F8EA208DA7BA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3-7405-42D2-84DE-F8EA208DA7BA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4-7405-42D2-84DE-F8EA208DA7BA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5-7405-42D2-84DE-F8EA208DA7BA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6-7405-42D2-84DE-F8EA208DA7BA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7-7405-42D2-84DE-F8EA208DA7BA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8-7405-42D2-84DE-F8EA208DA7BA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9-7405-42D2-84DE-F8EA208DA7BA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A-7405-42D2-84DE-F8EA208DA7BA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B-7405-42D2-84DE-F8EA208DA7BA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C-7405-42D2-84DE-F8EA208DA7BA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D-7405-42D2-84DE-F8EA208DA7BA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E-7405-42D2-84DE-F8EA208DA7BA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F-7405-42D2-84DE-F8EA208DA7BA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0-7405-42D2-84DE-F8EA208DA7BA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1-7405-42D2-84DE-F8EA208DA7BA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2-7405-42D2-84DE-F8EA208DA7BA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3-7405-42D2-84DE-F8EA208DA7BA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4-7405-42D2-84DE-F8EA208DA7BA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5-7405-42D2-84DE-F8EA208DA7BA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6-7405-42D2-84DE-F8EA208DA7BA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7-7405-42D2-84DE-F8EA208DA7BA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8-7405-42D2-84DE-F8EA208DA7BA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9-7405-42D2-84DE-F8EA208DA7BA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A-7405-42D2-84DE-F8EA208DA7BA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B-7405-42D2-84DE-F8EA208DA7BA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C-7405-42D2-84DE-F8EA208DA7BA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D-7405-42D2-84DE-F8EA208DA7BA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E-7405-42D2-84DE-F8EA208DA7BA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F-7405-42D2-84DE-F8EA208DA7BA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0-7405-42D2-84DE-F8EA208DA7BA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1-7405-42D2-84DE-F8EA208DA7BA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2-7405-42D2-84DE-F8EA208DA7BA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3-7405-42D2-84DE-F8EA208DA7BA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4-7405-42D2-84DE-F8EA208DA7BA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5-7405-42D2-84DE-F8EA208DA7BA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6-7405-42D2-84DE-F8EA208DA7BA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7-7405-42D2-84DE-F8EA208DA7BA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8-7405-42D2-84DE-F8EA208DA7BA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9-7405-42D2-84DE-F8EA208DA7BA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A-7405-42D2-84DE-F8EA208DA7BA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B-7405-42D2-84DE-F8EA208DA7BA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C-7405-42D2-84DE-F8EA208DA7BA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D-7405-42D2-84DE-F8EA208DA7BA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E-7405-42D2-84DE-F8EA208DA7BA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F-7405-42D2-84DE-F8EA208DA7BA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0-7405-42D2-84DE-F8EA208DA7BA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1-7405-42D2-84DE-F8EA208DA7BA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2-7405-42D2-84DE-F8EA208DA7BA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3-7405-42D2-84DE-F8EA208DA7BA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4-7405-42D2-84DE-F8EA208DA7BA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5-7405-42D2-84DE-F8EA208DA7BA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6-7405-42D2-84DE-F8EA208DA7BA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7-7405-42D2-84DE-F8EA208DA7BA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8-7405-42D2-84DE-F8EA208DA7BA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9-7405-42D2-84DE-F8EA208DA7BA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A-7405-42D2-84DE-F8EA208DA7BA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B-7405-42D2-84DE-F8EA208DA7BA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C-7405-42D2-84DE-F8EA208DA7BA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D-7405-42D2-84DE-F8EA208DA7BA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E-7405-42D2-84DE-F8EA208DA7BA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F-7405-42D2-84DE-F8EA208DA7BA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0-7405-42D2-84DE-F8EA208DA7BA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1-7405-42D2-84DE-F8EA208DA7BA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2-7405-42D2-84DE-F8EA208DA7BA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3-7405-42D2-84DE-F8EA208DA7BA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4-7405-42D2-84DE-F8EA208DA7BA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5-7405-42D2-84DE-F8EA208DA7BA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6-7405-42D2-84DE-F8EA208DA7BA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7-7405-42D2-84DE-F8EA208DA7BA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8-7405-42D2-84DE-F8EA208DA7BA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9-7405-42D2-84DE-F8EA208DA7BA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A-7405-42D2-84DE-F8EA208DA7BA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B-7405-42D2-84DE-F8EA208DA7BA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C-7405-42D2-84DE-F8EA208DA7BA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D-7405-42D2-84DE-F8EA208DA7BA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E-7405-42D2-84DE-F8EA208DA7BA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F-7405-42D2-84DE-F8EA208DA7BA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0-7405-42D2-84DE-F8EA208DA7BA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1-7405-42D2-84DE-F8EA208DA7BA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2-7405-42D2-84DE-F8EA208DA7BA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3-7405-42D2-84DE-F8EA208DA7BA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4-7405-42D2-84DE-F8EA208DA7BA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5-7405-42D2-84DE-F8EA208DA7BA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6-7405-42D2-84DE-F8EA208DA7BA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7-7405-42D2-84DE-F8EA208DA7BA}"/>
                </c:ext>
              </c:extLst>
            </c:dLbl>
            <c:dLbl>
              <c:idx val="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8-7405-42D2-84DE-F8EA208DA7BA}"/>
                </c:ext>
              </c:extLst>
            </c:dLbl>
            <c:dLbl>
              <c:idx val="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9-7405-42D2-84DE-F8EA208DA7BA}"/>
                </c:ext>
              </c:extLst>
            </c:dLbl>
            <c:dLbl>
              <c:idx val="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A-7405-42D2-84DE-F8EA208DA7BA}"/>
                </c:ext>
              </c:extLst>
            </c:dLbl>
            <c:dLbl>
              <c:idx val="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B-7405-42D2-84DE-F8EA208DA7BA}"/>
                </c:ext>
              </c:extLst>
            </c:dLbl>
            <c:dLbl>
              <c:idx val="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C-7405-42D2-84DE-F8EA208DA7BA}"/>
                </c:ext>
              </c:extLst>
            </c:dLbl>
            <c:dLbl>
              <c:idx val="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D-7405-42D2-84DE-F8EA208DA7BA}"/>
                </c:ext>
              </c:extLst>
            </c:dLbl>
            <c:dLbl>
              <c:idx val="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E-7405-42D2-84DE-F8EA208DA7BA}"/>
                </c:ext>
              </c:extLst>
            </c:dLbl>
            <c:dLbl>
              <c:idx val="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F-7405-42D2-84DE-F8EA208DA7BA}"/>
                </c:ext>
              </c:extLst>
            </c:dLbl>
            <c:dLbl>
              <c:idx val="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0-7405-42D2-84DE-F8EA208DA7BA}"/>
                </c:ext>
              </c:extLst>
            </c:dLbl>
            <c:dLbl>
              <c:idx val="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1-7405-42D2-84DE-F8EA208DA7BA}"/>
                </c:ext>
              </c:extLst>
            </c:dLbl>
            <c:dLbl>
              <c:idx val="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2-7405-42D2-84DE-F8EA208DA7BA}"/>
                </c:ext>
              </c:extLst>
            </c:dLbl>
            <c:dLbl>
              <c:idx val="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3-7405-42D2-84DE-F8EA208DA7BA}"/>
                </c:ext>
              </c:extLst>
            </c:dLbl>
            <c:dLbl>
              <c:idx val="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4-7405-42D2-84DE-F8EA208DA7BA}"/>
                </c:ext>
              </c:extLst>
            </c:dLbl>
            <c:dLbl>
              <c:idx val="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5-7405-42D2-84DE-F8EA208DA7BA}"/>
                </c:ext>
              </c:extLst>
            </c:dLbl>
            <c:dLbl>
              <c:idx val="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6-7405-42D2-84DE-F8EA208DA7BA}"/>
                </c:ext>
              </c:extLst>
            </c:dLbl>
            <c:dLbl>
              <c:idx val="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7-7405-42D2-84DE-F8EA208DA7BA}"/>
                </c:ext>
              </c:extLst>
            </c:dLbl>
            <c:dLbl>
              <c:idx val="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8-7405-42D2-84DE-F8EA208DA7BA}"/>
                </c:ext>
              </c:extLst>
            </c:dLbl>
            <c:dLbl>
              <c:idx val="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9-7405-42D2-84DE-F8EA208DA7BA}"/>
                </c:ext>
              </c:extLst>
            </c:dLbl>
            <c:dLbl>
              <c:idx val="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A-7405-42D2-84DE-F8EA208DA7BA}"/>
                </c:ext>
              </c:extLst>
            </c:dLbl>
            <c:dLbl>
              <c:idx val="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B-7405-42D2-84DE-F8EA208DA7BA}"/>
                </c:ext>
              </c:extLst>
            </c:dLbl>
            <c:dLbl>
              <c:idx val="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C-7405-42D2-84DE-F8EA208DA7BA}"/>
                </c:ext>
              </c:extLst>
            </c:dLbl>
            <c:dLbl>
              <c:idx val="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D-7405-42D2-84DE-F8EA208DA7BA}"/>
                </c:ext>
              </c:extLst>
            </c:dLbl>
            <c:dLbl>
              <c:idx val="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E-7405-42D2-84DE-F8EA208DA7BA}"/>
                </c:ext>
              </c:extLst>
            </c:dLbl>
            <c:dLbl>
              <c:idx val="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F-7405-42D2-84DE-F8EA208DA7BA}"/>
                </c:ext>
              </c:extLst>
            </c:dLbl>
            <c:dLbl>
              <c:idx val="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0-7405-42D2-84DE-F8EA208DA7BA}"/>
                </c:ext>
              </c:extLst>
            </c:dLbl>
            <c:dLbl>
              <c:idx val="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1-7405-42D2-84DE-F8EA208DA7BA}"/>
                </c:ext>
              </c:extLst>
            </c:dLbl>
            <c:dLbl>
              <c:idx val="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2-7405-42D2-84DE-F8EA208DA7BA}"/>
                </c:ext>
              </c:extLst>
            </c:dLbl>
            <c:dLbl>
              <c:idx val="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3-7405-42D2-84DE-F8EA208DA7BA}"/>
                </c:ext>
              </c:extLst>
            </c:dLbl>
            <c:dLbl>
              <c:idx val="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4-7405-42D2-84DE-F8EA208DA7BA}"/>
                </c:ext>
              </c:extLst>
            </c:dLbl>
            <c:dLbl>
              <c:idx val="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5-7405-42D2-84DE-F8EA208DA7BA}"/>
                </c:ext>
              </c:extLst>
            </c:dLbl>
            <c:dLbl>
              <c:idx val="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6-7405-42D2-84DE-F8EA208DA7BA}"/>
                </c:ext>
              </c:extLst>
            </c:dLbl>
            <c:dLbl>
              <c:idx val="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7-7405-42D2-84DE-F8EA208DA7BA}"/>
                </c:ext>
              </c:extLst>
            </c:dLbl>
            <c:dLbl>
              <c:idx val="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8-7405-42D2-84DE-F8EA208DA7BA}"/>
                </c:ext>
              </c:extLst>
            </c:dLbl>
            <c:dLbl>
              <c:idx val="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9-7405-42D2-84DE-F8EA208DA7BA}"/>
                </c:ext>
              </c:extLst>
            </c:dLbl>
            <c:dLbl>
              <c:idx val="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A-7405-42D2-84DE-F8EA208DA7BA}"/>
                </c:ext>
              </c:extLst>
            </c:dLbl>
            <c:dLbl>
              <c:idx val="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B-7405-42D2-84DE-F8EA208DA7BA}"/>
                </c:ext>
              </c:extLst>
            </c:dLbl>
            <c:dLbl>
              <c:idx val="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C-7405-42D2-84DE-F8EA208DA7BA}"/>
                </c:ext>
              </c:extLst>
            </c:dLbl>
            <c:dLbl>
              <c:idx val="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D-7405-42D2-84DE-F8EA208DA7BA}"/>
                </c:ext>
              </c:extLst>
            </c:dLbl>
            <c:dLbl>
              <c:idx val="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E-7405-42D2-84DE-F8EA208DA7BA}"/>
                </c:ext>
              </c:extLst>
            </c:dLbl>
            <c:dLbl>
              <c:idx val="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F-7405-42D2-84DE-F8EA208DA7BA}"/>
                </c:ext>
              </c:extLst>
            </c:dLbl>
            <c:dLbl>
              <c:idx val="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0-7405-42D2-84DE-F8EA208DA7BA}"/>
                </c:ext>
              </c:extLst>
            </c:dLbl>
            <c:dLbl>
              <c:idx val="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1-7405-42D2-84DE-F8EA208DA7BA}"/>
                </c:ext>
              </c:extLst>
            </c:dLbl>
            <c:dLbl>
              <c:idx val="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2-7405-42D2-84DE-F8EA208DA7BA}"/>
                </c:ext>
              </c:extLst>
            </c:dLbl>
            <c:dLbl>
              <c:idx val="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3-7405-42D2-84DE-F8EA208DA7BA}"/>
                </c:ext>
              </c:extLst>
            </c:dLbl>
            <c:dLbl>
              <c:idx val="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4-7405-42D2-84DE-F8EA208DA7BA}"/>
                </c:ext>
              </c:extLst>
            </c:dLbl>
            <c:dLbl>
              <c:idx val="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5-7405-42D2-84DE-F8EA208DA7BA}"/>
                </c:ext>
              </c:extLst>
            </c:dLbl>
            <c:dLbl>
              <c:idx val="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6-7405-42D2-84DE-F8EA208DA7BA}"/>
                </c:ext>
              </c:extLst>
            </c:dLbl>
            <c:dLbl>
              <c:idx val="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7-7405-42D2-84DE-F8EA208DA7BA}"/>
                </c:ext>
              </c:extLst>
            </c:dLbl>
            <c:dLbl>
              <c:idx val="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8-7405-42D2-84DE-F8EA208DA7BA}"/>
                </c:ext>
              </c:extLst>
            </c:dLbl>
            <c:dLbl>
              <c:idx val="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9-7405-42D2-84DE-F8EA208DA7BA}"/>
                </c:ext>
              </c:extLst>
            </c:dLbl>
            <c:dLbl>
              <c:idx val="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A-7405-42D2-84DE-F8EA208DA7BA}"/>
                </c:ext>
              </c:extLst>
            </c:dLbl>
            <c:dLbl>
              <c:idx val="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B-7405-42D2-84DE-F8EA208DA7BA}"/>
                </c:ext>
              </c:extLst>
            </c:dLbl>
            <c:dLbl>
              <c:idx val="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C-7405-42D2-84DE-F8EA208DA7BA}"/>
                </c:ext>
              </c:extLst>
            </c:dLbl>
            <c:dLbl>
              <c:idx val="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D-7405-42D2-84DE-F8EA208DA7BA}"/>
                </c:ext>
              </c:extLst>
            </c:dLbl>
            <c:dLbl>
              <c:idx val="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E-7405-42D2-84DE-F8EA208DA7BA}"/>
                </c:ext>
              </c:extLst>
            </c:dLbl>
            <c:dLbl>
              <c:idx val="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F-7405-42D2-84DE-F8EA208DA7BA}"/>
                </c:ext>
              </c:extLst>
            </c:dLbl>
            <c:dLbl>
              <c:idx val="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0-7405-42D2-84DE-F8EA208DA7BA}"/>
                </c:ext>
              </c:extLst>
            </c:dLbl>
            <c:dLbl>
              <c:idx val="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1-7405-42D2-84DE-F8EA208DA7BA}"/>
                </c:ext>
              </c:extLst>
            </c:dLbl>
            <c:dLbl>
              <c:idx val="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2-7405-42D2-84DE-F8EA208DA7BA}"/>
                </c:ext>
              </c:extLst>
            </c:dLbl>
            <c:dLbl>
              <c:idx val="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3-7405-42D2-84DE-F8EA208DA7BA}"/>
                </c:ext>
              </c:extLst>
            </c:dLbl>
            <c:dLbl>
              <c:idx val="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4-7405-42D2-84DE-F8EA208DA7BA}"/>
                </c:ext>
              </c:extLst>
            </c:dLbl>
            <c:dLbl>
              <c:idx val="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5-7405-42D2-84DE-F8EA208DA7BA}"/>
                </c:ext>
              </c:extLst>
            </c:dLbl>
            <c:dLbl>
              <c:idx val="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6-7405-42D2-84DE-F8EA208DA7BA}"/>
                </c:ext>
              </c:extLst>
            </c:dLbl>
            <c:dLbl>
              <c:idx val="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7-7405-42D2-84DE-F8EA208DA7BA}"/>
                </c:ext>
              </c:extLst>
            </c:dLbl>
            <c:dLbl>
              <c:idx val="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8-7405-42D2-84DE-F8EA208DA7BA}"/>
                </c:ext>
              </c:extLst>
            </c:dLbl>
            <c:dLbl>
              <c:idx val="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9-7405-42D2-84DE-F8EA208DA7BA}"/>
                </c:ext>
              </c:extLst>
            </c:dLbl>
            <c:dLbl>
              <c:idx val="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A-7405-42D2-84DE-F8EA208DA7BA}"/>
                </c:ext>
              </c:extLst>
            </c:dLbl>
            <c:dLbl>
              <c:idx val="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B-7405-42D2-84DE-F8EA208DA7BA}"/>
                </c:ext>
              </c:extLst>
            </c:dLbl>
            <c:dLbl>
              <c:idx val="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C-7405-42D2-84DE-F8EA208DA7BA}"/>
                </c:ext>
              </c:extLst>
            </c:dLbl>
            <c:dLbl>
              <c:idx val="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D-7405-42D2-84DE-F8EA208DA7BA}"/>
                </c:ext>
              </c:extLst>
            </c:dLbl>
            <c:dLbl>
              <c:idx val="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E-7405-42D2-84DE-F8EA208DA7BA}"/>
                </c:ext>
              </c:extLst>
            </c:dLbl>
            <c:dLbl>
              <c:idx val="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F-7405-42D2-84DE-F8EA208DA7BA}"/>
                </c:ext>
              </c:extLst>
            </c:dLbl>
            <c:dLbl>
              <c:idx val="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0-7405-42D2-84DE-F8EA208DA7BA}"/>
                </c:ext>
              </c:extLst>
            </c:dLbl>
            <c:dLbl>
              <c:idx val="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1-7405-42D2-84DE-F8EA208DA7BA}"/>
                </c:ext>
              </c:extLst>
            </c:dLbl>
            <c:dLbl>
              <c:idx val="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2-7405-42D2-84DE-F8EA208DA7BA}"/>
                </c:ext>
              </c:extLst>
            </c:dLbl>
            <c:dLbl>
              <c:idx val="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3-7405-42D2-84DE-F8EA208DA7BA}"/>
                </c:ext>
              </c:extLst>
            </c:dLbl>
            <c:dLbl>
              <c:idx val="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4-7405-42D2-84DE-F8EA208DA7BA}"/>
                </c:ext>
              </c:extLst>
            </c:dLbl>
            <c:dLbl>
              <c:idx val="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5-7405-42D2-84DE-F8EA208DA7BA}"/>
                </c:ext>
              </c:extLst>
            </c:dLbl>
            <c:dLbl>
              <c:idx val="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6-7405-42D2-84DE-F8EA208DA7BA}"/>
                </c:ext>
              </c:extLst>
            </c:dLbl>
            <c:dLbl>
              <c:idx val="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7-7405-42D2-84DE-F8EA208DA7BA}"/>
                </c:ext>
              </c:extLst>
            </c:dLbl>
            <c:dLbl>
              <c:idx val="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8-7405-42D2-84DE-F8EA208DA7BA}"/>
                </c:ext>
              </c:extLst>
            </c:dLbl>
            <c:dLbl>
              <c:idx val="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9-7405-42D2-84DE-F8EA208DA7BA}"/>
                </c:ext>
              </c:extLst>
            </c:dLbl>
            <c:dLbl>
              <c:idx val="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A-7405-42D2-84DE-F8EA208DA7BA}"/>
                </c:ext>
              </c:extLst>
            </c:dLbl>
            <c:dLbl>
              <c:idx val="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B-7405-42D2-84DE-F8EA208DA7BA}"/>
                </c:ext>
              </c:extLst>
            </c:dLbl>
            <c:dLbl>
              <c:idx val="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C-7405-42D2-84DE-F8EA208DA7BA}"/>
                </c:ext>
              </c:extLst>
            </c:dLbl>
            <c:dLbl>
              <c:idx val="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D-7405-42D2-84DE-F8EA208DA7BA}"/>
                </c:ext>
              </c:extLst>
            </c:dLbl>
            <c:dLbl>
              <c:idx val="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E-7405-42D2-84DE-F8EA208DA7BA}"/>
                </c:ext>
              </c:extLst>
            </c:dLbl>
            <c:dLbl>
              <c:idx val="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F-7405-42D2-84DE-F8EA208DA7BA}"/>
                </c:ext>
              </c:extLst>
            </c:dLbl>
            <c:dLbl>
              <c:idx val="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0-7405-42D2-84DE-F8EA208DA7BA}"/>
                </c:ext>
              </c:extLst>
            </c:dLbl>
            <c:dLbl>
              <c:idx val="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1-7405-42D2-84DE-F8EA208DA7BA}"/>
                </c:ext>
              </c:extLst>
            </c:dLbl>
            <c:dLbl>
              <c:idx val="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2-7405-42D2-84DE-F8EA208DA7BA}"/>
                </c:ext>
              </c:extLst>
            </c:dLbl>
            <c:dLbl>
              <c:idx val="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3-7405-42D2-84DE-F8EA208DA7BA}"/>
                </c:ext>
              </c:extLst>
            </c:dLbl>
            <c:dLbl>
              <c:idx val="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4-7405-42D2-84DE-F8EA208DA7BA}"/>
                </c:ext>
              </c:extLst>
            </c:dLbl>
            <c:dLbl>
              <c:idx val="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5-7405-42D2-84DE-F8EA208DA7BA}"/>
                </c:ext>
              </c:extLst>
            </c:dLbl>
            <c:dLbl>
              <c:idx val="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6-7405-42D2-84DE-F8EA208DA7BA}"/>
                </c:ext>
              </c:extLst>
            </c:dLbl>
            <c:dLbl>
              <c:idx val="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7-7405-42D2-84DE-F8EA208DA7BA}"/>
                </c:ext>
              </c:extLst>
            </c:dLbl>
            <c:dLbl>
              <c:idx val="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8-7405-42D2-84DE-F8EA208DA7BA}"/>
                </c:ext>
              </c:extLst>
            </c:dLbl>
            <c:dLbl>
              <c:idx val="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9-7405-42D2-84DE-F8EA208DA7BA}"/>
                </c:ext>
              </c:extLst>
            </c:dLbl>
            <c:dLbl>
              <c:idx val="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A-7405-42D2-84DE-F8EA208DA7BA}"/>
                </c:ext>
              </c:extLst>
            </c:dLbl>
            <c:dLbl>
              <c:idx val="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B-7405-42D2-84DE-F8EA208DA7BA}"/>
                </c:ext>
              </c:extLst>
            </c:dLbl>
            <c:dLbl>
              <c:idx val="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C-7405-42D2-84DE-F8EA208DA7BA}"/>
                </c:ext>
              </c:extLst>
            </c:dLbl>
            <c:dLbl>
              <c:idx val="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D-7405-42D2-84DE-F8EA208DA7BA}"/>
                </c:ext>
              </c:extLst>
            </c:dLbl>
            <c:dLbl>
              <c:idx val="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E-7405-42D2-84DE-F8EA208DA7BA}"/>
                </c:ext>
              </c:extLst>
            </c:dLbl>
            <c:dLbl>
              <c:idx val="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F-7405-42D2-84DE-F8EA208DA7BA}"/>
                </c:ext>
              </c:extLst>
            </c:dLbl>
            <c:dLbl>
              <c:idx val="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0-7405-42D2-84DE-F8EA208DA7BA}"/>
                </c:ext>
              </c:extLst>
            </c:dLbl>
            <c:dLbl>
              <c:idx val="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1-7405-42D2-84DE-F8EA208DA7BA}"/>
                </c:ext>
              </c:extLst>
            </c:dLbl>
            <c:dLbl>
              <c:idx val="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2-7405-42D2-84DE-F8EA208DA7BA}"/>
                </c:ext>
              </c:extLst>
            </c:dLbl>
            <c:dLbl>
              <c:idx val="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3-7405-42D2-84DE-F8EA208DA7BA}"/>
                </c:ext>
              </c:extLst>
            </c:dLbl>
            <c:dLbl>
              <c:idx val="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4-7405-42D2-84DE-F8EA208DA7BA}"/>
                </c:ext>
              </c:extLst>
            </c:dLbl>
            <c:dLbl>
              <c:idx val="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5-7405-42D2-84DE-F8EA208DA7BA}"/>
                </c:ext>
              </c:extLst>
            </c:dLbl>
            <c:dLbl>
              <c:idx val="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6-7405-42D2-84DE-F8EA208DA7BA}"/>
                </c:ext>
              </c:extLst>
            </c:dLbl>
            <c:dLbl>
              <c:idx val="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7-7405-42D2-84DE-F8EA208DA7BA}"/>
                </c:ext>
              </c:extLst>
            </c:dLbl>
            <c:dLbl>
              <c:idx val="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8-7405-42D2-84DE-F8EA208DA7BA}"/>
                </c:ext>
              </c:extLst>
            </c:dLbl>
            <c:dLbl>
              <c:idx val="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9-7405-42D2-84DE-F8EA208DA7BA}"/>
                </c:ext>
              </c:extLst>
            </c:dLbl>
            <c:dLbl>
              <c:idx val="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A-7405-42D2-84DE-F8EA208DA7BA}"/>
                </c:ext>
              </c:extLst>
            </c:dLbl>
            <c:dLbl>
              <c:idx val="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B-7405-42D2-84DE-F8EA208DA7BA}"/>
                </c:ext>
              </c:extLst>
            </c:dLbl>
            <c:dLbl>
              <c:idx val="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C-7405-42D2-84DE-F8EA208DA7BA}"/>
                </c:ext>
              </c:extLst>
            </c:dLbl>
            <c:dLbl>
              <c:idx val="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D-7405-42D2-84DE-F8EA208DA7BA}"/>
                </c:ext>
              </c:extLst>
            </c:dLbl>
            <c:dLbl>
              <c:idx val="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E-7405-42D2-84DE-F8EA208DA7BA}"/>
                </c:ext>
              </c:extLst>
            </c:dLbl>
            <c:dLbl>
              <c:idx val="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F-7405-42D2-84DE-F8EA208DA7BA}"/>
                </c:ext>
              </c:extLst>
            </c:dLbl>
            <c:dLbl>
              <c:idx val="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0-7405-42D2-84DE-F8EA208DA7BA}"/>
                </c:ext>
              </c:extLst>
            </c:dLbl>
            <c:dLbl>
              <c:idx val="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1-7405-42D2-84DE-F8EA208DA7BA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2-7405-42D2-84DE-F8EA208DA7BA}"/>
                </c:ext>
              </c:extLst>
            </c:dLbl>
            <c:dLbl>
              <c:idx val="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3-7405-42D2-84DE-F8EA208DA7BA}"/>
                </c:ext>
              </c:extLst>
            </c:dLbl>
            <c:dLbl>
              <c:idx val="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4-7405-42D2-84DE-F8EA208DA7BA}"/>
                </c:ext>
              </c:extLst>
            </c:dLbl>
            <c:dLbl>
              <c:idx val="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5-7405-42D2-84DE-F8EA208DA7BA}"/>
                </c:ext>
              </c:extLst>
            </c:dLbl>
            <c:dLbl>
              <c:idx val="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6-7405-42D2-84DE-F8EA208DA7BA}"/>
                </c:ext>
              </c:extLst>
            </c:dLbl>
            <c:dLbl>
              <c:idx val="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7-7405-42D2-84DE-F8EA208DA7BA}"/>
                </c:ext>
              </c:extLst>
            </c:dLbl>
            <c:dLbl>
              <c:idx val="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8-7405-42D2-84DE-F8EA208DA7BA}"/>
                </c:ext>
              </c:extLst>
            </c:dLbl>
            <c:dLbl>
              <c:idx val="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9-7405-42D2-84DE-F8EA208DA7BA}"/>
                </c:ext>
              </c:extLst>
            </c:dLbl>
            <c:dLbl>
              <c:idx val="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A-7405-42D2-84DE-F8EA208DA7BA}"/>
                </c:ext>
              </c:extLst>
            </c:dLbl>
            <c:dLbl>
              <c:idx val="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B-7405-42D2-84DE-F8EA208DA7BA}"/>
                </c:ext>
              </c:extLst>
            </c:dLbl>
            <c:dLbl>
              <c:idx val="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C-7405-42D2-84DE-F8EA208DA7BA}"/>
                </c:ext>
              </c:extLst>
            </c:dLbl>
            <c:dLbl>
              <c:idx val="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D-7405-42D2-84DE-F8EA208DA7BA}"/>
                </c:ext>
              </c:extLst>
            </c:dLbl>
            <c:dLbl>
              <c:idx val="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E-7405-42D2-84DE-F8EA208DA7BA}"/>
                </c:ext>
              </c:extLst>
            </c:dLbl>
            <c:dLbl>
              <c:idx val="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F-7405-42D2-84DE-F8EA208DA7BA}"/>
                </c:ext>
              </c:extLst>
            </c:dLbl>
            <c:dLbl>
              <c:idx val="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0-7405-42D2-84DE-F8EA208DA7BA}"/>
                </c:ext>
              </c:extLst>
            </c:dLbl>
            <c:dLbl>
              <c:idx val="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1-7405-42D2-84DE-F8EA208DA7BA}"/>
                </c:ext>
              </c:extLst>
            </c:dLbl>
            <c:dLbl>
              <c:idx val="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2-7405-42D2-84DE-F8EA208DA7BA}"/>
                </c:ext>
              </c:extLst>
            </c:dLbl>
            <c:dLbl>
              <c:idx val="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3-7405-42D2-84DE-F8EA208DA7BA}"/>
                </c:ext>
              </c:extLst>
            </c:dLbl>
            <c:dLbl>
              <c:idx val="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4-7405-42D2-84DE-F8EA208DA7BA}"/>
                </c:ext>
              </c:extLst>
            </c:dLbl>
            <c:dLbl>
              <c:idx val="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5-7405-42D2-84DE-F8EA208DA7BA}"/>
                </c:ext>
              </c:extLst>
            </c:dLbl>
            <c:dLbl>
              <c:idx val="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6-7405-42D2-84DE-F8EA208DA7BA}"/>
                </c:ext>
              </c:extLst>
            </c:dLbl>
            <c:dLbl>
              <c:idx val="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7-7405-42D2-84DE-F8EA208DA7BA}"/>
                </c:ext>
              </c:extLst>
            </c:dLbl>
            <c:dLbl>
              <c:idx val="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8-7405-42D2-84DE-F8EA208DA7BA}"/>
                </c:ext>
              </c:extLst>
            </c:dLbl>
            <c:dLbl>
              <c:idx val="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9-7405-42D2-84DE-F8EA208DA7BA}"/>
                </c:ext>
              </c:extLst>
            </c:dLbl>
            <c:dLbl>
              <c:idx val="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A-7405-42D2-84DE-F8EA208DA7BA}"/>
                </c:ext>
              </c:extLst>
            </c:dLbl>
            <c:dLbl>
              <c:idx val="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B-7405-42D2-84DE-F8EA208DA7BA}"/>
                </c:ext>
              </c:extLst>
            </c:dLbl>
            <c:dLbl>
              <c:idx val="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C-7405-42D2-84DE-F8EA208DA7BA}"/>
                </c:ext>
              </c:extLst>
            </c:dLbl>
            <c:dLbl>
              <c:idx val="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D-7405-42D2-84DE-F8EA208DA7BA}"/>
                </c:ext>
              </c:extLst>
            </c:dLbl>
            <c:dLbl>
              <c:idx val="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E-7405-42D2-84DE-F8EA208DA7BA}"/>
                </c:ext>
              </c:extLst>
            </c:dLbl>
            <c:dLbl>
              <c:idx val="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F-7405-42D2-84DE-F8EA208DA7BA}"/>
                </c:ext>
              </c:extLst>
            </c:dLbl>
            <c:dLbl>
              <c:idx val="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0-7405-42D2-84DE-F8EA208DA7BA}"/>
                </c:ext>
              </c:extLst>
            </c:dLbl>
            <c:dLbl>
              <c:idx val="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1-7405-42D2-84DE-F8EA208DA7BA}"/>
                </c:ext>
              </c:extLst>
            </c:dLbl>
            <c:dLbl>
              <c:idx val="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2-7405-42D2-84DE-F8EA208DA7BA}"/>
                </c:ext>
              </c:extLst>
            </c:dLbl>
            <c:dLbl>
              <c:idx val="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3-7405-42D2-84DE-F8EA208DA7BA}"/>
                </c:ext>
              </c:extLst>
            </c:dLbl>
            <c:dLbl>
              <c:idx val="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4-7405-42D2-84DE-F8EA208DA7BA}"/>
                </c:ext>
              </c:extLst>
            </c:dLbl>
            <c:dLbl>
              <c:idx val="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5-7405-42D2-84DE-F8EA208DA7BA}"/>
                </c:ext>
              </c:extLst>
            </c:dLbl>
            <c:dLbl>
              <c:idx val="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6-7405-42D2-84DE-F8EA208DA7BA}"/>
                </c:ext>
              </c:extLst>
            </c:dLbl>
            <c:dLbl>
              <c:idx val="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7-7405-42D2-84DE-F8EA208DA7BA}"/>
                </c:ext>
              </c:extLst>
            </c:dLbl>
            <c:dLbl>
              <c:idx val="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8-7405-42D2-84DE-F8EA208DA7BA}"/>
                </c:ext>
              </c:extLst>
            </c:dLbl>
            <c:dLbl>
              <c:idx val="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9-7405-42D2-84DE-F8EA208DA7BA}"/>
                </c:ext>
              </c:extLst>
            </c:dLbl>
            <c:dLbl>
              <c:idx val="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A-7405-42D2-84DE-F8EA208DA7BA}"/>
                </c:ext>
              </c:extLst>
            </c:dLbl>
            <c:dLbl>
              <c:idx val="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B-7405-42D2-84DE-F8EA208DA7BA}"/>
                </c:ext>
              </c:extLst>
            </c:dLbl>
            <c:dLbl>
              <c:idx val="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C-7405-42D2-84DE-F8EA208DA7BA}"/>
                </c:ext>
              </c:extLst>
            </c:dLbl>
            <c:dLbl>
              <c:idx val="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D-7405-42D2-84DE-F8EA208DA7BA}"/>
                </c:ext>
              </c:extLst>
            </c:dLbl>
            <c:dLbl>
              <c:idx val="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E-7405-42D2-84DE-F8EA208DA7BA}"/>
                </c:ext>
              </c:extLst>
            </c:dLbl>
            <c:dLbl>
              <c:idx val="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F-7405-42D2-84DE-F8EA208DA7BA}"/>
                </c:ext>
              </c:extLst>
            </c:dLbl>
            <c:dLbl>
              <c:idx val="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0-7405-42D2-84DE-F8EA208DA7BA}"/>
                </c:ext>
              </c:extLst>
            </c:dLbl>
            <c:dLbl>
              <c:idx val="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1-7405-42D2-84DE-F8EA208DA7BA}"/>
                </c:ext>
              </c:extLst>
            </c:dLbl>
            <c:dLbl>
              <c:idx val="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2-7405-42D2-84DE-F8EA208DA7BA}"/>
                </c:ext>
              </c:extLst>
            </c:dLbl>
            <c:dLbl>
              <c:idx val="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3-7405-42D2-84DE-F8EA208DA7BA}"/>
                </c:ext>
              </c:extLst>
            </c:dLbl>
            <c:dLbl>
              <c:idx val="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4-7405-42D2-84DE-F8EA208DA7BA}"/>
                </c:ext>
              </c:extLst>
            </c:dLbl>
            <c:dLbl>
              <c:idx val="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5-7405-42D2-84DE-F8EA208DA7BA}"/>
                </c:ext>
              </c:extLst>
            </c:dLbl>
            <c:dLbl>
              <c:idx val="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6-7405-42D2-84DE-F8EA208DA7BA}"/>
                </c:ext>
              </c:extLst>
            </c:dLbl>
            <c:dLbl>
              <c:idx val="319"/>
              <c:layout>
                <c:manualLayout>
                  <c:x val="-1.1134719053504105E-3"/>
                  <c:y val="-0.17879429445881861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1277-7405-42D2-84DE-F8EA208DA7BA}"/>
                </c:ext>
              </c:extLst>
            </c:dLbl>
            <c:dLbl>
              <c:idx val="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8-7405-42D2-84DE-F8EA208DA7BA}"/>
                </c:ext>
              </c:extLst>
            </c:dLbl>
            <c:dLbl>
              <c:idx val="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9-7405-42D2-84DE-F8EA208DA7BA}"/>
                </c:ext>
              </c:extLst>
            </c:dLbl>
            <c:dLbl>
              <c:idx val="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A-7405-42D2-84DE-F8EA208DA7BA}"/>
                </c:ext>
              </c:extLst>
            </c:dLbl>
            <c:dLbl>
              <c:idx val="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B-7405-42D2-84DE-F8EA208DA7BA}"/>
                </c:ext>
              </c:extLst>
            </c:dLbl>
            <c:dLbl>
              <c:idx val="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C-7405-42D2-84DE-F8EA208DA7BA}"/>
                </c:ext>
              </c:extLst>
            </c:dLbl>
            <c:dLbl>
              <c:idx val="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D-7405-42D2-84DE-F8EA208DA7BA}"/>
                </c:ext>
              </c:extLst>
            </c:dLbl>
            <c:dLbl>
              <c:idx val="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E-7405-42D2-84DE-F8EA208DA7BA}"/>
                </c:ext>
              </c:extLst>
            </c:dLbl>
            <c:dLbl>
              <c:idx val="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F-7405-42D2-84DE-F8EA208DA7BA}"/>
                </c:ext>
              </c:extLst>
            </c:dLbl>
            <c:dLbl>
              <c:idx val="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0-7405-42D2-84DE-F8EA208DA7BA}"/>
                </c:ext>
              </c:extLst>
            </c:dLbl>
            <c:dLbl>
              <c:idx val="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1-7405-42D2-84DE-F8EA208DA7BA}"/>
                </c:ext>
              </c:extLst>
            </c:dLbl>
            <c:dLbl>
              <c:idx val="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2-7405-42D2-84DE-F8EA208DA7BA}"/>
                </c:ext>
              </c:extLst>
            </c:dLbl>
            <c:dLbl>
              <c:idx val="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3-7405-42D2-84DE-F8EA208DA7BA}"/>
                </c:ext>
              </c:extLst>
            </c:dLbl>
            <c:dLbl>
              <c:idx val="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4-7405-42D2-84DE-F8EA208DA7BA}"/>
                </c:ext>
              </c:extLst>
            </c:dLbl>
            <c:dLbl>
              <c:idx val="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5-7405-42D2-84DE-F8EA208DA7BA}"/>
                </c:ext>
              </c:extLst>
            </c:dLbl>
            <c:dLbl>
              <c:idx val="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6-7405-42D2-84DE-F8EA208DA7BA}"/>
                </c:ext>
              </c:extLst>
            </c:dLbl>
            <c:dLbl>
              <c:idx val="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7-7405-42D2-84DE-F8EA208DA7BA}"/>
                </c:ext>
              </c:extLst>
            </c:dLbl>
            <c:dLbl>
              <c:idx val="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8-7405-42D2-84DE-F8EA208DA7BA}"/>
                </c:ext>
              </c:extLst>
            </c:dLbl>
            <c:dLbl>
              <c:idx val="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9-7405-42D2-84DE-F8EA208DA7BA}"/>
                </c:ext>
              </c:extLst>
            </c:dLbl>
            <c:dLbl>
              <c:idx val="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A-7405-42D2-84DE-F8EA208DA7BA}"/>
                </c:ext>
              </c:extLst>
            </c:dLbl>
            <c:dLbl>
              <c:idx val="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B-7405-42D2-84DE-F8EA208DA7BA}"/>
                </c:ext>
              </c:extLst>
            </c:dLbl>
            <c:dLbl>
              <c:idx val="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C-7405-42D2-84DE-F8EA208DA7BA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D-7405-42D2-84DE-F8EA208DA7BA}"/>
                </c:ext>
              </c:extLst>
            </c:dLbl>
            <c:dLbl>
              <c:idx val="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E-7405-42D2-84DE-F8EA208DA7BA}"/>
                </c:ext>
              </c:extLst>
            </c:dLbl>
            <c:dLbl>
              <c:idx val="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F-7405-42D2-84DE-F8EA208DA7BA}"/>
                </c:ext>
              </c:extLst>
            </c:dLbl>
            <c:dLbl>
              <c:idx val="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0-7405-42D2-84DE-F8EA208DA7BA}"/>
                </c:ext>
              </c:extLst>
            </c:dLbl>
            <c:dLbl>
              <c:idx val="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1-7405-42D2-84DE-F8EA208DA7BA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2-7405-42D2-84DE-F8EA208DA7BA}"/>
                </c:ext>
              </c:extLst>
            </c:dLbl>
            <c:dLbl>
              <c:idx val="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3-7405-42D2-84DE-F8EA208DA7BA}"/>
                </c:ext>
              </c:extLst>
            </c:dLbl>
            <c:dLbl>
              <c:idx val="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4-7405-42D2-84DE-F8EA208DA7BA}"/>
                </c:ext>
              </c:extLst>
            </c:dLbl>
            <c:dLbl>
              <c:idx val="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5-7405-42D2-84DE-F8EA208DA7BA}"/>
                </c:ext>
              </c:extLst>
            </c:dLbl>
            <c:dLbl>
              <c:idx val="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6-7405-42D2-84DE-F8EA208DA7BA}"/>
                </c:ext>
              </c:extLst>
            </c:dLbl>
            <c:dLbl>
              <c:idx val="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7-7405-42D2-84DE-F8EA208DA7BA}"/>
                </c:ext>
              </c:extLst>
            </c:dLbl>
            <c:dLbl>
              <c:idx val="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8-7405-42D2-84DE-F8EA208DA7BA}"/>
                </c:ext>
              </c:extLst>
            </c:dLbl>
            <c:dLbl>
              <c:idx val="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9-7405-42D2-84DE-F8EA208DA7BA}"/>
                </c:ext>
              </c:extLst>
            </c:dLbl>
            <c:dLbl>
              <c:idx val="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A-7405-42D2-84DE-F8EA208DA7BA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B-7405-42D2-84DE-F8EA208DA7BA}"/>
                </c:ext>
              </c:extLst>
            </c:dLbl>
            <c:dLbl>
              <c:idx val="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C-7405-42D2-84DE-F8EA208DA7BA}"/>
                </c:ext>
              </c:extLst>
            </c:dLbl>
            <c:dLbl>
              <c:idx val="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D-7405-42D2-84DE-F8EA208DA7BA}"/>
                </c:ext>
              </c:extLst>
            </c:dLbl>
            <c:dLbl>
              <c:idx val="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E-7405-42D2-84DE-F8EA208DA7BA}"/>
                </c:ext>
              </c:extLst>
            </c:dLbl>
            <c:dLbl>
              <c:idx val="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F-7405-42D2-84DE-F8EA208DA7BA}"/>
                </c:ext>
              </c:extLst>
            </c:dLbl>
            <c:dLbl>
              <c:idx val="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0-7405-42D2-84DE-F8EA208DA7BA}"/>
                </c:ext>
              </c:extLst>
            </c:dLbl>
            <c:dLbl>
              <c:idx val="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1-7405-42D2-84DE-F8EA208DA7BA}"/>
                </c:ext>
              </c:extLst>
            </c:dLbl>
            <c:dLbl>
              <c:idx val="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2-7405-42D2-84DE-F8EA208DA7BA}"/>
                </c:ext>
              </c:extLst>
            </c:dLbl>
            <c:dLbl>
              <c:idx val="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3-7405-42D2-84DE-F8EA208DA7BA}"/>
                </c:ext>
              </c:extLst>
            </c:dLbl>
            <c:dLbl>
              <c:idx val="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4-7405-42D2-84DE-F8EA208DA7BA}"/>
                </c:ext>
              </c:extLst>
            </c:dLbl>
            <c:dLbl>
              <c:idx val="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5-7405-42D2-84DE-F8EA208DA7BA}"/>
                </c:ext>
              </c:extLst>
            </c:dLbl>
            <c:dLbl>
              <c:idx val="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6-7405-42D2-84DE-F8EA208DA7BA}"/>
                </c:ext>
              </c:extLst>
            </c:dLbl>
            <c:dLbl>
              <c:idx val="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7-7405-42D2-84DE-F8EA208DA7BA}"/>
                </c:ext>
              </c:extLst>
            </c:dLbl>
            <c:dLbl>
              <c:idx val="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8-7405-42D2-84DE-F8EA208DA7BA}"/>
                </c:ext>
              </c:extLst>
            </c:dLbl>
            <c:dLbl>
              <c:idx val="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9-7405-42D2-84DE-F8EA208DA7BA}"/>
                </c:ext>
              </c:extLst>
            </c:dLbl>
            <c:dLbl>
              <c:idx val="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A-7405-42D2-84DE-F8EA208DA7BA}"/>
                </c:ext>
              </c:extLst>
            </c:dLbl>
            <c:dLbl>
              <c:idx val="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B-7405-42D2-84DE-F8EA208DA7BA}"/>
                </c:ext>
              </c:extLst>
            </c:dLbl>
            <c:dLbl>
              <c:idx val="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C-7405-42D2-84DE-F8EA208DA7BA}"/>
                </c:ext>
              </c:extLst>
            </c:dLbl>
            <c:dLbl>
              <c:idx val="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D-7405-42D2-84DE-F8EA208DA7BA}"/>
                </c:ext>
              </c:extLst>
            </c:dLbl>
            <c:dLbl>
              <c:idx val="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E-7405-42D2-84DE-F8EA208DA7BA}"/>
                </c:ext>
              </c:extLst>
            </c:dLbl>
            <c:dLbl>
              <c:idx val="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F-7405-42D2-84DE-F8EA208DA7BA}"/>
                </c:ext>
              </c:extLst>
            </c:dLbl>
            <c:dLbl>
              <c:idx val="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0-7405-42D2-84DE-F8EA208DA7BA}"/>
                </c:ext>
              </c:extLst>
            </c:dLbl>
            <c:dLbl>
              <c:idx val="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1-7405-42D2-84DE-F8EA208DA7BA}"/>
                </c:ext>
              </c:extLst>
            </c:dLbl>
            <c:dLbl>
              <c:idx val="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2-7405-42D2-84DE-F8EA208DA7BA}"/>
                </c:ext>
              </c:extLst>
            </c:dLbl>
            <c:dLbl>
              <c:idx val="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3-7405-42D2-84DE-F8EA208DA7BA}"/>
                </c:ext>
              </c:extLst>
            </c:dLbl>
            <c:dLbl>
              <c:idx val="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4-7405-42D2-84DE-F8EA208DA7BA}"/>
                </c:ext>
              </c:extLst>
            </c:dLbl>
            <c:dLbl>
              <c:idx val="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5-7405-42D2-84DE-F8EA208DA7BA}"/>
                </c:ext>
              </c:extLst>
            </c:dLbl>
            <c:dLbl>
              <c:idx val="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6-7405-42D2-84DE-F8EA208DA7BA}"/>
                </c:ext>
              </c:extLst>
            </c:dLbl>
            <c:dLbl>
              <c:idx val="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7-7405-42D2-84DE-F8EA208DA7BA}"/>
                </c:ext>
              </c:extLst>
            </c:dLbl>
            <c:dLbl>
              <c:idx val="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8-7405-42D2-84DE-F8EA208DA7BA}"/>
                </c:ext>
              </c:extLst>
            </c:dLbl>
            <c:dLbl>
              <c:idx val="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9-7405-42D2-84DE-F8EA208DA7BA}"/>
                </c:ext>
              </c:extLst>
            </c:dLbl>
            <c:dLbl>
              <c:idx val="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A-7405-42D2-84DE-F8EA208DA7BA}"/>
                </c:ext>
              </c:extLst>
            </c:dLbl>
            <c:dLbl>
              <c:idx val="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B-7405-42D2-84DE-F8EA208DA7BA}"/>
                </c:ext>
              </c:extLst>
            </c:dLbl>
            <c:dLbl>
              <c:idx val="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C-7405-42D2-84DE-F8EA208DA7BA}"/>
                </c:ext>
              </c:extLst>
            </c:dLbl>
            <c:dLbl>
              <c:idx val="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D-7405-42D2-84DE-F8EA208DA7BA}"/>
                </c:ext>
              </c:extLst>
            </c:dLbl>
            <c:dLbl>
              <c:idx val="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E-7405-42D2-84DE-F8EA208DA7BA}"/>
                </c:ext>
              </c:extLst>
            </c:dLbl>
            <c:dLbl>
              <c:idx val="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F-7405-42D2-84DE-F8EA208DA7BA}"/>
                </c:ext>
              </c:extLst>
            </c:dLbl>
            <c:dLbl>
              <c:idx val="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0-7405-42D2-84DE-F8EA208DA7BA}"/>
                </c:ext>
              </c:extLst>
            </c:dLbl>
            <c:dLbl>
              <c:idx val="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1-7405-42D2-84DE-F8EA208DA7BA}"/>
                </c:ext>
              </c:extLst>
            </c:dLbl>
            <c:dLbl>
              <c:idx val="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2-7405-42D2-84DE-F8EA208DA7BA}"/>
                </c:ext>
              </c:extLst>
            </c:dLbl>
            <c:dLbl>
              <c:idx val="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3-7405-42D2-84DE-F8EA208DA7BA}"/>
                </c:ext>
              </c:extLst>
            </c:dLbl>
            <c:dLbl>
              <c:idx val="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4-7405-42D2-84DE-F8EA208DA7BA}"/>
                </c:ext>
              </c:extLst>
            </c:dLbl>
            <c:dLbl>
              <c:idx val="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5-7405-42D2-84DE-F8EA208DA7BA}"/>
                </c:ext>
              </c:extLst>
            </c:dLbl>
            <c:dLbl>
              <c:idx val="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6-7405-42D2-84DE-F8EA208DA7BA}"/>
                </c:ext>
              </c:extLst>
            </c:dLbl>
            <c:dLbl>
              <c:idx val="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7-7405-42D2-84DE-F8EA208DA7BA}"/>
                </c:ext>
              </c:extLst>
            </c:dLbl>
            <c:dLbl>
              <c:idx val="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8-7405-42D2-84DE-F8EA208DA7BA}"/>
                </c:ext>
              </c:extLst>
            </c:dLbl>
            <c:dLbl>
              <c:idx val="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9-7405-42D2-84DE-F8EA208DA7BA}"/>
                </c:ext>
              </c:extLst>
            </c:dLbl>
            <c:dLbl>
              <c:idx val="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A-7405-42D2-84DE-F8EA208DA7BA}"/>
                </c:ext>
              </c:extLst>
            </c:dLbl>
            <c:dLbl>
              <c:idx val="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B-7405-42D2-84DE-F8EA208DA7BA}"/>
                </c:ext>
              </c:extLst>
            </c:dLbl>
            <c:dLbl>
              <c:idx val="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C-7405-42D2-84DE-F8EA208DA7BA}"/>
                </c:ext>
              </c:extLst>
            </c:dLbl>
            <c:dLbl>
              <c:idx val="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D-7405-42D2-84DE-F8EA208DA7BA}"/>
                </c:ext>
              </c:extLst>
            </c:dLbl>
            <c:dLbl>
              <c:idx val="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E-7405-42D2-84DE-F8EA208DA7BA}"/>
                </c:ext>
              </c:extLst>
            </c:dLbl>
            <c:dLbl>
              <c:idx val="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F-7405-42D2-84DE-F8EA208DA7BA}"/>
                </c:ext>
              </c:extLst>
            </c:dLbl>
            <c:dLbl>
              <c:idx val="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0-7405-42D2-84DE-F8EA208DA7BA}"/>
                </c:ext>
              </c:extLst>
            </c:dLbl>
            <c:dLbl>
              <c:idx val="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1-7405-42D2-84DE-F8EA208DA7BA}"/>
                </c:ext>
              </c:extLst>
            </c:dLbl>
            <c:dLbl>
              <c:idx val="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2-7405-42D2-84DE-F8EA208DA7BA}"/>
                </c:ext>
              </c:extLst>
            </c:dLbl>
            <c:dLbl>
              <c:idx val="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3-7405-42D2-84DE-F8EA208DA7BA}"/>
                </c:ext>
              </c:extLst>
            </c:dLbl>
            <c:dLbl>
              <c:idx val="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4-7405-42D2-84DE-F8EA208DA7BA}"/>
                </c:ext>
              </c:extLst>
            </c:dLbl>
            <c:dLbl>
              <c:idx val="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5-7405-42D2-84DE-F8EA208DA7BA}"/>
                </c:ext>
              </c:extLst>
            </c:dLbl>
            <c:dLbl>
              <c:idx val="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6-7405-42D2-84DE-F8EA208DA7BA}"/>
                </c:ext>
              </c:extLst>
            </c:dLbl>
            <c:dLbl>
              <c:idx val="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7-7405-42D2-84DE-F8EA208DA7BA}"/>
                </c:ext>
              </c:extLst>
            </c:dLbl>
            <c:dLbl>
              <c:idx val="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8-7405-42D2-84DE-F8EA208DA7BA}"/>
                </c:ext>
              </c:extLst>
            </c:dLbl>
            <c:dLbl>
              <c:idx val="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9-7405-42D2-84DE-F8EA208DA7BA}"/>
                </c:ext>
              </c:extLst>
            </c:dLbl>
            <c:dLbl>
              <c:idx val="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A-7405-42D2-84DE-F8EA208DA7BA}"/>
                </c:ext>
              </c:extLst>
            </c:dLbl>
            <c:dLbl>
              <c:idx val="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B-7405-42D2-84DE-F8EA208DA7BA}"/>
                </c:ext>
              </c:extLst>
            </c:dLbl>
            <c:dLbl>
              <c:idx val="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C-7405-42D2-84DE-F8EA208DA7BA}"/>
                </c:ext>
              </c:extLst>
            </c:dLbl>
            <c:dLbl>
              <c:idx val="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D-7405-42D2-84DE-F8EA208DA7BA}"/>
                </c:ext>
              </c:extLst>
            </c:dLbl>
            <c:dLbl>
              <c:idx val="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E-7405-42D2-84DE-F8EA208DA7BA}"/>
                </c:ext>
              </c:extLst>
            </c:dLbl>
            <c:dLbl>
              <c:idx val="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F-7405-42D2-84DE-F8EA208DA7BA}"/>
                </c:ext>
              </c:extLst>
            </c:dLbl>
            <c:dLbl>
              <c:idx val="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0-7405-42D2-84DE-F8EA208DA7BA}"/>
                </c:ext>
              </c:extLst>
            </c:dLbl>
            <c:dLbl>
              <c:idx val="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1-7405-42D2-84DE-F8EA208DA7BA}"/>
                </c:ext>
              </c:extLst>
            </c:dLbl>
            <c:dLbl>
              <c:idx val="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2-7405-42D2-84DE-F8EA208DA7BA}"/>
                </c:ext>
              </c:extLst>
            </c:dLbl>
            <c:dLbl>
              <c:idx val="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3-7405-42D2-84DE-F8EA208DA7BA}"/>
                </c:ext>
              </c:extLst>
            </c:dLbl>
            <c:dLbl>
              <c:idx val="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4-7405-42D2-84DE-F8EA208DA7BA}"/>
                </c:ext>
              </c:extLst>
            </c:dLbl>
            <c:dLbl>
              <c:idx val="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5-7405-42D2-84DE-F8EA208DA7BA}"/>
                </c:ext>
              </c:extLst>
            </c:dLbl>
            <c:dLbl>
              <c:idx val="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6-7405-42D2-84DE-F8EA208DA7BA}"/>
                </c:ext>
              </c:extLst>
            </c:dLbl>
            <c:dLbl>
              <c:idx val="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7-7405-42D2-84DE-F8EA208DA7BA}"/>
                </c:ext>
              </c:extLst>
            </c:dLbl>
            <c:dLbl>
              <c:idx val="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8-7405-42D2-84DE-F8EA208DA7BA}"/>
                </c:ext>
              </c:extLst>
            </c:dLbl>
            <c:dLbl>
              <c:idx val="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9-7405-42D2-84DE-F8EA208DA7BA}"/>
                </c:ext>
              </c:extLst>
            </c:dLbl>
            <c:dLbl>
              <c:idx val="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A-7405-42D2-84DE-F8EA208DA7BA}"/>
                </c:ext>
              </c:extLst>
            </c:dLbl>
            <c:dLbl>
              <c:idx val="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B-7405-42D2-84DE-F8EA208DA7BA}"/>
                </c:ext>
              </c:extLst>
            </c:dLbl>
            <c:dLbl>
              <c:idx val="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C-7405-42D2-84DE-F8EA208DA7BA}"/>
                </c:ext>
              </c:extLst>
            </c:dLbl>
            <c:dLbl>
              <c:idx val="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D-7405-42D2-84DE-F8EA208DA7BA}"/>
                </c:ext>
              </c:extLst>
            </c:dLbl>
            <c:dLbl>
              <c:idx val="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E-7405-42D2-84DE-F8EA208DA7BA}"/>
                </c:ext>
              </c:extLst>
            </c:dLbl>
            <c:dLbl>
              <c:idx val="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F-7405-42D2-84DE-F8EA208DA7BA}"/>
                </c:ext>
              </c:extLst>
            </c:dLbl>
            <c:dLbl>
              <c:idx val="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0-7405-42D2-84DE-F8EA208DA7BA}"/>
                </c:ext>
              </c:extLst>
            </c:dLbl>
            <c:dLbl>
              <c:idx val="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1-7405-42D2-84DE-F8EA208DA7BA}"/>
                </c:ext>
              </c:extLst>
            </c:dLbl>
            <c:dLbl>
              <c:idx val="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2-7405-42D2-84DE-F8EA208DA7BA}"/>
                </c:ext>
              </c:extLst>
            </c:dLbl>
            <c:dLbl>
              <c:idx val="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3-7405-42D2-84DE-F8EA208DA7BA}"/>
                </c:ext>
              </c:extLst>
            </c:dLbl>
            <c:dLbl>
              <c:idx val="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4-7405-42D2-84DE-F8EA208DA7BA}"/>
                </c:ext>
              </c:extLst>
            </c:dLbl>
            <c:dLbl>
              <c:idx val="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5-7405-42D2-84DE-F8EA208DA7BA}"/>
                </c:ext>
              </c:extLst>
            </c:dLbl>
            <c:dLbl>
              <c:idx val="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6-7405-42D2-84DE-F8EA208DA7BA}"/>
                </c:ext>
              </c:extLst>
            </c:dLbl>
            <c:dLbl>
              <c:idx val="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7-7405-42D2-84DE-F8EA208DA7BA}"/>
                </c:ext>
              </c:extLst>
            </c:dLbl>
            <c:dLbl>
              <c:idx val="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8-7405-42D2-84DE-F8EA208DA7BA}"/>
                </c:ext>
              </c:extLst>
            </c:dLbl>
            <c:dLbl>
              <c:idx val="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9-7405-42D2-84DE-F8EA208DA7BA}"/>
                </c:ext>
              </c:extLst>
            </c:dLbl>
            <c:dLbl>
              <c:idx val="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A-7405-42D2-84DE-F8EA208DA7BA}"/>
                </c:ext>
              </c:extLst>
            </c:dLbl>
            <c:dLbl>
              <c:idx val="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B-7405-42D2-84DE-F8EA208DA7BA}"/>
                </c:ext>
              </c:extLst>
            </c:dLbl>
            <c:dLbl>
              <c:idx val="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C-7405-42D2-84DE-F8EA208DA7BA}"/>
                </c:ext>
              </c:extLst>
            </c:dLbl>
            <c:dLbl>
              <c:idx val="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D-7405-42D2-84DE-F8EA208DA7BA}"/>
                </c:ext>
              </c:extLst>
            </c:dLbl>
            <c:dLbl>
              <c:idx val="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E-7405-42D2-84DE-F8EA208DA7BA}"/>
                </c:ext>
              </c:extLst>
            </c:dLbl>
            <c:dLbl>
              <c:idx val="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F-7405-42D2-84DE-F8EA208DA7BA}"/>
                </c:ext>
              </c:extLst>
            </c:dLbl>
            <c:dLbl>
              <c:idx val="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0-7405-42D2-84DE-F8EA208DA7BA}"/>
                </c:ext>
              </c:extLst>
            </c:dLbl>
            <c:dLbl>
              <c:idx val="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1-7405-42D2-84DE-F8EA208DA7BA}"/>
                </c:ext>
              </c:extLst>
            </c:dLbl>
            <c:dLbl>
              <c:idx val="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2-7405-42D2-84DE-F8EA208DA7BA}"/>
                </c:ext>
              </c:extLst>
            </c:dLbl>
            <c:dLbl>
              <c:idx val="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3-7405-42D2-84DE-F8EA208DA7BA}"/>
                </c:ext>
              </c:extLst>
            </c:dLbl>
            <c:dLbl>
              <c:idx val="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4-7405-42D2-84DE-F8EA208DA7BA}"/>
                </c:ext>
              </c:extLst>
            </c:dLbl>
            <c:dLbl>
              <c:idx val="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5-7405-42D2-84DE-F8EA208DA7BA}"/>
                </c:ext>
              </c:extLst>
            </c:dLbl>
            <c:dLbl>
              <c:idx val="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6-7405-42D2-84DE-F8EA208DA7BA}"/>
                </c:ext>
              </c:extLst>
            </c:dLbl>
            <c:dLbl>
              <c:idx val="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7-7405-42D2-84DE-F8EA208DA7BA}"/>
                </c:ext>
              </c:extLst>
            </c:dLbl>
            <c:dLbl>
              <c:idx val="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8-7405-42D2-84DE-F8EA208DA7BA}"/>
                </c:ext>
              </c:extLst>
            </c:dLbl>
            <c:dLbl>
              <c:idx val="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9-7405-42D2-84DE-F8EA208DA7BA}"/>
                </c:ext>
              </c:extLst>
            </c:dLbl>
            <c:dLbl>
              <c:idx val="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A-7405-42D2-84DE-F8EA208DA7BA}"/>
                </c:ext>
              </c:extLst>
            </c:dLbl>
            <c:dLbl>
              <c:idx val="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B-7405-42D2-84DE-F8EA208DA7BA}"/>
                </c:ext>
              </c:extLst>
            </c:dLbl>
            <c:dLbl>
              <c:idx val="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C-7405-42D2-84DE-F8EA208DA7BA}"/>
                </c:ext>
              </c:extLst>
            </c:dLbl>
            <c:dLbl>
              <c:idx val="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D-7405-42D2-84DE-F8EA208DA7BA}"/>
                </c:ext>
              </c:extLst>
            </c:dLbl>
            <c:dLbl>
              <c:idx val="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E-7405-42D2-84DE-F8EA208DA7BA}"/>
                </c:ext>
              </c:extLst>
            </c:dLbl>
            <c:dLbl>
              <c:idx val="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F-7405-42D2-84DE-F8EA208DA7BA}"/>
                </c:ext>
              </c:extLst>
            </c:dLbl>
            <c:dLbl>
              <c:idx val="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0-7405-42D2-84DE-F8EA208DA7BA}"/>
                </c:ext>
              </c:extLst>
            </c:dLbl>
            <c:dLbl>
              <c:idx val="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1-7405-42D2-84DE-F8EA208DA7BA}"/>
                </c:ext>
              </c:extLst>
            </c:dLbl>
            <c:dLbl>
              <c:idx val="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2-7405-42D2-84DE-F8EA208DA7BA}"/>
                </c:ext>
              </c:extLst>
            </c:dLbl>
            <c:dLbl>
              <c:idx val="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3-7405-42D2-84DE-F8EA208DA7BA}"/>
                </c:ext>
              </c:extLst>
            </c:dLbl>
            <c:dLbl>
              <c:idx val="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4-7405-42D2-84DE-F8EA208DA7BA}"/>
                </c:ext>
              </c:extLst>
            </c:dLbl>
            <c:dLbl>
              <c:idx val="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5-7405-42D2-84DE-F8EA208DA7BA}"/>
                </c:ext>
              </c:extLst>
            </c:dLbl>
            <c:dLbl>
              <c:idx val="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6-7405-42D2-84DE-F8EA208DA7BA}"/>
                </c:ext>
              </c:extLst>
            </c:dLbl>
            <c:dLbl>
              <c:idx val="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7-7405-42D2-84DE-F8EA208DA7BA}"/>
                </c:ext>
              </c:extLst>
            </c:dLbl>
            <c:dLbl>
              <c:idx val="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8-7405-42D2-84DE-F8EA208DA7BA}"/>
                </c:ext>
              </c:extLst>
            </c:dLbl>
            <c:dLbl>
              <c:idx val="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9-7405-42D2-84DE-F8EA208DA7BA}"/>
                </c:ext>
              </c:extLst>
            </c:dLbl>
            <c:dLbl>
              <c:idx val="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A-7405-42D2-84DE-F8EA208DA7BA}"/>
                </c:ext>
              </c:extLst>
            </c:dLbl>
            <c:dLbl>
              <c:idx val="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B-7405-42D2-84DE-F8EA208DA7BA}"/>
                </c:ext>
              </c:extLst>
            </c:dLbl>
            <c:dLbl>
              <c:idx val="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C-7405-42D2-84DE-F8EA208DA7BA}"/>
                </c:ext>
              </c:extLst>
            </c:dLbl>
            <c:dLbl>
              <c:idx val="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D-7405-42D2-84DE-F8EA208DA7BA}"/>
                </c:ext>
              </c:extLst>
            </c:dLbl>
            <c:dLbl>
              <c:idx val="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E-7405-42D2-84DE-F8EA208DA7BA}"/>
                </c:ext>
              </c:extLst>
            </c:dLbl>
            <c:dLbl>
              <c:idx val="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F-7405-42D2-84DE-F8EA208DA7BA}"/>
                </c:ext>
              </c:extLst>
            </c:dLbl>
            <c:dLbl>
              <c:idx val="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0-7405-42D2-84DE-F8EA208DA7BA}"/>
                </c:ext>
              </c:extLst>
            </c:dLbl>
            <c:dLbl>
              <c:idx val="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1-7405-42D2-84DE-F8EA208DA7BA}"/>
                </c:ext>
              </c:extLst>
            </c:dLbl>
            <c:dLbl>
              <c:idx val="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2-7405-42D2-84DE-F8EA208DA7BA}"/>
                </c:ext>
              </c:extLst>
            </c:dLbl>
            <c:dLbl>
              <c:idx val="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3-7405-42D2-84DE-F8EA208DA7BA}"/>
                </c:ext>
              </c:extLst>
            </c:dLbl>
            <c:dLbl>
              <c:idx val="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4-7405-42D2-84DE-F8EA208DA7BA}"/>
                </c:ext>
              </c:extLst>
            </c:dLbl>
            <c:dLbl>
              <c:idx val="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5-7405-42D2-84DE-F8EA208DA7BA}"/>
                </c:ext>
              </c:extLst>
            </c:dLbl>
            <c:dLbl>
              <c:idx val="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6-7405-42D2-84DE-F8EA208DA7BA}"/>
                </c:ext>
              </c:extLst>
            </c:dLbl>
            <c:dLbl>
              <c:idx val="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7-7405-42D2-84DE-F8EA208DA7BA}"/>
                </c:ext>
              </c:extLst>
            </c:dLbl>
            <c:dLbl>
              <c:idx val="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8-7405-42D2-84DE-F8EA208DA7BA}"/>
                </c:ext>
              </c:extLst>
            </c:dLbl>
            <c:dLbl>
              <c:idx val="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9-7405-42D2-84DE-F8EA208DA7BA}"/>
                </c:ext>
              </c:extLst>
            </c:dLbl>
            <c:dLbl>
              <c:idx val="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A-7405-42D2-84DE-F8EA208DA7BA}"/>
                </c:ext>
              </c:extLst>
            </c:dLbl>
            <c:dLbl>
              <c:idx val="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B-7405-42D2-84DE-F8EA208DA7BA}"/>
                </c:ext>
              </c:extLst>
            </c:dLbl>
            <c:dLbl>
              <c:idx val="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C-7405-42D2-84DE-F8EA208DA7BA}"/>
                </c:ext>
              </c:extLst>
            </c:dLbl>
            <c:dLbl>
              <c:idx val="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D-7405-42D2-84DE-F8EA208DA7BA}"/>
                </c:ext>
              </c:extLst>
            </c:dLbl>
            <c:dLbl>
              <c:idx val="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E-7405-42D2-84DE-F8EA208DA7BA}"/>
                </c:ext>
              </c:extLst>
            </c:dLbl>
            <c:dLbl>
              <c:idx val="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F-7405-42D2-84DE-F8EA208DA7BA}"/>
                </c:ext>
              </c:extLst>
            </c:dLbl>
            <c:dLbl>
              <c:idx val="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0-7405-42D2-84DE-F8EA208DA7BA}"/>
                </c:ext>
              </c:extLst>
            </c:dLbl>
            <c:dLbl>
              <c:idx val="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1-7405-42D2-84DE-F8EA208DA7BA}"/>
                </c:ext>
              </c:extLst>
            </c:dLbl>
            <c:dLbl>
              <c:idx val="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2-7405-42D2-84DE-F8EA208DA7BA}"/>
                </c:ext>
              </c:extLst>
            </c:dLbl>
            <c:dLbl>
              <c:idx val="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3-7405-42D2-84DE-F8EA208DA7BA}"/>
                </c:ext>
              </c:extLst>
            </c:dLbl>
            <c:dLbl>
              <c:idx val="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4-7405-42D2-84DE-F8EA208DA7BA}"/>
                </c:ext>
              </c:extLst>
            </c:dLbl>
            <c:dLbl>
              <c:idx val="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5-7405-42D2-84DE-F8EA208DA7BA}"/>
                </c:ext>
              </c:extLst>
            </c:dLbl>
            <c:dLbl>
              <c:idx val="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6-7405-42D2-84DE-F8EA208DA7BA}"/>
                </c:ext>
              </c:extLst>
            </c:dLbl>
            <c:dLbl>
              <c:idx val="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7-7405-42D2-84DE-F8EA208DA7BA}"/>
                </c:ext>
              </c:extLst>
            </c:dLbl>
            <c:dLbl>
              <c:idx val="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8-7405-42D2-84DE-F8EA208DA7BA}"/>
                </c:ext>
              </c:extLst>
            </c:dLbl>
            <c:dLbl>
              <c:idx val="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9-7405-42D2-84DE-F8EA208DA7BA}"/>
                </c:ext>
              </c:extLst>
            </c:dLbl>
            <c:dLbl>
              <c:idx val="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A-7405-42D2-84DE-F8EA208DA7BA}"/>
                </c:ext>
              </c:extLst>
            </c:dLbl>
            <c:dLbl>
              <c:idx val="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B-7405-42D2-84DE-F8EA208DA7BA}"/>
                </c:ext>
              </c:extLst>
            </c:dLbl>
            <c:dLbl>
              <c:idx val="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C-7405-42D2-84DE-F8EA208DA7BA}"/>
                </c:ext>
              </c:extLst>
            </c:dLbl>
            <c:dLbl>
              <c:idx val="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D-7405-42D2-84DE-F8EA208DA7BA}"/>
                </c:ext>
              </c:extLst>
            </c:dLbl>
            <c:dLbl>
              <c:idx val="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E-7405-42D2-84DE-F8EA208DA7BA}"/>
                </c:ext>
              </c:extLst>
            </c:dLbl>
            <c:dLbl>
              <c:idx val="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F-7405-42D2-84DE-F8EA208DA7BA}"/>
                </c:ext>
              </c:extLst>
            </c:dLbl>
            <c:dLbl>
              <c:idx val="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0-7405-42D2-84DE-F8EA208DA7BA}"/>
                </c:ext>
              </c:extLst>
            </c:dLbl>
            <c:dLbl>
              <c:idx val="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1-7405-42D2-84DE-F8EA208DA7BA}"/>
                </c:ext>
              </c:extLst>
            </c:dLbl>
            <c:dLbl>
              <c:idx val="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2-7405-42D2-84DE-F8EA208DA7BA}"/>
                </c:ext>
              </c:extLst>
            </c:dLbl>
            <c:dLbl>
              <c:idx val="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3-7405-42D2-84DE-F8EA208DA7BA}"/>
                </c:ext>
              </c:extLst>
            </c:dLbl>
            <c:dLbl>
              <c:idx val="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4-7405-42D2-84DE-F8EA208DA7BA}"/>
                </c:ext>
              </c:extLst>
            </c:dLbl>
            <c:dLbl>
              <c:idx val="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5-7405-42D2-84DE-F8EA208DA7BA}"/>
                </c:ext>
              </c:extLst>
            </c:dLbl>
            <c:dLbl>
              <c:idx val="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6-7405-42D2-84DE-F8EA208DA7BA}"/>
                </c:ext>
              </c:extLst>
            </c:dLbl>
            <c:dLbl>
              <c:idx val="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7-7405-42D2-84DE-F8EA208DA7BA}"/>
                </c:ext>
              </c:extLst>
            </c:dLbl>
            <c:dLbl>
              <c:idx val="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8-7405-42D2-84DE-F8EA208DA7BA}"/>
                </c:ext>
              </c:extLst>
            </c:dLbl>
            <c:dLbl>
              <c:idx val="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9-7405-42D2-84DE-F8EA208DA7BA}"/>
                </c:ext>
              </c:extLst>
            </c:dLbl>
            <c:dLbl>
              <c:idx val="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A-7405-42D2-84DE-F8EA208DA7BA}"/>
                </c:ext>
              </c:extLst>
            </c:dLbl>
            <c:dLbl>
              <c:idx val="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B-7405-42D2-84DE-F8EA208DA7BA}"/>
                </c:ext>
              </c:extLst>
            </c:dLbl>
            <c:dLbl>
              <c:idx val="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C-7405-42D2-84DE-F8EA208DA7BA}"/>
                </c:ext>
              </c:extLst>
            </c:dLbl>
            <c:dLbl>
              <c:idx val="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D-7405-42D2-84DE-F8EA208DA7BA}"/>
                </c:ext>
              </c:extLst>
            </c:dLbl>
            <c:dLbl>
              <c:idx val="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E-7405-42D2-84DE-F8EA208DA7BA}"/>
                </c:ext>
              </c:extLst>
            </c:dLbl>
            <c:dLbl>
              <c:idx val="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F-7405-42D2-84DE-F8EA208DA7BA}"/>
                </c:ext>
              </c:extLst>
            </c:dLbl>
            <c:dLbl>
              <c:idx val="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0-7405-42D2-84DE-F8EA208DA7BA}"/>
                </c:ext>
              </c:extLst>
            </c:dLbl>
            <c:dLbl>
              <c:idx val="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1-7405-42D2-84DE-F8EA208DA7BA}"/>
                </c:ext>
              </c:extLst>
            </c:dLbl>
            <c:dLbl>
              <c:idx val="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2-7405-42D2-84DE-F8EA208DA7BA}"/>
                </c:ext>
              </c:extLst>
            </c:dLbl>
            <c:dLbl>
              <c:idx val="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3-7405-42D2-84DE-F8EA208DA7BA}"/>
                </c:ext>
              </c:extLst>
            </c:dLbl>
            <c:dLbl>
              <c:idx val="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4-7405-42D2-84DE-F8EA208DA7BA}"/>
                </c:ext>
              </c:extLst>
            </c:dLbl>
            <c:dLbl>
              <c:idx val="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5-7405-42D2-84DE-F8EA208DA7BA}"/>
                </c:ext>
              </c:extLst>
            </c:dLbl>
            <c:dLbl>
              <c:idx val="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6-7405-42D2-84DE-F8EA208DA7BA}"/>
                </c:ext>
              </c:extLst>
            </c:dLbl>
            <c:dLbl>
              <c:idx val="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7-7405-42D2-84DE-F8EA208DA7BA}"/>
                </c:ext>
              </c:extLst>
            </c:dLbl>
            <c:dLbl>
              <c:idx val="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8-7405-42D2-84DE-F8EA208DA7BA}"/>
                </c:ext>
              </c:extLst>
            </c:dLbl>
            <c:dLbl>
              <c:idx val="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9-7405-42D2-84DE-F8EA208DA7BA}"/>
                </c:ext>
              </c:extLst>
            </c:dLbl>
            <c:dLbl>
              <c:idx val="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A-7405-42D2-84DE-F8EA208DA7BA}"/>
                </c:ext>
              </c:extLst>
            </c:dLbl>
            <c:dLbl>
              <c:idx val="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B-7405-42D2-84DE-F8EA208DA7BA}"/>
                </c:ext>
              </c:extLst>
            </c:dLbl>
            <c:dLbl>
              <c:idx val="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C-7405-42D2-84DE-F8EA208DA7BA}"/>
                </c:ext>
              </c:extLst>
            </c:dLbl>
            <c:dLbl>
              <c:idx val="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D-7405-42D2-84DE-F8EA208DA7BA}"/>
                </c:ext>
              </c:extLst>
            </c:dLbl>
            <c:dLbl>
              <c:idx val="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E-7405-42D2-84DE-F8EA208DA7BA}"/>
                </c:ext>
              </c:extLst>
            </c:dLbl>
            <c:dLbl>
              <c:idx val="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F-7405-42D2-84DE-F8EA208DA7BA}"/>
                </c:ext>
              </c:extLst>
            </c:dLbl>
            <c:dLbl>
              <c:idx val="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0-7405-42D2-84DE-F8EA208DA7BA}"/>
                </c:ext>
              </c:extLst>
            </c:dLbl>
            <c:dLbl>
              <c:idx val="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1-7405-42D2-84DE-F8EA208DA7BA}"/>
                </c:ext>
              </c:extLst>
            </c:dLbl>
            <c:dLbl>
              <c:idx val="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2-7405-42D2-84DE-F8EA208DA7BA}"/>
                </c:ext>
              </c:extLst>
            </c:dLbl>
            <c:dLbl>
              <c:idx val="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3-7405-42D2-84DE-F8EA208DA7BA}"/>
                </c:ext>
              </c:extLst>
            </c:dLbl>
            <c:dLbl>
              <c:idx val="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4-7405-42D2-84DE-F8EA208DA7BA}"/>
                </c:ext>
              </c:extLst>
            </c:dLbl>
            <c:dLbl>
              <c:idx val="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5-7405-42D2-84DE-F8EA208DA7BA}"/>
                </c:ext>
              </c:extLst>
            </c:dLbl>
            <c:dLbl>
              <c:idx val="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6-7405-42D2-84DE-F8EA208DA7BA}"/>
                </c:ext>
              </c:extLst>
            </c:dLbl>
            <c:dLbl>
              <c:idx val="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7-7405-42D2-84DE-F8EA208DA7BA}"/>
                </c:ext>
              </c:extLst>
            </c:dLbl>
            <c:dLbl>
              <c:idx val="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8-7405-42D2-84DE-F8EA208DA7BA}"/>
                </c:ext>
              </c:extLst>
            </c:dLbl>
            <c:dLbl>
              <c:idx val="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9-7405-42D2-84DE-F8EA208DA7BA}"/>
                </c:ext>
              </c:extLst>
            </c:dLbl>
            <c:dLbl>
              <c:idx val="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A-7405-42D2-84DE-F8EA208DA7BA}"/>
                </c:ext>
              </c:extLst>
            </c:dLbl>
            <c:dLbl>
              <c:idx val="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B-7405-42D2-84DE-F8EA208DA7BA}"/>
                </c:ext>
              </c:extLst>
            </c:dLbl>
            <c:dLbl>
              <c:idx val="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C-7405-42D2-84DE-F8EA208DA7BA}"/>
                </c:ext>
              </c:extLst>
            </c:dLbl>
            <c:dLbl>
              <c:idx val="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D-7405-42D2-84DE-F8EA208DA7BA}"/>
                </c:ext>
              </c:extLst>
            </c:dLbl>
            <c:dLbl>
              <c:idx val="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E-7405-42D2-84DE-F8EA208DA7BA}"/>
                </c:ext>
              </c:extLst>
            </c:dLbl>
            <c:dLbl>
              <c:idx val="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F-7405-42D2-84DE-F8EA208DA7BA}"/>
                </c:ext>
              </c:extLst>
            </c:dLbl>
            <c:dLbl>
              <c:idx val="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0-7405-42D2-84DE-F8EA208DA7BA}"/>
                </c:ext>
              </c:extLst>
            </c:dLbl>
            <c:dLbl>
              <c:idx val="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1-7405-42D2-84DE-F8EA208DA7BA}"/>
                </c:ext>
              </c:extLst>
            </c:dLbl>
            <c:dLbl>
              <c:idx val="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2-7405-42D2-84DE-F8EA208DA7BA}"/>
                </c:ext>
              </c:extLst>
            </c:dLbl>
            <c:dLbl>
              <c:idx val="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3-7405-42D2-84DE-F8EA208DA7BA}"/>
                </c:ext>
              </c:extLst>
            </c:dLbl>
            <c:dLbl>
              <c:idx val="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4-7405-42D2-84DE-F8EA208DA7BA}"/>
                </c:ext>
              </c:extLst>
            </c:dLbl>
            <c:dLbl>
              <c:idx val="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5-7405-42D2-84DE-F8EA208DA7BA}"/>
                </c:ext>
              </c:extLst>
            </c:dLbl>
            <c:dLbl>
              <c:idx val="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6-7405-42D2-84DE-F8EA208DA7BA}"/>
                </c:ext>
              </c:extLst>
            </c:dLbl>
            <c:dLbl>
              <c:idx val="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7-7405-42D2-84DE-F8EA208DA7BA}"/>
                </c:ext>
              </c:extLst>
            </c:dLbl>
            <c:dLbl>
              <c:idx val="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8-7405-42D2-84DE-F8EA208DA7BA}"/>
                </c:ext>
              </c:extLst>
            </c:dLbl>
            <c:dLbl>
              <c:idx val="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9-7405-42D2-84DE-F8EA208DA7BA}"/>
                </c:ext>
              </c:extLst>
            </c:dLbl>
            <c:dLbl>
              <c:idx val="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A-7405-42D2-84DE-F8EA208DA7BA}"/>
                </c:ext>
              </c:extLst>
            </c:dLbl>
            <c:dLbl>
              <c:idx val="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B-7405-42D2-84DE-F8EA208DA7BA}"/>
                </c:ext>
              </c:extLst>
            </c:dLbl>
            <c:dLbl>
              <c:idx val="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C-7405-42D2-84DE-F8EA208DA7BA}"/>
                </c:ext>
              </c:extLst>
            </c:dLbl>
            <c:dLbl>
              <c:idx val="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D-7405-42D2-84DE-F8EA208DA7BA}"/>
                </c:ext>
              </c:extLst>
            </c:dLbl>
            <c:dLbl>
              <c:idx val="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E-7405-42D2-84DE-F8EA208DA7BA}"/>
                </c:ext>
              </c:extLst>
            </c:dLbl>
            <c:dLbl>
              <c:idx val="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F-7405-42D2-84DE-F8EA208DA7BA}"/>
                </c:ext>
              </c:extLst>
            </c:dLbl>
            <c:dLbl>
              <c:idx val="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0-7405-42D2-84DE-F8EA208DA7BA}"/>
                </c:ext>
              </c:extLst>
            </c:dLbl>
            <c:dLbl>
              <c:idx val="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1-7405-42D2-84DE-F8EA208DA7BA}"/>
                </c:ext>
              </c:extLst>
            </c:dLbl>
            <c:dLbl>
              <c:idx val="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2-7405-42D2-84DE-F8EA208DA7BA}"/>
                </c:ext>
              </c:extLst>
            </c:dLbl>
            <c:dLbl>
              <c:idx val="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3-7405-42D2-84DE-F8EA208DA7BA}"/>
                </c:ext>
              </c:extLst>
            </c:dLbl>
            <c:dLbl>
              <c:idx val="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4-7405-42D2-84DE-F8EA208DA7BA}"/>
                </c:ext>
              </c:extLst>
            </c:dLbl>
            <c:dLbl>
              <c:idx val="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5-7405-42D2-84DE-F8EA208DA7BA}"/>
                </c:ext>
              </c:extLst>
            </c:dLbl>
            <c:dLbl>
              <c:idx val="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6-7405-42D2-84DE-F8EA208DA7BA}"/>
                </c:ext>
              </c:extLst>
            </c:dLbl>
            <c:dLbl>
              <c:idx val="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7-7405-42D2-84DE-F8EA208DA7BA}"/>
                </c:ext>
              </c:extLst>
            </c:dLbl>
            <c:dLbl>
              <c:idx val="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8-7405-42D2-84DE-F8EA208DA7BA}"/>
                </c:ext>
              </c:extLst>
            </c:dLbl>
            <c:dLbl>
              <c:idx val="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9-7405-42D2-84DE-F8EA208DA7BA}"/>
                </c:ext>
              </c:extLst>
            </c:dLbl>
            <c:dLbl>
              <c:idx val="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A-7405-42D2-84DE-F8EA208DA7BA}"/>
                </c:ext>
              </c:extLst>
            </c:dLbl>
            <c:dLbl>
              <c:idx val="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B-7405-42D2-84DE-F8EA208DA7BA}"/>
                </c:ext>
              </c:extLst>
            </c:dLbl>
            <c:dLbl>
              <c:idx val="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C-7405-42D2-84DE-F8EA208DA7BA}"/>
                </c:ext>
              </c:extLst>
            </c:dLbl>
            <c:dLbl>
              <c:idx val="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D-7405-42D2-84DE-F8EA208DA7BA}"/>
                </c:ext>
              </c:extLst>
            </c:dLbl>
            <c:dLbl>
              <c:idx val="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E-7405-42D2-84DE-F8EA208DA7BA}"/>
                </c:ext>
              </c:extLst>
            </c:dLbl>
            <c:dLbl>
              <c:idx val="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F-7405-42D2-84DE-F8EA208DA7BA}"/>
                </c:ext>
              </c:extLst>
            </c:dLbl>
            <c:dLbl>
              <c:idx val="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0-7405-42D2-84DE-F8EA208DA7BA}"/>
                </c:ext>
              </c:extLst>
            </c:dLbl>
            <c:dLbl>
              <c:idx val="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1-7405-42D2-84DE-F8EA208DA7BA}"/>
                </c:ext>
              </c:extLst>
            </c:dLbl>
            <c:dLbl>
              <c:idx val="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2-7405-42D2-84DE-F8EA208DA7BA}"/>
                </c:ext>
              </c:extLst>
            </c:dLbl>
            <c:dLbl>
              <c:idx val="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3-7405-42D2-84DE-F8EA208DA7BA}"/>
                </c:ext>
              </c:extLst>
            </c:dLbl>
            <c:dLbl>
              <c:idx val="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4-7405-42D2-84DE-F8EA208DA7BA}"/>
                </c:ext>
              </c:extLst>
            </c:dLbl>
            <c:dLbl>
              <c:idx val="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5-7405-42D2-84DE-F8EA208DA7BA}"/>
                </c:ext>
              </c:extLst>
            </c:dLbl>
            <c:dLbl>
              <c:idx val="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6-7405-42D2-84DE-F8EA208DA7BA}"/>
                </c:ext>
              </c:extLst>
            </c:dLbl>
            <c:dLbl>
              <c:idx val="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7-7405-42D2-84DE-F8EA208DA7BA}"/>
                </c:ext>
              </c:extLst>
            </c:dLbl>
            <c:dLbl>
              <c:idx val="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8-7405-42D2-84DE-F8EA208DA7BA}"/>
                </c:ext>
              </c:extLst>
            </c:dLbl>
            <c:dLbl>
              <c:idx val="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9-7405-42D2-84DE-F8EA208DA7BA}"/>
                </c:ext>
              </c:extLst>
            </c:dLbl>
            <c:dLbl>
              <c:idx val="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A-7405-42D2-84DE-F8EA208DA7BA}"/>
                </c:ext>
              </c:extLst>
            </c:dLbl>
            <c:dLbl>
              <c:idx val="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B-7405-42D2-84DE-F8EA208DA7BA}"/>
                </c:ext>
              </c:extLst>
            </c:dLbl>
            <c:dLbl>
              <c:idx val="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C-7405-42D2-84DE-F8EA208DA7BA}"/>
                </c:ext>
              </c:extLst>
            </c:dLbl>
            <c:dLbl>
              <c:idx val="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D-7405-42D2-84DE-F8EA208DA7BA}"/>
                </c:ext>
              </c:extLst>
            </c:dLbl>
            <c:dLbl>
              <c:idx val="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E-7405-42D2-84DE-F8EA208DA7BA}"/>
                </c:ext>
              </c:extLst>
            </c:dLbl>
            <c:dLbl>
              <c:idx val="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F-7405-42D2-84DE-F8EA208DA7BA}"/>
                </c:ext>
              </c:extLst>
            </c:dLbl>
            <c:dLbl>
              <c:idx val="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0-7405-42D2-84DE-F8EA208DA7BA}"/>
                </c:ext>
              </c:extLst>
            </c:dLbl>
            <c:dLbl>
              <c:idx val="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1-7405-42D2-84DE-F8EA208DA7BA}"/>
                </c:ext>
              </c:extLst>
            </c:dLbl>
            <c:dLbl>
              <c:idx val="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2-7405-42D2-84DE-F8EA208DA7BA}"/>
                </c:ext>
              </c:extLst>
            </c:dLbl>
            <c:dLbl>
              <c:idx val="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3-7405-42D2-84DE-F8EA208DA7BA}"/>
                </c:ext>
              </c:extLst>
            </c:dLbl>
            <c:dLbl>
              <c:idx val="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4-7405-42D2-84DE-F8EA208DA7BA}"/>
                </c:ext>
              </c:extLst>
            </c:dLbl>
            <c:dLbl>
              <c:idx val="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5-7405-42D2-84DE-F8EA208DA7BA}"/>
                </c:ext>
              </c:extLst>
            </c:dLbl>
            <c:dLbl>
              <c:idx val="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6-7405-42D2-84DE-F8EA208DA7BA}"/>
                </c:ext>
              </c:extLst>
            </c:dLbl>
            <c:dLbl>
              <c:idx val="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7-7405-42D2-84DE-F8EA208DA7BA}"/>
                </c:ext>
              </c:extLst>
            </c:dLbl>
            <c:dLbl>
              <c:idx val="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8-7405-42D2-84DE-F8EA208DA7BA}"/>
                </c:ext>
              </c:extLst>
            </c:dLbl>
            <c:dLbl>
              <c:idx val="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9-7405-42D2-84DE-F8EA208DA7BA}"/>
                </c:ext>
              </c:extLst>
            </c:dLbl>
            <c:dLbl>
              <c:idx val="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A-7405-42D2-84DE-F8EA208DA7BA}"/>
                </c:ext>
              </c:extLst>
            </c:dLbl>
            <c:dLbl>
              <c:idx val="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B-7405-42D2-84DE-F8EA208DA7BA}"/>
                </c:ext>
              </c:extLst>
            </c:dLbl>
            <c:dLbl>
              <c:idx val="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C-7405-42D2-84DE-F8EA208DA7BA}"/>
                </c:ext>
              </c:extLst>
            </c:dLbl>
            <c:dLbl>
              <c:idx val="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D-7405-42D2-84DE-F8EA208DA7BA}"/>
                </c:ext>
              </c:extLst>
            </c:dLbl>
            <c:dLbl>
              <c:idx val="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E-7405-42D2-84DE-F8EA208DA7BA}"/>
                </c:ext>
              </c:extLst>
            </c:dLbl>
            <c:dLbl>
              <c:idx val="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F-7405-42D2-84DE-F8EA208DA7BA}"/>
                </c:ext>
              </c:extLst>
            </c:dLbl>
            <c:dLbl>
              <c:idx val="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0-7405-42D2-84DE-F8EA208DA7BA}"/>
                </c:ext>
              </c:extLst>
            </c:dLbl>
            <c:dLbl>
              <c:idx val="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1-7405-42D2-84DE-F8EA208DA7BA}"/>
                </c:ext>
              </c:extLst>
            </c:dLbl>
            <c:dLbl>
              <c:idx val="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2-7405-42D2-84DE-F8EA208DA7BA}"/>
                </c:ext>
              </c:extLst>
            </c:dLbl>
            <c:dLbl>
              <c:idx val="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3-7405-42D2-84DE-F8EA208DA7BA}"/>
                </c:ext>
              </c:extLst>
            </c:dLbl>
            <c:dLbl>
              <c:idx val="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4-7405-42D2-84DE-F8EA208DA7BA}"/>
                </c:ext>
              </c:extLst>
            </c:dLbl>
            <c:dLbl>
              <c:idx val="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5-7405-42D2-84DE-F8EA208DA7BA}"/>
                </c:ext>
              </c:extLst>
            </c:dLbl>
            <c:dLbl>
              <c:idx val="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6-7405-42D2-84DE-F8EA208DA7BA}"/>
                </c:ext>
              </c:extLst>
            </c:dLbl>
            <c:dLbl>
              <c:idx val="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7-7405-42D2-84DE-F8EA208DA7BA}"/>
                </c:ext>
              </c:extLst>
            </c:dLbl>
            <c:dLbl>
              <c:idx val="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8-7405-42D2-84DE-F8EA208DA7BA}"/>
                </c:ext>
              </c:extLst>
            </c:dLbl>
            <c:dLbl>
              <c:idx val="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9-7405-42D2-84DE-F8EA208DA7BA}"/>
                </c:ext>
              </c:extLst>
            </c:dLbl>
            <c:dLbl>
              <c:idx val="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A-7405-42D2-84DE-F8EA208DA7BA}"/>
                </c:ext>
              </c:extLst>
            </c:dLbl>
            <c:dLbl>
              <c:idx val="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B-7405-42D2-84DE-F8EA208DA7BA}"/>
                </c:ext>
              </c:extLst>
            </c:dLbl>
            <c:dLbl>
              <c:idx val="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C-7405-42D2-84DE-F8EA208DA7BA}"/>
                </c:ext>
              </c:extLst>
            </c:dLbl>
            <c:dLbl>
              <c:idx val="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D-7405-42D2-84DE-F8EA208DA7BA}"/>
                </c:ext>
              </c:extLst>
            </c:dLbl>
            <c:dLbl>
              <c:idx val="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E-7405-42D2-84DE-F8EA208DA7BA}"/>
                </c:ext>
              </c:extLst>
            </c:dLbl>
            <c:dLbl>
              <c:idx val="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F-7405-42D2-84DE-F8EA208DA7BA}"/>
                </c:ext>
              </c:extLst>
            </c:dLbl>
            <c:dLbl>
              <c:idx val="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0-7405-42D2-84DE-F8EA208DA7BA}"/>
                </c:ext>
              </c:extLst>
            </c:dLbl>
            <c:dLbl>
              <c:idx val="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1-7405-42D2-84DE-F8EA208DA7BA}"/>
                </c:ext>
              </c:extLst>
            </c:dLbl>
            <c:dLbl>
              <c:idx val="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2-7405-42D2-84DE-F8EA208DA7BA}"/>
                </c:ext>
              </c:extLst>
            </c:dLbl>
            <c:dLbl>
              <c:idx val="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3-7405-42D2-84DE-F8EA208DA7BA}"/>
                </c:ext>
              </c:extLst>
            </c:dLbl>
            <c:dLbl>
              <c:idx val="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4-7405-42D2-84DE-F8EA208DA7BA}"/>
                </c:ext>
              </c:extLst>
            </c:dLbl>
            <c:dLbl>
              <c:idx val="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5-7405-42D2-84DE-F8EA208DA7BA}"/>
                </c:ext>
              </c:extLst>
            </c:dLbl>
            <c:dLbl>
              <c:idx val="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6-7405-42D2-84DE-F8EA208DA7BA}"/>
                </c:ext>
              </c:extLst>
            </c:dLbl>
            <c:dLbl>
              <c:idx val="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7-7405-42D2-84DE-F8EA208DA7BA}"/>
                </c:ext>
              </c:extLst>
            </c:dLbl>
            <c:dLbl>
              <c:idx val="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8-7405-42D2-84DE-F8EA208DA7BA}"/>
                </c:ext>
              </c:extLst>
            </c:dLbl>
            <c:dLbl>
              <c:idx val="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9-7405-42D2-84DE-F8EA208DA7BA}"/>
                </c:ext>
              </c:extLst>
            </c:dLbl>
            <c:dLbl>
              <c:idx val="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A-7405-42D2-84DE-F8EA208DA7BA}"/>
                </c:ext>
              </c:extLst>
            </c:dLbl>
            <c:dLbl>
              <c:idx val="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B-7405-42D2-84DE-F8EA208DA7BA}"/>
                </c:ext>
              </c:extLst>
            </c:dLbl>
            <c:dLbl>
              <c:idx val="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C-7405-42D2-84DE-F8EA208DA7BA}"/>
                </c:ext>
              </c:extLst>
            </c:dLbl>
            <c:dLbl>
              <c:idx val="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D-7405-42D2-84DE-F8EA208DA7BA}"/>
                </c:ext>
              </c:extLst>
            </c:dLbl>
            <c:dLbl>
              <c:idx val="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E-7405-42D2-84DE-F8EA208DA7BA}"/>
                </c:ext>
              </c:extLst>
            </c:dLbl>
            <c:dLbl>
              <c:idx val="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F-7405-42D2-84DE-F8EA208DA7BA}"/>
                </c:ext>
              </c:extLst>
            </c:dLbl>
            <c:dLbl>
              <c:idx val="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0-7405-42D2-84DE-F8EA208DA7BA}"/>
                </c:ext>
              </c:extLst>
            </c:dLbl>
            <c:dLbl>
              <c:idx val="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1-7405-42D2-84DE-F8EA208DA7BA}"/>
                </c:ext>
              </c:extLst>
            </c:dLbl>
            <c:dLbl>
              <c:idx val="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2-7405-42D2-84DE-F8EA208DA7BA}"/>
                </c:ext>
              </c:extLst>
            </c:dLbl>
            <c:dLbl>
              <c:idx val="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3-7405-42D2-84DE-F8EA208DA7BA}"/>
                </c:ext>
              </c:extLst>
            </c:dLbl>
            <c:dLbl>
              <c:idx val="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4-7405-42D2-84DE-F8EA208DA7BA}"/>
                </c:ext>
              </c:extLst>
            </c:dLbl>
            <c:dLbl>
              <c:idx val="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5-7405-42D2-84DE-F8EA208DA7BA}"/>
                </c:ext>
              </c:extLst>
            </c:dLbl>
            <c:dLbl>
              <c:idx val="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6-7405-42D2-84DE-F8EA208DA7BA}"/>
                </c:ext>
              </c:extLst>
            </c:dLbl>
            <c:dLbl>
              <c:idx val="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7-7405-42D2-84DE-F8EA208DA7BA}"/>
                </c:ext>
              </c:extLst>
            </c:dLbl>
            <c:dLbl>
              <c:idx val="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8-7405-42D2-84DE-F8EA208DA7BA}"/>
                </c:ext>
              </c:extLst>
            </c:dLbl>
            <c:dLbl>
              <c:idx val="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9-7405-42D2-84DE-F8EA208DA7BA}"/>
                </c:ext>
              </c:extLst>
            </c:dLbl>
            <c:dLbl>
              <c:idx val="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A-7405-42D2-84DE-F8EA208DA7BA}"/>
                </c:ext>
              </c:extLst>
            </c:dLbl>
            <c:dLbl>
              <c:idx val="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B-7405-42D2-84DE-F8EA208DA7BA}"/>
                </c:ext>
              </c:extLst>
            </c:dLbl>
            <c:dLbl>
              <c:idx val="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C-7405-42D2-84DE-F8EA208DA7BA}"/>
                </c:ext>
              </c:extLst>
            </c:dLbl>
            <c:dLbl>
              <c:idx val="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D-7405-42D2-84DE-F8EA208DA7BA}"/>
                </c:ext>
              </c:extLst>
            </c:dLbl>
            <c:dLbl>
              <c:idx val="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E-7405-42D2-84DE-F8EA208DA7BA}"/>
                </c:ext>
              </c:extLst>
            </c:dLbl>
            <c:dLbl>
              <c:idx val="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F-7405-42D2-84DE-F8EA208DA7BA}"/>
                </c:ext>
              </c:extLst>
            </c:dLbl>
            <c:dLbl>
              <c:idx val="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0-7405-42D2-84DE-F8EA208DA7BA}"/>
                </c:ext>
              </c:extLst>
            </c:dLbl>
            <c:dLbl>
              <c:idx val="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1-7405-42D2-84DE-F8EA208DA7BA}"/>
                </c:ext>
              </c:extLst>
            </c:dLbl>
            <c:dLbl>
              <c:idx val="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2-7405-42D2-84DE-F8EA208DA7BA}"/>
                </c:ext>
              </c:extLst>
            </c:dLbl>
            <c:dLbl>
              <c:idx val="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3-7405-42D2-84DE-F8EA208DA7BA}"/>
                </c:ext>
              </c:extLst>
            </c:dLbl>
            <c:dLbl>
              <c:idx val="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4-7405-42D2-84DE-F8EA208DA7BA}"/>
                </c:ext>
              </c:extLst>
            </c:dLbl>
            <c:dLbl>
              <c:idx val="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5-7405-42D2-84DE-F8EA208DA7BA}"/>
                </c:ext>
              </c:extLst>
            </c:dLbl>
            <c:dLbl>
              <c:idx val="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6-7405-42D2-84DE-F8EA208DA7BA}"/>
                </c:ext>
              </c:extLst>
            </c:dLbl>
            <c:dLbl>
              <c:idx val="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7-7405-42D2-84DE-F8EA208DA7BA}"/>
                </c:ext>
              </c:extLst>
            </c:dLbl>
            <c:dLbl>
              <c:idx val="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8-7405-42D2-84DE-F8EA208DA7BA}"/>
                </c:ext>
              </c:extLst>
            </c:dLbl>
            <c:dLbl>
              <c:idx val="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9-7405-42D2-84DE-F8EA208DA7BA}"/>
                </c:ext>
              </c:extLst>
            </c:dLbl>
            <c:dLbl>
              <c:idx val="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A-7405-42D2-84DE-F8EA208DA7BA}"/>
                </c:ext>
              </c:extLst>
            </c:dLbl>
            <c:dLbl>
              <c:idx val="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B-7405-42D2-84DE-F8EA208DA7BA}"/>
                </c:ext>
              </c:extLst>
            </c:dLbl>
            <c:dLbl>
              <c:idx val="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C-7405-42D2-84DE-F8EA208DA7BA}"/>
                </c:ext>
              </c:extLst>
            </c:dLbl>
            <c:dLbl>
              <c:idx val="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D-7405-42D2-84DE-F8EA208DA7BA}"/>
                </c:ext>
              </c:extLst>
            </c:dLbl>
            <c:dLbl>
              <c:idx val="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E-7405-42D2-84DE-F8EA208DA7BA}"/>
                </c:ext>
              </c:extLst>
            </c:dLbl>
            <c:dLbl>
              <c:idx val="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F-7405-42D2-84DE-F8EA208DA7BA}"/>
                </c:ext>
              </c:extLst>
            </c:dLbl>
            <c:dLbl>
              <c:idx val="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0-7405-42D2-84DE-F8EA208DA7BA}"/>
                </c:ext>
              </c:extLst>
            </c:dLbl>
            <c:dLbl>
              <c:idx val="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1-7405-42D2-84DE-F8EA208DA7BA}"/>
                </c:ext>
              </c:extLst>
            </c:dLbl>
            <c:dLbl>
              <c:idx val="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2-7405-42D2-84DE-F8EA208DA7BA}"/>
                </c:ext>
              </c:extLst>
            </c:dLbl>
            <c:dLbl>
              <c:idx val="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3-7405-42D2-84DE-F8EA208DA7BA}"/>
                </c:ext>
              </c:extLst>
            </c:dLbl>
            <c:dLbl>
              <c:idx val="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4-7405-42D2-84DE-F8EA208DA7BA}"/>
                </c:ext>
              </c:extLst>
            </c:dLbl>
            <c:dLbl>
              <c:idx val="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5-7405-42D2-84DE-F8EA208DA7BA}"/>
                </c:ext>
              </c:extLst>
            </c:dLbl>
            <c:dLbl>
              <c:idx val="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6-7405-42D2-84DE-F8EA208DA7BA}"/>
                </c:ext>
              </c:extLst>
            </c:dLbl>
            <c:dLbl>
              <c:idx val="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7-7405-42D2-84DE-F8EA208DA7BA}"/>
                </c:ext>
              </c:extLst>
            </c:dLbl>
            <c:dLbl>
              <c:idx val="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8-7405-42D2-84DE-F8EA208DA7BA}"/>
                </c:ext>
              </c:extLst>
            </c:dLbl>
            <c:dLbl>
              <c:idx val="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9-7405-42D2-84DE-F8EA208DA7BA}"/>
                </c:ext>
              </c:extLst>
            </c:dLbl>
            <c:dLbl>
              <c:idx val="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A-7405-42D2-84DE-F8EA208DA7BA}"/>
                </c:ext>
              </c:extLst>
            </c:dLbl>
            <c:dLbl>
              <c:idx val="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B-7405-42D2-84DE-F8EA208DA7BA}"/>
                </c:ext>
              </c:extLst>
            </c:dLbl>
            <c:dLbl>
              <c:idx val="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C-7405-42D2-84DE-F8EA208DA7BA}"/>
                </c:ext>
              </c:extLst>
            </c:dLbl>
            <c:dLbl>
              <c:idx val="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D-7405-42D2-84DE-F8EA208DA7BA}"/>
                </c:ext>
              </c:extLst>
            </c:dLbl>
            <c:dLbl>
              <c:idx val="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E-7405-42D2-84DE-F8EA208DA7BA}"/>
                </c:ext>
              </c:extLst>
            </c:dLbl>
            <c:dLbl>
              <c:idx val="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F-7405-42D2-84DE-F8EA208DA7BA}"/>
                </c:ext>
              </c:extLst>
            </c:dLbl>
            <c:dLbl>
              <c:idx val="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0-7405-42D2-84DE-F8EA208DA7BA}"/>
                </c:ext>
              </c:extLst>
            </c:dLbl>
            <c:dLbl>
              <c:idx val="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1-7405-42D2-84DE-F8EA208DA7BA}"/>
                </c:ext>
              </c:extLst>
            </c:dLbl>
            <c:dLbl>
              <c:idx val="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2-7405-42D2-84DE-F8EA208DA7BA}"/>
                </c:ext>
              </c:extLst>
            </c:dLbl>
            <c:dLbl>
              <c:idx val="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3-7405-42D2-84DE-F8EA208DA7BA}"/>
                </c:ext>
              </c:extLst>
            </c:dLbl>
            <c:dLbl>
              <c:idx val="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4-7405-42D2-84DE-F8EA208DA7BA}"/>
                </c:ext>
              </c:extLst>
            </c:dLbl>
            <c:dLbl>
              <c:idx val="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5-7405-42D2-84DE-F8EA208DA7BA}"/>
                </c:ext>
              </c:extLst>
            </c:dLbl>
            <c:dLbl>
              <c:idx val="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6-7405-42D2-84DE-F8EA208DA7BA}"/>
                </c:ext>
              </c:extLst>
            </c:dLbl>
            <c:dLbl>
              <c:idx val="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7-7405-42D2-84DE-F8EA208DA7BA}"/>
                </c:ext>
              </c:extLst>
            </c:dLbl>
            <c:dLbl>
              <c:idx val="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8-7405-42D2-84DE-F8EA208DA7BA}"/>
                </c:ext>
              </c:extLst>
            </c:dLbl>
            <c:dLbl>
              <c:idx val="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9-7405-42D2-84DE-F8EA208DA7BA}"/>
                </c:ext>
              </c:extLst>
            </c:dLbl>
            <c:dLbl>
              <c:idx val="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A-7405-42D2-84DE-F8EA208DA7BA}"/>
                </c:ext>
              </c:extLst>
            </c:dLbl>
            <c:dLbl>
              <c:idx val="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B-7405-42D2-84DE-F8EA208DA7BA}"/>
                </c:ext>
              </c:extLst>
            </c:dLbl>
            <c:dLbl>
              <c:idx val="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C-7405-42D2-84DE-F8EA208DA7BA}"/>
                </c:ext>
              </c:extLst>
            </c:dLbl>
            <c:dLbl>
              <c:idx val="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D-7405-42D2-84DE-F8EA208DA7BA}"/>
                </c:ext>
              </c:extLst>
            </c:dLbl>
            <c:dLbl>
              <c:idx val="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E-7405-42D2-84DE-F8EA208DA7BA}"/>
                </c:ext>
              </c:extLst>
            </c:dLbl>
            <c:dLbl>
              <c:idx val="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F-7405-42D2-84DE-F8EA208DA7BA}"/>
                </c:ext>
              </c:extLst>
            </c:dLbl>
            <c:dLbl>
              <c:idx val="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0-7405-42D2-84DE-F8EA208DA7BA}"/>
                </c:ext>
              </c:extLst>
            </c:dLbl>
            <c:dLbl>
              <c:idx val="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1-7405-42D2-84DE-F8EA208DA7BA}"/>
                </c:ext>
              </c:extLst>
            </c:dLbl>
            <c:dLbl>
              <c:idx val="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2-7405-42D2-84DE-F8EA208DA7BA}"/>
                </c:ext>
              </c:extLst>
            </c:dLbl>
            <c:dLbl>
              <c:idx val="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3-7405-42D2-84DE-F8EA208DA7BA}"/>
                </c:ext>
              </c:extLst>
            </c:dLbl>
            <c:dLbl>
              <c:idx val="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4-7405-42D2-84DE-F8EA208DA7BA}"/>
                </c:ext>
              </c:extLst>
            </c:dLbl>
            <c:dLbl>
              <c:idx val="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5-7405-42D2-84DE-F8EA208DA7BA}"/>
                </c:ext>
              </c:extLst>
            </c:dLbl>
            <c:dLbl>
              <c:idx val="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6-7405-42D2-84DE-F8EA208DA7BA}"/>
                </c:ext>
              </c:extLst>
            </c:dLbl>
            <c:dLbl>
              <c:idx val="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7-7405-42D2-84DE-F8EA208DA7BA}"/>
                </c:ext>
              </c:extLst>
            </c:dLbl>
            <c:dLbl>
              <c:idx val="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8-7405-42D2-84DE-F8EA208DA7BA}"/>
                </c:ext>
              </c:extLst>
            </c:dLbl>
            <c:dLbl>
              <c:idx val="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9-7405-42D2-84DE-F8EA208DA7BA}"/>
                </c:ext>
              </c:extLst>
            </c:dLbl>
            <c:dLbl>
              <c:idx val="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A-7405-42D2-84DE-F8EA208DA7BA}"/>
                </c:ext>
              </c:extLst>
            </c:dLbl>
            <c:dLbl>
              <c:idx val="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B-7405-42D2-84DE-F8EA208DA7BA}"/>
                </c:ext>
              </c:extLst>
            </c:dLbl>
            <c:dLbl>
              <c:idx val="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C-7405-42D2-84DE-F8EA208DA7BA}"/>
                </c:ext>
              </c:extLst>
            </c:dLbl>
            <c:dLbl>
              <c:idx val="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D-7405-42D2-84DE-F8EA208DA7BA}"/>
                </c:ext>
              </c:extLst>
            </c:dLbl>
            <c:dLbl>
              <c:idx val="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E-7405-42D2-84DE-F8EA208DA7BA}"/>
                </c:ext>
              </c:extLst>
            </c:dLbl>
            <c:dLbl>
              <c:idx val="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F-7405-42D2-84DE-F8EA208DA7BA}"/>
                </c:ext>
              </c:extLst>
            </c:dLbl>
            <c:dLbl>
              <c:idx val="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0-7405-42D2-84DE-F8EA208DA7BA}"/>
                </c:ext>
              </c:extLst>
            </c:dLbl>
            <c:dLbl>
              <c:idx val="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1-7405-42D2-84DE-F8EA208DA7BA}"/>
                </c:ext>
              </c:extLst>
            </c:dLbl>
            <c:dLbl>
              <c:idx val="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2-7405-42D2-84DE-F8EA208DA7BA}"/>
                </c:ext>
              </c:extLst>
            </c:dLbl>
            <c:dLbl>
              <c:idx val="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3-7405-42D2-84DE-F8EA208DA7BA}"/>
                </c:ext>
              </c:extLst>
            </c:dLbl>
            <c:dLbl>
              <c:idx val="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4-7405-42D2-84DE-F8EA208DA7BA}"/>
                </c:ext>
              </c:extLst>
            </c:dLbl>
            <c:dLbl>
              <c:idx val="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5-7405-42D2-84DE-F8EA208DA7BA}"/>
                </c:ext>
              </c:extLst>
            </c:dLbl>
            <c:dLbl>
              <c:idx val="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6-7405-42D2-84DE-F8EA208DA7BA}"/>
                </c:ext>
              </c:extLst>
            </c:dLbl>
            <c:dLbl>
              <c:idx val="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7-7405-42D2-84DE-F8EA208DA7BA}"/>
                </c:ext>
              </c:extLst>
            </c:dLbl>
            <c:dLbl>
              <c:idx val="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8-7405-42D2-84DE-F8EA208DA7BA}"/>
                </c:ext>
              </c:extLst>
            </c:dLbl>
            <c:dLbl>
              <c:idx val="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9-7405-42D2-84DE-F8EA208DA7BA}"/>
                </c:ext>
              </c:extLst>
            </c:dLbl>
            <c:dLbl>
              <c:idx val="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A-7405-42D2-84DE-F8EA208DA7BA}"/>
                </c:ext>
              </c:extLst>
            </c:dLbl>
            <c:dLbl>
              <c:idx val="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B-7405-42D2-84DE-F8EA208DA7BA}"/>
                </c:ext>
              </c:extLst>
            </c:dLbl>
            <c:dLbl>
              <c:idx val="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C-7405-42D2-84DE-F8EA208DA7BA}"/>
                </c:ext>
              </c:extLst>
            </c:dLbl>
            <c:dLbl>
              <c:idx val="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D-7405-42D2-84DE-F8EA208DA7BA}"/>
                </c:ext>
              </c:extLst>
            </c:dLbl>
            <c:dLbl>
              <c:idx val="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E-7405-42D2-84DE-F8EA208DA7BA}"/>
                </c:ext>
              </c:extLst>
            </c:dLbl>
            <c:dLbl>
              <c:idx val="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F-7405-42D2-84DE-F8EA208DA7BA}"/>
                </c:ext>
              </c:extLst>
            </c:dLbl>
            <c:dLbl>
              <c:idx val="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0-7405-42D2-84DE-F8EA208DA7BA}"/>
                </c:ext>
              </c:extLst>
            </c:dLbl>
            <c:dLbl>
              <c:idx val="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1-7405-42D2-84DE-F8EA208DA7BA}"/>
                </c:ext>
              </c:extLst>
            </c:dLbl>
            <c:dLbl>
              <c:idx val="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2-7405-42D2-84DE-F8EA208DA7BA}"/>
                </c:ext>
              </c:extLst>
            </c:dLbl>
            <c:dLbl>
              <c:idx val="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3-7405-42D2-84DE-F8EA208DA7BA}"/>
                </c:ext>
              </c:extLst>
            </c:dLbl>
            <c:dLbl>
              <c:idx val="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4-7405-42D2-84DE-F8EA208DA7BA}"/>
                </c:ext>
              </c:extLst>
            </c:dLbl>
            <c:dLbl>
              <c:idx val="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5-7405-42D2-84DE-F8EA208DA7BA}"/>
                </c:ext>
              </c:extLst>
            </c:dLbl>
            <c:dLbl>
              <c:idx val="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6-7405-42D2-84DE-F8EA208DA7BA}"/>
                </c:ext>
              </c:extLst>
            </c:dLbl>
            <c:dLbl>
              <c:idx val="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7-7405-42D2-84DE-F8EA208DA7BA}"/>
                </c:ext>
              </c:extLst>
            </c:dLbl>
            <c:dLbl>
              <c:idx val="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8-7405-42D2-84DE-F8EA208DA7BA}"/>
                </c:ext>
              </c:extLst>
            </c:dLbl>
            <c:dLbl>
              <c:idx val="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9-7405-42D2-84DE-F8EA208DA7BA}"/>
                </c:ext>
              </c:extLst>
            </c:dLbl>
            <c:dLbl>
              <c:idx val="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A-7405-42D2-84DE-F8EA208DA7BA}"/>
                </c:ext>
              </c:extLst>
            </c:dLbl>
            <c:dLbl>
              <c:idx val="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B-7405-42D2-84DE-F8EA208DA7BA}"/>
                </c:ext>
              </c:extLst>
            </c:dLbl>
            <c:dLbl>
              <c:idx val="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C-7405-42D2-84DE-F8EA208DA7BA}"/>
                </c:ext>
              </c:extLst>
            </c:dLbl>
            <c:dLbl>
              <c:idx val="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D-7405-42D2-84DE-F8EA208DA7BA}"/>
                </c:ext>
              </c:extLst>
            </c:dLbl>
            <c:dLbl>
              <c:idx val="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E-7405-42D2-84DE-F8EA208DA7BA}"/>
                </c:ext>
              </c:extLst>
            </c:dLbl>
            <c:dLbl>
              <c:idx val="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F-7405-42D2-84DE-F8EA208DA7BA}"/>
                </c:ext>
              </c:extLst>
            </c:dLbl>
            <c:dLbl>
              <c:idx val="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0-7405-42D2-84DE-F8EA208DA7BA}"/>
                </c:ext>
              </c:extLst>
            </c:dLbl>
            <c:dLbl>
              <c:idx val="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1-7405-42D2-84DE-F8EA208DA7BA}"/>
                </c:ext>
              </c:extLst>
            </c:dLbl>
            <c:dLbl>
              <c:idx val="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2-7405-42D2-84DE-F8EA208DA7BA}"/>
                </c:ext>
              </c:extLst>
            </c:dLbl>
            <c:dLbl>
              <c:idx val="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3-7405-42D2-84DE-F8EA208DA7BA}"/>
                </c:ext>
              </c:extLst>
            </c:dLbl>
            <c:dLbl>
              <c:idx val="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4-7405-42D2-84DE-F8EA208DA7BA}"/>
                </c:ext>
              </c:extLst>
            </c:dLbl>
            <c:dLbl>
              <c:idx val="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5-7405-42D2-84DE-F8EA208DA7BA}"/>
                </c:ext>
              </c:extLst>
            </c:dLbl>
            <c:dLbl>
              <c:idx val="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6-7405-42D2-84DE-F8EA208DA7BA}"/>
                </c:ext>
              </c:extLst>
            </c:dLbl>
            <c:dLbl>
              <c:idx val="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7-7405-42D2-84DE-F8EA208DA7BA}"/>
                </c:ext>
              </c:extLst>
            </c:dLbl>
            <c:dLbl>
              <c:idx val="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8-7405-42D2-84DE-F8EA208DA7BA}"/>
                </c:ext>
              </c:extLst>
            </c:dLbl>
            <c:dLbl>
              <c:idx val="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9-7405-42D2-84DE-F8EA208DA7BA}"/>
                </c:ext>
              </c:extLst>
            </c:dLbl>
            <c:dLbl>
              <c:idx val="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A-7405-42D2-84DE-F8EA208DA7BA}"/>
                </c:ext>
              </c:extLst>
            </c:dLbl>
            <c:dLbl>
              <c:idx val="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B-7405-42D2-84DE-F8EA208DA7BA}"/>
                </c:ext>
              </c:extLst>
            </c:dLbl>
            <c:dLbl>
              <c:idx val="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C-7405-42D2-84DE-F8EA208DA7BA}"/>
                </c:ext>
              </c:extLst>
            </c:dLbl>
            <c:dLbl>
              <c:idx val="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D-7405-42D2-84DE-F8EA208DA7BA}"/>
                </c:ext>
              </c:extLst>
            </c:dLbl>
            <c:dLbl>
              <c:idx val="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E-7405-42D2-84DE-F8EA208DA7BA}"/>
                </c:ext>
              </c:extLst>
            </c:dLbl>
            <c:dLbl>
              <c:idx val="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F-7405-42D2-84DE-F8EA208DA7BA}"/>
                </c:ext>
              </c:extLst>
            </c:dLbl>
            <c:dLbl>
              <c:idx val="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0-7405-42D2-84DE-F8EA208DA7BA}"/>
                </c:ext>
              </c:extLst>
            </c:dLbl>
            <c:dLbl>
              <c:idx val="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1-7405-42D2-84DE-F8EA208DA7BA}"/>
                </c:ext>
              </c:extLst>
            </c:dLbl>
            <c:dLbl>
              <c:idx val="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2-7405-42D2-84DE-F8EA208DA7BA}"/>
                </c:ext>
              </c:extLst>
            </c:dLbl>
            <c:dLbl>
              <c:idx val="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3-7405-42D2-84DE-F8EA208DA7BA}"/>
                </c:ext>
              </c:extLst>
            </c:dLbl>
            <c:dLbl>
              <c:idx val="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4-7405-42D2-84DE-F8EA208DA7BA}"/>
                </c:ext>
              </c:extLst>
            </c:dLbl>
            <c:dLbl>
              <c:idx val="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5-7405-42D2-84DE-F8EA208DA7BA}"/>
                </c:ext>
              </c:extLst>
            </c:dLbl>
            <c:dLbl>
              <c:idx val="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6-7405-42D2-84DE-F8EA208DA7BA}"/>
                </c:ext>
              </c:extLst>
            </c:dLbl>
            <c:dLbl>
              <c:idx val="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7-7405-42D2-84DE-F8EA208DA7BA}"/>
                </c:ext>
              </c:extLst>
            </c:dLbl>
            <c:dLbl>
              <c:idx val="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8-7405-42D2-84DE-F8EA208DA7BA}"/>
                </c:ext>
              </c:extLst>
            </c:dLbl>
            <c:dLbl>
              <c:idx val="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9-7405-42D2-84DE-F8EA208DA7BA}"/>
                </c:ext>
              </c:extLst>
            </c:dLbl>
            <c:dLbl>
              <c:idx val="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A-7405-42D2-84DE-F8EA208DA7BA}"/>
                </c:ext>
              </c:extLst>
            </c:dLbl>
            <c:dLbl>
              <c:idx val="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B-7405-42D2-84DE-F8EA208DA7BA}"/>
                </c:ext>
              </c:extLst>
            </c:dLbl>
            <c:dLbl>
              <c:idx val="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C-7405-42D2-84DE-F8EA208DA7BA}"/>
                </c:ext>
              </c:extLst>
            </c:dLbl>
            <c:dLbl>
              <c:idx val="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D-7405-42D2-84DE-F8EA208DA7BA}"/>
                </c:ext>
              </c:extLst>
            </c:dLbl>
            <c:dLbl>
              <c:idx val="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E-7405-42D2-84DE-F8EA208DA7BA}"/>
                </c:ext>
              </c:extLst>
            </c:dLbl>
            <c:dLbl>
              <c:idx val="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F-7405-42D2-84DE-F8EA208DA7BA}"/>
                </c:ext>
              </c:extLst>
            </c:dLbl>
            <c:dLbl>
              <c:idx val="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0-7405-42D2-84DE-F8EA208DA7BA}"/>
                </c:ext>
              </c:extLst>
            </c:dLbl>
            <c:dLbl>
              <c:idx val="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1-7405-42D2-84DE-F8EA208DA7BA}"/>
                </c:ext>
              </c:extLst>
            </c:dLbl>
            <c:dLbl>
              <c:idx val="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2-7405-42D2-84DE-F8EA208DA7BA}"/>
                </c:ext>
              </c:extLst>
            </c:dLbl>
            <c:dLbl>
              <c:idx val="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3-7405-42D2-84DE-F8EA208DA7BA}"/>
                </c:ext>
              </c:extLst>
            </c:dLbl>
            <c:dLbl>
              <c:idx val="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4-7405-42D2-84DE-F8EA208DA7BA}"/>
                </c:ext>
              </c:extLst>
            </c:dLbl>
            <c:dLbl>
              <c:idx val="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5-7405-42D2-84DE-F8EA208DA7BA}"/>
                </c:ext>
              </c:extLst>
            </c:dLbl>
            <c:dLbl>
              <c:idx val="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6-7405-42D2-84DE-F8EA208DA7BA}"/>
                </c:ext>
              </c:extLst>
            </c:dLbl>
            <c:dLbl>
              <c:idx val="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7-7405-42D2-84DE-F8EA208DA7BA}"/>
                </c:ext>
              </c:extLst>
            </c:dLbl>
            <c:dLbl>
              <c:idx val="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8-7405-42D2-84DE-F8EA208DA7BA}"/>
                </c:ext>
              </c:extLst>
            </c:dLbl>
            <c:dLbl>
              <c:idx val="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9-7405-42D2-84DE-F8EA208DA7BA}"/>
                </c:ext>
              </c:extLst>
            </c:dLbl>
            <c:dLbl>
              <c:idx val="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A-7405-42D2-84DE-F8EA208DA7BA}"/>
                </c:ext>
              </c:extLst>
            </c:dLbl>
            <c:dLbl>
              <c:idx val="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B-7405-42D2-84DE-F8EA208DA7BA}"/>
                </c:ext>
              </c:extLst>
            </c:dLbl>
            <c:dLbl>
              <c:idx val="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C-7405-42D2-84DE-F8EA208DA7BA}"/>
                </c:ext>
              </c:extLst>
            </c:dLbl>
            <c:dLbl>
              <c:idx val="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D-7405-42D2-84DE-F8EA208DA7BA}"/>
                </c:ext>
              </c:extLst>
            </c:dLbl>
            <c:dLbl>
              <c:idx val="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E-7405-42D2-84DE-F8EA208DA7BA}"/>
                </c:ext>
              </c:extLst>
            </c:dLbl>
            <c:dLbl>
              <c:idx val="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F-7405-42D2-84DE-F8EA208DA7BA}"/>
                </c:ext>
              </c:extLst>
            </c:dLbl>
            <c:dLbl>
              <c:idx val="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0-7405-42D2-84DE-F8EA208DA7BA}"/>
                </c:ext>
              </c:extLst>
            </c:dLbl>
            <c:dLbl>
              <c:idx val="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1-7405-42D2-84DE-F8EA208DA7BA}"/>
                </c:ext>
              </c:extLst>
            </c:dLbl>
            <c:dLbl>
              <c:idx val="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2-7405-42D2-84DE-F8EA208DA7BA}"/>
                </c:ext>
              </c:extLst>
            </c:dLbl>
            <c:dLbl>
              <c:idx val="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3-7405-42D2-84DE-F8EA208DA7BA}"/>
                </c:ext>
              </c:extLst>
            </c:dLbl>
            <c:dLbl>
              <c:idx val="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4-7405-42D2-84DE-F8EA208DA7BA}"/>
                </c:ext>
              </c:extLst>
            </c:dLbl>
            <c:dLbl>
              <c:idx val="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5-7405-42D2-84DE-F8EA208DA7BA}"/>
                </c:ext>
              </c:extLst>
            </c:dLbl>
            <c:dLbl>
              <c:idx val="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6-7405-42D2-84DE-F8EA208DA7BA}"/>
                </c:ext>
              </c:extLst>
            </c:dLbl>
            <c:dLbl>
              <c:idx val="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7-7405-42D2-84DE-F8EA208DA7BA}"/>
                </c:ext>
              </c:extLst>
            </c:dLbl>
            <c:dLbl>
              <c:idx val="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8-7405-42D2-84DE-F8EA208DA7BA}"/>
                </c:ext>
              </c:extLst>
            </c:dLbl>
            <c:dLbl>
              <c:idx val="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9-7405-42D2-84DE-F8EA208DA7BA}"/>
                </c:ext>
              </c:extLst>
            </c:dLbl>
            <c:dLbl>
              <c:idx val="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A-7405-42D2-84DE-F8EA208DA7BA}"/>
                </c:ext>
              </c:extLst>
            </c:dLbl>
            <c:dLbl>
              <c:idx val="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B-7405-42D2-84DE-F8EA208DA7BA}"/>
                </c:ext>
              </c:extLst>
            </c:dLbl>
            <c:dLbl>
              <c:idx val="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C-7405-42D2-84DE-F8EA208DA7BA}"/>
                </c:ext>
              </c:extLst>
            </c:dLbl>
            <c:dLbl>
              <c:idx val="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D-7405-42D2-84DE-F8EA208DA7BA}"/>
                </c:ext>
              </c:extLst>
            </c:dLbl>
            <c:dLbl>
              <c:idx val="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E-7405-42D2-84DE-F8EA208DA7BA}"/>
                </c:ext>
              </c:extLst>
            </c:dLbl>
            <c:dLbl>
              <c:idx val="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F-7405-42D2-84DE-F8EA208DA7BA}"/>
                </c:ext>
              </c:extLst>
            </c:dLbl>
            <c:dLbl>
              <c:idx val="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0-7405-42D2-84DE-F8EA208DA7BA}"/>
                </c:ext>
              </c:extLst>
            </c:dLbl>
            <c:dLbl>
              <c:idx val="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1-7405-42D2-84DE-F8EA208DA7BA}"/>
                </c:ext>
              </c:extLst>
            </c:dLbl>
            <c:dLbl>
              <c:idx val="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2-7405-42D2-84DE-F8EA208DA7BA}"/>
                </c:ext>
              </c:extLst>
            </c:dLbl>
            <c:dLbl>
              <c:idx val="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3-7405-42D2-84DE-F8EA208DA7BA}"/>
                </c:ext>
              </c:extLst>
            </c:dLbl>
            <c:dLbl>
              <c:idx val="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4-7405-42D2-84DE-F8EA208DA7BA}"/>
                </c:ext>
              </c:extLst>
            </c:dLbl>
            <c:dLbl>
              <c:idx val="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5-7405-42D2-84DE-F8EA208DA7BA}"/>
                </c:ext>
              </c:extLst>
            </c:dLbl>
            <c:dLbl>
              <c:idx val="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6-7405-42D2-84DE-F8EA208DA7BA}"/>
                </c:ext>
              </c:extLst>
            </c:dLbl>
            <c:dLbl>
              <c:idx val="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7-7405-42D2-84DE-F8EA208DA7BA}"/>
                </c:ext>
              </c:extLst>
            </c:dLbl>
            <c:dLbl>
              <c:idx val="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8-7405-42D2-84DE-F8EA208DA7BA}"/>
                </c:ext>
              </c:extLst>
            </c:dLbl>
            <c:dLbl>
              <c:idx val="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9-7405-42D2-84DE-F8EA208DA7BA}"/>
                </c:ext>
              </c:extLst>
            </c:dLbl>
            <c:dLbl>
              <c:idx val="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A-7405-42D2-84DE-F8EA208DA7BA}"/>
                </c:ext>
              </c:extLst>
            </c:dLbl>
            <c:dLbl>
              <c:idx val="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B-7405-42D2-84DE-F8EA208DA7BA}"/>
                </c:ext>
              </c:extLst>
            </c:dLbl>
            <c:dLbl>
              <c:idx val="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C-7405-42D2-84DE-F8EA208DA7BA}"/>
                </c:ext>
              </c:extLst>
            </c:dLbl>
            <c:dLbl>
              <c:idx val="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D-7405-42D2-84DE-F8EA208DA7BA}"/>
                </c:ext>
              </c:extLst>
            </c:dLbl>
            <c:dLbl>
              <c:idx val="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E-7405-42D2-84DE-F8EA208DA7BA}"/>
                </c:ext>
              </c:extLst>
            </c:dLbl>
            <c:dLbl>
              <c:idx val="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F-7405-42D2-84DE-F8EA208DA7BA}"/>
                </c:ext>
              </c:extLst>
            </c:dLbl>
            <c:dLbl>
              <c:idx val="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0-7405-42D2-84DE-F8EA208DA7BA}"/>
                </c:ext>
              </c:extLst>
            </c:dLbl>
            <c:dLbl>
              <c:idx val="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1-7405-42D2-84DE-F8EA208DA7BA}"/>
                </c:ext>
              </c:extLst>
            </c:dLbl>
            <c:dLbl>
              <c:idx val="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2-7405-42D2-84DE-F8EA208DA7BA}"/>
                </c:ext>
              </c:extLst>
            </c:dLbl>
            <c:dLbl>
              <c:idx val="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3-7405-42D2-84DE-F8EA208DA7BA}"/>
                </c:ext>
              </c:extLst>
            </c:dLbl>
            <c:dLbl>
              <c:idx val="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4-7405-42D2-84DE-F8EA208DA7BA}"/>
                </c:ext>
              </c:extLst>
            </c:dLbl>
            <c:dLbl>
              <c:idx val="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5-7405-42D2-84DE-F8EA208DA7BA}"/>
                </c:ext>
              </c:extLst>
            </c:dLbl>
            <c:dLbl>
              <c:idx val="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6-7405-42D2-84DE-F8EA208DA7BA}"/>
                </c:ext>
              </c:extLst>
            </c:dLbl>
            <c:dLbl>
              <c:idx val="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7-7405-42D2-84DE-F8EA208DA7BA}"/>
                </c:ext>
              </c:extLst>
            </c:dLbl>
            <c:dLbl>
              <c:idx val="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8-7405-42D2-84DE-F8EA208DA7BA}"/>
                </c:ext>
              </c:extLst>
            </c:dLbl>
            <c:dLbl>
              <c:idx val="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9-7405-42D2-84DE-F8EA208DA7BA}"/>
                </c:ext>
              </c:extLst>
            </c:dLbl>
            <c:dLbl>
              <c:idx val="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A-7405-42D2-84DE-F8EA208DA7BA}"/>
                </c:ext>
              </c:extLst>
            </c:dLbl>
            <c:dLbl>
              <c:idx val="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B-7405-42D2-84DE-F8EA208DA7BA}"/>
                </c:ext>
              </c:extLst>
            </c:dLbl>
            <c:dLbl>
              <c:idx val="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C-7405-42D2-84DE-F8EA208DA7BA}"/>
                </c:ext>
              </c:extLst>
            </c:dLbl>
            <c:dLbl>
              <c:idx val="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D-7405-42D2-84DE-F8EA208DA7BA}"/>
                </c:ext>
              </c:extLst>
            </c:dLbl>
            <c:dLbl>
              <c:idx val="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E-7405-42D2-84DE-F8EA208DA7BA}"/>
                </c:ext>
              </c:extLst>
            </c:dLbl>
            <c:dLbl>
              <c:idx val="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F-7405-42D2-84DE-F8EA208DA7BA}"/>
                </c:ext>
              </c:extLst>
            </c:dLbl>
            <c:dLbl>
              <c:idx val="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0-7405-42D2-84DE-F8EA208DA7BA}"/>
                </c:ext>
              </c:extLst>
            </c:dLbl>
            <c:dLbl>
              <c:idx val="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1-7405-42D2-84DE-F8EA208DA7BA}"/>
                </c:ext>
              </c:extLst>
            </c:dLbl>
            <c:dLbl>
              <c:idx val="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2-7405-42D2-84DE-F8EA208DA7BA}"/>
                </c:ext>
              </c:extLst>
            </c:dLbl>
            <c:dLbl>
              <c:idx val="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3-7405-42D2-84DE-F8EA208DA7BA}"/>
                </c:ext>
              </c:extLst>
            </c:dLbl>
            <c:dLbl>
              <c:idx val="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4-7405-42D2-84DE-F8EA208DA7BA}"/>
                </c:ext>
              </c:extLst>
            </c:dLbl>
            <c:dLbl>
              <c:idx val="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5-7405-42D2-84DE-F8EA208DA7BA}"/>
                </c:ext>
              </c:extLst>
            </c:dLbl>
            <c:dLbl>
              <c:idx val="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6-7405-42D2-84DE-F8EA208DA7BA}"/>
                </c:ext>
              </c:extLst>
            </c:dLbl>
            <c:dLbl>
              <c:idx val="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7-7405-42D2-84DE-F8EA208DA7BA}"/>
                </c:ext>
              </c:extLst>
            </c:dLbl>
            <c:dLbl>
              <c:idx val="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8-7405-42D2-84DE-F8EA208DA7BA}"/>
                </c:ext>
              </c:extLst>
            </c:dLbl>
            <c:dLbl>
              <c:idx val="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9-7405-42D2-84DE-F8EA208DA7BA}"/>
                </c:ext>
              </c:extLst>
            </c:dLbl>
            <c:dLbl>
              <c:idx val="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A-7405-42D2-84DE-F8EA208DA7BA}"/>
                </c:ext>
              </c:extLst>
            </c:dLbl>
            <c:dLbl>
              <c:idx val="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B-7405-42D2-84DE-F8EA208DA7BA}"/>
                </c:ext>
              </c:extLst>
            </c:dLbl>
            <c:dLbl>
              <c:idx val="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C-7405-42D2-84DE-F8EA208DA7BA}"/>
                </c:ext>
              </c:extLst>
            </c:dLbl>
            <c:dLbl>
              <c:idx val="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D-7405-42D2-84DE-F8EA208DA7BA}"/>
                </c:ext>
              </c:extLst>
            </c:dLbl>
            <c:dLbl>
              <c:idx val="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E-7405-42D2-84DE-F8EA208DA7BA}"/>
                </c:ext>
              </c:extLst>
            </c:dLbl>
            <c:dLbl>
              <c:idx val="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F-7405-42D2-84DE-F8EA208DA7BA}"/>
                </c:ext>
              </c:extLst>
            </c:dLbl>
            <c:dLbl>
              <c:idx val="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0-7405-42D2-84DE-F8EA208DA7BA}"/>
                </c:ext>
              </c:extLst>
            </c:dLbl>
            <c:dLbl>
              <c:idx val="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1-7405-42D2-84DE-F8EA208DA7BA}"/>
                </c:ext>
              </c:extLst>
            </c:dLbl>
            <c:dLbl>
              <c:idx val="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2-7405-42D2-84DE-F8EA208DA7BA}"/>
                </c:ext>
              </c:extLst>
            </c:dLbl>
            <c:dLbl>
              <c:idx val="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3-7405-42D2-84DE-F8EA208DA7BA}"/>
                </c:ext>
              </c:extLst>
            </c:dLbl>
            <c:dLbl>
              <c:idx val="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4-7405-42D2-84DE-F8EA208DA7BA}"/>
                </c:ext>
              </c:extLst>
            </c:dLbl>
            <c:dLbl>
              <c:idx val="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5-7405-42D2-84DE-F8EA208DA7BA}"/>
                </c:ext>
              </c:extLst>
            </c:dLbl>
            <c:dLbl>
              <c:idx val="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6-7405-42D2-84DE-F8EA208DA7BA}"/>
                </c:ext>
              </c:extLst>
            </c:dLbl>
            <c:dLbl>
              <c:idx val="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7-7405-42D2-84DE-F8EA208DA7BA}"/>
                </c:ext>
              </c:extLst>
            </c:dLbl>
            <c:dLbl>
              <c:idx val="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8-7405-42D2-84DE-F8EA208DA7BA}"/>
                </c:ext>
              </c:extLst>
            </c:dLbl>
            <c:dLbl>
              <c:idx val="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9-7405-42D2-84DE-F8EA208DA7BA}"/>
                </c:ext>
              </c:extLst>
            </c:dLbl>
            <c:dLbl>
              <c:idx val="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A-7405-42D2-84DE-F8EA208DA7BA}"/>
                </c:ext>
              </c:extLst>
            </c:dLbl>
            <c:dLbl>
              <c:idx val="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B-7405-42D2-84DE-F8EA208DA7BA}"/>
                </c:ext>
              </c:extLst>
            </c:dLbl>
            <c:dLbl>
              <c:idx val="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C-7405-42D2-84DE-F8EA208DA7BA}"/>
                </c:ext>
              </c:extLst>
            </c:dLbl>
            <c:dLbl>
              <c:idx val="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D-7405-42D2-84DE-F8EA208DA7BA}"/>
                </c:ext>
              </c:extLst>
            </c:dLbl>
            <c:dLbl>
              <c:idx val="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E-7405-42D2-84DE-F8EA208DA7BA}"/>
                </c:ext>
              </c:extLst>
            </c:dLbl>
            <c:dLbl>
              <c:idx val="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F-7405-42D2-84DE-F8EA208DA7BA}"/>
                </c:ext>
              </c:extLst>
            </c:dLbl>
            <c:dLbl>
              <c:idx val="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0-7405-42D2-84DE-F8EA208DA7BA}"/>
                </c:ext>
              </c:extLst>
            </c:dLbl>
            <c:dLbl>
              <c:idx val="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1-7405-42D2-84DE-F8EA208DA7BA}"/>
                </c:ext>
              </c:extLst>
            </c:dLbl>
            <c:dLbl>
              <c:idx val="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2-7405-42D2-84DE-F8EA208DA7BA}"/>
                </c:ext>
              </c:extLst>
            </c:dLbl>
            <c:dLbl>
              <c:idx val="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3-7405-42D2-84DE-F8EA208DA7BA}"/>
                </c:ext>
              </c:extLst>
            </c:dLbl>
            <c:dLbl>
              <c:idx val="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4-7405-42D2-84DE-F8EA208DA7BA}"/>
                </c:ext>
              </c:extLst>
            </c:dLbl>
            <c:dLbl>
              <c:idx val="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5-7405-42D2-84DE-F8EA208DA7BA}"/>
                </c:ext>
              </c:extLst>
            </c:dLbl>
            <c:dLbl>
              <c:idx val="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6-7405-42D2-84DE-F8EA208DA7BA}"/>
                </c:ext>
              </c:extLst>
            </c:dLbl>
            <c:dLbl>
              <c:idx val="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7-7405-42D2-84DE-F8EA208DA7BA}"/>
                </c:ext>
              </c:extLst>
            </c:dLbl>
            <c:dLbl>
              <c:idx val="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8-7405-42D2-84DE-F8EA208DA7BA}"/>
                </c:ext>
              </c:extLst>
            </c:dLbl>
            <c:dLbl>
              <c:idx val="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9-7405-42D2-84DE-F8EA208DA7BA}"/>
                </c:ext>
              </c:extLst>
            </c:dLbl>
            <c:dLbl>
              <c:idx val="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A-7405-42D2-84DE-F8EA208DA7BA}"/>
                </c:ext>
              </c:extLst>
            </c:dLbl>
            <c:dLbl>
              <c:idx val="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B-7405-42D2-84DE-F8EA208DA7BA}"/>
                </c:ext>
              </c:extLst>
            </c:dLbl>
            <c:dLbl>
              <c:idx val="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C-7405-42D2-84DE-F8EA208DA7BA}"/>
                </c:ext>
              </c:extLst>
            </c:dLbl>
            <c:dLbl>
              <c:idx val="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D-7405-42D2-84DE-F8EA208DA7BA}"/>
                </c:ext>
              </c:extLst>
            </c:dLbl>
            <c:dLbl>
              <c:idx val="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E-7405-42D2-84DE-F8EA208DA7BA}"/>
                </c:ext>
              </c:extLst>
            </c:dLbl>
            <c:dLbl>
              <c:idx val="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F-7405-42D2-84DE-F8EA208DA7BA}"/>
                </c:ext>
              </c:extLst>
            </c:dLbl>
            <c:dLbl>
              <c:idx val="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0-7405-42D2-84DE-F8EA208DA7BA}"/>
                </c:ext>
              </c:extLst>
            </c:dLbl>
            <c:dLbl>
              <c:idx val="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1-7405-42D2-84DE-F8EA208DA7BA}"/>
                </c:ext>
              </c:extLst>
            </c:dLbl>
            <c:dLbl>
              <c:idx val="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2-7405-42D2-84DE-F8EA208DA7BA}"/>
                </c:ext>
              </c:extLst>
            </c:dLbl>
            <c:dLbl>
              <c:idx val="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3-7405-42D2-84DE-F8EA208DA7BA}"/>
                </c:ext>
              </c:extLst>
            </c:dLbl>
            <c:dLbl>
              <c:idx val="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4-7405-42D2-84DE-F8EA208DA7BA}"/>
                </c:ext>
              </c:extLst>
            </c:dLbl>
            <c:dLbl>
              <c:idx val="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5-7405-42D2-84DE-F8EA208DA7BA}"/>
                </c:ext>
              </c:extLst>
            </c:dLbl>
            <c:dLbl>
              <c:idx val="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6-7405-42D2-84DE-F8EA208DA7BA}"/>
                </c:ext>
              </c:extLst>
            </c:dLbl>
            <c:dLbl>
              <c:idx val="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7-7405-42D2-84DE-F8EA208DA7BA}"/>
                </c:ext>
              </c:extLst>
            </c:dLbl>
            <c:dLbl>
              <c:idx val="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8-7405-42D2-84DE-F8EA208DA7BA}"/>
                </c:ext>
              </c:extLst>
            </c:dLbl>
            <c:dLbl>
              <c:idx val="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9-7405-42D2-84DE-F8EA208DA7BA}"/>
                </c:ext>
              </c:extLst>
            </c:dLbl>
            <c:dLbl>
              <c:idx val="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A-7405-42D2-84DE-F8EA208DA7BA}"/>
                </c:ext>
              </c:extLst>
            </c:dLbl>
            <c:dLbl>
              <c:idx val="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B-7405-42D2-84DE-F8EA208DA7BA}"/>
                </c:ext>
              </c:extLst>
            </c:dLbl>
            <c:dLbl>
              <c:idx val="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C-7405-42D2-84DE-F8EA208DA7BA}"/>
                </c:ext>
              </c:extLst>
            </c:dLbl>
            <c:dLbl>
              <c:idx val="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D-7405-42D2-84DE-F8EA208DA7BA}"/>
                </c:ext>
              </c:extLst>
            </c:dLbl>
            <c:dLbl>
              <c:idx val="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E-7405-42D2-84DE-F8EA208DA7BA}"/>
                </c:ext>
              </c:extLst>
            </c:dLbl>
            <c:dLbl>
              <c:idx val="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F-7405-42D2-84DE-F8EA208DA7BA}"/>
                </c:ext>
              </c:extLst>
            </c:dLbl>
            <c:dLbl>
              <c:idx val="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0-7405-42D2-84DE-F8EA208DA7BA}"/>
                </c:ext>
              </c:extLst>
            </c:dLbl>
            <c:dLbl>
              <c:idx val="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1-7405-42D2-84DE-F8EA208DA7BA}"/>
                </c:ext>
              </c:extLst>
            </c:dLbl>
            <c:dLbl>
              <c:idx val="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2-7405-42D2-84DE-F8EA208DA7BA}"/>
                </c:ext>
              </c:extLst>
            </c:dLbl>
            <c:dLbl>
              <c:idx val="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3-7405-42D2-84DE-F8EA208DA7BA}"/>
                </c:ext>
              </c:extLst>
            </c:dLbl>
            <c:dLbl>
              <c:idx val="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4-7405-42D2-84DE-F8EA208DA7BA}"/>
                </c:ext>
              </c:extLst>
            </c:dLbl>
            <c:dLbl>
              <c:idx val="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5-7405-42D2-84DE-F8EA208DA7BA}"/>
                </c:ext>
              </c:extLst>
            </c:dLbl>
            <c:dLbl>
              <c:idx val="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6-7405-42D2-84DE-F8EA208DA7BA}"/>
                </c:ext>
              </c:extLst>
            </c:dLbl>
            <c:dLbl>
              <c:idx val="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7-7405-42D2-84DE-F8EA208DA7BA}"/>
                </c:ext>
              </c:extLst>
            </c:dLbl>
            <c:dLbl>
              <c:idx val="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8-7405-42D2-84DE-F8EA208DA7BA}"/>
                </c:ext>
              </c:extLst>
            </c:dLbl>
            <c:dLbl>
              <c:idx val="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9-7405-42D2-84DE-F8EA208DA7BA}"/>
                </c:ext>
              </c:extLst>
            </c:dLbl>
            <c:dLbl>
              <c:idx val="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A-7405-42D2-84DE-F8EA208DA7BA}"/>
                </c:ext>
              </c:extLst>
            </c:dLbl>
            <c:dLbl>
              <c:idx val="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B-7405-42D2-84DE-F8EA208DA7BA}"/>
                </c:ext>
              </c:extLst>
            </c:dLbl>
            <c:dLbl>
              <c:idx val="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C-7405-42D2-84DE-F8EA208DA7BA}"/>
                </c:ext>
              </c:extLst>
            </c:dLbl>
            <c:dLbl>
              <c:idx val="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D-7405-42D2-84DE-F8EA208DA7BA}"/>
                </c:ext>
              </c:extLst>
            </c:dLbl>
            <c:dLbl>
              <c:idx val="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E-7405-42D2-84DE-F8EA208DA7BA}"/>
                </c:ext>
              </c:extLst>
            </c:dLbl>
            <c:dLbl>
              <c:idx val="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F-7405-42D2-84DE-F8EA208DA7BA}"/>
                </c:ext>
              </c:extLst>
            </c:dLbl>
            <c:dLbl>
              <c:idx val="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0-7405-42D2-84DE-F8EA208DA7BA}"/>
                </c:ext>
              </c:extLst>
            </c:dLbl>
            <c:dLbl>
              <c:idx val="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1-7405-42D2-84DE-F8EA208DA7BA}"/>
                </c:ext>
              </c:extLst>
            </c:dLbl>
            <c:dLbl>
              <c:idx val="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2-7405-42D2-84DE-F8EA208DA7BA}"/>
                </c:ext>
              </c:extLst>
            </c:dLbl>
            <c:dLbl>
              <c:idx val="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3-7405-42D2-84DE-F8EA208DA7BA}"/>
                </c:ext>
              </c:extLst>
            </c:dLbl>
            <c:dLbl>
              <c:idx val="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4-7405-42D2-84DE-F8EA208DA7BA}"/>
                </c:ext>
              </c:extLst>
            </c:dLbl>
            <c:dLbl>
              <c:idx val="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5-7405-42D2-84DE-F8EA208DA7BA}"/>
                </c:ext>
              </c:extLst>
            </c:dLbl>
            <c:dLbl>
              <c:idx val="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6-7405-42D2-84DE-F8EA208DA7BA}"/>
                </c:ext>
              </c:extLst>
            </c:dLbl>
            <c:dLbl>
              <c:idx val="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7-7405-42D2-84DE-F8EA208DA7BA}"/>
                </c:ext>
              </c:extLst>
            </c:dLbl>
            <c:dLbl>
              <c:idx val="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8-7405-42D2-84DE-F8EA208DA7BA}"/>
                </c:ext>
              </c:extLst>
            </c:dLbl>
            <c:dLbl>
              <c:idx val="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9-7405-42D2-84DE-F8EA208DA7BA}"/>
                </c:ext>
              </c:extLst>
            </c:dLbl>
            <c:dLbl>
              <c:idx val="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A-7405-42D2-84DE-F8EA208DA7BA}"/>
                </c:ext>
              </c:extLst>
            </c:dLbl>
            <c:dLbl>
              <c:idx val="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B-7405-42D2-84DE-F8EA208DA7BA}"/>
                </c:ext>
              </c:extLst>
            </c:dLbl>
            <c:dLbl>
              <c:idx val="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C-7405-42D2-84DE-F8EA208DA7BA}"/>
                </c:ext>
              </c:extLst>
            </c:dLbl>
            <c:dLbl>
              <c:idx val="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D-7405-42D2-84DE-F8EA208DA7BA}"/>
                </c:ext>
              </c:extLst>
            </c:dLbl>
            <c:dLbl>
              <c:idx val="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E-7405-42D2-84DE-F8EA208DA7BA}"/>
                </c:ext>
              </c:extLst>
            </c:dLbl>
            <c:dLbl>
              <c:idx val="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F-7405-42D2-84DE-F8EA208DA7BA}"/>
                </c:ext>
              </c:extLst>
            </c:dLbl>
            <c:dLbl>
              <c:idx val="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0-7405-42D2-84DE-F8EA208DA7BA}"/>
                </c:ext>
              </c:extLst>
            </c:dLbl>
            <c:dLbl>
              <c:idx val="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1-7405-42D2-84DE-F8EA208DA7BA}"/>
                </c:ext>
              </c:extLst>
            </c:dLbl>
            <c:dLbl>
              <c:idx val="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2-7405-42D2-84DE-F8EA208DA7BA}"/>
                </c:ext>
              </c:extLst>
            </c:dLbl>
            <c:dLbl>
              <c:idx val="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3-7405-42D2-84DE-F8EA208DA7BA}"/>
                </c:ext>
              </c:extLst>
            </c:dLbl>
            <c:dLbl>
              <c:idx val="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4-7405-42D2-84DE-F8EA208DA7BA}"/>
                </c:ext>
              </c:extLst>
            </c:dLbl>
            <c:dLbl>
              <c:idx val="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5-7405-42D2-84DE-F8EA208DA7BA}"/>
                </c:ext>
              </c:extLst>
            </c:dLbl>
            <c:dLbl>
              <c:idx val="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6-7405-42D2-84DE-F8EA208DA7BA}"/>
                </c:ext>
              </c:extLst>
            </c:dLbl>
            <c:dLbl>
              <c:idx val="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7-7405-42D2-84DE-F8EA208DA7BA}"/>
                </c:ext>
              </c:extLst>
            </c:dLbl>
            <c:dLbl>
              <c:idx val="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8-7405-42D2-84DE-F8EA208DA7BA}"/>
                </c:ext>
              </c:extLst>
            </c:dLbl>
            <c:dLbl>
              <c:idx val="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9-7405-42D2-84DE-F8EA208DA7BA}"/>
                </c:ext>
              </c:extLst>
            </c:dLbl>
            <c:dLbl>
              <c:idx val="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A-7405-42D2-84DE-F8EA208DA7BA}"/>
                </c:ext>
              </c:extLst>
            </c:dLbl>
            <c:dLbl>
              <c:idx val="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B-7405-42D2-84DE-F8EA208DA7BA}"/>
                </c:ext>
              </c:extLst>
            </c:dLbl>
            <c:dLbl>
              <c:idx val="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C-7405-42D2-84DE-F8EA208DA7BA}"/>
                </c:ext>
              </c:extLst>
            </c:dLbl>
            <c:dLbl>
              <c:idx val="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D-7405-42D2-84DE-F8EA208DA7BA}"/>
                </c:ext>
              </c:extLst>
            </c:dLbl>
            <c:dLbl>
              <c:idx val="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E-7405-42D2-84DE-F8EA208DA7BA}"/>
                </c:ext>
              </c:extLst>
            </c:dLbl>
            <c:dLbl>
              <c:idx val="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F-7405-42D2-84DE-F8EA208DA7BA}"/>
                </c:ext>
              </c:extLst>
            </c:dLbl>
            <c:dLbl>
              <c:idx val="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0-7405-42D2-84DE-F8EA208DA7BA}"/>
                </c:ext>
              </c:extLst>
            </c:dLbl>
            <c:dLbl>
              <c:idx val="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1-7405-42D2-84DE-F8EA208DA7BA}"/>
                </c:ext>
              </c:extLst>
            </c:dLbl>
            <c:dLbl>
              <c:idx val="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2-7405-42D2-84DE-F8EA208DA7BA}"/>
                </c:ext>
              </c:extLst>
            </c:dLbl>
            <c:dLbl>
              <c:idx val="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3-7405-42D2-84DE-F8EA208DA7BA}"/>
                </c:ext>
              </c:extLst>
            </c:dLbl>
            <c:dLbl>
              <c:idx val="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4-7405-42D2-84DE-F8EA208DA7BA}"/>
                </c:ext>
              </c:extLst>
            </c:dLbl>
            <c:dLbl>
              <c:idx val="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5-7405-42D2-84DE-F8EA208DA7BA}"/>
                </c:ext>
              </c:extLst>
            </c:dLbl>
            <c:dLbl>
              <c:idx val="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6-7405-42D2-84DE-F8EA208DA7BA}"/>
                </c:ext>
              </c:extLst>
            </c:dLbl>
            <c:dLbl>
              <c:idx val="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7-7405-42D2-84DE-F8EA208DA7BA}"/>
                </c:ext>
              </c:extLst>
            </c:dLbl>
            <c:dLbl>
              <c:idx val="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8-7405-42D2-84DE-F8EA208DA7BA}"/>
                </c:ext>
              </c:extLst>
            </c:dLbl>
            <c:dLbl>
              <c:idx val="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9-7405-42D2-84DE-F8EA208DA7BA}"/>
                </c:ext>
              </c:extLst>
            </c:dLbl>
            <c:dLbl>
              <c:idx val="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A-7405-42D2-84DE-F8EA208DA7BA}"/>
                </c:ext>
              </c:extLst>
            </c:dLbl>
            <c:dLbl>
              <c:idx val="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B-7405-42D2-84DE-F8EA208DA7BA}"/>
                </c:ext>
              </c:extLst>
            </c:dLbl>
            <c:dLbl>
              <c:idx val="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C-7405-42D2-84DE-F8EA208DA7BA}"/>
                </c:ext>
              </c:extLst>
            </c:dLbl>
            <c:dLbl>
              <c:idx val="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D-7405-42D2-84DE-F8EA208DA7BA}"/>
                </c:ext>
              </c:extLst>
            </c:dLbl>
            <c:dLbl>
              <c:idx val="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E-7405-42D2-84DE-F8EA208DA7BA}"/>
                </c:ext>
              </c:extLst>
            </c:dLbl>
            <c:dLbl>
              <c:idx val="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F-7405-42D2-84DE-F8EA208DA7BA}"/>
                </c:ext>
              </c:extLst>
            </c:dLbl>
            <c:dLbl>
              <c:idx val="1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0-7405-42D2-84DE-F8EA208DA7BA}"/>
                </c:ext>
              </c:extLst>
            </c:dLbl>
            <c:dLbl>
              <c:idx val="1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1-7405-42D2-84DE-F8EA208DA7BA}"/>
                </c:ext>
              </c:extLst>
            </c:dLbl>
            <c:dLbl>
              <c:idx val="1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2-7405-42D2-84DE-F8EA208DA7BA}"/>
                </c:ext>
              </c:extLst>
            </c:dLbl>
            <c:dLbl>
              <c:idx val="1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3-7405-42D2-84DE-F8EA208DA7BA}"/>
                </c:ext>
              </c:extLst>
            </c:dLbl>
            <c:dLbl>
              <c:idx val="1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4-7405-42D2-84DE-F8EA208DA7BA}"/>
                </c:ext>
              </c:extLst>
            </c:dLbl>
            <c:dLbl>
              <c:idx val="1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5-7405-42D2-84DE-F8EA208DA7BA}"/>
                </c:ext>
              </c:extLst>
            </c:dLbl>
            <c:dLbl>
              <c:idx val="1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6-7405-42D2-84DE-F8EA208DA7BA}"/>
                </c:ext>
              </c:extLst>
            </c:dLbl>
            <c:dLbl>
              <c:idx val="1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7-7405-42D2-84DE-F8EA208DA7BA}"/>
                </c:ext>
              </c:extLst>
            </c:dLbl>
            <c:dLbl>
              <c:idx val="1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8-7405-42D2-84DE-F8EA208DA7BA}"/>
                </c:ext>
              </c:extLst>
            </c:dLbl>
            <c:dLbl>
              <c:idx val="1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9-7405-42D2-84DE-F8EA208DA7BA}"/>
                </c:ext>
              </c:extLst>
            </c:dLbl>
            <c:dLbl>
              <c:idx val="1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A-7405-42D2-84DE-F8EA208DA7BA}"/>
                </c:ext>
              </c:extLst>
            </c:dLbl>
            <c:dLbl>
              <c:idx val="1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B-7405-42D2-84DE-F8EA208DA7BA}"/>
                </c:ext>
              </c:extLst>
            </c:dLbl>
            <c:dLbl>
              <c:idx val="1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C-7405-42D2-84DE-F8EA208DA7BA}"/>
                </c:ext>
              </c:extLst>
            </c:dLbl>
            <c:dLbl>
              <c:idx val="1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D-7405-42D2-84DE-F8EA208DA7BA}"/>
                </c:ext>
              </c:extLst>
            </c:dLbl>
            <c:dLbl>
              <c:idx val="1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E-7405-42D2-84DE-F8EA208DA7BA}"/>
                </c:ext>
              </c:extLst>
            </c:dLbl>
            <c:dLbl>
              <c:idx val="1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F-7405-42D2-84DE-F8EA208DA7BA}"/>
                </c:ext>
              </c:extLst>
            </c:dLbl>
            <c:dLbl>
              <c:idx val="1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0-7405-42D2-84DE-F8EA208DA7BA}"/>
                </c:ext>
              </c:extLst>
            </c:dLbl>
            <c:dLbl>
              <c:idx val="1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1-7405-42D2-84DE-F8EA208DA7BA}"/>
                </c:ext>
              </c:extLst>
            </c:dLbl>
            <c:dLbl>
              <c:idx val="1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2-7405-42D2-84DE-F8EA208DA7BA}"/>
                </c:ext>
              </c:extLst>
            </c:dLbl>
            <c:dLbl>
              <c:idx val="1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3-7405-42D2-84DE-F8EA208DA7BA}"/>
                </c:ext>
              </c:extLst>
            </c:dLbl>
            <c:dLbl>
              <c:idx val="1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4-7405-42D2-84DE-F8EA208DA7BA}"/>
                </c:ext>
              </c:extLst>
            </c:dLbl>
            <c:dLbl>
              <c:idx val="1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5-7405-42D2-84DE-F8EA208DA7BA}"/>
                </c:ext>
              </c:extLst>
            </c:dLbl>
            <c:dLbl>
              <c:idx val="1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6-7405-42D2-84DE-F8EA208DA7BA}"/>
                </c:ext>
              </c:extLst>
            </c:dLbl>
            <c:dLbl>
              <c:idx val="1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7-7405-42D2-84DE-F8EA208DA7BA}"/>
                </c:ext>
              </c:extLst>
            </c:dLbl>
            <c:dLbl>
              <c:idx val="1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8-7405-42D2-84DE-F8EA208DA7BA}"/>
                </c:ext>
              </c:extLst>
            </c:dLbl>
            <c:dLbl>
              <c:idx val="1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9-7405-42D2-84DE-F8EA208DA7BA}"/>
                </c:ext>
              </c:extLst>
            </c:dLbl>
            <c:dLbl>
              <c:idx val="1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A-7405-42D2-84DE-F8EA208DA7BA}"/>
                </c:ext>
              </c:extLst>
            </c:dLbl>
            <c:dLbl>
              <c:idx val="1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B-7405-42D2-84DE-F8EA208DA7BA}"/>
                </c:ext>
              </c:extLst>
            </c:dLbl>
            <c:dLbl>
              <c:idx val="1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C-7405-42D2-84DE-F8EA208DA7BA}"/>
                </c:ext>
              </c:extLst>
            </c:dLbl>
            <c:dLbl>
              <c:idx val="1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D-7405-42D2-84DE-F8EA208DA7BA}"/>
                </c:ext>
              </c:extLst>
            </c:dLbl>
            <c:dLbl>
              <c:idx val="1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E-7405-42D2-84DE-F8EA208DA7BA}"/>
                </c:ext>
              </c:extLst>
            </c:dLbl>
            <c:dLbl>
              <c:idx val="1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F-7405-42D2-84DE-F8EA208DA7BA}"/>
                </c:ext>
              </c:extLst>
            </c:dLbl>
            <c:dLbl>
              <c:idx val="1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0-7405-42D2-84DE-F8EA208DA7BA}"/>
                </c:ext>
              </c:extLst>
            </c:dLbl>
            <c:dLbl>
              <c:idx val="1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1-7405-42D2-84DE-F8EA208DA7BA}"/>
                </c:ext>
              </c:extLst>
            </c:dLbl>
            <c:dLbl>
              <c:idx val="1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2-7405-42D2-84DE-F8EA208DA7BA}"/>
                </c:ext>
              </c:extLst>
            </c:dLbl>
            <c:dLbl>
              <c:idx val="1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3-7405-42D2-84DE-F8EA208DA7BA}"/>
                </c:ext>
              </c:extLst>
            </c:dLbl>
            <c:dLbl>
              <c:idx val="1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4-7405-42D2-84DE-F8EA208DA7BA}"/>
                </c:ext>
              </c:extLst>
            </c:dLbl>
            <c:dLbl>
              <c:idx val="1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5-7405-42D2-84DE-F8EA208DA7BA}"/>
                </c:ext>
              </c:extLst>
            </c:dLbl>
            <c:dLbl>
              <c:idx val="1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6-7405-42D2-84DE-F8EA208DA7BA}"/>
                </c:ext>
              </c:extLst>
            </c:dLbl>
            <c:dLbl>
              <c:idx val="1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7-7405-42D2-84DE-F8EA208DA7BA}"/>
                </c:ext>
              </c:extLst>
            </c:dLbl>
            <c:dLbl>
              <c:idx val="1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8-7405-42D2-84DE-F8EA208DA7BA}"/>
                </c:ext>
              </c:extLst>
            </c:dLbl>
            <c:dLbl>
              <c:idx val="1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9-7405-42D2-84DE-F8EA208DA7BA}"/>
                </c:ext>
              </c:extLst>
            </c:dLbl>
            <c:dLbl>
              <c:idx val="1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A-7405-42D2-84DE-F8EA208DA7BA}"/>
                </c:ext>
              </c:extLst>
            </c:dLbl>
            <c:dLbl>
              <c:idx val="1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B-7405-42D2-84DE-F8EA208DA7BA}"/>
                </c:ext>
              </c:extLst>
            </c:dLbl>
            <c:dLbl>
              <c:idx val="1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C-7405-42D2-84DE-F8EA208DA7BA}"/>
                </c:ext>
              </c:extLst>
            </c:dLbl>
            <c:dLbl>
              <c:idx val="1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D-7405-42D2-84DE-F8EA208DA7BA}"/>
                </c:ext>
              </c:extLst>
            </c:dLbl>
            <c:dLbl>
              <c:idx val="1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E-7405-42D2-84DE-F8EA208DA7BA}"/>
                </c:ext>
              </c:extLst>
            </c:dLbl>
            <c:dLbl>
              <c:idx val="1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F-7405-42D2-84DE-F8EA208DA7BA}"/>
                </c:ext>
              </c:extLst>
            </c:dLbl>
            <c:dLbl>
              <c:idx val="1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0-7405-42D2-84DE-F8EA208DA7BA}"/>
                </c:ext>
              </c:extLst>
            </c:dLbl>
            <c:dLbl>
              <c:idx val="1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1-7405-42D2-84DE-F8EA208DA7BA}"/>
                </c:ext>
              </c:extLst>
            </c:dLbl>
            <c:dLbl>
              <c:idx val="1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2-7405-42D2-84DE-F8EA208DA7BA}"/>
                </c:ext>
              </c:extLst>
            </c:dLbl>
            <c:dLbl>
              <c:idx val="1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3-7405-42D2-84DE-F8EA208DA7BA}"/>
                </c:ext>
              </c:extLst>
            </c:dLbl>
            <c:dLbl>
              <c:idx val="1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4-7405-42D2-84DE-F8EA208DA7BA}"/>
                </c:ext>
              </c:extLst>
            </c:dLbl>
            <c:dLbl>
              <c:idx val="1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5-7405-42D2-84DE-F8EA208DA7BA}"/>
                </c:ext>
              </c:extLst>
            </c:dLbl>
            <c:dLbl>
              <c:idx val="1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6-7405-42D2-84DE-F8EA208DA7BA}"/>
                </c:ext>
              </c:extLst>
            </c:dLbl>
            <c:dLbl>
              <c:idx val="1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7-7405-42D2-84DE-F8EA208DA7BA}"/>
                </c:ext>
              </c:extLst>
            </c:dLbl>
            <c:dLbl>
              <c:idx val="1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8-7405-42D2-84DE-F8EA208DA7BA}"/>
                </c:ext>
              </c:extLst>
            </c:dLbl>
            <c:dLbl>
              <c:idx val="1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9-7405-42D2-84DE-F8EA208DA7BA}"/>
                </c:ext>
              </c:extLst>
            </c:dLbl>
            <c:dLbl>
              <c:idx val="1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A-7405-42D2-84DE-F8EA208DA7BA}"/>
                </c:ext>
              </c:extLst>
            </c:dLbl>
            <c:dLbl>
              <c:idx val="1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B-7405-42D2-84DE-F8EA208DA7BA}"/>
                </c:ext>
              </c:extLst>
            </c:dLbl>
            <c:dLbl>
              <c:idx val="1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C-7405-42D2-84DE-F8EA208DA7BA}"/>
                </c:ext>
              </c:extLst>
            </c:dLbl>
            <c:dLbl>
              <c:idx val="1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D-7405-42D2-84DE-F8EA208DA7BA}"/>
                </c:ext>
              </c:extLst>
            </c:dLbl>
            <c:dLbl>
              <c:idx val="1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E-7405-42D2-84DE-F8EA208DA7BA}"/>
                </c:ext>
              </c:extLst>
            </c:dLbl>
            <c:dLbl>
              <c:idx val="1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F-7405-42D2-84DE-F8EA208DA7BA}"/>
                </c:ext>
              </c:extLst>
            </c:dLbl>
            <c:dLbl>
              <c:idx val="1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0-7405-42D2-84DE-F8EA208DA7BA}"/>
                </c:ext>
              </c:extLst>
            </c:dLbl>
            <c:dLbl>
              <c:idx val="1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1-7405-42D2-84DE-F8EA208DA7BA}"/>
                </c:ext>
              </c:extLst>
            </c:dLbl>
            <c:dLbl>
              <c:idx val="1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2-7405-42D2-84DE-F8EA208DA7BA}"/>
                </c:ext>
              </c:extLst>
            </c:dLbl>
            <c:dLbl>
              <c:idx val="1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3-7405-42D2-84DE-F8EA208DA7BA}"/>
                </c:ext>
              </c:extLst>
            </c:dLbl>
            <c:dLbl>
              <c:idx val="1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4-7405-42D2-84DE-F8EA208DA7BA}"/>
                </c:ext>
              </c:extLst>
            </c:dLbl>
            <c:dLbl>
              <c:idx val="1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5-7405-42D2-84DE-F8EA208DA7BA}"/>
                </c:ext>
              </c:extLst>
            </c:dLbl>
            <c:dLbl>
              <c:idx val="1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6-7405-42D2-84DE-F8EA208DA7BA}"/>
                </c:ext>
              </c:extLst>
            </c:dLbl>
            <c:dLbl>
              <c:idx val="1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7-7405-42D2-84DE-F8EA208DA7BA}"/>
                </c:ext>
              </c:extLst>
            </c:dLbl>
            <c:dLbl>
              <c:idx val="1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8-7405-42D2-84DE-F8EA208DA7BA}"/>
                </c:ext>
              </c:extLst>
            </c:dLbl>
            <c:dLbl>
              <c:idx val="1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9-7405-42D2-84DE-F8EA208DA7BA}"/>
                </c:ext>
              </c:extLst>
            </c:dLbl>
            <c:dLbl>
              <c:idx val="1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A-7405-42D2-84DE-F8EA208DA7BA}"/>
                </c:ext>
              </c:extLst>
            </c:dLbl>
            <c:dLbl>
              <c:idx val="1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B-7405-42D2-84DE-F8EA208DA7BA}"/>
                </c:ext>
              </c:extLst>
            </c:dLbl>
            <c:dLbl>
              <c:idx val="1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C-7405-42D2-84DE-F8EA208DA7BA}"/>
                </c:ext>
              </c:extLst>
            </c:dLbl>
            <c:dLbl>
              <c:idx val="1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D-7405-42D2-84DE-F8EA208DA7BA}"/>
                </c:ext>
              </c:extLst>
            </c:dLbl>
            <c:dLbl>
              <c:idx val="1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E-7405-42D2-84DE-F8EA208DA7BA}"/>
                </c:ext>
              </c:extLst>
            </c:dLbl>
            <c:dLbl>
              <c:idx val="1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F-7405-42D2-84DE-F8EA208DA7BA}"/>
                </c:ext>
              </c:extLst>
            </c:dLbl>
            <c:dLbl>
              <c:idx val="1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0-7405-42D2-84DE-F8EA208DA7BA}"/>
                </c:ext>
              </c:extLst>
            </c:dLbl>
            <c:dLbl>
              <c:idx val="1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1-7405-42D2-84DE-F8EA208DA7BA}"/>
                </c:ext>
              </c:extLst>
            </c:dLbl>
            <c:dLbl>
              <c:idx val="1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2-7405-42D2-84DE-F8EA208DA7BA}"/>
                </c:ext>
              </c:extLst>
            </c:dLbl>
            <c:dLbl>
              <c:idx val="1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3-7405-42D2-84DE-F8EA208DA7BA}"/>
                </c:ext>
              </c:extLst>
            </c:dLbl>
            <c:dLbl>
              <c:idx val="1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4-7405-42D2-84DE-F8EA208DA7BA}"/>
                </c:ext>
              </c:extLst>
            </c:dLbl>
            <c:dLbl>
              <c:idx val="1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5-7405-42D2-84DE-F8EA208DA7BA}"/>
                </c:ext>
              </c:extLst>
            </c:dLbl>
            <c:dLbl>
              <c:idx val="1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6-7405-42D2-84DE-F8EA208DA7BA}"/>
                </c:ext>
              </c:extLst>
            </c:dLbl>
            <c:dLbl>
              <c:idx val="1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7-7405-42D2-84DE-F8EA208DA7BA}"/>
                </c:ext>
              </c:extLst>
            </c:dLbl>
            <c:dLbl>
              <c:idx val="1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8-7405-42D2-84DE-F8EA208DA7BA}"/>
                </c:ext>
              </c:extLst>
            </c:dLbl>
            <c:dLbl>
              <c:idx val="1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9-7405-42D2-84DE-F8EA208DA7BA}"/>
                </c:ext>
              </c:extLst>
            </c:dLbl>
            <c:dLbl>
              <c:idx val="1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A-7405-42D2-84DE-F8EA208DA7BA}"/>
                </c:ext>
              </c:extLst>
            </c:dLbl>
            <c:dLbl>
              <c:idx val="1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B-7405-42D2-84DE-F8EA208DA7BA}"/>
                </c:ext>
              </c:extLst>
            </c:dLbl>
            <c:dLbl>
              <c:idx val="1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C-7405-42D2-84DE-F8EA208DA7BA}"/>
                </c:ext>
              </c:extLst>
            </c:dLbl>
            <c:dLbl>
              <c:idx val="1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D-7405-42D2-84DE-F8EA208DA7BA}"/>
                </c:ext>
              </c:extLst>
            </c:dLbl>
            <c:dLbl>
              <c:idx val="1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E-7405-42D2-84DE-F8EA208DA7BA}"/>
                </c:ext>
              </c:extLst>
            </c:dLbl>
            <c:dLbl>
              <c:idx val="1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F-7405-42D2-84DE-F8EA208DA7BA}"/>
                </c:ext>
              </c:extLst>
            </c:dLbl>
            <c:dLbl>
              <c:idx val="1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0-7405-42D2-84DE-F8EA208DA7BA}"/>
                </c:ext>
              </c:extLst>
            </c:dLbl>
            <c:dLbl>
              <c:idx val="1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1-7405-42D2-84DE-F8EA208DA7BA}"/>
                </c:ext>
              </c:extLst>
            </c:dLbl>
            <c:dLbl>
              <c:idx val="1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2-7405-42D2-84DE-F8EA208DA7BA}"/>
                </c:ext>
              </c:extLst>
            </c:dLbl>
            <c:dLbl>
              <c:idx val="1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3-7405-42D2-84DE-F8EA208DA7BA}"/>
                </c:ext>
              </c:extLst>
            </c:dLbl>
            <c:dLbl>
              <c:idx val="1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4-7405-42D2-84DE-F8EA208DA7BA}"/>
                </c:ext>
              </c:extLst>
            </c:dLbl>
            <c:dLbl>
              <c:idx val="1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5-7405-42D2-84DE-F8EA208DA7BA}"/>
                </c:ext>
              </c:extLst>
            </c:dLbl>
            <c:dLbl>
              <c:idx val="1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6-7405-42D2-84DE-F8EA208DA7BA}"/>
                </c:ext>
              </c:extLst>
            </c:dLbl>
            <c:dLbl>
              <c:idx val="1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7-7405-42D2-84DE-F8EA208DA7BA}"/>
                </c:ext>
              </c:extLst>
            </c:dLbl>
            <c:dLbl>
              <c:idx val="1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8-7405-42D2-84DE-F8EA208DA7BA}"/>
                </c:ext>
              </c:extLst>
            </c:dLbl>
            <c:dLbl>
              <c:idx val="1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9-7405-42D2-84DE-F8EA208DA7BA}"/>
                </c:ext>
              </c:extLst>
            </c:dLbl>
            <c:dLbl>
              <c:idx val="1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A-7405-42D2-84DE-F8EA208DA7BA}"/>
                </c:ext>
              </c:extLst>
            </c:dLbl>
            <c:dLbl>
              <c:idx val="1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B-7405-42D2-84DE-F8EA208DA7BA}"/>
                </c:ext>
              </c:extLst>
            </c:dLbl>
            <c:dLbl>
              <c:idx val="1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C-7405-42D2-84DE-F8EA208DA7BA}"/>
                </c:ext>
              </c:extLst>
            </c:dLbl>
            <c:dLbl>
              <c:idx val="1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D-7405-42D2-84DE-F8EA208DA7BA}"/>
                </c:ext>
              </c:extLst>
            </c:dLbl>
            <c:dLbl>
              <c:idx val="1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E-7405-42D2-84DE-F8EA208DA7BA}"/>
                </c:ext>
              </c:extLst>
            </c:dLbl>
            <c:dLbl>
              <c:idx val="1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F-7405-42D2-84DE-F8EA208DA7BA}"/>
                </c:ext>
              </c:extLst>
            </c:dLbl>
            <c:dLbl>
              <c:idx val="1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0-7405-42D2-84DE-F8EA208DA7BA}"/>
                </c:ext>
              </c:extLst>
            </c:dLbl>
            <c:dLbl>
              <c:idx val="1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1-7405-42D2-84DE-F8EA208DA7BA}"/>
                </c:ext>
              </c:extLst>
            </c:dLbl>
            <c:dLbl>
              <c:idx val="1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2-7405-42D2-84DE-F8EA208DA7BA}"/>
                </c:ext>
              </c:extLst>
            </c:dLbl>
            <c:dLbl>
              <c:idx val="1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3-7405-42D2-84DE-F8EA208DA7BA}"/>
                </c:ext>
              </c:extLst>
            </c:dLbl>
            <c:dLbl>
              <c:idx val="1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4-7405-42D2-84DE-F8EA208DA7BA}"/>
                </c:ext>
              </c:extLst>
            </c:dLbl>
            <c:dLbl>
              <c:idx val="1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5-7405-42D2-84DE-F8EA208DA7BA}"/>
                </c:ext>
              </c:extLst>
            </c:dLbl>
            <c:dLbl>
              <c:idx val="1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6-7405-42D2-84DE-F8EA208DA7BA}"/>
                </c:ext>
              </c:extLst>
            </c:dLbl>
            <c:dLbl>
              <c:idx val="1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7-7405-42D2-84DE-F8EA208DA7BA}"/>
                </c:ext>
              </c:extLst>
            </c:dLbl>
            <c:dLbl>
              <c:idx val="1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8-7405-42D2-84DE-F8EA208DA7BA}"/>
                </c:ext>
              </c:extLst>
            </c:dLbl>
            <c:dLbl>
              <c:idx val="1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9-7405-42D2-84DE-F8EA208DA7BA}"/>
                </c:ext>
              </c:extLst>
            </c:dLbl>
            <c:dLbl>
              <c:idx val="1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A-7405-42D2-84DE-F8EA208DA7BA}"/>
                </c:ext>
              </c:extLst>
            </c:dLbl>
            <c:dLbl>
              <c:idx val="1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B-7405-42D2-84DE-F8EA208DA7BA}"/>
                </c:ext>
              </c:extLst>
            </c:dLbl>
            <c:dLbl>
              <c:idx val="1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C-7405-42D2-84DE-F8EA208DA7BA}"/>
                </c:ext>
              </c:extLst>
            </c:dLbl>
            <c:dLbl>
              <c:idx val="1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D-7405-42D2-84DE-F8EA208DA7BA}"/>
                </c:ext>
              </c:extLst>
            </c:dLbl>
            <c:dLbl>
              <c:idx val="1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E-7405-42D2-84DE-F8EA208DA7BA}"/>
                </c:ext>
              </c:extLst>
            </c:dLbl>
            <c:dLbl>
              <c:idx val="1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F-7405-42D2-84DE-F8EA208DA7BA}"/>
                </c:ext>
              </c:extLst>
            </c:dLbl>
            <c:dLbl>
              <c:idx val="1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0-7405-42D2-84DE-F8EA208DA7BA}"/>
                </c:ext>
              </c:extLst>
            </c:dLbl>
            <c:dLbl>
              <c:idx val="1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1-7405-42D2-84DE-F8EA208DA7BA}"/>
                </c:ext>
              </c:extLst>
            </c:dLbl>
            <c:dLbl>
              <c:idx val="1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2-7405-42D2-84DE-F8EA208DA7BA}"/>
                </c:ext>
              </c:extLst>
            </c:dLbl>
            <c:dLbl>
              <c:idx val="1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3-7405-42D2-84DE-F8EA208DA7BA}"/>
                </c:ext>
              </c:extLst>
            </c:dLbl>
            <c:dLbl>
              <c:idx val="1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4-7405-42D2-84DE-F8EA208DA7BA}"/>
                </c:ext>
              </c:extLst>
            </c:dLbl>
            <c:dLbl>
              <c:idx val="1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5-7405-42D2-84DE-F8EA208DA7BA}"/>
                </c:ext>
              </c:extLst>
            </c:dLbl>
            <c:dLbl>
              <c:idx val="1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6-7405-42D2-84DE-F8EA208DA7BA}"/>
                </c:ext>
              </c:extLst>
            </c:dLbl>
            <c:dLbl>
              <c:idx val="1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7-7405-42D2-84DE-F8EA208DA7BA}"/>
                </c:ext>
              </c:extLst>
            </c:dLbl>
            <c:dLbl>
              <c:idx val="1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8-7405-42D2-84DE-F8EA208DA7BA}"/>
                </c:ext>
              </c:extLst>
            </c:dLbl>
            <c:dLbl>
              <c:idx val="1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9-7405-42D2-84DE-F8EA208DA7BA}"/>
                </c:ext>
              </c:extLst>
            </c:dLbl>
            <c:dLbl>
              <c:idx val="1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A-7405-42D2-84DE-F8EA208DA7BA}"/>
                </c:ext>
              </c:extLst>
            </c:dLbl>
            <c:dLbl>
              <c:idx val="1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B-7405-42D2-84DE-F8EA208DA7BA}"/>
                </c:ext>
              </c:extLst>
            </c:dLbl>
            <c:dLbl>
              <c:idx val="1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C-7405-42D2-84DE-F8EA208DA7BA}"/>
                </c:ext>
              </c:extLst>
            </c:dLbl>
            <c:dLbl>
              <c:idx val="1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D-7405-42D2-84DE-F8EA208DA7BA}"/>
                </c:ext>
              </c:extLst>
            </c:dLbl>
            <c:dLbl>
              <c:idx val="1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E-7405-42D2-84DE-F8EA208DA7BA}"/>
                </c:ext>
              </c:extLst>
            </c:dLbl>
            <c:dLbl>
              <c:idx val="1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F-7405-42D2-84DE-F8EA208DA7BA}"/>
                </c:ext>
              </c:extLst>
            </c:dLbl>
            <c:dLbl>
              <c:idx val="1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0-7405-42D2-84DE-F8EA208DA7BA}"/>
                </c:ext>
              </c:extLst>
            </c:dLbl>
            <c:dLbl>
              <c:idx val="1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1-7405-42D2-84DE-F8EA208DA7BA}"/>
                </c:ext>
              </c:extLst>
            </c:dLbl>
            <c:dLbl>
              <c:idx val="1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2-7405-42D2-84DE-F8EA208DA7BA}"/>
                </c:ext>
              </c:extLst>
            </c:dLbl>
            <c:dLbl>
              <c:idx val="1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3-7405-42D2-84DE-F8EA208DA7BA}"/>
                </c:ext>
              </c:extLst>
            </c:dLbl>
            <c:dLbl>
              <c:idx val="1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4-7405-42D2-84DE-F8EA208DA7BA}"/>
                </c:ext>
              </c:extLst>
            </c:dLbl>
            <c:dLbl>
              <c:idx val="1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5-7405-42D2-84DE-F8EA208DA7BA}"/>
                </c:ext>
              </c:extLst>
            </c:dLbl>
            <c:dLbl>
              <c:idx val="1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6-7405-42D2-84DE-F8EA208DA7BA}"/>
                </c:ext>
              </c:extLst>
            </c:dLbl>
            <c:dLbl>
              <c:idx val="1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7-7405-42D2-84DE-F8EA208DA7BA}"/>
                </c:ext>
              </c:extLst>
            </c:dLbl>
            <c:dLbl>
              <c:idx val="1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8-7405-42D2-84DE-F8EA208DA7BA}"/>
                </c:ext>
              </c:extLst>
            </c:dLbl>
            <c:dLbl>
              <c:idx val="1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9-7405-42D2-84DE-F8EA208DA7BA}"/>
                </c:ext>
              </c:extLst>
            </c:dLbl>
            <c:dLbl>
              <c:idx val="1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A-7405-42D2-84DE-F8EA208DA7BA}"/>
                </c:ext>
              </c:extLst>
            </c:dLbl>
            <c:dLbl>
              <c:idx val="1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B-7405-42D2-84DE-F8EA208DA7BA}"/>
                </c:ext>
              </c:extLst>
            </c:dLbl>
            <c:dLbl>
              <c:idx val="1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C-7405-42D2-84DE-F8EA208DA7BA}"/>
                </c:ext>
              </c:extLst>
            </c:dLbl>
            <c:dLbl>
              <c:idx val="1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D-7405-42D2-84DE-F8EA208DA7BA}"/>
                </c:ext>
              </c:extLst>
            </c:dLbl>
            <c:dLbl>
              <c:idx val="1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E-7405-42D2-84DE-F8EA208DA7BA}"/>
                </c:ext>
              </c:extLst>
            </c:dLbl>
            <c:dLbl>
              <c:idx val="1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F-7405-42D2-84DE-F8EA208DA7BA}"/>
                </c:ext>
              </c:extLst>
            </c:dLbl>
            <c:dLbl>
              <c:idx val="1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0-7405-42D2-84DE-F8EA208DA7BA}"/>
                </c:ext>
              </c:extLst>
            </c:dLbl>
            <c:dLbl>
              <c:idx val="1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1-7405-42D2-84DE-F8EA208DA7BA}"/>
                </c:ext>
              </c:extLst>
            </c:dLbl>
            <c:dLbl>
              <c:idx val="1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2-7405-42D2-84DE-F8EA208DA7BA}"/>
                </c:ext>
              </c:extLst>
            </c:dLbl>
            <c:dLbl>
              <c:idx val="1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3-7405-42D2-84DE-F8EA208DA7BA}"/>
                </c:ext>
              </c:extLst>
            </c:dLbl>
            <c:dLbl>
              <c:idx val="1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4-7405-42D2-84DE-F8EA208DA7BA}"/>
                </c:ext>
              </c:extLst>
            </c:dLbl>
            <c:dLbl>
              <c:idx val="1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5-7405-42D2-84DE-F8EA208DA7BA}"/>
                </c:ext>
              </c:extLst>
            </c:dLbl>
            <c:dLbl>
              <c:idx val="1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6-7405-42D2-84DE-F8EA208DA7BA}"/>
                </c:ext>
              </c:extLst>
            </c:dLbl>
            <c:dLbl>
              <c:idx val="1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7-7405-42D2-84DE-F8EA208DA7BA}"/>
                </c:ext>
              </c:extLst>
            </c:dLbl>
            <c:dLbl>
              <c:idx val="1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8-7405-42D2-84DE-F8EA208DA7BA}"/>
                </c:ext>
              </c:extLst>
            </c:dLbl>
            <c:dLbl>
              <c:idx val="1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9-7405-42D2-84DE-F8EA208DA7BA}"/>
                </c:ext>
              </c:extLst>
            </c:dLbl>
            <c:dLbl>
              <c:idx val="1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A-7405-42D2-84DE-F8EA208DA7BA}"/>
                </c:ext>
              </c:extLst>
            </c:dLbl>
            <c:dLbl>
              <c:idx val="1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B-7405-42D2-84DE-F8EA208DA7BA}"/>
                </c:ext>
              </c:extLst>
            </c:dLbl>
            <c:dLbl>
              <c:idx val="1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C-7405-42D2-84DE-F8EA208DA7BA}"/>
                </c:ext>
              </c:extLst>
            </c:dLbl>
            <c:dLbl>
              <c:idx val="1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D-7405-42D2-84DE-F8EA208DA7BA}"/>
                </c:ext>
              </c:extLst>
            </c:dLbl>
            <c:dLbl>
              <c:idx val="1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E-7405-42D2-84DE-F8EA208DA7BA}"/>
                </c:ext>
              </c:extLst>
            </c:dLbl>
            <c:dLbl>
              <c:idx val="1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F-7405-42D2-84DE-F8EA208DA7BA}"/>
                </c:ext>
              </c:extLst>
            </c:dLbl>
            <c:dLbl>
              <c:idx val="1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0-7405-42D2-84DE-F8EA208DA7BA}"/>
                </c:ext>
              </c:extLst>
            </c:dLbl>
            <c:dLbl>
              <c:idx val="1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1-7405-42D2-84DE-F8EA208DA7BA}"/>
                </c:ext>
              </c:extLst>
            </c:dLbl>
            <c:dLbl>
              <c:idx val="1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2-7405-42D2-84DE-F8EA208DA7BA}"/>
                </c:ext>
              </c:extLst>
            </c:dLbl>
            <c:dLbl>
              <c:idx val="1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3-7405-42D2-84DE-F8EA208DA7BA}"/>
                </c:ext>
              </c:extLst>
            </c:dLbl>
            <c:dLbl>
              <c:idx val="1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4-7405-42D2-84DE-F8EA208DA7BA}"/>
                </c:ext>
              </c:extLst>
            </c:dLbl>
            <c:dLbl>
              <c:idx val="1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5-7405-42D2-84DE-F8EA208DA7BA}"/>
                </c:ext>
              </c:extLst>
            </c:dLbl>
            <c:dLbl>
              <c:idx val="1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6-7405-42D2-84DE-F8EA208DA7BA}"/>
                </c:ext>
              </c:extLst>
            </c:dLbl>
            <c:dLbl>
              <c:idx val="1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7-7405-42D2-84DE-F8EA208DA7BA}"/>
                </c:ext>
              </c:extLst>
            </c:dLbl>
            <c:dLbl>
              <c:idx val="1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8-7405-42D2-84DE-F8EA208DA7BA}"/>
                </c:ext>
              </c:extLst>
            </c:dLbl>
            <c:dLbl>
              <c:idx val="1185"/>
              <c:tx>
                <c:rich>
                  <a:bodyPr/>
                  <a:lstStyle/>
                  <a:p>
                    <a:fld id="{EF6B165C-3D73-4C65-934C-A949367892E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9-7405-42D2-84DE-F8EA208DA7BA}"/>
                </c:ext>
              </c:extLst>
            </c:dLbl>
            <c:dLbl>
              <c:idx val="1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A-7405-42D2-84DE-F8EA208DA7BA}"/>
                </c:ext>
              </c:extLst>
            </c:dLbl>
            <c:dLbl>
              <c:idx val="1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B-7405-42D2-84DE-F8EA208DA7BA}"/>
                </c:ext>
              </c:extLst>
            </c:dLbl>
            <c:dLbl>
              <c:idx val="1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C-7405-42D2-84DE-F8EA208DA7BA}"/>
                </c:ext>
              </c:extLst>
            </c:dLbl>
            <c:dLbl>
              <c:idx val="1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D-7405-42D2-84DE-F8EA208DA7BA}"/>
                </c:ext>
              </c:extLst>
            </c:dLbl>
            <c:dLbl>
              <c:idx val="1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E-7405-42D2-84DE-F8EA208DA7BA}"/>
                </c:ext>
              </c:extLst>
            </c:dLbl>
            <c:dLbl>
              <c:idx val="1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F-7405-42D2-84DE-F8EA208DA7BA}"/>
                </c:ext>
              </c:extLst>
            </c:dLbl>
            <c:dLbl>
              <c:idx val="1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0-7405-42D2-84DE-F8EA208DA7BA}"/>
                </c:ext>
              </c:extLst>
            </c:dLbl>
            <c:dLbl>
              <c:idx val="1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1-7405-42D2-84DE-F8EA208DA7BA}"/>
                </c:ext>
              </c:extLst>
            </c:dLbl>
            <c:dLbl>
              <c:idx val="1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2-7405-42D2-84DE-F8EA208DA7BA}"/>
                </c:ext>
              </c:extLst>
            </c:dLbl>
            <c:dLbl>
              <c:idx val="1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3-7405-42D2-84DE-F8EA208DA7BA}"/>
                </c:ext>
              </c:extLst>
            </c:dLbl>
            <c:dLbl>
              <c:idx val="1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4-7405-42D2-84DE-F8EA208DA7BA}"/>
                </c:ext>
              </c:extLst>
            </c:dLbl>
            <c:dLbl>
              <c:idx val="1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5-7405-42D2-84DE-F8EA208DA7BA}"/>
                </c:ext>
              </c:extLst>
            </c:dLbl>
            <c:dLbl>
              <c:idx val="1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6-7405-42D2-84DE-F8EA208DA7BA}"/>
                </c:ext>
              </c:extLst>
            </c:dLbl>
            <c:dLbl>
              <c:idx val="1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7-7405-42D2-84DE-F8EA208DA7BA}"/>
                </c:ext>
              </c:extLst>
            </c:dLbl>
            <c:dLbl>
              <c:idx val="1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8-7405-42D2-84DE-F8EA208DA7BA}"/>
                </c:ext>
              </c:extLst>
            </c:dLbl>
            <c:dLbl>
              <c:idx val="1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9-7405-42D2-84DE-F8EA208DA7BA}"/>
                </c:ext>
              </c:extLst>
            </c:dLbl>
            <c:dLbl>
              <c:idx val="1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A-7405-42D2-84DE-F8EA208DA7BA}"/>
                </c:ext>
              </c:extLst>
            </c:dLbl>
            <c:dLbl>
              <c:idx val="1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B-7405-42D2-84DE-F8EA208DA7BA}"/>
                </c:ext>
              </c:extLst>
            </c:dLbl>
            <c:dLbl>
              <c:idx val="1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C-7405-42D2-84DE-F8EA208DA7BA}"/>
                </c:ext>
              </c:extLst>
            </c:dLbl>
            <c:dLbl>
              <c:idx val="1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D-7405-42D2-84DE-F8EA208DA7BA}"/>
                </c:ext>
              </c:extLst>
            </c:dLbl>
            <c:dLbl>
              <c:idx val="1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E-7405-42D2-84DE-F8EA208DA7BA}"/>
                </c:ext>
              </c:extLst>
            </c:dLbl>
            <c:dLbl>
              <c:idx val="1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F-7405-42D2-84DE-F8EA208DA7BA}"/>
                </c:ext>
              </c:extLst>
            </c:dLbl>
            <c:dLbl>
              <c:idx val="1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0-7405-42D2-84DE-F8EA208DA7BA}"/>
                </c:ext>
              </c:extLst>
            </c:dLbl>
            <c:dLbl>
              <c:idx val="1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1-7405-42D2-84DE-F8EA208DA7BA}"/>
                </c:ext>
              </c:extLst>
            </c:dLbl>
            <c:dLbl>
              <c:idx val="1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2-7405-42D2-84DE-F8EA208DA7BA}"/>
                </c:ext>
              </c:extLst>
            </c:dLbl>
            <c:dLbl>
              <c:idx val="1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3-7405-42D2-84DE-F8EA208DA7BA}"/>
                </c:ext>
              </c:extLst>
            </c:dLbl>
            <c:dLbl>
              <c:idx val="1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4-7405-42D2-84DE-F8EA208DA7BA}"/>
                </c:ext>
              </c:extLst>
            </c:dLbl>
            <c:dLbl>
              <c:idx val="1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5-7405-42D2-84DE-F8EA208DA7BA}"/>
                </c:ext>
              </c:extLst>
            </c:dLbl>
            <c:dLbl>
              <c:idx val="1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6-7405-42D2-84DE-F8EA208DA7BA}"/>
                </c:ext>
              </c:extLst>
            </c:dLbl>
            <c:dLbl>
              <c:idx val="1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7-7405-42D2-84DE-F8EA208DA7BA}"/>
                </c:ext>
              </c:extLst>
            </c:dLbl>
            <c:dLbl>
              <c:idx val="1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8-7405-42D2-84DE-F8EA208DA7BA}"/>
                </c:ext>
              </c:extLst>
            </c:dLbl>
            <c:dLbl>
              <c:idx val="1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9-7405-42D2-84DE-F8EA208DA7BA}"/>
                </c:ext>
              </c:extLst>
            </c:dLbl>
            <c:dLbl>
              <c:idx val="1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A-7405-42D2-84DE-F8EA208DA7BA}"/>
                </c:ext>
              </c:extLst>
            </c:dLbl>
            <c:dLbl>
              <c:idx val="1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B-7405-42D2-84DE-F8EA208DA7BA}"/>
                </c:ext>
              </c:extLst>
            </c:dLbl>
            <c:dLbl>
              <c:idx val="1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C-7405-42D2-84DE-F8EA208DA7BA}"/>
                </c:ext>
              </c:extLst>
            </c:dLbl>
            <c:dLbl>
              <c:idx val="1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D-7405-42D2-84DE-F8EA208DA7BA}"/>
                </c:ext>
              </c:extLst>
            </c:dLbl>
            <c:dLbl>
              <c:idx val="1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E-7405-42D2-84DE-F8EA208DA7BA}"/>
                </c:ext>
              </c:extLst>
            </c:dLbl>
            <c:dLbl>
              <c:idx val="1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F-7405-42D2-84DE-F8EA208DA7BA}"/>
                </c:ext>
              </c:extLst>
            </c:dLbl>
            <c:dLbl>
              <c:idx val="1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0-7405-42D2-84DE-F8EA208DA7BA}"/>
                </c:ext>
              </c:extLst>
            </c:dLbl>
            <c:dLbl>
              <c:idx val="1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1-7405-42D2-84DE-F8EA208DA7BA}"/>
                </c:ext>
              </c:extLst>
            </c:dLbl>
            <c:dLbl>
              <c:idx val="1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2-7405-42D2-84DE-F8EA208DA7BA}"/>
                </c:ext>
              </c:extLst>
            </c:dLbl>
            <c:dLbl>
              <c:idx val="1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3-7405-42D2-84DE-F8EA208DA7BA}"/>
                </c:ext>
              </c:extLst>
            </c:dLbl>
            <c:dLbl>
              <c:idx val="1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4-7405-42D2-84DE-F8EA208DA7BA}"/>
                </c:ext>
              </c:extLst>
            </c:dLbl>
            <c:dLbl>
              <c:idx val="1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5-7405-42D2-84DE-F8EA208DA7BA}"/>
                </c:ext>
              </c:extLst>
            </c:dLbl>
            <c:dLbl>
              <c:idx val="1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6-7405-42D2-84DE-F8EA208DA7BA}"/>
                </c:ext>
              </c:extLst>
            </c:dLbl>
            <c:dLbl>
              <c:idx val="1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7-7405-42D2-84DE-F8EA208DA7BA}"/>
                </c:ext>
              </c:extLst>
            </c:dLbl>
            <c:dLbl>
              <c:idx val="1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8-7405-42D2-84DE-F8EA208DA7BA}"/>
                </c:ext>
              </c:extLst>
            </c:dLbl>
            <c:dLbl>
              <c:idx val="1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9-7405-42D2-84DE-F8EA208DA7BA}"/>
                </c:ext>
              </c:extLst>
            </c:dLbl>
            <c:dLbl>
              <c:idx val="1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A-7405-42D2-84DE-F8EA208DA7BA}"/>
                </c:ext>
              </c:extLst>
            </c:dLbl>
            <c:dLbl>
              <c:idx val="1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B-7405-42D2-84DE-F8EA208DA7BA}"/>
                </c:ext>
              </c:extLst>
            </c:dLbl>
            <c:dLbl>
              <c:idx val="1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C-7405-42D2-84DE-F8EA208DA7BA}"/>
                </c:ext>
              </c:extLst>
            </c:dLbl>
            <c:dLbl>
              <c:idx val="1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D-7405-42D2-84DE-F8EA208DA7BA}"/>
                </c:ext>
              </c:extLst>
            </c:dLbl>
            <c:dLbl>
              <c:idx val="1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E-7405-42D2-84DE-F8EA208DA7BA}"/>
                </c:ext>
              </c:extLst>
            </c:dLbl>
            <c:dLbl>
              <c:idx val="1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F-7405-42D2-84DE-F8EA208DA7BA}"/>
                </c:ext>
              </c:extLst>
            </c:dLbl>
            <c:dLbl>
              <c:idx val="1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0-7405-42D2-84DE-F8EA208DA7BA}"/>
                </c:ext>
              </c:extLst>
            </c:dLbl>
            <c:dLbl>
              <c:idx val="1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1-7405-42D2-84DE-F8EA208DA7BA}"/>
                </c:ext>
              </c:extLst>
            </c:dLbl>
            <c:dLbl>
              <c:idx val="1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2-7405-42D2-84DE-F8EA208DA7BA}"/>
                </c:ext>
              </c:extLst>
            </c:dLbl>
            <c:dLbl>
              <c:idx val="1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3-7405-42D2-84DE-F8EA208DA7BA}"/>
                </c:ext>
              </c:extLst>
            </c:dLbl>
            <c:dLbl>
              <c:idx val="1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4-7405-42D2-84DE-F8EA208DA7BA}"/>
                </c:ext>
              </c:extLst>
            </c:dLbl>
            <c:dLbl>
              <c:idx val="1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5-7405-42D2-84DE-F8EA208DA7BA}"/>
                </c:ext>
              </c:extLst>
            </c:dLbl>
            <c:dLbl>
              <c:idx val="1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6-7405-42D2-84DE-F8EA208DA7BA}"/>
                </c:ext>
              </c:extLst>
            </c:dLbl>
            <c:dLbl>
              <c:idx val="1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7-7405-42D2-84DE-F8EA208DA7BA}"/>
                </c:ext>
              </c:extLst>
            </c:dLbl>
            <c:dLbl>
              <c:idx val="1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8-7405-42D2-84DE-F8EA208DA7BA}"/>
                </c:ext>
              </c:extLst>
            </c:dLbl>
            <c:dLbl>
              <c:idx val="1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9-7405-42D2-84DE-F8EA208DA7BA}"/>
                </c:ext>
              </c:extLst>
            </c:dLbl>
            <c:dLbl>
              <c:idx val="1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A-7405-42D2-84DE-F8EA208DA7BA}"/>
                </c:ext>
              </c:extLst>
            </c:dLbl>
            <c:dLbl>
              <c:idx val="1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B-7405-42D2-84DE-F8EA208DA7BA}"/>
                </c:ext>
              </c:extLst>
            </c:dLbl>
            <c:dLbl>
              <c:idx val="1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C-7405-42D2-84DE-F8EA208DA7BA}"/>
                </c:ext>
              </c:extLst>
            </c:dLbl>
            <c:dLbl>
              <c:idx val="1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D-7405-42D2-84DE-F8EA208DA7BA}"/>
                </c:ext>
              </c:extLst>
            </c:dLbl>
            <c:dLbl>
              <c:idx val="1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E-7405-42D2-84DE-F8EA208DA7BA}"/>
                </c:ext>
              </c:extLst>
            </c:dLbl>
            <c:dLbl>
              <c:idx val="1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F-7405-42D2-84DE-F8EA208DA7BA}"/>
                </c:ext>
              </c:extLst>
            </c:dLbl>
            <c:dLbl>
              <c:idx val="1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0-7405-42D2-84DE-F8EA208DA7BA}"/>
                </c:ext>
              </c:extLst>
            </c:dLbl>
            <c:dLbl>
              <c:idx val="1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1-7405-42D2-84DE-F8EA208DA7BA}"/>
                </c:ext>
              </c:extLst>
            </c:dLbl>
            <c:dLbl>
              <c:idx val="1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2-7405-42D2-84DE-F8EA208DA7BA}"/>
                </c:ext>
              </c:extLst>
            </c:dLbl>
            <c:dLbl>
              <c:idx val="1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3-7405-42D2-84DE-F8EA208DA7BA}"/>
                </c:ext>
              </c:extLst>
            </c:dLbl>
            <c:dLbl>
              <c:idx val="1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4-7405-42D2-84DE-F8EA208DA7BA}"/>
                </c:ext>
              </c:extLst>
            </c:dLbl>
            <c:dLbl>
              <c:idx val="1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5-7405-42D2-84DE-F8EA208DA7BA}"/>
                </c:ext>
              </c:extLst>
            </c:dLbl>
            <c:dLbl>
              <c:idx val="1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6-7405-42D2-84DE-F8EA208DA7BA}"/>
                </c:ext>
              </c:extLst>
            </c:dLbl>
            <c:dLbl>
              <c:idx val="1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7-7405-42D2-84DE-F8EA208DA7BA}"/>
                </c:ext>
              </c:extLst>
            </c:dLbl>
            <c:dLbl>
              <c:idx val="1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8-7405-42D2-84DE-F8EA208DA7BA}"/>
                </c:ext>
              </c:extLst>
            </c:dLbl>
            <c:dLbl>
              <c:idx val="1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9-7405-42D2-84DE-F8EA208DA7BA}"/>
                </c:ext>
              </c:extLst>
            </c:dLbl>
            <c:dLbl>
              <c:idx val="1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A-7405-42D2-84DE-F8EA208DA7BA}"/>
                </c:ext>
              </c:extLst>
            </c:dLbl>
            <c:dLbl>
              <c:idx val="1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B-7405-42D2-84DE-F8EA208DA7BA}"/>
                </c:ext>
              </c:extLst>
            </c:dLbl>
            <c:dLbl>
              <c:idx val="1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C-7405-42D2-84DE-F8EA208DA7BA}"/>
                </c:ext>
              </c:extLst>
            </c:dLbl>
            <c:dLbl>
              <c:idx val="1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D-7405-42D2-84DE-F8EA208DA7BA}"/>
                </c:ext>
              </c:extLst>
            </c:dLbl>
            <c:dLbl>
              <c:idx val="1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E-7405-42D2-84DE-F8EA208DA7BA}"/>
                </c:ext>
              </c:extLst>
            </c:dLbl>
            <c:dLbl>
              <c:idx val="1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F-7405-42D2-84DE-F8EA208DA7BA}"/>
                </c:ext>
              </c:extLst>
            </c:dLbl>
            <c:dLbl>
              <c:idx val="1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0-7405-42D2-84DE-F8EA208DA7BA}"/>
                </c:ext>
              </c:extLst>
            </c:dLbl>
            <c:dLbl>
              <c:idx val="1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1-7405-42D2-84DE-F8EA208DA7BA}"/>
                </c:ext>
              </c:extLst>
            </c:dLbl>
            <c:dLbl>
              <c:idx val="1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2-7405-42D2-84DE-F8EA208DA7BA}"/>
                </c:ext>
              </c:extLst>
            </c:dLbl>
            <c:dLbl>
              <c:idx val="1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3-7405-42D2-84DE-F8EA208DA7BA}"/>
                </c:ext>
              </c:extLst>
            </c:dLbl>
            <c:dLbl>
              <c:idx val="1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4-7405-42D2-84DE-F8EA208DA7BA}"/>
                </c:ext>
              </c:extLst>
            </c:dLbl>
            <c:dLbl>
              <c:idx val="1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5-7405-42D2-84DE-F8EA208DA7BA}"/>
                </c:ext>
              </c:extLst>
            </c:dLbl>
            <c:dLbl>
              <c:idx val="1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6-7405-42D2-84DE-F8EA208DA7BA}"/>
                </c:ext>
              </c:extLst>
            </c:dLbl>
            <c:dLbl>
              <c:idx val="1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7-7405-42D2-84DE-F8EA208DA7BA}"/>
                </c:ext>
              </c:extLst>
            </c:dLbl>
            <c:dLbl>
              <c:idx val="1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8-7405-42D2-84DE-F8EA208DA7BA}"/>
                </c:ext>
              </c:extLst>
            </c:dLbl>
            <c:dLbl>
              <c:idx val="1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9-7405-42D2-84DE-F8EA208DA7BA}"/>
                </c:ext>
              </c:extLst>
            </c:dLbl>
            <c:dLbl>
              <c:idx val="1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A-7405-42D2-84DE-F8EA208DA7BA}"/>
                </c:ext>
              </c:extLst>
            </c:dLbl>
            <c:dLbl>
              <c:idx val="1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B-7405-42D2-84DE-F8EA208DA7BA}"/>
                </c:ext>
              </c:extLst>
            </c:dLbl>
            <c:dLbl>
              <c:idx val="1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C-7405-42D2-84DE-F8EA208DA7BA}"/>
                </c:ext>
              </c:extLst>
            </c:dLbl>
            <c:dLbl>
              <c:idx val="1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D-7405-42D2-84DE-F8EA208DA7BA}"/>
                </c:ext>
              </c:extLst>
            </c:dLbl>
            <c:dLbl>
              <c:idx val="1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E-7405-42D2-84DE-F8EA208DA7BA}"/>
                </c:ext>
              </c:extLst>
            </c:dLbl>
            <c:dLbl>
              <c:idx val="1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F-7405-42D2-84DE-F8EA208DA7BA}"/>
                </c:ext>
              </c:extLst>
            </c:dLbl>
            <c:dLbl>
              <c:idx val="1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0-7405-42D2-84DE-F8EA208DA7BA}"/>
                </c:ext>
              </c:extLst>
            </c:dLbl>
            <c:dLbl>
              <c:idx val="1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1-7405-42D2-84DE-F8EA208DA7BA}"/>
                </c:ext>
              </c:extLst>
            </c:dLbl>
            <c:dLbl>
              <c:idx val="1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2-7405-42D2-84DE-F8EA208DA7BA}"/>
                </c:ext>
              </c:extLst>
            </c:dLbl>
            <c:dLbl>
              <c:idx val="1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3-7405-42D2-84DE-F8EA208DA7BA}"/>
                </c:ext>
              </c:extLst>
            </c:dLbl>
            <c:dLbl>
              <c:idx val="1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4-7405-42D2-84DE-F8EA208DA7BA}"/>
                </c:ext>
              </c:extLst>
            </c:dLbl>
            <c:dLbl>
              <c:idx val="1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5-7405-42D2-84DE-F8EA208DA7BA}"/>
                </c:ext>
              </c:extLst>
            </c:dLbl>
            <c:dLbl>
              <c:idx val="1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6-7405-42D2-84DE-F8EA208DA7BA}"/>
                </c:ext>
              </c:extLst>
            </c:dLbl>
            <c:dLbl>
              <c:idx val="1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7-7405-42D2-84DE-F8EA208DA7BA}"/>
                </c:ext>
              </c:extLst>
            </c:dLbl>
            <c:dLbl>
              <c:idx val="1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8-7405-42D2-84DE-F8EA208DA7BA}"/>
                </c:ext>
              </c:extLst>
            </c:dLbl>
            <c:dLbl>
              <c:idx val="1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9-7405-42D2-84DE-F8EA208DA7BA}"/>
                </c:ext>
              </c:extLst>
            </c:dLbl>
            <c:dLbl>
              <c:idx val="1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A-7405-42D2-84DE-F8EA208DA7BA}"/>
                </c:ext>
              </c:extLst>
            </c:dLbl>
            <c:dLbl>
              <c:idx val="1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B-7405-42D2-84DE-F8EA208DA7BA}"/>
                </c:ext>
              </c:extLst>
            </c:dLbl>
            <c:dLbl>
              <c:idx val="1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C-7405-42D2-84DE-F8EA208DA7BA}"/>
                </c:ext>
              </c:extLst>
            </c:dLbl>
            <c:dLbl>
              <c:idx val="1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D-7405-42D2-84DE-F8EA208DA7BA}"/>
                </c:ext>
              </c:extLst>
            </c:dLbl>
            <c:dLbl>
              <c:idx val="1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E-7405-42D2-84DE-F8EA208DA7BA}"/>
                </c:ext>
              </c:extLst>
            </c:dLbl>
            <c:dLbl>
              <c:idx val="1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F-7405-42D2-84DE-F8EA208DA7BA}"/>
                </c:ext>
              </c:extLst>
            </c:dLbl>
            <c:dLbl>
              <c:idx val="1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0-7405-42D2-84DE-F8EA208DA7BA}"/>
                </c:ext>
              </c:extLst>
            </c:dLbl>
            <c:dLbl>
              <c:idx val="1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1-7405-42D2-84DE-F8EA208DA7BA}"/>
                </c:ext>
              </c:extLst>
            </c:dLbl>
            <c:dLbl>
              <c:idx val="1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2-7405-42D2-84DE-F8EA208DA7BA}"/>
                </c:ext>
              </c:extLst>
            </c:dLbl>
            <c:dLbl>
              <c:idx val="1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3-7405-42D2-84DE-F8EA208DA7BA}"/>
                </c:ext>
              </c:extLst>
            </c:dLbl>
            <c:dLbl>
              <c:idx val="1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4-7405-42D2-84DE-F8EA208DA7BA}"/>
                </c:ext>
              </c:extLst>
            </c:dLbl>
            <c:dLbl>
              <c:idx val="1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5-7405-42D2-84DE-F8EA208DA7BA}"/>
                </c:ext>
              </c:extLst>
            </c:dLbl>
            <c:dLbl>
              <c:idx val="1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6-7405-42D2-84DE-F8EA208DA7BA}"/>
                </c:ext>
              </c:extLst>
            </c:dLbl>
            <c:dLbl>
              <c:idx val="1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7-7405-42D2-84DE-F8EA208DA7BA}"/>
                </c:ext>
              </c:extLst>
            </c:dLbl>
            <c:dLbl>
              <c:idx val="1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8-7405-42D2-84DE-F8EA208DA7BA}"/>
                </c:ext>
              </c:extLst>
            </c:dLbl>
            <c:dLbl>
              <c:idx val="1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9-7405-42D2-84DE-F8EA208DA7BA}"/>
                </c:ext>
              </c:extLst>
            </c:dLbl>
            <c:dLbl>
              <c:idx val="1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A-7405-42D2-84DE-F8EA208DA7BA}"/>
                </c:ext>
              </c:extLst>
            </c:dLbl>
            <c:dLbl>
              <c:idx val="1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B-7405-42D2-84DE-F8EA208DA7BA}"/>
                </c:ext>
              </c:extLst>
            </c:dLbl>
            <c:dLbl>
              <c:idx val="1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C-7405-42D2-84DE-F8EA208DA7BA}"/>
                </c:ext>
              </c:extLst>
            </c:dLbl>
            <c:dLbl>
              <c:idx val="1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D-7405-42D2-84DE-F8EA208DA7BA}"/>
                </c:ext>
              </c:extLst>
            </c:dLbl>
            <c:dLbl>
              <c:idx val="1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E-7405-42D2-84DE-F8EA208DA7BA}"/>
                </c:ext>
              </c:extLst>
            </c:dLbl>
            <c:dLbl>
              <c:idx val="1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F-7405-42D2-84DE-F8EA208DA7BA}"/>
                </c:ext>
              </c:extLst>
            </c:dLbl>
            <c:dLbl>
              <c:idx val="1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0-7405-42D2-84DE-F8EA208DA7BA}"/>
                </c:ext>
              </c:extLst>
            </c:dLbl>
            <c:dLbl>
              <c:idx val="1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1-7405-42D2-84DE-F8EA208DA7BA}"/>
                </c:ext>
              </c:extLst>
            </c:dLbl>
            <c:dLbl>
              <c:idx val="1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2-7405-42D2-84DE-F8EA208DA7BA}"/>
                </c:ext>
              </c:extLst>
            </c:dLbl>
            <c:dLbl>
              <c:idx val="1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3-7405-42D2-84DE-F8EA208DA7BA}"/>
                </c:ext>
              </c:extLst>
            </c:dLbl>
            <c:dLbl>
              <c:idx val="1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4-7405-42D2-84DE-F8EA208DA7BA}"/>
                </c:ext>
              </c:extLst>
            </c:dLbl>
            <c:dLbl>
              <c:idx val="1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5-7405-42D2-84DE-F8EA208DA7BA}"/>
                </c:ext>
              </c:extLst>
            </c:dLbl>
            <c:dLbl>
              <c:idx val="1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6-7405-42D2-84DE-F8EA208DA7BA}"/>
                </c:ext>
              </c:extLst>
            </c:dLbl>
            <c:dLbl>
              <c:idx val="1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7-7405-42D2-84DE-F8EA208DA7BA}"/>
                </c:ext>
              </c:extLst>
            </c:dLbl>
            <c:dLbl>
              <c:idx val="1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8-7405-42D2-84DE-F8EA208DA7BA}"/>
                </c:ext>
              </c:extLst>
            </c:dLbl>
            <c:dLbl>
              <c:idx val="1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9-7405-42D2-84DE-F8EA208DA7BA}"/>
                </c:ext>
              </c:extLst>
            </c:dLbl>
            <c:dLbl>
              <c:idx val="1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A-7405-42D2-84DE-F8EA208DA7BA}"/>
                </c:ext>
              </c:extLst>
            </c:dLbl>
            <c:dLbl>
              <c:idx val="1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B-7405-42D2-84DE-F8EA208DA7BA}"/>
                </c:ext>
              </c:extLst>
            </c:dLbl>
            <c:dLbl>
              <c:idx val="1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C-7405-42D2-84DE-F8EA208DA7BA}"/>
                </c:ext>
              </c:extLst>
            </c:dLbl>
            <c:dLbl>
              <c:idx val="1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D-7405-42D2-84DE-F8EA208DA7BA}"/>
                </c:ext>
              </c:extLst>
            </c:dLbl>
            <c:dLbl>
              <c:idx val="1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E-7405-42D2-84DE-F8EA208DA7BA}"/>
                </c:ext>
              </c:extLst>
            </c:dLbl>
            <c:dLbl>
              <c:idx val="1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F-7405-42D2-84DE-F8EA208DA7BA}"/>
                </c:ext>
              </c:extLst>
            </c:dLbl>
            <c:dLbl>
              <c:idx val="1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0-7405-42D2-84DE-F8EA208DA7BA}"/>
                </c:ext>
              </c:extLst>
            </c:dLbl>
            <c:dLbl>
              <c:idx val="1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1-7405-42D2-84DE-F8EA208DA7BA}"/>
                </c:ext>
              </c:extLst>
            </c:dLbl>
            <c:dLbl>
              <c:idx val="1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2-7405-42D2-84DE-F8EA208DA7BA}"/>
                </c:ext>
              </c:extLst>
            </c:dLbl>
            <c:dLbl>
              <c:idx val="1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3-7405-42D2-84DE-F8EA208DA7BA}"/>
                </c:ext>
              </c:extLst>
            </c:dLbl>
            <c:dLbl>
              <c:idx val="1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4-7405-42D2-84DE-F8EA208DA7BA}"/>
                </c:ext>
              </c:extLst>
            </c:dLbl>
            <c:dLbl>
              <c:idx val="1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5-7405-42D2-84DE-F8EA208DA7BA}"/>
                </c:ext>
              </c:extLst>
            </c:dLbl>
            <c:dLbl>
              <c:idx val="1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6-7405-42D2-84DE-F8EA208DA7BA}"/>
                </c:ext>
              </c:extLst>
            </c:dLbl>
            <c:dLbl>
              <c:idx val="1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7-7405-42D2-84DE-F8EA208DA7BA}"/>
                </c:ext>
              </c:extLst>
            </c:dLbl>
            <c:dLbl>
              <c:idx val="1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8-7405-42D2-84DE-F8EA208DA7BA}"/>
                </c:ext>
              </c:extLst>
            </c:dLbl>
            <c:dLbl>
              <c:idx val="1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9-7405-42D2-84DE-F8EA208DA7BA}"/>
                </c:ext>
              </c:extLst>
            </c:dLbl>
            <c:dLbl>
              <c:idx val="1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A-7405-42D2-84DE-F8EA208DA7BA}"/>
                </c:ext>
              </c:extLst>
            </c:dLbl>
            <c:dLbl>
              <c:idx val="1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B-7405-42D2-84DE-F8EA208DA7BA}"/>
                </c:ext>
              </c:extLst>
            </c:dLbl>
            <c:dLbl>
              <c:idx val="1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C-7405-42D2-84DE-F8EA208DA7BA}"/>
                </c:ext>
              </c:extLst>
            </c:dLbl>
            <c:dLbl>
              <c:idx val="1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D-7405-42D2-84DE-F8EA208DA7BA}"/>
                </c:ext>
              </c:extLst>
            </c:dLbl>
            <c:dLbl>
              <c:idx val="1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E-7405-42D2-84DE-F8EA208DA7BA}"/>
                </c:ext>
              </c:extLst>
            </c:dLbl>
            <c:dLbl>
              <c:idx val="1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F-7405-42D2-84DE-F8EA208DA7BA}"/>
                </c:ext>
              </c:extLst>
            </c:dLbl>
            <c:dLbl>
              <c:idx val="1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0-7405-42D2-84DE-F8EA208DA7BA}"/>
                </c:ext>
              </c:extLst>
            </c:dLbl>
            <c:dLbl>
              <c:idx val="1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1-7405-42D2-84DE-F8EA208DA7BA}"/>
                </c:ext>
              </c:extLst>
            </c:dLbl>
            <c:dLbl>
              <c:idx val="1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2-7405-42D2-84DE-F8EA208DA7BA}"/>
                </c:ext>
              </c:extLst>
            </c:dLbl>
            <c:dLbl>
              <c:idx val="1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3-7405-42D2-84DE-F8EA208DA7BA}"/>
                </c:ext>
              </c:extLst>
            </c:dLbl>
            <c:dLbl>
              <c:idx val="1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4-7405-42D2-84DE-F8EA208DA7BA}"/>
                </c:ext>
              </c:extLst>
            </c:dLbl>
            <c:dLbl>
              <c:idx val="1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5-7405-42D2-84DE-F8EA208DA7BA}"/>
                </c:ext>
              </c:extLst>
            </c:dLbl>
            <c:dLbl>
              <c:idx val="1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6-7405-42D2-84DE-F8EA208DA7BA}"/>
                </c:ext>
              </c:extLst>
            </c:dLbl>
            <c:dLbl>
              <c:idx val="1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7-7405-42D2-84DE-F8EA208DA7BA}"/>
                </c:ext>
              </c:extLst>
            </c:dLbl>
            <c:dLbl>
              <c:idx val="1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8-7405-42D2-84DE-F8EA208DA7BA}"/>
                </c:ext>
              </c:extLst>
            </c:dLbl>
            <c:dLbl>
              <c:idx val="1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9-7405-42D2-84DE-F8EA208DA7BA}"/>
                </c:ext>
              </c:extLst>
            </c:dLbl>
            <c:dLbl>
              <c:idx val="1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A-7405-42D2-84DE-F8EA208DA7BA}"/>
                </c:ext>
              </c:extLst>
            </c:dLbl>
            <c:dLbl>
              <c:idx val="1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B-7405-42D2-84DE-F8EA208DA7BA}"/>
                </c:ext>
              </c:extLst>
            </c:dLbl>
            <c:dLbl>
              <c:idx val="1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C-7405-42D2-84DE-F8EA208DA7BA}"/>
                </c:ext>
              </c:extLst>
            </c:dLbl>
            <c:dLbl>
              <c:idx val="1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D-7405-42D2-84DE-F8EA208DA7BA}"/>
                </c:ext>
              </c:extLst>
            </c:dLbl>
            <c:dLbl>
              <c:idx val="1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E-7405-42D2-84DE-F8EA208DA7BA}"/>
                </c:ext>
              </c:extLst>
            </c:dLbl>
            <c:dLbl>
              <c:idx val="1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F-7405-42D2-84DE-F8EA208DA7BA}"/>
                </c:ext>
              </c:extLst>
            </c:dLbl>
            <c:dLbl>
              <c:idx val="1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0-7405-42D2-84DE-F8EA208DA7BA}"/>
                </c:ext>
              </c:extLst>
            </c:dLbl>
            <c:dLbl>
              <c:idx val="1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1-7405-42D2-84DE-F8EA208DA7BA}"/>
                </c:ext>
              </c:extLst>
            </c:dLbl>
            <c:dLbl>
              <c:idx val="1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2-7405-42D2-84DE-F8EA208DA7BA}"/>
                </c:ext>
              </c:extLst>
            </c:dLbl>
            <c:dLbl>
              <c:idx val="1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3-7405-42D2-84DE-F8EA208DA7BA}"/>
                </c:ext>
              </c:extLst>
            </c:dLbl>
            <c:dLbl>
              <c:idx val="1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4-7405-42D2-84DE-F8EA208DA7BA}"/>
                </c:ext>
              </c:extLst>
            </c:dLbl>
            <c:dLbl>
              <c:idx val="1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5-7405-42D2-84DE-F8EA208DA7BA}"/>
                </c:ext>
              </c:extLst>
            </c:dLbl>
            <c:dLbl>
              <c:idx val="1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6-7405-42D2-84DE-F8EA208DA7BA}"/>
                </c:ext>
              </c:extLst>
            </c:dLbl>
            <c:dLbl>
              <c:idx val="1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7-7405-42D2-84DE-F8EA208DA7BA}"/>
                </c:ext>
              </c:extLst>
            </c:dLbl>
            <c:dLbl>
              <c:idx val="1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8-7405-42D2-84DE-F8EA208DA7BA}"/>
                </c:ext>
              </c:extLst>
            </c:dLbl>
            <c:dLbl>
              <c:idx val="1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9-7405-42D2-84DE-F8EA208DA7BA}"/>
                </c:ext>
              </c:extLst>
            </c:dLbl>
            <c:dLbl>
              <c:idx val="1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A-7405-42D2-84DE-F8EA208DA7BA}"/>
                </c:ext>
              </c:extLst>
            </c:dLbl>
            <c:dLbl>
              <c:idx val="1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B-7405-42D2-84DE-F8EA208DA7BA}"/>
                </c:ext>
              </c:extLst>
            </c:dLbl>
            <c:dLbl>
              <c:idx val="1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C-7405-42D2-84DE-F8EA208DA7BA}"/>
                </c:ext>
              </c:extLst>
            </c:dLbl>
            <c:dLbl>
              <c:idx val="1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D-7405-42D2-84DE-F8EA208DA7BA}"/>
                </c:ext>
              </c:extLst>
            </c:dLbl>
            <c:dLbl>
              <c:idx val="1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E-7405-42D2-84DE-F8EA208DA7BA}"/>
                </c:ext>
              </c:extLst>
            </c:dLbl>
            <c:dLbl>
              <c:idx val="1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F-7405-42D2-84DE-F8EA208DA7BA}"/>
                </c:ext>
              </c:extLst>
            </c:dLbl>
            <c:dLbl>
              <c:idx val="1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0-7405-42D2-84DE-F8EA208DA7BA}"/>
                </c:ext>
              </c:extLst>
            </c:dLbl>
            <c:dLbl>
              <c:idx val="1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1-7405-42D2-84DE-F8EA208DA7BA}"/>
                </c:ext>
              </c:extLst>
            </c:dLbl>
            <c:dLbl>
              <c:idx val="1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2-7405-42D2-84DE-F8EA208DA7BA}"/>
                </c:ext>
              </c:extLst>
            </c:dLbl>
            <c:dLbl>
              <c:idx val="1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3-7405-42D2-84DE-F8EA208DA7BA}"/>
                </c:ext>
              </c:extLst>
            </c:dLbl>
            <c:dLbl>
              <c:idx val="1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4-7405-42D2-84DE-F8EA208DA7BA}"/>
                </c:ext>
              </c:extLst>
            </c:dLbl>
            <c:dLbl>
              <c:idx val="1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5-7405-42D2-84DE-F8EA208DA7BA}"/>
                </c:ext>
              </c:extLst>
            </c:dLbl>
            <c:dLbl>
              <c:idx val="1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6-7405-42D2-84DE-F8EA208DA7BA}"/>
                </c:ext>
              </c:extLst>
            </c:dLbl>
            <c:dLbl>
              <c:idx val="1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7-7405-42D2-84DE-F8EA208DA7BA}"/>
                </c:ext>
              </c:extLst>
            </c:dLbl>
            <c:dLbl>
              <c:idx val="1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8-7405-42D2-84DE-F8EA208DA7BA}"/>
                </c:ext>
              </c:extLst>
            </c:dLbl>
            <c:dLbl>
              <c:idx val="1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9-7405-42D2-84DE-F8EA208DA7BA}"/>
                </c:ext>
              </c:extLst>
            </c:dLbl>
            <c:dLbl>
              <c:idx val="1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A-7405-42D2-84DE-F8EA208DA7BA}"/>
                </c:ext>
              </c:extLst>
            </c:dLbl>
            <c:dLbl>
              <c:idx val="1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B-7405-42D2-84DE-F8EA208DA7BA}"/>
                </c:ext>
              </c:extLst>
            </c:dLbl>
            <c:dLbl>
              <c:idx val="1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C-7405-42D2-84DE-F8EA208DA7BA}"/>
                </c:ext>
              </c:extLst>
            </c:dLbl>
            <c:dLbl>
              <c:idx val="1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D-7405-42D2-84DE-F8EA208DA7BA}"/>
                </c:ext>
              </c:extLst>
            </c:dLbl>
            <c:dLbl>
              <c:idx val="1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E-7405-42D2-84DE-F8EA208DA7BA}"/>
                </c:ext>
              </c:extLst>
            </c:dLbl>
            <c:dLbl>
              <c:idx val="1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F-7405-42D2-84DE-F8EA208DA7BA}"/>
                </c:ext>
              </c:extLst>
            </c:dLbl>
            <c:dLbl>
              <c:idx val="1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0-7405-42D2-84DE-F8EA208DA7BA}"/>
                </c:ext>
              </c:extLst>
            </c:dLbl>
            <c:dLbl>
              <c:idx val="1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1-7405-42D2-84DE-F8EA208DA7BA}"/>
                </c:ext>
              </c:extLst>
            </c:dLbl>
            <c:dLbl>
              <c:idx val="1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2-7405-42D2-84DE-F8EA208DA7BA}"/>
                </c:ext>
              </c:extLst>
            </c:dLbl>
            <c:dLbl>
              <c:idx val="1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3-7405-42D2-84DE-F8EA208DA7BA}"/>
                </c:ext>
              </c:extLst>
            </c:dLbl>
            <c:dLbl>
              <c:idx val="1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4-7405-42D2-84DE-F8EA208DA7BA}"/>
                </c:ext>
              </c:extLst>
            </c:dLbl>
            <c:dLbl>
              <c:idx val="1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5-7405-42D2-84DE-F8EA208DA7BA}"/>
                </c:ext>
              </c:extLst>
            </c:dLbl>
            <c:dLbl>
              <c:idx val="1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6-7405-42D2-84DE-F8EA208DA7BA}"/>
                </c:ext>
              </c:extLst>
            </c:dLbl>
            <c:dLbl>
              <c:idx val="1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7-7405-42D2-84DE-F8EA208DA7BA}"/>
                </c:ext>
              </c:extLst>
            </c:dLbl>
            <c:dLbl>
              <c:idx val="1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8-7405-42D2-84DE-F8EA208DA7BA}"/>
                </c:ext>
              </c:extLst>
            </c:dLbl>
            <c:dLbl>
              <c:idx val="1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9-7405-42D2-84DE-F8EA208DA7BA}"/>
                </c:ext>
              </c:extLst>
            </c:dLbl>
            <c:dLbl>
              <c:idx val="1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A-7405-42D2-84DE-F8EA208DA7BA}"/>
                </c:ext>
              </c:extLst>
            </c:dLbl>
            <c:dLbl>
              <c:idx val="1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B-7405-42D2-84DE-F8EA208DA7BA}"/>
                </c:ext>
              </c:extLst>
            </c:dLbl>
            <c:dLbl>
              <c:idx val="1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C-7405-42D2-84DE-F8EA208DA7BA}"/>
                </c:ext>
              </c:extLst>
            </c:dLbl>
            <c:dLbl>
              <c:idx val="1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D-7405-42D2-84DE-F8EA208DA7BA}"/>
                </c:ext>
              </c:extLst>
            </c:dLbl>
            <c:dLbl>
              <c:idx val="1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E-7405-42D2-84DE-F8EA208DA7BA}"/>
                </c:ext>
              </c:extLst>
            </c:dLbl>
            <c:dLbl>
              <c:idx val="1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F-7405-42D2-84DE-F8EA208DA7BA}"/>
                </c:ext>
              </c:extLst>
            </c:dLbl>
            <c:dLbl>
              <c:idx val="1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0-7405-42D2-84DE-F8EA208DA7BA}"/>
                </c:ext>
              </c:extLst>
            </c:dLbl>
            <c:dLbl>
              <c:idx val="1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1-7405-42D2-84DE-F8EA208DA7BA}"/>
                </c:ext>
              </c:extLst>
            </c:dLbl>
            <c:dLbl>
              <c:idx val="1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2-7405-42D2-84DE-F8EA208DA7BA}"/>
                </c:ext>
              </c:extLst>
            </c:dLbl>
            <c:dLbl>
              <c:idx val="1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3-7405-42D2-84DE-F8EA208DA7BA}"/>
                </c:ext>
              </c:extLst>
            </c:dLbl>
            <c:dLbl>
              <c:idx val="1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4-7405-42D2-84DE-F8EA208DA7BA}"/>
                </c:ext>
              </c:extLst>
            </c:dLbl>
            <c:dLbl>
              <c:idx val="1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5-7405-42D2-84DE-F8EA208DA7BA}"/>
                </c:ext>
              </c:extLst>
            </c:dLbl>
            <c:dLbl>
              <c:idx val="1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6-7405-42D2-84DE-F8EA208DA7BA}"/>
                </c:ext>
              </c:extLst>
            </c:dLbl>
            <c:dLbl>
              <c:idx val="1423"/>
              <c:tx>
                <c:rich>
                  <a:bodyPr/>
                  <a:lstStyle/>
                  <a:p>
                    <a:fld id="{FBC6C5BB-2278-4A3B-9290-CD57400D52D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7-7405-42D2-84DE-F8EA208DA7BA}"/>
                </c:ext>
              </c:extLst>
            </c:dLbl>
            <c:dLbl>
              <c:idx val="1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8-7405-42D2-84DE-F8EA208DA7BA}"/>
                </c:ext>
              </c:extLst>
            </c:dLbl>
            <c:dLbl>
              <c:idx val="1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9-7405-42D2-84DE-F8EA208DA7BA}"/>
                </c:ext>
              </c:extLst>
            </c:dLbl>
            <c:dLbl>
              <c:idx val="1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A-7405-42D2-84DE-F8EA208DA7BA}"/>
                </c:ext>
              </c:extLst>
            </c:dLbl>
            <c:dLbl>
              <c:idx val="1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B-7405-42D2-84DE-F8EA208DA7BA}"/>
                </c:ext>
              </c:extLst>
            </c:dLbl>
            <c:dLbl>
              <c:idx val="1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C-7405-42D2-84DE-F8EA208DA7BA}"/>
                </c:ext>
              </c:extLst>
            </c:dLbl>
            <c:dLbl>
              <c:idx val="1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D-7405-42D2-84DE-F8EA208DA7BA}"/>
                </c:ext>
              </c:extLst>
            </c:dLbl>
            <c:dLbl>
              <c:idx val="1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E-7405-42D2-84DE-F8EA208DA7BA}"/>
                </c:ext>
              </c:extLst>
            </c:dLbl>
            <c:dLbl>
              <c:idx val="1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F-7405-42D2-84DE-F8EA208DA7BA}"/>
                </c:ext>
              </c:extLst>
            </c:dLbl>
            <c:dLbl>
              <c:idx val="1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0-7405-42D2-84DE-F8EA208DA7BA}"/>
                </c:ext>
              </c:extLst>
            </c:dLbl>
            <c:dLbl>
              <c:idx val="1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1-7405-42D2-84DE-F8EA208DA7BA}"/>
                </c:ext>
              </c:extLst>
            </c:dLbl>
            <c:dLbl>
              <c:idx val="1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2-7405-42D2-84DE-F8EA208DA7BA}"/>
                </c:ext>
              </c:extLst>
            </c:dLbl>
            <c:dLbl>
              <c:idx val="1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3-7405-42D2-84DE-F8EA208DA7BA}"/>
                </c:ext>
              </c:extLst>
            </c:dLbl>
            <c:dLbl>
              <c:idx val="1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4-7405-42D2-84DE-F8EA208DA7BA}"/>
                </c:ext>
              </c:extLst>
            </c:dLbl>
            <c:dLbl>
              <c:idx val="1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5-7405-42D2-84DE-F8EA208DA7BA}"/>
                </c:ext>
              </c:extLst>
            </c:dLbl>
            <c:dLbl>
              <c:idx val="1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6-7405-42D2-84DE-F8EA208DA7BA}"/>
                </c:ext>
              </c:extLst>
            </c:dLbl>
            <c:dLbl>
              <c:idx val="1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7-7405-42D2-84DE-F8EA208DA7BA}"/>
                </c:ext>
              </c:extLst>
            </c:dLbl>
            <c:dLbl>
              <c:idx val="1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8-7405-42D2-84DE-F8EA208DA7BA}"/>
                </c:ext>
              </c:extLst>
            </c:dLbl>
            <c:dLbl>
              <c:idx val="1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9-7405-42D2-84DE-F8EA208DA7BA}"/>
                </c:ext>
              </c:extLst>
            </c:dLbl>
            <c:dLbl>
              <c:idx val="1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A-7405-42D2-84DE-F8EA208DA7BA}"/>
                </c:ext>
              </c:extLst>
            </c:dLbl>
            <c:dLbl>
              <c:idx val="1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B-7405-42D2-84DE-F8EA208DA7BA}"/>
                </c:ext>
              </c:extLst>
            </c:dLbl>
            <c:dLbl>
              <c:idx val="1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C-7405-42D2-84DE-F8EA208DA7BA}"/>
                </c:ext>
              </c:extLst>
            </c:dLbl>
            <c:dLbl>
              <c:idx val="1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D-7405-42D2-84DE-F8EA208DA7BA}"/>
                </c:ext>
              </c:extLst>
            </c:dLbl>
            <c:dLbl>
              <c:idx val="1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E-7405-42D2-84DE-F8EA208DA7BA}"/>
                </c:ext>
              </c:extLst>
            </c:dLbl>
            <c:dLbl>
              <c:idx val="1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F-7405-42D2-84DE-F8EA208DA7BA}"/>
                </c:ext>
              </c:extLst>
            </c:dLbl>
            <c:dLbl>
              <c:idx val="1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0-7405-42D2-84DE-F8EA208DA7BA}"/>
                </c:ext>
              </c:extLst>
            </c:dLbl>
            <c:dLbl>
              <c:idx val="1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1-7405-42D2-84DE-F8EA208DA7BA}"/>
                </c:ext>
              </c:extLst>
            </c:dLbl>
            <c:dLbl>
              <c:idx val="1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2-7405-42D2-84DE-F8EA208DA7BA}"/>
                </c:ext>
              </c:extLst>
            </c:dLbl>
            <c:dLbl>
              <c:idx val="1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3-7405-42D2-84DE-F8EA208DA7BA}"/>
                </c:ext>
              </c:extLst>
            </c:dLbl>
            <c:dLbl>
              <c:idx val="1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4-7405-42D2-84DE-F8EA208DA7BA}"/>
                </c:ext>
              </c:extLst>
            </c:dLbl>
            <c:dLbl>
              <c:idx val="1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5-7405-42D2-84DE-F8EA208DA7BA}"/>
                </c:ext>
              </c:extLst>
            </c:dLbl>
            <c:dLbl>
              <c:idx val="1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6-7405-42D2-84DE-F8EA208DA7BA}"/>
                </c:ext>
              </c:extLst>
            </c:dLbl>
            <c:dLbl>
              <c:idx val="1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7-7405-42D2-84DE-F8EA208DA7BA}"/>
                </c:ext>
              </c:extLst>
            </c:dLbl>
            <c:dLbl>
              <c:idx val="1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8-7405-42D2-84DE-F8EA208DA7BA}"/>
                </c:ext>
              </c:extLst>
            </c:dLbl>
            <c:dLbl>
              <c:idx val="1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9-7405-42D2-84DE-F8EA208DA7BA}"/>
                </c:ext>
              </c:extLst>
            </c:dLbl>
            <c:dLbl>
              <c:idx val="1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A-7405-42D2-84DE-F8EA208DA7BA}"/>
                </c:ext>
              </c:extLst>
            </c:dLbl>
            <c:dLbl>
              <c:idx val="1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B-7405-42D2-84DE-F8EA208DA7BA}"/>
                </c:ext>
              </c:extLst>
            </c:dLbl>
            <c:dLbl>
              <c:idx val="1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C-7405-42D2-84DE-F8EA208DA7BA}"/>
                </c:ext>
              </c:extLst>
            </c:dLbl>
            <c:dLbl>
              <c:idx val="1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D-7405-42D2-84DE-F8EA208DA7BA}"/>
                </c:ext>
              </c:extLst>
            </c:dLbl>
            <c:dLbl>
              <c:idx val="1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E-7405-42D2-84DE-F8EA208DA7BA}"/>
                </c:ext>
              </c:extLst>
            </c:dLbl>
            <c:dLbl>
              <c:idx val="1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F-7405-42D2-84DE-F8EA208DA7BA}"/>
                </c:ext>
              </c:extLst>
            </c:dLbl>
            <c:dLbl>
              <c:idx val="1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0-7405-42D2-84DE-F8EA208DA7BA}"/>
                </c:ext>
              </c:extLst>
            </c:dLbl>
            <c:dLbl>
              <c:idx val="1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1-7405-42D2-84DE-F8EA208DA7BA}"/>
                </c:ext>
              </c:extLst>
            </c:dLbl>
            <c:dLbl>
              <c:idx val="1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2-7405-42D2-84DE-F8EA208DA7BA}"/>
                </c:ext>
              </c:extLst>
            </c:dLbl>
            <c:dLbl>
              <c:idx val="1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3-7405-42D2-84DE-F8EA208DA7BA}"/>
                </c:ext>
              </c:extLst>
            </c:dLbl>
            <c:dLbl>
              <c:idx val="1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4-7405-42D2-84DE-F8EA208DA7BA}"/>
                </c:ext>
              </c:extLst>
            </c:dLbl>
            <c:dLbl>
              <c:idx val="1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5-7405-42D2-84DE-F8EA208DA7BA}"/>
                </c:ext>
              </c:extLst>
            </c:dLbl>
            <c:dLbl>
              <c:idx val="1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6-7405-42D2-84DE-F8EA208DA7BA}"/>
                </c:ext>
              </c:extLst>
            </c:dLbl>
            <c:dLbl>
              <c:idx val="1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7-7405-42D2-84DE-F8EA208DA7BA}"/>
                </c:ext>
              </c:extLst>
            </c:dLbl>
            <c:dLbl>
              <c:idx val="1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8-7405-42D2-84DE-F8EA208DA7BA}"/>
                </c:ext>
              </c:extLst>
            </c:dLbl>
            <c:dLbl>
              <c:idx val="1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9-7405-42D2-84DE-F8EA208DA7BA}"/>
                </c:ext>
              </c:extLst>
            </c:dLbl>
            <c:dLbl>
              <c:idx val="1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A-7405-42D2-84DE-F8EA208DA7BA}"/>
                </c:ext>
              </c:extLst>
            </c:dLbl>
            <c:dLbl>
              <c:idx val="1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B-7405-42D2-84DE-F8EA208DA7BA}"/>
                </c:ext>
              </c:extLst>
            </c:dLbl>
            <c:dLbl>
              <c:idx val="1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C-7405-42D2-84DE-F8EA208DA7BA}"/>
                </c:ext>
              </c:extLst>
            </c:dLbl>
            <c:dLbl>
              <c:idx val="1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D-7405-42D2-84DE-F8EA208DA7BA}"/>
                </c:ext>
              </c:extLst>
            </c:dLbl>
            <c:dLbl>
              <c:idx val="1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E-7405-42D2-84DE-F8EA208DA7BA}"/>
                </c:ext>
              </c:extLst>
            </c:dLbl>
            <c:dLbl>
              <c:idx val="1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F-7405-42D2-84DE-F8EA208DA7BA}"/>
                </c:ext>
              </c:extLst>
            </c:dLbl>
            <c:dLbl>
              <c:idx val="1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0-7405-42D2-84DE-F8EA208DA7BA}"/>
                </c:ext>
              </c:extLst>
            </c:dLbl>
            <c:dLbl>
              <c:idx val="1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1-7405-42D2-84DE-F8EA208DA7BA}"/>
                </c:ext>
              </c:extLst>
            </c:dLbl>
            <c:dLbl>
              <c:idx val="1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2-7405-42D2-84DE-F8EA208DA7BA}"/>
                </c:ext>
              </c:extLst>
            </c:dLbl>
            <c:dLbl>
              <c:idx val="1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3-7405-42D2-84DE-F8EA208DA7BA}"/>
                </c:ext>
              </c:extLst>
            </c:dLbl>
            <c:dLbl>
              <c:idx val="1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4-7405-42D2-84DE-F8EA208DA7BA}"/>
                </c:ext>
              </c:extLst>
            </c:dLbl>
            <c:dLbl>
              <c:idx val="1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5-7405-42D2-84DE-F8EA208DA7BA}"/>
                </c:ext>
              </c:extLst>
            </c:dLbl>
            <c:dLbl>
              <c:idx val="1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6-7405-42D2-84DE-F8EA208DA7BA}"/>
                </c:ext>
              </c:extLst>
            </c:dLbl>
            <c:dLbl>
              <c:idx val="1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7-7405-42D2-84DE-F8EA208DA7BA}"/>
                </c:ext>
              </c:extLst>
            </c:dLbl>
            <c:dLbl>
              <c:idx val="1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8-7405-42D2-84DE-F8EA208DA7BA}"/>
                </c:ext>
              </c:extLst>
            </c:dLbl>
            <c:dLbl>
              <c:idx val="1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9-7405-42D2-84DE-F8EA208DA7BA}"/>
                </c:ext>
              </c:extLst>
            </c:dLbl>
            <c:dLbl>
              <c:idx val="1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A-7405-42D2-84DE-F8EA208DA7BA}"/>
                </c:ext>
              </c:extLst>
            </c:dLbl>
            <c:dLbl>
              <c:idx val="1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B-7405-42D2-84DE-F8EA208DA7BA}"/>
                </c:ext>
              </c:extLst>
            </c:dLbl>
            <c:dLbl>
              <c:idx val="1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C-7405-42D2-84DE-F8EA208DA7BA}"/>
                </c:ext>
              </c:extLst>
            </c:dLbl>
            <c:dLbl>
              <c:idx val="1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D-7405-42D2-84DE-F8EA208DA7BA}"/>
                </c:ext>
              </c:extLst>
            </c:dLbl>
            <c:dLbl>
              <c:idx val="1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E-7405-42D2-84DE-F8EA208DA7BA}"/>
                </c:ext>
              </c:extLst>
            </c:dLbl>
            <c:dLbl>
              <c:idx val="1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F-7405-42D2-84DE-F8EA208DA7BA}"/>
                </c:ext>
              </c:extLst>
            </c:dLbl>
            <c:dLbl>
              <c:idx val="1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0-7405-42D2-84DE-F8EA208DA7BA}"/>
                </c:ext>
              </c:extLst>
            </c:dLbl>
            <c:dLbl>
              <c:idx val="1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1-7405-42D2-84DE-F8EA208DA7BA}"/>
                </c:ext>
              </c:extLst>
            </c:dLbl>
            <c:dLbl>
              <c:idx val="1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2-7405-42D2-84DE-F8EA208DA7BA}"/>
                </c:ext>
              </c:extLst>
            </c:dLbl>
            <c:dLbl>
              <c:idx val="1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3-7405-42D2-84DE-F8EA208DA7BA}"/>
                </c:ext>
              </c:extLst>
            </c:dLbl>
            <c:dLbl>
              <c:idx val="1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4-7405-42D2-84DE-F8EA208DA7BA}"/>
                </c:ext>
              </c:extLst>
            </c:dLbl>
            <c:dLbl>
              <c:idx val="1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5-7405-42D2-84DE-F8EA208DA7BA}"/>
                </c:ext>
              </c:extLst>
            </c:dLbl>
            <c:dLbl>
              <c:idx val="1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6-7405-42D2-84DE-F8EA208DA7BA}"/>
                </c:ext>
              </c:extLst>
            </c:dLbl>
            <c:dLbl>
              <c:idx val="1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7-7405-42D2-84DE-F8EA208DA7BA}"/>
                </c:ext>
              </c:extLst>
            </c:dLbl>
            <c:dLbl>
              <c:idx val="1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8-7405-42D2-84DE-F8EA208DA7BA}"/>
                </c:ext>
              </c:extLst>
            </c:dLbl>
            <c:dLbl>
              <c:idx val="1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9-7405-42D2-84DE-F8EA208DA7BA}"/>
                </c:ext>
              </c:extLst>
            </c:dLbl>
            <c:dLbl>
              <c:idx val="1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A-7405-42D2-84DE-F8EA208DA7BA}"/>
                </c:ext>
              </c:extLst>
            </c:dLbl>
            <c:dLbl>
              <c:idx val="1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B-7405-42D2-84DE-F8EA208DA7BA}"/>
                </c:ext>
              </c:extLst>
            </c:dLbl>
            <c:dLbl>
              <c:idx val="1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C-7405-42D2-84DE-F8EA208DA7BA}"/>
                </c:ext>
              </c:extLst>
            </c:dLbl>
            <c:dLbl>
              <c:idx val="1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D-7405-42D2-84DE-F8EA208DA7BA}"/>
                </c:ext>
              </c:extLst>
            </c:dLbl>
            <c:dLbl>
              <c:idx val="1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E-7405-42D2-84DE-F8EA208DA7BA}"/>
                </c:ext>
              </c:extLst>
            </c:dLbl>
            <c:dLbl>
              <c:idx val="1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F-7405-42D2-84DE-F8EA208DA7BA}"/>
                </c:ext>
              </c:extLst>
            </c:dLbl>
            <c:dLbl>
              <c:idx val="1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0-7405-42D2-84DE-F8EA208DA7BA}"/>
                </c:ext>
              </c:extLst>
            </c:dLbl>
            <c:dLbl>
              <c:idx val="1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1-7405-42D2-84DE-F8EA208DA7BA}"/>
                </c:ext>
              </c:extLst>
            </c:dLbl>
            <c:dLbl>
              <c:idx val="1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2-7405-42D2-84DE-F8EA208DA7BA}"/>
                </c:ext>
              </c:extLst>
            </c:dLbl>
            <c:dLbl>
              <c:idx val="1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3-7405-42D2-84DE-F8EA208DA7BA}"/>
                </c:ext>
              </c:extLst>
            </c:dLbl>
            <c:dLbl>
              <c:idx val="1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4-7405-42D2-84DE-F8EA208DA7BA}"/>
                </c:ext>
              </c:extLst>
            </c:dLbl>
            <c:dLbl>
              <c:idx val="1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5-7405-42D2-84DE-F8EA208DA7BA}"/>
                </c:ext>
              </c:extLst>
            </c:dLbl>
            <c:dLbl>
              <c:idx val="1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6-7405-42D2-84DE-F8EA208DA7BA}"/>
                </c:ext>
              </c:extLst>
            </c:dLbl>
            <c:dLbl>
              <c:idx val="1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7-7405-42D2-84DE-F8EA208DA7BA}"/>
                </c:ext>
              </c:extLst>
            </c:dLbl>
            <c:dLbl>
              <c:idx val="1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8-7405-42D2-84DE-F8EA208DA7BA}"/>
                </c:ext>
              </c:extLst>
            </c:dLbl>
            <c:dLbl>
              <c:idx val="1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9-7405-42D2-84DE-F8EA208DA7BA}"/>
                </c:ext>
              </c:extLst>
            </c:dLbl>
            <c:dLbl>
              <c:idx val="1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A-7405-42D2-84DE-F8EA208DA7BA}"/>
                </c:ext>
              </c:extLst>
            </c:dLbl>
            <c:dLbl>
              <c:idx val="1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B-7405-42D2-84DE-F8EA208DA7BA}"/>
                </c:ext>
              </c:extLst>
            </c:dLbl>
            <c:dLbl>
              <c:idx val="1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C-7405-42D2-84DE-F8EA208DA7BA}"/>
                </c:ext>
              </c:extLst>
            </c:dLbl>
            <c:dLbl>
              <c:idx val="1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D-7405-42D2-84DE-F8EA208DA7BA}"/>
                </c:ext>
              </c:extLst>
            </c:dLbl>
            <c:dLbl>
              <c:idx val="1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E-7405-42D2-84DE-F8EA208DA7BA}"/>
                </c:ext>
              </c:extLst>
            </c:dLbl>
            <c:dLbl>
              <c:idx val="1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F-7405-42D2-84DE-F8EA208DA7BA}"/>
                </c:ext>
              </c:extLst>
            </c:dLbl>
            <c:dLbl>
              <c:idx val="1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0-7405-42D2-84DE-F8EA208DA7BA}"/>
                </c:ext>
              </c:extLst>
            </c:dLbl>
            <c:dLbl>
              <c:idx val="1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1-7405-42D2-84DE-F8EA208DA7BA}"/>
                </c:ext>
              </c:extLst>
            </c:dLbl>
            <c:dLbl>
              <c:idx val="1530"/>
              <c:layout>
                <c:manualLayout>
                  <c:x val="2.2114785846752222E-2"/>
                  <c:y val="3.4189363980695414E-2"/>
                </c:manualLayout>
              </c:layout>
              <c:tx>
                <c:rich>
                  <a:bodyPr/>
                  <a:lstStyle/>
                  <a:p>
                    <a:fld id="{C7EAD212-9B38-4899-94EF-8C8EC5BFBD9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1732-7405-42D2-84DE-F8EA208DA7BA}"/>
                </c:ext>
              </c:extLst>
            </c:dLbl>
            <c:dLbl>
              <c:idx val="1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3-7405-42D2-84DE-F8EA208DA7BA}"/>
                </c:ext>
              </c:extLst>
            </c:dLbl>
            <c:dLbl>
              <c:idx val="1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4-7405-42D2-84DE-F8EA208DA7BA}"/>
                </c:ext>
              </c:extLst>
            </c:dLbl>
            <c:dLbl>
              <c:idx val="1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5-7405-42D2-84DE-F8EA208DA7BA}"/>
                </c:ext>
              </c:extLst>
            </c:dLbl>
            <c:dLbl>
              <c:idx val="1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6-7405-42D2-84DE-F8EA208DA7BA}"/>
                </c:ext>
              </c:extLst>
            </c:dLbl>
            <c:dLbl>
              <c:idx val="1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7-7405-42D2-84DE-F8EA208DA7BA}"/>
                </c:ext>
              </c:extLst>
            </c:dLbl>
            <c:dLbl>
              <c:idx val="1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8-7405-42D2-84DE-F8EA208DA7BA}"/>
                </c:ext>
              </c:extLst>
            </c:dLbl>
            <c:dLbl>
              <c:idx val="1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9-7405-42D2-84DE-F8EA208DA7BA}"/>
                </c:ext>
              </c:extLst>
            </c:dLbl>
            <c:dLbl>
              <c:idx val="1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A-7405-42D2-84DE-F8EA208DA7BA}"/>
                </c:ext>
              </c:extLst>
            </c:dLbl>
            <c:dLbl>
              <c:idx val="1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B-7405-42D2-84DE-F8EA208DA7BA}"/>
                </c:ext>
              </c:extLst>
            </c:dLbl>
            <c:dLbl>
              <c:idx val="1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C-7405-42D2-84DE-F8EA208DA7BA}"/>
                </c:ext>
              </c:extLst>
            </c:dLbl>
            <c:dLbl>
              <c:idx val="1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D-7405-42D2-84DE-F8EA208DA7BA}"/>
                </c:ext>
              </c:extLst>
            </c:dLbl>
            <c:dLbl>
              <c:idx val="1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E-7405-42D2-84DE-F8EA208DA7BA}"/>
                </c:ext>
              </c:extLst>
            </c:dLbl>
            <c:dLbl>
              <c:idx val="1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F-7405-42D2-84DE-F8EA208DA7BA}"/>
                </c:ext>
              </c:extLst>
            </c:dLbl>
            <c:dLbl>
              <c:idx val="1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0-7405-42D2-84DE-F8EA208DA7BA}"/>
                </c:ext>
              </c:extLst>
            </c:dLbl>
            <c:dLbl>
              <c:idx val="1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1-7405-42D2-84DE-F8EA208DA7BA}"/>
                </c:ext>
              </c:extLst>
            </c:dLbl>
            <c:dLbl>
              <c:idx val="1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2-7405-42D2-84DE-F8EA208DA7BA}"/>
                </c:ext>
              </c:extLst>
            </c:dLbl>
            <c:dLbl>
              <c:idx val="1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3-7405-42D2-84DE-F8EA208DA7BA}"/>
                </c:ext>
              </c:extLst>
            </c:dLbl>
            <c:dLbl>
              <c:idx val="1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4-7405-42D2-84DE-F8EA208DA7BA}"/>
                </c:ext>
              </c:extLst>
            </c:dLbl>
            <c:dLbl>
              <c:idx val="1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5-7405-42D2-84DE-F8EA208DA7BA}"/>
                </c:ext>
              </c:extLst>
            </c:dLbl>
            <c:dLbl>
              <c:idx val="1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6-7405-42D2-84DE-F8EA208DA7BA}"/>
                </c:ext>
              </c:extLst>
            </c:dLbl>
            <c:dLbl>
              <c:idx val="1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7-7405-42D2-84DE-F8EA208DA7BA}"/>
                </c:ext>
              </c:extLst>
            </c:dLbl>
            <c:dLbl>
              <c:idx val="1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8-7405-42D2-84DE-F8EA208DA7BA}"/>
                </c:ext>
              </c:extLst>
            </c:dLbl>
            <c:dLbl>
              <c:idx val="1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9-7405-42D2-84DE-F8EA208DA7BA}"/>
                </c:ext>
              </c:extLst>
            </c:dLbl>
            <c:dLbl>
              <c:idx val="1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A-7405-42D2-84DE-F8EA208DA7BA}"/>
                </c:ext>
              </c:extLst>
            </c:dLbl>
            <c:dLbl>
              <c:idx val="1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B-7405-42D2-84DE-F8EA208DA7BA}"/>
                </c:ext>
              </c:extLst>
            </c:dLbl>
            <c:dLbl>
              <c:idx val="1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C-7405-42D2-84DE-F8EA208DA7BA}"/>
                </c:ext>
              </c:extLst>
            </c:dLbl>
            <c:dLbl>
              <c:idx val="1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D-7405-42D2-84DE-F8EA208DA7BA}"/>
                </c:ext>
              </c:extLst>
            </c:dLbl>
            <c:dLbl>
              <c:idx val="1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E-7405-42D2-84DE-F8EA208DA7BA}"/>
                </c:ext>
              </c:extLst>
            </c:dLbl>
            <c:dLbl>
              <c:idx val="1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F-7405-42D2-84DE-F8EA208DA7BA}"/>
                </c:ext>
              </c:extLst>
            </c:dLbl>
            <c:dLbl>
              <c:idx val="1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0-7405-42D2-84DE-F8EA208DA7BA}"/>
                </c:ext>
              </c:extLst>
            </c:dLbl>
            <c:dLbl>
              <c:idx val="1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1-7405-42D2-84DE-F8EA208DA7BA}"/>
                </c:ext>
              </c:extLst>
            </c:dLbl>
            <c:dLbl>
              <c:idx val="1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2-7405-42D2-84DE-F8EA208DA7BA}"/>
                </c:ext>
              </c:extLst>
            </c:dLbl>
            <c:dLbl>
              <c:idx val="1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3-7405-42D2-84DE-F8EA208DA7BA}"/>
                </c:ext>
              </c:extLst>
            </c:dLbl>
            <c:dLbl>
              <c:idx val="1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4-7405-42D2-84DE-F8EA208DA7BA}"/>
                </c:ext>
              </c:extLst>
            </c:dLbl>
            <c:dLbl>
              <c:idx val="1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5-7405-42D2-84DE-F8EA208DA7BA}"/>
                </c:ext>
              </c:extLst>
            </c:dLbl>
            <c:dLbl>
              <c:idx val="1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6-7405-42D2-84DE-F8EA208DA7BA}"/>
                </c:ext>
              </c:extLst>
            </c:dLbl>
            <c:dLbl>
              <c:idx val="1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7-7405-42D2-84DE-F8EA208DA7BA}"/>
                </c:ext>
              </c:extLst>
            </c:dLbl>
            <c:dLbl>
              <c:idx val="1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8-7405-42D2-84DE-F8EA208DA7BA}"/>
                </c:ext>
              </c:extLst>
            </c:dLbl>
            <c:dLbl>
              <c:idx val="1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9-7405-42D2-84DE-F8EA208DA7BA}"/>
                </c:ext>
              </c:extLst>
            </c:dLbl>
            <c:dLbl>
              <c:idx val="1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A-7405-42D2-84DE-F8EA208DA7BA}"/>
                </c:ext>
              </c:extLst>
            </c:dLbl>
            <c:dLbl>
              <c:idx val="1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B-7405-42D2-84DE-F8EA208DA7BA}"/>
                </c:ext>
              </c:extLst>
            </c:dLbl>
            <c:dLbl>
              <c:idx val="1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C-7405-42D2-84DE-F8EA208DA7BA}"/>
                </c:ext>
              </c:extLst>
            </c:dLbl>
            <c:dLbl>
              <c:idx val="1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D-7405-42D2-84DE-F8EA208DA7BA}"/>
                </c:ext>
              </c:extLst>
            </c:dLbl>
            <c:dLbl>
              <c:idx val="1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E-7405-42D2-84DE-F8EA208DA7BA}"/>
                </c:ext>
              </c:extLst>
            </c:dLbl>
            <c:dLbl>
              <c:idx val="1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F-7405-42D2-84DE-F8EA208DA7BA}"/>
                </c:ext>
              </c:extLst>
            </c:dLbl>
            <c:dLbl>
              <c:idx val="1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0-7405-42D2-84DE-F8EA208DA7BA}"/>
                </c:ext>
              </c:extLst>
            </c:dLbl>
            <c:dLbl>
              <c:idx val="1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1-7405-42D2-84DE-F8EA208DA7BA}"/>
                </c:ext>
              </c:extLst>
            </c:dLbl>
            <c:dLbl>
              <c:idx val="1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2-7405-42D2-84DE-F8EA208DA7BA}"/>
                </c:ext>
              </c:extLst>
            </c:dLbl>
            <c:dLbl>
              <c:idx val="1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3-7405-42D2-84DE-F8EA208DA7BA}"/>
                </c:ext>
              </c:extLst>
            </c:dLbl>
            <c:dLbl>
              <c:idx val="1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4-7405-42D2-84DE-F8EA208DA7BA}"/>
                </c:ext>
              </c:extLst>
            </c:dLbl>
            <c:dLbl>
              <c:idx val="1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5-7405-42D2-84DE-F8EA208DA7BA}"/>
                </c:ext>
              </c:extLst>
            </c:dLbl>
            <c:dLbl>
              <c:idx val="1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6-7405-42D2-84DE-F8EA208DA7BA}"/>
                </c:ext>
              </c:extLst>
            </c:dLbl>
            <c:dLbl>
              <c:idx val="1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7-7405-42D2-84DE-F8EA208DA7BA}"/>
                </c:ext>
              </c:extLst>
            </c:dLbl>
            <c:dLbl>
              <c:idx val="1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8-7405-42D2-84DE-F8EA208DA7BA}"/>
                </c:ext>
              </c:extLst>
            </c:dLbl>
            <c:dLbl>
              <c:idx val="1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9-7405-42D2-84DE-F8EA208DA7BA}"/>
                </c:ext>
              </c:extLst>
            </c:dLbl>
            <c:dLbl>
              <c:idx val="1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A-7405-42D2-84DE-F8EA208DA7BA}"/>
                </c:ext>
              </c:extLst>
            </c:dLbl>
            <c:dLbl>
              <c:idx val="1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B-7405-42D2-84DE-F8EA208DA7BA}"/>
                </c:ext>
              </c:extLst>
            </c:dLbl>
            <c:dLbl>
              <c:idx val="1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C-7405-42D2-84DE-F8EA208DA7BA}"/>
                </c:ext>
              </c:extLst>
            </c:dLbl>
            <c:dLbl>
              <c:idx val="1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D-7405-42D2-84DE-F8EA208DA7BA}"/>
                </c:ext>
              </c:extLst>
            </c:dLbl>
            <c:dLbl>
              <c:idx val="1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E-7405-42D2-84DE-F8EA208DA7BA}"/>
                </c:ext>
              </c:extLst>
            </c:dLbl>
            <c:dLbl>
              <c:idx val="1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F-7405-42D2-84DE-F8EA208DA7BA}"/>
                </c:ext>
              </c:extLst>
            </c:dLbl>
            <c:dLbl>
              <c:idx val="1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0-7405-42D2-84DE-F8EA208DA7BA}"/>
                </c:ext>
              </c:extLst>
            </c:dLbl>
            <c:dLbl>
              <c:idx val="1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1-7405-42D2-84DE-F8EA208DA7BA}"/>
                </c:ext>
              </c:extLst>
            </c:dLbl>
            <c:dLbl>
              <c:idx val="1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2-7405-42D2-84DE-F8EA208DA7BA}"/>
                </c:ext>
              </c:extLst>
            </c:dLbl>
            <c:dLbl>
              <c:idx val="1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3-7405-42D2-84DE-F8EA208DA7BA}"/>
                </c:ext>
              </c:extLst>
            </c:dLbl>
            <c:dLbl>
              <c:idx val="1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4-7405-42D2-84DE-F8EA208DA7BA}"/>
                </c:ext>
              </c:extLst>
            </c:dLbl>
            <c:dLbl>
              <c:idx val="1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5-7405-42D2-84DE-F8EA208DA7BA}"/>
                </c:ext>
              </c:extLst>
            </c:dLbl>
            <c:dLbl>
              <c:idx val="1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6-7405-42D2-84DE-F8EA208DA7BA}"/>
                </c:ext>
              </c:extLst>
            </c:dLbl>
            <c:dLbl>
              <c:idx val="1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7-7405-42D2-84DE-F8EA208DA7BA}"/>
                </c:ext>
              </c:extLst>
            </c:dLbl>
            <c:dLbl>
              <c:idx val="1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8-7405-42D2-84DE-F8EA208DA7BA}"/>
                </c:ext>
              </c:extLst>
            </c:dLbl>
            <c:dLbl>
              <c:idx val="1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9-7405-42D2-84DE-F8EA208DA7BA}"/>
                </c:ext>
              </c:extLst>
            </c:dLbl>
            <c:dLbl>
              <c:idx val="1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A-7405-42D2-84DE-F8EA208DA7BA}"/>
                </c:ext>
              </c:extLst>
            </c:dLbl>
            <c:dLbl>
              <c:idx val="1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B-7405-42D2-84DE-F8EA208DA7BA}"/>
                </c:ext>
              </c:extLst>
            </c:dLbl>
            <c:dLbl>
              <c:idx val="1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C-7405-42D2-84DE-F8EA208DA7BA}"/>
                </c:ext>
              </c:extLst>
            </c:dLbl>
            <c:dLbl>
              <c:idx val="1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D-7405-42D2-84DE-F8EA208DA7BA}"/>
                </c:ext>
              </c:extLst>
            </c:dLbl>
            <c:dLbl>
              <c:idx val="1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E-7405-42D2-84DE-F8EA208DA7BA}"/>
                </c:ext>
              </c:extLst>
            </c:dLbl>
            <c:dLbl>
              <c:idx val="1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F-7405-42D2-84DE-F8EA208DA7BA}"/>
                </c:ext>
              </c:extLst>
            </c:dLbl>
            <c:dLbl>
              <c:idx val="1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0-7405-42D2-84DE-F8EA208DA7BA}"/>
                </c:ext>
              </c:extLst>
            </c:dLbl>
            <c:dLbl>
              <c:idx val="1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1-7405-42D2-84DE-F8EA208DA7BA}"/>
                </c:ext>
              </c:extLst>
            </c:dLbl>
            <c:dLbl>
              <c:idx val="1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2-7405-42D2-84DE-F8EA208DA7BA}"/>
                </c:ext>
              </c:extLst>
            </c:dLbl>
            <c:dLbl>
              <c:idx val="1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3-7405-42D2-84DE-F8EA208DA7BA}"/>
                </c:ext>
              </c:extLst>
            </c:dLbl>
            <c:dLbl>
              <c:idx val="1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4-7405-42D2-84DE-F8EA208DA7BA}"/>
                </c:ext>
              </c:extLst>
            </c:dLbl>
            <c:dLbl>
              <c:idx val="1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5-7405-42D2-84DE-F8EA208DA7BA}"/>
                </c:ext>
              </c:extLst>
            </c:dLbl>
            <c:dLbl>
              <c:idx val="1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6-7405-42D2-84DE-F8EA208DA7BA}"/>
                </c:ext>
              </c:extLst>
            </c:dLbl>
            <c:dLbl>
              <c:idx val="1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7-7405-42D2-84DE-F8EA208DA7BA}"/>
                </c:ext>
              </c:extLst>
            </c:dLbl>
            <c:dLbl>
              <c:idx val="1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8-7405-42D2-84DE-F8EA208DA7BA}"/>
                </c:ext>
              </c:extLst>
            </c:dLbl>
            <c:dLbl>
              <c:idx val="1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9-7405-42D2-84DE-F8EA208DA7BA}"/>
                </c:ext>
              </c:extLst>
            </c:dLbl>
            <c:dLbl>
              <c:idx val="1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A-7405-42D2-84DE-F8EA208DA7BA}"/>
                </c:ext>
              </c:extLst>
            </c:dLbl>
            <c:dLbl>
              <c:idx val="1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B-7405-42D2-84DE-F8EA208DA7BA}"/>
                </c:ext>
              </c:extLst>
            </c:dLbl>
            <c:dLbl>
              <c:idx val="1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C-7405-42D2-84DE-F8EA208DA7BA}"/>
                </c:ext>
              </c:extLst>
            </c:dLbl>
            <c:dLbl>
              <c:idx val="1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D-7405-42D2-84DE-F8EA208DA7BA}"/>
                </c:ext>
              </c:extLst>
            </c:dLbl>
            <c:dLbl>
              <c:idx val="1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E-7405-42D2-84DE-F8EA208DA7BA}"/>
                </c:ext>
              </c:extLst>
            </c:dLbl>
            <c:dLbl>
              <c:idx val="1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F-7405-42D2-84DE-F8EA208DA7BA}"/>
                </c:ext>
              </c:extLst>
            </c:dLbl>
            <c:dLbl>
              <c:idx val="1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0-7405-42D2-84DE-F8EA208DA7BA}"/>
                </c:ext>
              </c:extLst>
            </c:dLbl>
            <c:dLbl>
              <c:idx val="1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1-7405-42D2-84DE-F8EA208DA7BA}"/>
                </c:ext>
              </c:extLst>
            </c:dLbl>
            <c:dLbl>
              <c:idx val="1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2-7405-42D2-84DE-F8EA208DA7BA}"/>
                </c:ext>
              </c:extLst>
            </c:dLbl>
            <c:dLbl>
              <c:idx val="1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3-7405-42D2-84DE-F8EA208DA7BA}"/>
                </c:ext>
              </c:extLst>
            </c:dLbl>
            <c:dLbl>
              <c:idx val="1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4-7405-42D2-84DE-F8EA208DA7BA}"/>
                </c:ext>
              </c:extLst>
            </c:dLbl>
            <c:dLbl>
              <c:idx val="1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5-7405-42D2-84DE-F8EA208DA7BA}"/>
                </c:ext>
              </c:extLst>
            </c:dLbl>
            <c:dLbl>
              <c:idx val="1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6-7405-42D2-84DE-F8EA208DA7BA}"/>
                </c:ext>
              </c:extLst>
            </c:dLbl>
            <c:dLbl>
              <c:idx val="1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7-7405-42D2-84DE-F8EA208DA7BA}"/>
                </c:ext>
              </c:extLst>
            </c:dLbl>
            <c:dLbl>
              <c:idx val="1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8-7405-42D2-84DE-F8EA208DA7BA}"/>
                </c:ext>
              </c:extLst>
            </c:dLbl>
            <c:dLbl>
              <c:idx val="1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9-7405-42D2-84DE-F8EA208DA7BA}"/>
                </c:ext>
              </c:extLst>
            </c:dLbl>
            <c:dLbl>
              <c:idx val="1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A-7405-42D2-84DE-F8EA208DA7BA}"/>
                </c:ext>
              </c:extLst>
            </c:dLbl>
            <c:dLbl>
              <c:idx val="1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B-7405-42D2-84DE-F8EA208DA7BA}"/>
                </c:ext>
              </c:extLst>
            </c:dLbl>
            <c:dLbl>
              <c:idx val="1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C-7405-42D2-84DE-F8EA208DA7BA}"/>
                </c:ext>
              </c:extLst>
            </c:dLbl>
            <c:dLbl>
              <c:idx val="1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D-7405-42D2-84DE-F8EA208DA7BA}"/>
                </c:ext>
              </c:extLst>
            </c:dLbl>
            <c:dLbl>
              <c:idx val="1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E-7405-42D2-84DE-F8EA208DA7BA}"/>
                </c:ext>
              </c:extLst>
            </c:dLbl>
            <c:dLbl>
              <c:idx val="1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F-7405-42D2-84DE-F8EA208DA7BA}"/>
                </c:ext>
              </c:extLst>
            </c:dLbl>
            <c:dLbl>
              <c:idx val="1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0-7405-42D2-84DE-F8EA208DA7BA}"/>
                </c:ext>
              </c:extLst>
            </c:dLbl>
            <c:dLbl>
              <c:idx val="1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1-7405-42D2-84DE-F8EA208DA7BA}"/>
                </c:ext>
              </c:extLst>
            </c:dLbl>
            <c:dLbl>
              <c:idx val="1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2-7405-42D2-84DE-F8EA208DA7BA}"/>
                </c:ext>
              </c:extLst>
            </c:dLbl>
            <c:dLbl>
              <c:idx val="1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3-7405-42D2-84DE-F8EA208DA7BA}"/>
                </c:ext>
              </c:extLst>
            </c:dLbl>
            <c:dLbl>
              <c:idx val="1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4-7405-42D2-84DE-F8EA208DA7BA}"/>
                </c:ext>
              </c:extLst>
            </c:dLbl>
            <c:dLbl>
              <c:idx val="1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5-7405-42D2-84DE-F8EA208DA7BA}"/>
                </c:ext>
              </c:extLst>
            </c:dLbl>
            <c:dLbl>
              <c:idx val="1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6-7405-42D2-84DE-F8EA208DA7BA}"/>
                </c:ext>
              </c:extLst>
            </c:dLbl>
            <c:dLbl>
              <c:idx val="1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7-7405-42D2-84DE-F8EA208DA7BA}"/>
                </c:ext>
              </c:extLst>
            </c:dLbl>
            <c:dLbl>
              <c:idx val="1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8-7405-42D2-84DE-F8EA208DA7BA}"/>
                </c:ext>
              </c:extLst>
            </c:dLbl>
            <c:dLbl>
              <c:idx val="1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9-7405-42D2-84DE-F8EA208DA7BA}"/>
                </c:ext>
              </c:extLst>
            </c:dLbl>
            <c:dLbl>
              <c:idx val="1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A-7405-42D2-84DE-F8EA208DA7BA}"/>
                </c:ext>
              </c:extLst>
            </c:dLbl>
            <c:dLbl>
              <c:idx val="1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B-7405-42D2-84DE-F8EA208DA7BA}"/>
                </c:ext>
              </c:extLst>
            </c:dLbl>
            <c:dLbl>
              <c:idx val="1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C-7405-42D2-84DE-F8EA208DA7BA}"/>
                </c:ext>
              </c:extLst>
            </c:dLbl>
            <c:dLbl>
              <c:idx val="1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D-7405-42D2-84DE-F8EA208DA7BA}"/>
                </c:ext>
              </c:extLst>
            </c:dLbl>
            <c:dLbl>
              <c:idx val="1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E-7405-42D2-84DE-F8EA208DA7BA}"/>
                </c:ext>
              </c:extLst>
            </c:dLbl>
            <c:dLbl>
              <c:idx val="1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F-7405-42D2-84DE-F8EA208DA7BA}"/>
                </c:ext>
              </c:extLst>
            </c:dLbl>
            <c:dLbl>
              <c:idx val="1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0-7405-42D2-84DE-F8EA208DA7BA}"/>
                </c:ext>
              </c:extLst>
            </c:dLbl>
            <c:dLbl>
              <c:idx val="1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1-7405-42D2-84DE-F8EA208DA7BA}"/>
                </c:ext>
              </c:extLst>
            </c:dLbl>
            <c:dLbl>
              <c:idx val="1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2-7405-42D2-84DE-F8EA208DA7BA}"/>
                </c:ext>
              </c:extLst>
            </c:dLbl>
            <c:dLbl>
              <c:idx val="1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3-7405-42D2-84DE-F8EA208DA7BA}"/>
                </c:ext>
              </c:extLst>
            </c:dLbl>
            <c:dLbl>
              <c:idx val="1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4-7405-42D2-84DE-F8EA208DA7BA}"/>
                </c:ext>
              </c:extLst>
            </c:dLbl>
            <c:dLbl>
              <c:idx val="1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5-7405-42D2-84DE-F8EA208DA7BA}"/>
                </c:ext>
              </c:extLst>
            </c:dLbl>
            <c:dLbl>
              <c:idx val="1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6-7405-42D2-84DE-F8EA208DA7BA}"/>
                </c:ext>
              </c:extLst>
            </c:dLbl>
            <c:dLbl>
              <c:idx val="1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7-7405-42D2-84DE-F8EA208DA7BA}"/>
                </c:ext>
              </c:extLst>
            </c:dLbl>
            <c:dLbl>
              <c:idx val="1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8-7405-42D2-84DE-F8EA208DA7BA}"/>
                </c:ext>
              </c:extLst>
            </c:dLbl>
            <c:dLbl>
              <c:idx val="1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9-7405-42D2-84DE-F8EA208DA7BA}"/>
                </c:ext>
              </c:extLst>
            </c:dLbl>
            <c:dLbl>
              <c:idx val="1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A-7405-42D2-84DE-F8EA208DA7BA}"/>
                </c:ext>
              </c:extLst>
            </c:dLbl>
            <c:dLbl>
              <c:idx val="1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B-7405-42D2-84DE-F8EA208DA7BA}"/>
                </c:ext>
              </c:extLst>
            </c:dLbl>
            <c:dLbl>
              <c:idx val="1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C-7405-42D2-84DE-F8EA208DA7BA}"/>
                </c:ext>
              </c:extLst>
            </c:dLbl>
            <c:dLbl>
              <c:idx val="1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D-7405-42D2-84DE-F8EA208DA7BA}"/>
                </c:ext>
              </c:extLst>
            </c:dLbl>
            <c:dLbl>
              <c:idx val="1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E-7405-42D2-84DE-F8EA208DA7BA}"/>
                </c:ext>
              </c:extLst>
            </c:dLbl>
            <c:dLbl>
              <c:idx val="1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F-7405-42D2-84DE-F8EA208DA7BA}"/>
                </c:ext>
              </c:extLst>
            </c:dLbl>
            <c:dLbl>
              <c:idx val="1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0-7405-42D2-84DE-F8EA208DA7BA}"/>
                </c:ext>
              </c:extLst>
            </c:dLbl>
            <c:dLbl>
              <c:idx val="1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1-7405-42D2-84DE-F8EA208DA7BA}"/>
                </c:ext>
              </c:extLst>
            </c:dLbl>
            <c:dLbl>
              <c:idx val="1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2-7405-42D2-84DE-F8EA208DA7BA}"/>
                </c:ext>
              </c:extLst>
            </c:dLbl>
            <c:dLbl>
              <c:idx val="1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3-7405-42D2-84DE-F8EA208DA7BA}"/>
                </c:ext>
              </c:extLst>
            </c:dLbl>
            <c:dLbl>
              <c:idx val="1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4-7405-42D2-84DE-F8EA208DA7BA}"/>
                </c:ext>
              </c:extLst>
            </c:dLbl>
            <c:dLbl>
              <c:idx val="1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5-7405-42D2-84DE-F8EA208DA7BA}"/>
                </c:ext>
              </c:extLst>
            </c:dLbl>
            <c:dLbl>
              <c:idx val="1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6-7405-42D2-84DE-F8EA208DA7BA}"/>
                </c:ext>
              </c:extLst>
            </c:dLbl>
            <c:dLbl>
              <c:idx val="1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7-7405-42D2-84DE-F8EA208DA7BA}"/>
                </c:ext>
              </c:extLst>
            </c:dLbl>
            <c:dLbl>
              <c:idx val="1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8-7405-42D2-84DE-F8EA208DA7BA}"/>
                </c:ext>
              </c:extLst>
            </c:dLbl>
            <c:dLbl>
              <c:idx val="1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9-7405-42D2-84DE-F8EA208DA7BA}"/>
                </c:ext>
              </c:extLst>
            </c:dLbl>
            <c:dLbl>
              <c:idx val="1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A-7405-42D2-84DE-F8EA208DA7BA}"/>
                </c:ext>
              </c:extLst>
            </c:dLbl>
            <c:dLbl>
              <c:idx val="1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B-7405-42D2-84DE-F8EA208DA7BA}"/>
                </c:ext>
              </c:extLst>
            </c:dLbl>
            <c:dLbl>
              <c:idx val="1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C-7405-42D2-84DE-F8EA208DA7BA}"/>
                </c:ext>
              </c:extLst>
            </c:dLbl>
            <c:dLbl>
              <c:idx val="1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D-7405-42D2-84DE-F8EA208DA7BA}"/>
                </c:ext>
              </c:extLst>
            </c:dLbl>
            <c:dLbl>
              <c:idx val="1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E-7405-42D2-84DE-F8EA208DA7BA}"/>
                </c:ext>
              </c:extLst>
            </c:dLbl>
            <c:dLbl>
              <c:idx val="1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F-7405-42D2-84DE-F8EA208DA7BA}"/>
                </c:ext>
              </c:extLst>
            </c:dLbl>
            <c:dLbl>
              <c:idx val="1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0-7405-42D2-84DE-F8EA208DA7BA}"/>
                </c:ext>
              </c:extLst>
            </c:dLbl>
            <c:dLbl>
              <c:idx val="1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1-7405-42D2-84DE-F8EA208DA7BA}"/>
                </c:ext>
              </c:extLst>
            </c:dLbl>
            <c:dLbl>
              <c:idx val="1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2-7405-42D2-84DE-F8EA208DA7BA}"/>
                </c:ext>
              </c:extLst>
            </c:dLbl>
            <c:dLbl>
              <c:idx val="1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3-7405-42D2-84DE-F8EA208DA7BA}"/>
                </c:ext>
              </c:extLst>
            </c:dLbl>
            <c:dLbl>
              <c:idx val="1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4-7405-42D2-84DE-F8EA208DA7BA}"/>
                </c:ext>
              </c:extLst>
            </c:dLbl>
            <c:dLbl>
              <c:idx val="1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5-7405-42D2-84DE-F8EA208DA7BA}"/>
                </c:ext>
              </c:extLst>
            </c:dLbl>
            <c:dLbl>
              <c:idx val="1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6-7405-42D2-84DE-F8EA208DA7BA}"/>
                </c:ext>
              </c:extLst>
            </c:dLbl>
            <c:dLbl>
              <c:idx val="1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7-7405-42D2-84DE-F8EA208DA7BA}"/>
                </c:ext>
              </c:extLst>
            </c:dLbl>
            <c:dLbl>
              <c:idx val="1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8-7405-42D2-84DE-F8EA208DA7BA}"/>
                </c:ext>
              </c:extLst>
            </c:dLbl>
            <c:dLbl>
              <c:idx val="1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9-7405-42D2-84DE-F8EA208DA7BA}"/>
                </c:ext>
              </c:extLst>
            </c:dLbl>
            <c:dLbl>
              <c:idx val="1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A-7405-42D2-84DE-F8EA208DA7BA}"/>
                </c:ext>
              </c:extLst>
            </c:dLbl>
            <c:dLbl>
              <c:idx val="1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B-7405-42D2-84DE-F8EA208DA7BA}"/>
                </c:ext>
              </c:extLst>
            </c:dLbl>
            <c:dLbl>
              <c:idx val="1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C-7405-42D2-84DE-F8EA208DA7BA}"/>
                </c:ext>
              </c:extLst>
            </c:dLbl>
            <c:dLbl>
              <c:idx val="1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D-7405-42D2-84DE-F8EA208DA7BA}"/>
                </c:ext>
              </c:extLst>
            </c:dLbl>
            <c:dLbl>
              <c:idx val="1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E-7405-42D2-84DE-F8EA208DA7BA}"/>
                </c:ext>
              </c:extLst>
            </c:dLbl>
            <c:dLbl>
              <c:idx val="1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F-7405-42D2-84DE-F8EA208DA7BA}"/>
                </c:ext>
              </c:extLst>
            </c:dLbl>
            <c:dLbl>
              <c:idx val="1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0-7405-42D2-84DE-F8EA208DA7BA}"/>
                </c:ext>
              </c:extLst>
            </c:dLbl>
            <c:dLbl>
              <c:idx val="1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1-7405-42D2-84DE-F8EA208DA7BA}"/>
                </c:ext>
              </c:extLst>
            </c:dLbl>
            <c:dLbl>
              <c:idx val="1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2-7405-42D2-84DE-F8EA208DA7BA}"/>
                </c:ext>
              </c:extLst>
            </c:dLbl>
            <c:dLbl>
              <c:idx val="1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3-7405-42D2-84DE-F8EA208DA7BA}"/>
                </c:ext>
              </c:extLst>
            </c:dLbl>
            <c:dLbl>
              <c:idx val="1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4-7405-42D2-84DE-F8EA208DA7BA}"/>
                </c:ext>
              </c:extLst>
            </c:dLbl>
            <c:dLbl>
              <c:idx val="1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5-7405-42D2-84DE-F8EA208DA7BA}"/>
                </c:ext>
              </c:extLst>
            </c:dLbl>
            <c:dLbl>
              <c:idx val="1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6-7405-42D2-84DE-F8EA208DA7BA}"/>
                </c:ext>
              </c:extLst>
            </c:dLbl>
            <c:dLbl>
              <c:idx val="1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7-7405-42D2-84DE-F8EA208DA7BA}"/>
                </c:ext>
              </c:extLst>
            </c:dLbl>
            <c:dLbl>
              <c:idx val="1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8-7405-42D2-84DE-F8EA208DA7BA}"/>
                </c:ext>
              </c:extLst>
            </c:dLbl>
            <c:dLbl>
              <c:idx val="1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9-7405-42D2-84DE-F8EA208DA7BA}"/>
                </c:ext>
              </c:extLst>
            </c:dLbl>
            <c:dLbl>
              <c:idx val="1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A-7405-42D2-84DE-F8EA208DA7BA}"/>
                </c:ext>
              </c:extLst>
            </c:dLbl>
            <c:dLbl>
              <c:idx val="1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B-7405-42D2-84DE-F8EA208DA7BA}"/>
                </c:ext>
              </c:extLst>
            </c:dLbl>
            <c:dLbl>
              <c:idx val="1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C-7405-42D2-84DE-F8EA208DA7BA}"/>
                </c:ext>
              </c:extLst>
            </c:dLbl>
            <c:dLbl>
              <c:idx val="1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D-7405-42D2-84DE-F8EA208DA7BA}"/>
                </c:ext>
              </c:extLst>
            </c:dLbl>
            <c:dLbl>
              <c:idx val="1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E-7405-42D2-84DE-F8EA208DA7BA}"/>
                </c:ext>
              </c:extLst>
            </c:dLbl>
            <c:dLbl>
              <c:idx val="1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F-7405-42D2-84DE-F8EA208DA7BA}"/>
                </c:ext>
              </c:extLst>
            </c:dLbl>
            <c:dLbl>
              <c:idx val="1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0-7405-42D2-84DE-F8EA208DA7BA}"/>
                </c:ext>
              </c:extLst>
            </c:dLbl>
            <c:dLbl>
              <c:idx val="1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1-7405-42D2-84DE-F8EA208DA7BA}"/>
                </c:ext>
              </c:extLst>
            </c:dLbl>
            <c:dLbl>
              <c:idx val="1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2-7405-42D2-84DE-F8EA208DA7BA}"/>
                </c:ext>
              </c:extLst>
            </c:dLbl>
            <c:dLbl>
              <c:idx val="1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3-7405-42D2-84DE-F8EA208DA7BA}"/>
                </c:ext>
              </c:extLst>
            </c:dLbl>
            <c:dLbl>
              <c:idx val="1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4-7405-42D2-84DE-F8EA208DA7BA}"/>
                </c:ext>
              </c:extLst>
            </c:dLbl>
            <c:dLbl>
              <c:idx val="1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5-7405-42D2-84DE-F8EA208DA7BA}"/>
                </c:ext>
              </c:extLst>
            </c:dLbl>
            <c:dLbl>
              <c:idx val="1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6-7405-42D2-84DE-F8EA208DA7BA}"/>
                </c:ext>
              </c:extLst>
            </c:dLbl>
            <c:dLbl>
              <c:idx val="1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7-7405-42D2-84DE-F8EA208DA7BA}"/>
                </c:ext>
              </c:extLst>
            </c:dLbl>
            <c:dLbl>
              <c:idx val="1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8-7405-42D2-84DE-F8EA208DA7BA}"/>
                </c:ext>
              </c:extLst>
            </c:dLbl>
            <c:dLbl>
              <c:idx val="1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9-7405-42D2-84DE-F8EA208DA7BA}"/>
                </c:ext>
              </c:extLst>
            </c:dLbl>
            <c:dLbl>
              <c:idx val="1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A-7405-42D2-84DE-F8EA208DA7BA}"/>
                </c:ext>
              </c:extLst>
            </c:dLbl>
            <c:dLbl>
              <c:idx val="1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B-7405-42D2-84DE-F8EA208DA7BA}"/>
                </c:ext>
              </c:extLst>
            </c:dLbl>
            <c:dLbl>
              <c:idx val="1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C-7405-42D2-84DE-F8EA208DA7BA}"/>
                </c:ext>
              </c:extLst>
            </c:dLbl>
            <c:dLbl>
              <c:idx val="1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D-7405-42D2-84DE-F8EA208DA7BA}"/>
                </c:ext>
              </c:extLst>
            </c:dLbl>
            <c:dLbl>
              <c:idx val="1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E-7405-42D2-84DE-F8EA208DA7BA}"/>
                </c:ext>
              </c:extLst>
            </c:dLbl>
            <c:dLbl>
              <c:idx val="1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F-7405-42D2-84DE-F8EA208DA7BA}"/>
                </c:ext>
              </c:extLst>
            </c:dLbl>
            <c:dLbl>
              <c:idx val="1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0-7405-42D2-84DE-F8EA208DA7BA}"/>
                </c:ext>
              </c:extLst>
            </c:dLbl>
            <c:dLbl>
              <c:idx val="1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1-7405-42D2-84DE-F8EA208DA7BA}"/>
                </c:ext>
              </c:extLst>
            </c:dLbl>
            <c:dLbl>
              <c:idx val="1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2-7405-42D2-84DE-F8EA208DA7BA}"/>
                </c:ext>
              </c:extLst>
            </c:dLbl>
            <c:dLbl>
              <c:idx val="1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3-7405-42D2-84DE-F8EA208DA7BA}"/>
                </c:ext>
              </c:extLst>
            </c:dLbl>
            <c:dLbl>
              <c:idx val="1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4-7405-42D2-84DE-F8EA208DA7BA}"/>
                </c:ext>
              </c:extLst>
            </c:dLbl>
            <c:dLbl>
              <c:idx val="1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5-7405-42D2-84DE-F8EA208DA7BA}"/>
                </c:ext>
              </c:extLst>
            </c:dLbl>
            <c:dLbl>
              <c:idx val="1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6-7405-42D2-84DE-F8EA208DA7BA}"/>
                </c:ext>
              </c:extLst>
            </c:dLbl>
            <c:dLbl>
              <c:idx val="1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7-7405-42D2-84DE-F8EA208DA7BA}"/>
                </c:ext>
              </c:extLst>
            </c:dLbl>
            <c:dLbl>
              <c:idx val="1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8-7405-42D2-84DE-F8EA208DA7BA}"/>
                </c:ext>
              </c:extLst>
            </c:dLbl>
            <c:dLbl>
              <c:idx val="1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9-7405-42D2-84DE-F8EA208DA7BA}"/>
                </c:ext>
              </c:extLst>
            </c:dLbl>
            <c:dLbl>
              <c:idx val="1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A-7405-42D2-84DE-F8EA208DA7BA}"/>
                </c:ext>
              </c:extLst>
            </c:dLbl>
            <c:dLbl>
              <c:idx val="1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B-7405-42D2-84DE-F8EA208DA7BA}"/>
                </c:ext>
              </c:extLst>
            </c:dLbl>
            <c:dLbl>
              <c:idx val="1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C-7405-42D2-84DE-F8EA208DA7BA}"/>
                </c:ext>
              </c:extLst>
            </c:dLbl>
            <c:dLbl>
              <c:idx val="1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D-7405-42D2-84DE-F8EA208DA7BA}"/>
                </c:ext>
              </c:extLst>
            </c:dLbl>
            <c:dLbl>
              <c:idx val="1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E-7405-42D2-84DE-F8EA208DA7BA}"/>
                </c:ext>
              </c:extLst>
            </c:dLbl>
            <c:dLbl>
              <c:idx val="1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F-7405-42D2-84DE-F8EA208DA7BA}"/>
                </c:ext>
              </c:extLst>
            </c:dLbl>
            <c:dLbl>
              <c:idx val="1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0-7405-42D2-84DE-F8EA208DA7BA}"/>
                </c:ext>
              </c:extLst>
            </c:dLbl>
            <c:dLbl>
              <c:idx val="1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1-7405-42D2-84DE-F8EA208DA7BA}"/>
                </c:ext>
              </c:extLst>
            </c:dLbl>
            <c:dLbl>
              <c:idx val="1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2-7405-42D2-84DE-F8EA208DA7BA}"/>
                </c:ext>
              </c:extLst>
            </c:dLbl>
            <c:dLbl>
              <c:idx val="1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3-7405-42D2-84DE-F8EA208DA7BA}"/>
                </c:ext>
              </c:extLst>
            </c:dLbl>
            <c:dLbl>
              <c:idx val="1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4-7405-42D2-84DE-F8EA208DA7BA}"/>
                </c:ext>
              </c:extLst>
            </c:dLbl>
            <c:dLbl>
              <c:idx val="1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5-7405-42D2-84DE-F8EA208DA7BA}"/>
                </c:ext>
              </c:extLst>
            </c:dLbl>
            <c:dLbl>
              <c:idx val="1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6-7405-42D2-84DE-F8EA208DA7BA}"/>
                </c:ext>
              </c:extLst>
            </c:dLbl>
            <c:dLbl>
              <c:idx val="1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7-7405-42D2-84DE-F8EA208DA7BA}"/>
                </c:ext>
              </c:extLst>
            </c:dLbl>
            <c:dLbl>
              <c:idx val="1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8-7405-42D2-84DE-F8EA208DA7BA}"/>
                </c:ext>
              </c:extLst>
            </c:dLbl>
            <c:dLbl>
              <c:idx val="1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9-7405-42D2-84DE-F8EA208DA7BA}"/>
                </c:ext>
              </c:extLst>
            </c:dLbl>
            <c:dLbl>
              <c:idx val="1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A-7405-42D2-84DE-F8EA208DA7BA}"/>
                </c:ext>
              </c:extLst>
            </c:dLbl>
            <c:dLbl>
              <c:idx val="1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B-7405-42D2-84DE-F8EA208DA7BA}"/>
                </c:ext>
              </c:extLst>
            </c:dLbl>
            <c:dLbl>
              <c:idx val="1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C-7405-42D2-84DE-F8EA208DA7BA}"/>
                </c:ext>
              </c:extLst>
            </c:dLbl>
            <c:dLbl>
              <c:idx val="1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D-7405-42D2-84DE-F8EA208DA7BA}"/>
                </c:ext>
              </c:extLst>
            </c:dLbl>
            <c:dLbl>
              <c:idx val="1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E-7405-42D2-84DE-F8EA208DA7BA}"/>
                </c:ext>
              </c:extLst>
            </c:dLbl>
            <c:dLbl>
              <c:idx val="1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F-7405-42D2-84DE-F8EA208DA7BA}"/>
                </c:ext>
              </c:extLst>
            </c:dLbl>
            <c:dLbl>
              <c:idx val="1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0-7405-42D2-84DE-F8EA208DA7BA}"/>
                </c:ext>
              </c:extLst>
            </c:dLbl>
            <c:dLbl>
              <c:idx val="1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1-7405-42D2-84DE-F8EA208DA7BA}"/>
                </c:ext>
              </c:extLst>
            </c:dLbl>
            <c:dLbl>
              <c:idx val="1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2-7405-42D2-84DE-F8EA208DA7BA}"/>
                </c:ext>
              </c:extLst>
            </c:dLbl>
            <c:dLbl>
              <c:idx val="1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3-7405-42D2-84DE-F8EA208DA7BA}"/>
                </c:ext>
              </c:extLst>
            </c:dLbl>
            <c:dLbl>
              <c:idx val="1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4-7405-42D2-84DE-F8EA208DA7BA}"/>
                </c:ext>
              </c:extLst>
            </c:dLbl>
            <c:dLbl>
              <c:idx val="1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5-7405-42D2-84DE-F8EA208DA7BA}"/>
                </c:ext>
              </c:extLst>
            </c:dLbl>
            <c:dLbl>
              <c:idx val="1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6-7405-42D2-84DE-F8EA208DA7BA}"/>
                </c:ext>
              </c:extLst>
            </c:dLbl>
            <c:dLbl>
              <c:idx val="1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7-7405-42D2-84DE-F8EA208DA7BA}"/>
                </c:ext>
              </c:extLst>
            </c:dLbl>
            <c:dLbl>
              <c:idx val="1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8-7405-42D2-84DE-F8EA208DA7BA}"/>
                </c:ext>
              </c:extLst>
            </c:dLbl>
            <c:dLbl>
              <c:idx val="1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9-7405-42D2-84DE-F8EA208DA7BA}"/>
                </c:ext>
              </c:extLst>
            </c:dLbl>
            <c:dLbl>
              <c:idx val="1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A-7405-42D2-84DE-F8EA208DA7BA}"/>
                </c:ext>
              </c:extLst>
            </c:dLbl>
            <c:dLbl>
              <c:idx val="1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B-7405-42D2-84DE-F8EA208DA7BA}"/>
                </c:ext>
              </c:extLst>
            </c:dLbl>
            <c:dLbl>
              <c:idx val="1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C-7405-42D2-84DE-F8EA208DA7BA}"/>
                </c:ext>
              </c:extLst>
            </c:dLbl>
            <c:dLbl>
              <c:idx val="1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D-7405-42D2-84DE-F8EA208DA7BA}"/>
                </c:ext>
              </c:extLst>
            </c:dLbl>
            <c:dLbl>
              <c:idx val="1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E-7405-42D2-84DE-F8EA208DA7BA}"/>
                </c:ext>
              </c:extLst>
            </c:dLbl>
            <c:dLbl>
              <c:idx val="1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F-7405-42D2-84DE-F8EA208DA7BA}"/>
                </c:ext>
              </c:extLst>
            </c:dLbl>
            <c:dLbl>
              <c:idx val="1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0-7405-42D2-84DE-F8EA208DA7BA}"/>
                </c:ext>
              </c:extLst>
            </c:dLbl>
            <c:dLbl>
              <c:idx val="1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1-7405-42D2-84DE-F8EA208DA7BA}"/>
                </c:ext>
              </c:extLst>
            </c:dLbl>
            <c:dLbl>
              <c:idx val="1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2-7405-42D2-84DE-F8EA208DA7BA}"/>
                </c:ext>
              </c:extLst>
            </c:dLbl>
            <c:dLbl>
              <c:idx val="1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3-7405-42D2-84DE-F8EA208DA7BA}"/>
                </c:ext>
              </c:extLst>
            </c:dLbl>
            <c:dLbl>
              <c:idx val="1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4-7405-42D2-84DE-F8EA208DA7BA}"/>
                </c:ext>
              </c:extLst>
            </c:dLbl>
            <c:dLbl>
              <c:idx val="1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5-7405-42D2-84DE-F8EA208DA7BA}"/>
                </c:ext>
              </c:extLst>
            </c:dLbl>
            <c:dLbl>
              <c:idx val="1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6-7405-42D2-84DE-F8EA208DA7BA}"/>
                </c:ext>
              </c:extLst>
            </c:dLbl>
            <c:dLbl>
              <c:idx val="1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7-7405-42D2-84DE-F8EA208DA7BA}"/>
                </c:ext>
              </c:extLst>
            </c:dLbl>
            <c:dLbl>
              <c:idx val="1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8-7405-42D2-84DE-F8EA208DA7BA}"/>
                </c:ext>
              </c:extLst>
            </c:dLbl>
            <c:dLbl>
              <c:idx val="1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9-7405-42D2-84DE-F8EA208DA7BA}"/>
                </c:ext>
              </c:extLst>
            </c:dLbl>
            <c:dLbl>
              <c:idx val="1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A-7405-42D2-84DE-F8EA208DA7BA}"/>
                </c:ext>
              </c:extLst>
            </c:dLbl>
            <c:dLbl>
              <c:idx val="1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B-7405-42D2-84DE-F8EA208DA7BA}"/>
                </c:ext>
              </c:extLst>
            </c:dLbl>
            <c:dLbl>
              <c:idx val="1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C-7405-42D2-84DE-F8EA208DA7BA}"/>
                </c:ext>
              </c:extLst>
            </c:dLbl>
            <c:dLbl>
              <c:idx val="1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D-7405-42D2-84DE-F8EA208DA7BA}"/>
                </c:ext>
              </c:extLst>
            </c:dLbl>
            <c:dLbl>
              <c:idx val="1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E-7405-42D2-84DE-F8EA208DA7BA}"/>
                </c:ext>
              </c:extLst>
            </c:dLbl>
            <c:dLbl>
              <c:idx val="1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F-7405-42D2-84DE-F8EA208DA7BA}"/>
                </c:ext>
              </c:extLst>
            </c:dLbl>
            <c:dLbl>
              <c:idx val="1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0-7405-42D2-84DE-F8EA208DA7BA}"/>
                </c:ext>
              </c:extLst>
            </c:dLbl>
            <c:dLbl>
              <c:idx val="1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1-7405-42D2-84DE-F8EA208DA7BA}"/>
                </c:ext>
              </c:extLst>
            </c:dLbl>
            <c:dLbl>
              <c:idx val="1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2-7405-42D2-84DE-F8EA208DA7BA}"/>
                </c:ext>
              </c:extLst>
            </c:dLbl>
            <c:dLbl>
              <c:idx val="1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3-7405-42D2-84DE-F8EA208DA7BA}"/>
                </c:ext>
              </c:extLst>
            </c:dLbl>
            <c:dLbl>
              <c:idx val="1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4-7405-42D2-84DE-F8EA208DA7BA}"/>
                </c:ext>
              </c:extLst>
            </c:dLbl>
            <c:dLbl>
              <c:idx val="1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5-7405-42D2-84DE-F8EA208DA7BA}"/>
                </c:ext>
              </c:extLst>
            </c:dLbl>
            <c:dLbl>
              <c:idx val="1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6-7405-42D2-84DE-F8EA208DA7BA}"/>
                </c:ext>
              </c:extLst>
            </c:dLbl>
            <c:dLbl>
              <c:idx val="1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7-7405-42D2-84DE-F8EA208DA7BA}"/>
                </c:ext>
              </c:extLst>
            </c:dLbl>
            <c:dLbl>
              <c:idx val="1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8-7405-42D2-84DE-F8EA208DA7BA}"/>
                </c:ext>
              </c:extLst>
            </c:dLbl>
            <c:dLbl>
              <c:idx val="1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9-7405-42D2-84DE-F8EA208DA7BA}"/>
                </c:ext>
              </c:extLst>
            </c:dLbl>
            <c:dLbl>
              <c:idx val="1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A-7405-42D2-84DE-F8EA208DA7BA}"/>
                </c:ext>
              </c:extLst>
            </c:dLbl>
            <c:dLbl>
              <c:idx val="1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B-7405-42D2-84DE-F8EA208DA7BA}"/>
                </c:ext>
              </c:extLst>
            </c:dLbl>
            <c:dLbl>
              <c:idx val="1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C-7405-42D2-84DE-F8EA208DA7BA}"/>
                </c:ext>
              </c:extLst>
            </c:dLbl>
            <c:dLbl>
              <c:idx val="1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D-7405-42D2-84DE-F8EA208DA7BA}"/>
                </c:ext>
              </c:extLst>
            </c:dLbl>
            <c:dLbl>
              <c:idx val="1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E-7405-42D2-84DE-F8EA208DA7BA}"/>
                </c:ext>
              </c:extLst>
            </c:dLbl>
            <c:dLbl>
              <c:idx val="1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F-7405-42D2-84DE-F8EA208DA7BA}"/>
                </c:ext>
              </c:extLst>
            </c:dLbl>
            <c:dLbl>
              <c:idx val="1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0-7405-42D2-84DE-F8EA208DA7BA}"/>
                </c:ext>
              </c:extLst>
            </c:dLbl>
            <c:dLbl>
              <c:idx val="1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1-7405-42D2-84DE-F8EA208DA7BA}"/>
                </c:ext>
              </c:extLst>
            </c:dLbl>
            <c:dLbl>
              <c:idx val="1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2-7405-42D2-84DE-F8EA208DA7BA}"/>
                </c:ext>
              </c:extLst>
            </c:dLbl>
            <c:dLbl>
              <c:idx val="1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3-7405-42D2-84DE-F8EA208DA7BA}"/>
                </c:ext>
              </c:extLst>
            </c:dLbl>
            <c:dLbl>
              <c:idx val="1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4-7405-42D2-84DE-F8EA208DA7BA}"/>
                </c:ext>
              </c:extLst>
            </c:dLbl>
            <c:dLbl>
              <c:idx val="1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5-7405-42D2-84DE-F8EA208DA7BA}"/>
                </c:ext>
              </c:extLst>
            </c:dLbl>
            <c:dLbl>
              <c:idx val="1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6-7405-42D2-84DE-F8EA208DA7BA}"/>
                </c:ext>
              </c:extLst>
            </c:dLbl>
            <c:dLbl>
              <c:idx val="1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7-7405-42D2-84DE-F8EA208DA7BA}"/>
                </c:ext>
              </c:extLst>
            </c:dLbl>
            <c:dLbl>
              <c:idx val="1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8-7405-42D2-84DE-F8EA208DA7BA}"/>
                </c:ext>
              </c:extLst>
            </c:dLbl>
            <c:dLbl>
              <c:idx val="1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9-7405-42D2-84DE-F8EA208DA7BA}"/>
                </c:ext>
              </c:extLst>
            </c:dLbl>
            <c:dLbl>
              <c:idx val="1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A-7405-42D2-84DE-F8EA208DA7BA}"/>
                </c:ext>
              </c:extLst>
            </c:dLbl>
            <c:dLbl>
              <c:idx val="1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B-7405-42D2-84DE-F8EA208DA7BA}"/>
                </c:ext>
              </c:extLst>
            </c:dLbl>
            <c:dLbl>
              <c:idx val="1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C-7405-42D2-84DE-F8EA208DA7BA}"/>
                </c:ext>
              </c:extLst>
            </c:dLbl>
            <c:dLbl>
              <c:idx val="1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D-7405-42D2-84DE-F8EA208DA7BA}"/>
                </c:ext>
              </c:extLst>
            </c:dLbl>
            <c:dLbl>
              <c:idx val="1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E-7405-42D2-84DE-F8EA208DA7BA}"/>
                </c:ext>
              </c:extLst>
            </c:dLbl>
            <c:dLbl>
              <c:idx val="1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F-7405-42D2-84DE-F8EA208DA7BA}"/>
                </c:ext>
              </c:extLst>
            </c:dLbl>
            <c:dLbl>
              <c:idx val="1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0-7405-42D2-84DE-F8EA208DA7BA}"/>
                </c:ext>
              </c:extLst>
            </c:dLbl>
            <c:dLbl>
              <c:idx val="1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1-7405-42D2-84DE-F8EA208DA7BA}"/>
                </c:ext>
              </c:extLst>
            </c:dLbl>
            <c:dLbl>
              <c:idx val="1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2-7405-42D2-84DE-F8EA208DA7BA}"/>
                </c:ext>
              </c:extLst>
            </c:dLbl>
            <c:dLbl>
              <c:idx val="1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3-7405-42D2-84DE-F8EA208DA7BA}"/>
                </c:ext>
              </c:extLst>
            </c:dLbl>
            <c:dLbl>
              <c:idx val="1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4-7405-42D2-84DE-F8EA208DA7BA}"/>
                </c:ext>
              </c:extLst>
            </c:dLbl>
            <c:dLbl>
              <c:idx val="1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5-7405-42D2-84DE-F8EA208DA7BA}"/>
                </c:ext>
              </c:extLst>
            </c:dLbl>
            <c:dLbl>
              <c:idx val="1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6-7405-42D2-84DE-F8EA208DA7BA}"/>
                </c:ext>
              </c:extLst>
            </c:dLbl>
            <c:dLbl>
              <c:idx val="1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7-7405-42D2-84DE-F8EA208DA7BA}"/>
                </c:ext>
              </c:extLst>
            </c:dLbl>
            <c:dLbl>
              <c:idx val="1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8-7405-42D2-84DE-F8EA208DA7BA}"/>
                </c:ext>
              </c:extLst>
            </c:dLbl>
            <c:dLbl>
              <c:idx val="1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9-7405-42D2-84DE-F8EA208DA7BA}"/>
                </c:ext>
              </c:extLst>
            </c:dLbl>
            <c:dLbl>
              <c:idx val="1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A-7405-42D2-84DE-F8EA208DA7BA}"/>
                </c:ext>
              </c:extLst>
            </c:dLbl>
            <c:dLbl>
              <c:idx val="1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B-7405-42D2-84DE-F8EA208DA7BA}"/>
                </c:ext>
              </c:extLst>
            </c:dLbl>
            <c:dLbl>
              <c:idx val="1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C-7405-42D2-84DE-F8EA208DA7BA}"/>
                </c:ext>
              </c:extLst>
            </c:dLbl>
            <c:dLbl>
              <c:idx val="1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D-7405-42D2-84DE-F8EA208DA7BA}"/>
                </c:ext>
              </c:extLst>
            </c:dLbl>
            <c:dLbl>
              <c:idx val="1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E-7405-42D2-84DE-F8EA208DA7BA}"/>
                </c:ext>
              </c:extLst>
            </c:dLbl>
            <c:dLbl>
              <c:idx val="1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F-7405-42D2-84DE-F8EA208DA7BA}"/>
                </c:ext>
              </c:extLst>
            </c:dLbl>
            <c:dLbl>
              <c:idx val="1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0-7405-42D2-84DE-F8EA208DA7BA}"/>
                </c:ext>
              </c:extLst>
            </c:dLbl>
            <c:dLbl>
              <c:idx val="1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1-7405-42D2-84DE-F8EA208DA7BA}"/>
                </c:ext>
              </c:extLst>
            </c:dLbl>
            <c:dLbl>
              <c:idx val="1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2-7405-42D2-84DE-F8EA208DA7BA}"/>
                </c:ext>
              </c:extLst>
            </c:dLbl>
            <c:dLbl>
              <c:idx val="1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3-7405-42D2-84DE-F8EA208DA7BA}"/>
                </c:ext>
              </c:extLst>
            </c:dLbl>
            <c:dLbl>
              <c:idx val="1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4-7405-42D2-84DE-F8EA208DA7BA}"/>
                </c:ext>
              </c:extLst>
            </c:dLbl>
            <c:dLbl>
              <c:idx val="1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5-7405-42D2-84DE-F8EA208DA7BA}"/>
                </c:ext>
              </c:extLst>
            </c:dLbl>
            <c:dLbl>
              <c:idx val="1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6-7405-42D2-84DE-F8EA208DA7BA}"/>
                </c:ext>
              </c:extLst>
            </c:dLbl>
            <c:dLbl>
              <c:idx val="1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7-7405-42D2-84DE-F8EA208DA7BA}"/>
                </c:ext>
              </c:extLst>
            </c:dLbl>
            <c:dLbl>
              <c:idx val="1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8-7405-42D2-84DE-F8EA208DA7BA}"/>
                </c:ext>
              </c:extLst>
            </c:dLbl>
            <c:dLbl>
              <c:idx val="1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9-7405-42D2-84DE-F8EA208DA7BA}"/>
                </c:ext>
              </c:extLst>
            </c:dLbl>
            <c:dLbl>
              <c:idx val="1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A-7405-42D2-84DE-F8EA208DA7BA}"/>
                </c:ext>
              </c:extLst>
            </c:dLbl>
            <c:dLbl>
              <c:idx val="1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B-7405-42D2-84DE-F8EA208DA7BA}"/>
                </c:ext>
              </c:extLst>
            </c:dLbl>
            <c:dLbl>
              <c:idx val="1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C-7405-42D2-84DE-F8EA208DA7BA}"/>
                </c:ext>
              </c:extLst>
            </c:dLbl>
            <c:dLbl>
              <c:idx val="1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D-7405-42D2-84DE-F8EA208DA7BA}"/>
                </c:ext>
              </c:extLst>
            </c:dLbl>
            <c:dLbl>
              <c:idx val="1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E-7405-42D2-84DE-F8EA208DA7BA}"/>
                </c:ext>
              </c:extLst>
            </c:dLbl>
            <c:dLbl>
              <c:idx val="1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F-7405-42D2-84DE-F8EA208DA7BA}"/>
                </c:ext>
              </c:extLst>
            </c:dLbl>
            <c:dLbl>
              <c:idx val="1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0-7405-42D2-84DE-F8EA208DA7BA}"/>
                </c:ext>
              </c:extLst>
            </c:dLbl>
            <c:dLbl>
              <c:idx val="1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1-7405-42D2-84DE-F8EA208DA7BA}"/>
                </c:ext>
              </c:extLst>
            </c:dLbl>
            <c:dLbl>
              <c:idx val="1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2-7405-42D2-84DE-F8EA208DA7BA}"/>
                </c:ext>
              </c:extLst>
            </c:dLbl>
            <c:dLbl>
              <c:idx val="1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3-7405-42D2-84DE-F8EA208DA7BA}"/>
                </c:ext>
              </c:extLst>
            </c:dLbl>
            <c:dLbl>
              <c:idx val="1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4-7405-42D2-84DE-F8EA208DA7BA}"/>
                </c:ext>
              </c:extLst>
            </c:dLbl>
            <c:dLbl>
              <c:idx val="1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5-7405-42D2-84DE-F8EA208DA7BA}"/>
                </c:ext>
              </c:extLst>
            </c:dLbl>
            <c:dLbl>
              <c:idx val="1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6-7405-42D2-84DE-F8EA208DA7BA}"/>
                </c:ext>
              </c:extLst>
            </c:dLbl>
            <c:dLbl>
              <c:idx val="1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7-7405-42D2-84DE-F8EA208DA7BA}"/>
                </c:ext>
              </c:extLst>
            </c:dLbl>
            <c:dLbl>
              <c:idx val="1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8-7405-42D2-84DE-F8EA208DA7BA}"/>
                </c:ext>
              </c:extLst>
            </c:dLbl>
            <c:dLbl>
              <c:idx val="1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9-7405-42D2-84DE-F8EA208DA7BA}"/>
                </c:ext>
              </c:extLst>
            </c:dLbl>
            <c:dLbl>
              <c:idx val="1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A-7405-42D2-84DE-F8EA208DA7BA}"/>
                </c:ext>
              </c:extLst>
            </c:dLbl>
            <c:dLbl>
              <c:idx val="1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B-7405-42D2-84DE-F8EA208DA7BA}"/>
                </c:ext>
              </c:extLst>
            </c:dLbl>
            <c:dLbl>
              <c:idx val="1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C-7405-42D2-84DE-F8EA208DA7BA}"/>
                </c:ext>
              </c:extLst>
            </c:dLbl>
            <c:dLbl>
              <c:idx val="1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D-7405-42D2-84DE-F8EA208DA7BA}"/>
                </c:ext>
              </c:extLst>
            </c:dLbl>
            <c:dLbl>
              <c:idx val="1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E-7405-42D2-84DE-F8EA208DA7BA}"/>
                </c:ext>
              </c:extLst>
            </c:dLbl>
            <c:dLbl>
              <c:idx val="1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F-7405-42D2-84DE-F8EA208DA7BA}"/>
                </c:ext>
              </c:extLst>
            </c:dLbl>
            <c:dLbl>
              <c:idx val="1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0-7405-42D2-84DE-F8EA208DA7BA}"/>
                </c:ext>
              </c:extLst>
            </c:dLbl>
            <c:dLbl>
              <c:idx val="1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1-7405-42D2-84DE-F8EA208DA7BA}"/>
                </c:ext>
              </c:extLst>
            </c:dLbl>
            <c:dLbl>
              <c:idx val="1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2-7405-42D2-84DE-F8EA208DA7BA}"/>
                </c:ext>
              </c:extLst>
            </c:dLbl>
            <c:dLbl>
              <c:idx val="1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3-7405-42D2-84DE-F8EA208DA7BA}"/>
                </c:ext>
              </c:extLst>
            </c:dLbl>
            <c:dLbl>
              <c:idx val="1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4-7405-42D2-84DE-F8EA208DA7BA}"/>
                </c:ext>
              </c:extLst>
            </c:dLbl>
            <c:dLbl>
              <c:idx val="1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5-7405-42D2-84DE-F8EA208DA7BA}"/>
                </c:ext>
              </c:extLst>
            </c:dLbl>
            <c:dLbl>
              <c:idx val="1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6-7405-42D2-84DE-F8EA208DA7BA}"/>
                </c:ext>
              </c:extLst>
            </c:dLbl>
            <c:dLbl>
              <c:idx val="1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7-7405-42D2-84DE-F8EA208DA7BA}"/>
                </c:ext>
              </c:extLst>
            </c:dLbl>
            <c:dLbl>
              <c:idx val="1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8-7405-42D2-84DE-F8EA208DA7BA}"/>
                </c:ext>
              </c:extLst>
            </c:dLbl>
            <c:dLbl>
              <c:idx val="1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9-7405-42D2-84DE-F8EA208DA7BA}"/>
                </c:ext>
              </c:extLst>
            </c:dLbl>
            <c:dLbl>
              <c:idx val="1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A-7405-42D2-84DE-F8EA208DA7BA}"/>
                </c:ext>
              </c:extLst>
            </c:dLbl>
            <c:dLbl>
              <c:idx val="1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B-7405-42D2-84DE-F8EA208DA7BA}"/>
                </c:ext>
              </c:extLst>
            </c:dLbl>
            <c:dLbl>
              <c:idx val="1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C-7405-42D2-84DE-F8EA208DA7BA}"/>
                </c:ext>
              </c:extLst>
            </c:dLbl>
            <c:dLbl>
              <c:idx val="1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D-7405-42D2-84DE-F8EA208DA7BA}"/>
                </c:ext>
              </c:extLst>
            </c:dLbl>
            <c:dLbl>
              <c:idx val="1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E-7405-42D2-84DE-F8EA208DA7BA}"/>
                </c:ext>
              </c:extLst>
            </c:dLbl>
            <c:dLbl>
              <c:idx val="1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F-7405-42D2-84DE-F8EA208DA7BA}"/>
                </c:ext>
              </c:extLst>
            </c:dLbl>
            <c:dLbl>
              <c:idx val="1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0-7405-42D2-84DE-F8EA208DA7BA}"/>
                </c:ext>
              </c:extLst>
            </c:dLbl>
            <c:dLbl>
              <c:idx val="1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1-7405-42D2-84DE-F8EA208DA7BA}"/>
                </c:ext>
              </c:extLst>
            </c:dLbl>
            <c:dLbl>
              <c:idx val="1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2-7405-42D2-84DE-F8EA208DA7BA}"/>
                </c:ext>
              </c:extLst>
            </c:dLbl>
            <c:dLbl>
              <c:idx val="1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3-7405-42D2-84DE-F8EA208DA7BA}"/>
                </c:ext>
              </c:extLst>
            </c:dLbl>
            <c:dLbl>
              <c:idx val="1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4-7405-42D2-84DE-F8EA208DA7BA}"/>
                </c:ext>
              </c:extLst>
            </c:dLbl>
            <c:dLbl>
              <c:idx val="1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5-7405-42D2-84DE-F8EA208DA7BA}"/>
                </c:ext>
              </c:extLst>
            </c:dLbl>
            <c:dLbl>
              <c:idx val="1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6-7405-42D2-84DE-F8EA208DA7BA}"/>
                </c:ext>
              </c:extLst>
            </c:dLbl>
            <c:dLbl>
              <c:idx val="1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7-7405-42D2-84DE-F8EA208DA7BA}"/>
                </c:ext>
              </c:extLst>
            </c:dLbl>
            <c:dLbl>
              <c:idx val="1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8-7405-42D2-84DE-F8EA208DA7BA}"/>
                </c:ext>
              </c:extLst>
            </c:dLbl>
            <c:dLbl>
              <c:idx val="1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9-7405-42D2-84DE-F8EA208DA7BA}"/>
                </c:ext>
              </c:extLst>
            </c:dLbl>
            <c:dLbl>
              <c:idx val="1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A-7405-42D2-84DE-F8EA208DA7BA}"/>
                </c:ext>
              </c:extLst>
            </c:dLbl>
            <c:dLbl>
              <c:idx val="1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B-7405-42D2-84DE-F8EA208DA7BA}"/>
                </c:ext>
              </c:extLst>
            </c:dLbl>
            <c:dLbl>
              <c:idx val="1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C-7405-42D2-84DE-F8EA208DA7BA}"/>
                </c:ext>
              </c:extLst>
            </c:dLbl>
            <c:dLbl>
              <c:idx val="1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D-7405-42D2-84DE-F8EA208DA7BA}"/>
                </c:ext>
              </c:extLst>
            </c:dLbl>
            <c:dLbl>
              <c:idx val="1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E-7405-42D2-84DE-F8EA208DA7BA}"/>
                </c:ext>
              </c:extLst>
            </c:dLbl>
            <c:dLbl>
              <c:idx val="1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F-7405-42D2-84DE-F8EA208DA7BA}"/>
                </c:ext>
              </c:extLst>
            </c:dLbl>
            <c:dLbl>
              <c:idx val="1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0-7405-42D2-84DE-F8EA208DA7BA}"/>
                </c:ext>
              </c:extLst>
            </c:dLbl>
            <c:dLbl>
              <c:idx val="1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1-7405-42D2-84DE-F8EA208DA7BA}"/>
                </c:ext>
              </c:extLst>
            </c:dLbl>
            <c:dLbl>
              <c:idx val="1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2-7405-42D2-84DE-F8EA208DA7BA}"/>
                </c:ext>
              </c:extLst>
            </c:dLbl>
            <c:dLbl>
              <c:idx val="1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3-7405-42D2-84DE-F8EA208DA7BA}"/>
                </c:ext>
              </c:extLst>
            </c:dLbl>
            <c:dLbl>
              <c:idx val="1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4-7405-42D2-84DE-F8EA208DA7BA}"/>
                </c:ext>
              </c:extLst>
            </c:dLbl>
            <c:dLbl>
              <c:idx val="1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5-7405-42D2-84DE-F8EA208DA7BA}"/>
                </c:ext>
              </c:extLst>
            </c:dLbl>
            <c:dLbl>
              <c:idx val="1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6-7405-42D2-84DE-F8EA208DA7BA}"/>
                </c:ext>
              </c:extLst>
            </c:dLbl>
            <c:dLbl>
              <c:idx val="1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7-7405-42D2-84DE-F8EA208DA7BA}"/>
                </c:ext>
              </c:extLst>
            </c:dLbl>
            <c:dLbl>
              <c:idx val="1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8-7405-42D2-84DE-F8EA208DA7BA}"/>
                </c:ext>
              </c:extLst>
            </c:dLbl>
            <c:dLbl>
              <c:idx val="1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9-7405-42D2-84DE-F8EA208DA7BA}"/>
                </c:ext>
              </c:extLst>
            </c:dLbl>
            <c:dLbl>
              <c:idx val="1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A-7405-42D2-84DE-F8EA208DA7BA}"/>
                </c:ext>
              </c:extLst>
            </c:dLbl>
            <c:dLbl>
              <c:idx val="1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B-7405-42D2-84DE-F8EA208DA7BA}"/>
                </c:ext>
              </c:extLst>
            </c:dLbl>
            <c:dLbl>
              <c:idx val="1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C-7405-42D2-84DE-F8EA208DA7BA}"/>
                </c:ext>
              </c:extLst>
            </c:dLbl>
            <c:dLbl>
              <c:idx val="1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D-7405-42D2-84DE-F8EA208DA7BA}"/>
                </c:ext>
              </c:extLst>
            </c:dLbl>
            <c:dLbl>
              <c:idx val="1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E-7405-42D2-84DE-F8EA208DA7BA}"/>
                </c:ext>
              </c:extLst>
            </c:dLbl>
            <c:dLbl>
              <c:idx val="1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F-7405-42D2-84DE-F8EA208DA7BA}"/>
                </c:ext>
              </c:extLst>
            </c:dLbl>
            <c:dLbl>
              <c:idx val="1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0-7405-42D2-84DE-F8EA208DA7BA}"/>
                </c:ext>
              </c:extLst>
            </c:dLbl>
            <c:dLbl>
              <c:idx val="1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1-7405-42D2-84DE-F8EA208DA7BA}"/>
                </c:ext>
              </c:extLst>
            </c:dLbl>
            <c:dLbl>
              <c:idx val="1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2-7405-42D2-84DE-F8EA208DA7BA}"/>
                </c:ext>
              </c:extLst>
            </c:dLbl>
            <c:dLbl>
              <c:idx val="1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3-7405-42D2-84DE-F8EA208DA7BA}"/>
                </c:ext>
              </c:extLst>
            </c:dLbl>
            <c:dLbl>
              <c:idx val="1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4-7405-42D2-84DE-F8EA208DA7BA}"/>
                </c:ext>
              </c:extLst>
            </c:dLbl>
            <c:dLbl>
              <c:idx val="1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5-7405-42D2-84DE-F8EA208DA7BA}"/>
                </c:ext>
              </c:extLst>
            </c:dLbl>
            <c:dLbl>
              <c:idx val="1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6-7405-42D2-84DE-F8EA208DA7BA}"/>
                </c:ext>
              </c:extLst>
            </c:dLbl>
            <c:dLbl>
              <c:idx val="1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7-7405-42D2-84DE-F8EA208DA7BA}"/>
                </c:ext>
              </c:extLst>
            </c:dLbl>
            <c:dLbl>
              <c:idx val="1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8-7405-42D2-84DE-F8EA208DA7BA}"/>
                </c:ext>
              </c:extLst>
            </c:dLbl>
            <c:dLbl>
              <c:idx val="1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9-7405-42D2-84DE-F8EA208DA7BA}"/>
                </c:ext>
              </c:extLst>
            </c:dLbl>
            <c:dLbl>
              <c:idx val="1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A-7405-42D2-84DE-F8EA208DA7BA}"/>
                </c:ext>
              </c:extLst>
            </c:dLbl>
            <c:dLbl>
              <c:idx val="1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B-7405-42D2-84DE-F8EA208DA7BA}"/>
                </c:ext>
              </c:extLst>
            </c:dLbl>
            <c:dLbl>
              <c:idx val="1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C-7405-42D2-84DE-F8EA208DA7BA}"/>
                </c:ext>
              </c:extLst>
            </c:dLbl>
            <c:dLbl>
              <c:idx val="1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D-7405-42D2-84DE-F8EA208DA7BA}"/>
                </c:ext>
              </c:extLst>
            </c:dLbl>
            <c:dLbl>
              <c:idx val="1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E-7405-42D2-84DE-F8EA208DA7BA}"/>
                </c:ext>
              </c:extLst>
            </c:dLbl>
            <c:dLbl>
              <c:idx val="1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F-7405-42D2-84DE-F8EA208DA7BA}"/>
                </c:ext>
              </c:extLst>
            </c:dLbl>
            <c:dLbl>
              <c:idx val="1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0-7405-42D2-84DE-F8EA208DA7BA}"/>
                </c:ext>
              </c:extLst>
            </c:dLbl>
            <c:dLbl>
              <c:idx val="1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1-7405-42D2-84DE-F8EA208DA7BA}"/>
                </c:ext>
              </c:extLst>
            </c:dLbl>
            <c:dLbl>
              <c:idx val="1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2-7405-42D2-84DE-F8EA208DA7BA}"/>
                </c:ext>
              </c:extLst>
            </c:dLbl>
            <c:dLbl>
              <c:idx val="1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3-7405-42D2-84DE-F8EA208DA7BA}"/>
                </c:ext>
              </c:extLst>
            </c:dLbl>
            <c:dLbl>
              <c:idx val="1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4-7405-42D2-84DE-F8EA208DA7BA}"/>
                </c:ext>
              </c:extLst>
            </c:dLbl>
            <c:dLbl>
              <c:idx val="1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5-7405-42D2-84DE-F8EA208DA7BA}"/>
                </c:ext>
              </c:extLst>
            </c:dLbl>
            <c:dLbl>
              <c:idx val="1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6-7405-42D2-84DE-F8EA208DA7BA}"/>
                </c:ext>
              </c:extLst>
            </c:dLbl>
            <c:dLbl>
              <c:idx val="1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7-7405-42D2-84DE-F8EA208DA7BA}"/>
                </c:ext>
              </c:extLst>
            </c:dLbl>
            <c:dLbl>
              <c:idx val="1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8-7405-42D2-84DE-F8EA208DA7BA}"/>
                </c:ext>
              </c:extLst>
            </c:dLbl>
            <c:dLbl>
              <c:idx val="1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9-7405-42D2-84DE-F8EA208DA7BA}"/>
                </c:ext>
              </c:extLst>
            </c:dLbl>
            <c:dLbl>
              <c:idx val="1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A-7405-42D2-84DE-F8EA208DA7BA}"/>
                </c:ext>
              </c:extLst>
            </c:dLbl>
            <c:dLbl>
              <c:idx val="1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B-7405-42D2-84DE-F8EA208DA7BA}"/>
                </c:ext>
              </c:extLst>
            </c:dLbl>
            <c:dLbl>
              <c:idx val="1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C-7405-42D2-84DE-F8EA208DA7BA}"/>
                </c:ext>
              </c:extLst>
            </c:dLbl>
            <c:dLbl>
              <c:idx val="1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D-7405-42D2-84DE-F8EA208DA7BA}"/>
                </c:ext>
              </c:extLst>
            </c:dLbl>
            <c:dLbl>
              <c:idx val="1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E-7405-42D2-84DE-F8EA208DA7BA}"/>
                </c:ext>
              </c:extLst>
            </c:dLbl>
            <c:dLbl>
              <c:idx val="1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F-7405-42D2-84DE-F8EA208DA7BA}"/>
                </c:ext>
              </c:extLst>
            </c:dLbl>
            <c:dLbl>
              <c:idx val="1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0-7405-42D2-84DE-F8EA208DA7BA}"/>
                </c:ext>
              </c:extLst>
            </c:dLbl>
            <c:dLbl>
              <c:idx val="1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1-7405-42D2-84DE-F8EA208DA7BA}"/>
                </c:ext>
              </c:extLst>
            </c:dLbl>
            <c:dLbl>
              <c:idx val="1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2-7405-42D2-84DE-F8EA208DA7BA}"/>
                </c:ext>
              </c:extLst>
            </c:dLbl>
            <c:dLbl>
              <c:idx val="1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3-7405-42D2-84DE-F8EA208DA7BA}"/>
                </c:ext>
              </c:extLst>
            </c:dLbl>
            <c:dLbl>
              <c:idx val="1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4-7405-42D2-84DE-F8EA208DA7BA}"/>
                </c:ext>
              </c:extLst>
            </c:dLbl>
            <c:dLbl>
              <c:idx val="1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5-7405-42D2-84DE-F8EA208DA7BA}"/>
                </c:ext>
              </c:extLst>
            </c:dLbl>
            <c:dLbl>
              <c:idx val="1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6-7405-42D2-84DE-F8EA208DA7BA}"/>
                </c:ext>
              </c:extLst>
            </c:dLbl>
            <c:dLbl>
              <c:idx val="1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7-7405-42D2-84DE-F8EA208DA7BA}"/>
                </c:ext>
              </c:extLst>
            </c:dLbl>
            <c:dLbl>
              <c:idx val="1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8-7405-42D2-84DE-F8EA208DA7BA}"/>
                </c:ext>
              </c:extLst>
            </c:dLbl>
            <c:dLbl>
              <c:idx val="1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9-7405-42D2-84DE-F8EA208DA7BA}"/>
                </c:ext>
              </c:extLst>
            </c:dLbl>
            <c:dLbl>
              <c:idx val="1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A-7405-42D2-84DE-F8EA208DA7BA}"/>
                </c:ext>
              </c:extLst>
            </c:dLbl>
            <c:dLbl>
              <c:idx val="1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B-7405-42D2-84DE-F8EA208DA7BA}"/>
                </c:ext>
              </c:extLst>
            </c:dLbl>
            <c:dLbl>
              <c:idx val="1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C-7405-42D2-84DE-F8EA208DA7BA}"/>
                </c:ext>
              </c:extLst>
            </c:dLbl>
            <c:dLbl>
              <c:idx val="1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D-7405-42D2-84DE-F8EA208DA7BA}"/>
                </c:ext>
              </c:extLst>
            </c:dLbl>
            <c:dLbl>
              <c:idx val="1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E-7405-42D2-84DE-F8EA208DA7BA}"/>
                </c:ext>
              </c:extLst>
            </c:dLbl>
            <c:dLbl>
              <c:idx val="1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F-7405-42D2-84DE-F8EA208DA7BA}"/>
                </c:ext>
              </c:extLst>
            </c:dLbl>
            <c:dLbl>
              <c:idx val="1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0-7405-42D2-84DE-F8EA208DA7BA}"/>
                </c:ext>
              </c:extLst>
            </c:dLbl>
            <c:dLbl>
              <c:idx val="1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1-7405-42D2-84DE-F8EA208DA7BA}"/>
                </c:ext>
              </c:extLst>
            </c:dLbl>
            <c:dLbl>
              <c:idx val="1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2-7405-42D2-84DE-F8EA208DA7BA}"/>
                </c:ext>
              </c:extLst>
            </c:dLbl>
            <c:dLbl>
              <c:idx val="1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3-7405-42D2-84DE-F8EA208DA7BA}"/>
                </c:ext>
              </c:extLst>
            </c:dLbl>
            <c:dLbl>
              <c:idx val="1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4-7405-42D2-84DE-F8EA208DA7BA}"/>
                </c:ext>
              </c:extLst>
            </c:dLbl>
            <c:dLbl>
              <c:idx val="1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5-7405-42D2-84DE-F8EA208DA7BA}"/>
                </c:ext>
              </c:extLst>
            </c:dLbl>
            <c:dLbl>
              <c:idx val="1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6-7405-42D2-84DE-F8EA208DA7BA}"/>
                </c:ext>
              </c:extLst>
            </c:dLbl>
            <c:dLbl>
              <c:idx val="1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7-7405-42D2-84DE-F8EA208DA7BA}"/>
                </c:ext>
              </c:extLst>
            </c:dLbl>
            <c:dLbl>
              <c:idx val="1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8-7405-42D2-84DE-F8EA208DA7BA}"/>
                </c:ext>
              </c:extLst>
            </c:dLbl>
            <c:dLbl>
              <c:idx val="1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9-7405-42D2-84DE-F8EA208DA7BA}"/>
                </c:ext>
              </c:extLst>
            </c:dLbl>
            <c:dLbl>
              <c:idx val="1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A-7405-42D2-84DE-F8EA208DA7BA}"/>
                </c:ext>
              </c:extLst>
            </c:dLbl>
            <c:dLbl>
              <c:idx val="1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B-7405-42D2-84DE-F8EA208DA7BA}"/>
                </c:ext>
              </c:extLst>
            </c:dLbl>
            <c:dLbl>
              <c:idx val="1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C-7405-42D2-84DE-F8EA208DA7BA}"/>
                </c:ext>
              </c:extLst>
            </c:dLbl>
            <c:dLbl>
              <c:idx val="1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D-7405-42D2-84DE-F8EA208DA7BA}"/>
                </c:ext>
              </c:extLst>
            </c:dLbl>
            <c:dLbl>
              <c:idx val="1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E-7405-42D2-84DE-F8EA208DA7BA}"/>
                </c:ext>
              </c:extLst>
            </c:dLbl>
            <c:dLbl>
              <c:idx val="1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F-7405-42D2-84DE-F8EA208DA7BA}"/>
                </c:ext>
              </c:extLst>
            </c:dLbl>
            <c:dLbl>
              <c:idx val="1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0-7405-42D2-84DE-F8EA208DA7BA}"/>
                </c:ext>
              </c:extLst>
            </c:dLbl>
            <c:dLbl>
              <c:idx val="1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1-7405-42D2-84DE-F8EA208DA7BA}"/>
                </c:ext>
              </c:extLst>
            </c:dLbl>
            <c:dLbl>
              <c:idx val="1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2-7405-42D2-84DE-F8EA208DA7BA}"/>
                </c:ext>
              </c:extLst>
            </c:dLbl>
            <c:dLbl>
              <c:idx val="1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3-7405-42D2-84DE-F8EA208DA7BA}"/>
                </c:ext>
              </c:extLst>
            </c:dLbl>
            <c:dLbl>
              <c:idx val="1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4-7405-42D2-84DE-F8EA208DA7BA}"/>
                </c:ext>
              </c:extLst>
            </c:dLbl>
            <c:dLbl>
              <c:idx val="1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5-7405-42D2-84DE-F8EA208DA7BA}"/>
                </c:ext>
              </c:extLst>
            </c:dLbl>
            <c:dLbl>
              <c:idx val="1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6-7405-42D2-84DE-F8EA208DA7BA}"/>
                </c:ext>
              </c:extLst>
            </c:dLbl>
            <c:dLbl>
              <c:idx val="1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7-7405-42D2-84DE-F8EA208DA7BA}"/>
                </c:ext>
              </c:extLst>
            </c:dLbl>
            <c:dLbl>
              <c:idx val="2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8-7405-42D2-84DE-F8EA208DA7BA}"/>
                </c:ext>
              </c:extLst>
            </c:dLbl>
            <c:dLbl>
              <c:idx val="2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9-7405-42D2-84DE-F8EA208DA7BA}"/>
                </c:ext>
              </c:extLst>
            </c:dLbl>
            <c:dLbl>
              <c:idx val="2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A-7405-42D2-84DE-F8EA208DA7BA}"/>
                </c:ext>
              </c:extLst>
            </c:dLbl>
            <c:dLbl>
              <c:idx val="2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B-7405-42D2-84DE-F8EA208DA7BA}"/>
                </c:ext>
              </c:extLst>
            </c:dLbl>
            <c:dLbl>
              <c:idx val="2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C-7405-42D2-84DE-F8EA208DA7BA}"/>
                </c:ext>
              </c:extLst>
            </c:dLbl>
            <c:dLbl>
              <c:idx val="2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D-7405-42D2-84DE-F8EA208DA7BA}"/>
                </c:ext>
              </c:extLst>
            </c:dLbl>
            <c:dLbl>
              <c:idx val="2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E-7405-42D2-84DE-F8EA208DA7BA}"/>
                </c:ext>
              </c:extLst>
            </c:dLbl>
            <c:dLbl>
              <c:idx val="2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F-7405-42D2-84DE-F8EA208DA7BA}"/>
                </c:ext>
              </c:extLst>
            </c:dLbl>
            <c:dLbl>
              <c:idx val="2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0-7405-42D2-84DE-F8EA208DA7BA}"/>
                </c:ext>
              </c:extLst>
            </c:dLbl>
            <c:dLbl>
              <c:idx val="2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1-7405-42D2-84DE-F8EA208DA7BA}"/>
                </c:ext>
              </c:extLst>
            </c:dLbl>
            <c:dLbl>
              <c:idx val="2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2-7405-42D2-84DE-F8EA208DA7BA}"/>
                </c:ext>
              </c:extLst>
            </c:dLbl>
            <c:dLbl>
              <c:idx val="2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3-7405-42D2-84DE-F8EA208DA7BA}"/>
                </c:ext>
              </c:extLst>
            </c:dLbl>
            <c:dLbl>
              <c:idx val="2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4-7405-42D2-84DE-F8EA208DA7BA}"/>
                </c:ext>
              </c:extLst>
            </c:dLbl>
            <c:dLbl>
              <c:idx val="2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5-7405-42D2-84DE-F8EA208DA7BA}"/>
                </c:ext>
              </c:extLst>
            </c:dLbl>
            <c:dLbl>
              <c:idx val="2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6-7405-42D2-84DE-F8EA208DA7BA}"/>
                </c:ext>
              </c:extLst>
            </c:dLbl>
            <c:dLbl>
              <c:idx val="2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7-7405-42D2-84DE-F8EA208DA7BA}"/>
                </c:ext>
              </c:extLst>
            </c:dLbl>
            <c:dLbl>
              <c:idx val="2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8-7405-42D2-84DE-F8EA208DA7BA}"/>
                </c:ext>
              </c:extLst>
            </c:dLbl>
            <c:dLbl>
              <c:idx val="2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9-7405-42D2-84DE-F8EA208DA7BA}"/>
                </c:ext>
              </c:extLst>
            </c:dLbl>
            <c:dLbl>
              <c:idx val="2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A-7405-42D2-84DE-F8EA208DA7BA}"/>
                </c:ext>
              </c:extLst>
            </c:dLbl>
            <c:dLbl>
              <c:idx val="2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B-7405-42D2-84DE-F8EA208DA7BA}"/>
                </c:ext>
              </c:extLst>
            </c:dLbl>
            <c:dLbl>
              <c:idx val="2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C-7405-42D2-84DE-F8EA208DA7BA}"/>
                </c:ext>
              </c:extLst>
            </c:dLbl>
            <c:dLbl>
              <c:idx val="2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D-7405-42D2-84DE-F8EA208DA7BA}"/>
                </c:ext>
              </c:extLst>
            </c:dLbl>
            <c:dLbl>
              <c:idx val="2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E-7405-42D2-84DE-F8EA208DA7BA}"/>
                </c:ext>
              </c:extLst>
            </c:dLbl>
            <c:dLbl>
              <c:idx val="2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F-7405-42D2-84DE-F8EA208DA7BA}"/>
                </c:ext>
              </c:extLst>
            </c:dLbl>
            <c:dLbl>
              <c:idx val="2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0-7405-42D2-84DE-F8EA208DA7BA}"/>
                </c:ext>
              </c:extLst>
            </c:dLbl>
            <c:dLbl>
              <c:idx val="2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1-7405-42D2-84DE-F8EA208DA7BA}"/>
                </c:ext>
              </c:extLst>
            </c:dLbl>
            <c:dLbl>
              <c:idx val="2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2-7405-42D2-84DE-F8EA208DA7BA}"/>
                </c:ext>
              </c:extLst>
            </c:dLbl>
            <c:dLbl>
              <c:idx val="2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3-7405-42D2-84DE-F8EA208DA7BA}"/>
                </c:ext>
              </c:extLst>
            </c:dLbl>
            <c:dLbl>
              <c:idx val="2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4-7405-42D2-84DE-F8EA208DA7BA}"/>
                </c:ext>
              </c:extLst>
            </c:dLbl>
            <c:dLbl>
              <c:idx val="2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5-7405-42D2-84DE-F8EA208DA7BA}"/>
                </c:ext>
              </c:extLst>
            </c:dLbl>
            <c:dLbl>
              <c:idx val="2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6-7405-42D2-84DE-F8EA208DA7BA}"/>
                </c:ext>
              </c:extLst>
            </c:dLbl>
            <c:dLbl>
              <c:idx val="2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7-7405-42D2-84DE-F8EA208DA7BA}"/>
                </c:ext>
              </c:extLst>
            </c:dLbl>
            <c:dLbl>
              <c:idx val="2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8-7405-42D2-84DE-F8EA208DA7BA}"/>
                </c:ext>
              </c:extLst>
            </c:dLbl>
            <c:dLbl>
              <c:idx val="2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9-7405-42D2-84DE-F8EA208DA7BA}"/>
                </c:ext>
              </c:extLst>
            </c:dLbl>
            <c:dLbl>
              <c:idx val="2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A-7405-42D2-84DE-F8EA208DA7BA}"/>
                </c:ext>
              </c:extLst>
            </c:dLbl>
            <c:dLbl>
              <c:idx val="2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B-7405-42D2-84DE-F8EA208DA7BA}"/>
                </c:ext>
              </c:extLst>
            </c:dLbl>
            <c:dLbl>
              <c:idx val="2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C-7405-42D2-84DE-F8EA208DA7BA}"/>
                </c:ext>
              </c:extLst>
            </c:dLbl>
            <c:dLbl>
              <c:idx val="2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D-7405-42D2-84DE-F8EA208DA7BA}"/>
                </c:ext>
              </c:extLst>
            </c:dLbl>
            <c:dLbl>
              <c:idx val="2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E-7405-42D2-84DE-F8EA208DA7BA}"/>
                </c:ext>
              </c:extLst>
            </c:dLbl>
            <c:dLbl>
              <c:idx val="2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F-7405-42D2-84DE-F8EA208DA7BA}"/>
                </c:ext>
              </c:extLst>
            </c:dLbl>
            <c:dLbl>
              <c:idx val="2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0-7405-42D2-84DE-F8EA208DA7BA}"/>
                </c:ext>
              </c:extLst>
            </c:dLbl>
            <c:dLbl>
              <c:idx val="2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1-7405-42D2-84DE-F8EA208DA7BA}"/>
                </c:ext>
              </c:extLst>
            </c:dLbl>
            <c:dLbl>
              <c:idx val="2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2-7405-42D2-84DE-F8EA208DA7BA}"/>
                </c:ext>
              </c:extLst>
            </c:dLbl>
            <c:dLbl>
              <c:idx val="2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3-7405-42D2-84DE-F8EA208DA7BA}"/>
                </c:ext>
              </c:extLst>
            </c:dLbl>
            <c:dLbl>
              <c:idx val="2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4-7405-42D2-84DE-F8EA208DA7BA}"/>
                </c:ext>
              </c:extLst>
            </c:dLbl>
            <c:dLbl>
              <c:idx val="2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5-7405-42D2-84DE-F8EA208DA7BA}"/>
                </c:ext>
              </c:extLst>
            </c:dLbl>
            <c:dLbl>
              <c:idx val="2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6-7405-42D2-84DE-F8EA208DA7BA}"/>
                </c:ext>
              </c:extLst>
            </c:dLbl>
            <c:dLbl>
              <c:idx val="2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7-7405-42D2-84DE-F8EA208DA7BA}"/>
                </c:ext>
              </c:extLst>
            </c:dLbl>
            <c:dLbl>
              <c:idx val="2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8-7405-42D2-84DE-F8EA208DA7BA}"/>
                </c:ext>
              </c:extLst>
            </c:dLbl>
            <c:dLbl>
              <c:idx val="2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9-7405-42D2-84DE-F8EA208DA7BA}"/>
                </c:ext>
              </c:extLst>
            </c:dLbl>
            <c:dLbl>
              <c:idx val="2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A-7405-42D2-84DE-F8EA208DA7BA}"/>
                </c:ext>
              </c:extLst>
            </c:dLbl>
            <c:dLbl>
              <c:idx val="2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B-7405-42D2-84DE-F8EA208DA7BA}"/>
                </c:ext>
              </c:extLst>
            </c:dLbl>
            <c:dLbl>
              <c:idx val="2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C-7405-42D2-84DE-F8EA208DA7BA}"/>
                </c:ext>
              </c:extLst>
            </c:dLbl>
            <c:dLbl>
              <c:idx val="2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D-7405-42D2-84DE-F8EA208DA7BA}"/>
                </c:ext>
              </c:extLst>
            </c:dLbl>
            <c:dLbl>
              <c:idx val="2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E-7405-42D2-84DE-F8EA208DA7BA}"/>
                </c:ext>
              </c:extLst>
            </c:dLbl>
            <c:dLbl>
              <c:idx val="2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F-7405-42D2-84DE-F8EA208DA7BA}"/>
                </c:ext>
              </c:extLst>
            </c:dLbl>
            <c:dLbl>
              <c:idx val="2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0-7405-42D2-84DE-F8EA208DA7BA}"/>
                </c:ext>
              </c:extLst>
            </c:dLbl>
            <c:dLbl>
              <c:idx val="2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1-7405-42D2-84DE-F8EA208DA7BA}"/>
                </c:ext>
              </c:extLst>
            </c:dLbl>
            <c:dLbl>
              <c:idx val="2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2-7405-42D2-84DE-F8EA208DA7BA}"/>
                </c:ext>
              </c:extLst>
            </c:dLbl>
            <c:dLbl>
              <c:idx val="2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3-7405-42D2-84DE-F8EA208DA7BA}"/>
                </c:ext>
              </c:extLst>
            </c:dLbl>
            <c:dLbl>
              <c:idx val="2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4-7405-42D2-84DE-F8EA208DA7BA}"/>
                </c:ext>
              </c:extLst>
            </c:dLbl>
            <c:dLbl>
              <c:idx val="2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5-7405-42D2-84DE-F8EA208DA7BA}"/>
                </c:ext>
              </c:extLst>
            </c:dLbl>
            <c:dLbl>
              <c:idx val="2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6-7405-42D2-84DE-F8EA208DA7BA}"/>
                </c:ext>
              </c:extLst>
            </c:dLbl>
            <c:dLbl>
              <c:idx val="2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7-7405-42D2-84DE-F8EA208DA7BA}"/>
                </c:ext>
              </c:extLst>
            </c:dLbl>
            <c:dLbl>
              <c:idx val="2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8-7405-42D2-84DE-F8EA208DA7BA}"/>
                </c:ext>
              </c:extLst>
            </c:dLbl>
            <c:dLbl>
              <c:idx val="2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9-7405-42D2-84DE-F8EA208DA7BA}"/>
                </c:ext>
              </c:extLst>
            </c:dLbl>
            <c:dLbl>
              <c:idx val="2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A-7405-42D2-84DE-F8EA208DA7BA}"/>
                </c:ext>
              </c:extLst>
            </c:dLbl>
            <c:dLbl>
              <c:idx val="2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B-7405-42D2-84DE-F8EA208DA7BA}"/>
                </c:ext>
              </c:extLst>
            </c:dLbl>
            <c:dLbl>
              <c:idx val="2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C-7405-42D2-84DE-F8EA208DA7BA}"/>
                </c:ext>
              </c:extLst>
            </c:dLbl>
            <c:dLbl>
              <c:idx val="2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D-7405-42D2-84DE-F8EA208DA7BA}"/>
                </c:ext>
              </c:extLst>
            </c:dLbl>
            <c:dLbl>
              <c:idx val="2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E-7405-42D2-84DE-F8EA208DA7BA}"/>
                </c:ext>
              </c:extLst>
            </c:dLbl>
            <c:dLbl>
              <c:idx val="2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F-7405-42D2-84DE-F8EA208DA7BA}"/>
                </c:ext>
              </c:extLst>
            </c:dLbl>
            <c:dLbl>
              <c:idx val="2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0-7405-42D2-84DE-F8EA208DA7BA}"/>
                </c:ext>
              </c:extLst>
            </c:dLbl>
            <c:dLbl>
              <c:idx val="2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1-7405-42D2-84DE-F8EA208DA7BA}"/>
                </c:ext>
              </c:extLst>
            </c:dLbl>
            <c:dLbl>
              <c:idx val="2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2-7405-42D2-84DE-F8EA208DA7BA}"/>
                </c:ext>
              </c:extLst>
            </c:dLbl>
            <c:dLbl>
              <c:idx val="2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3-7405-42D2-84DE-F8EA208DA7BA}"/>
                </c:ext>
              </c:extLst>
            </c:dLbl>
            <c:dLbl>
              <c:idx val="2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4-7405-42D2-84DE-F8EA208DA7BA}"/>
                </c:ext>
              </c:extLst>
            </c:dLbl>
            <c:dLbl>
              <c:idx val="2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5-7405-42D2-84DE-F8EA208DA7BA}"/>
                </c:ext>
              </c:extLst>
            </c:dLbl>
            <c:dLbl>
              <c:idx val="2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6-7405-42D2-84DE-F8EA208DA7BA}"/>
                </c:ext>
              </c:extLst>
            </c:dLbl>
            <c:dLbl>
              <c:idx val="2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7-7405-42D2-84DE-F8EA208DA7BA}"/>
                </c:ext>
              </c:extLst>
            </c:dLbl>
            <c:dLbl>
              <c:idx val="2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8-7405-42D2-84DE-F8EA208DA7BA}"/>
                </c:ext>
              </c:extLst>
            </c:dLbl>
            <c:dLbl>
              <c:idx val="2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9-7405-42D2-84DE-F8EA208DA7BA}"/>
                </c:ext>
              </c:extLst>
            </c:dLbl>
            <c:dLbl>
              <c:idx val="2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A-7405-42D2-84DE-F8EA208DA7BA}"/>
                </c:ext>
              </c:extLst>
            </c:dLbl>
            <c:dLbl>
              <c:idx val="2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B-7405-42D2-84DE-F8EA208DA7BA}"/>
                </c:ext>
              </c:extLst>
            </c:dLbl>
            <c:dLbl>
              <c:idx val="2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C-7405-42D2-84DE-F8EA208DA7BA}"/>
                </c:ext>
              </c:extLst>
            </c:dLbl>
            <c:dLbl>
              <c:idx val="2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D-7405-42D2-84DE-F8EA208DA7BA}"/>
                </c:ext>
              </c:extLst>
            </c:dLbl>
            <c:dLbl>
              <c:idx val="2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E-7405-42D2-84DE-F8EA208DA7BA}"/>
                </c:ext>
              </c:extLst>
            </c:dLbl>
            <c:dLbl>
              <c:idx val="2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F-7405-42D2-84DE-F8EA208DA7BA}"/>
                </c:ext>
              </c:extLst>
            </c:dLbl>
            <c:dLbl>
              <c:idx val="2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0-7405-42D2-84DE-F8EA208DA7BA}"/>
                </c:ext>
              </c:extLst>
            </c:dLbl>
            <c:dLbl>
              <c:idx val="2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1-7405-42D2-84DE-F8EA208DA7BA}"/>
                </c:ext>
              </c:extLst>
            </c:dLbl>
            <c:dLbl>
              <c:idx val="2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2-7405-42D2-84DE-F8EA208DA7BA}"/>
                </c:ext>
              </c:extLst>
            </c:dLbl>
            <c:dLbl>
              <c:idx val="2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3-7405-42D2-84DE-F8EA208DA7BA}"/>
                </c:ext>
              </c:extLst>
            </c:dLbl>
            <c:dLbl>
              <c:idx val="2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4-7405-42D2-84DE-F8EA208DA7BA}"/>
                </c:ext>
              </c:extLst>
            </c:dLbl>
            <c:dLbl>
              <c:idx val="2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5-7405-42D2-84DE-F8EA208DA7BA}"/>
                </c:ext>
              </c:extLst>
            </c:dLbl>
            <c:dLbl>
              <c:idx val="2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6-7405-42D2-84DE-F8EA208DA7BA}"/>
                </c:ext>
              </c:extLst>
            </c:dLbl>
            <c:dLbl>
              <c:idx val="2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7-7405-42D2-84DE-F8EA208DA7BA}"/>
                </c:ext>
              </c:extLst>
            </c:dLbl>
            <c:dLbl>
              <c:idx val="2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8-7405-42D2-84DE-F8EA208DA7BA}"/>
                </c:ext>
              </c:extLst>
            </c:dLbl>
            <c:dLbl>
              <c:idx val="2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9-7405-42D2-84DE-F8EA208DA7BA}"/>
                </c:ext>
              </c:extLst>
            </c:dLbl>
            <c:dLbl>
              <c:idx val="2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A-7405-42D2-84DE-F8EA208DA7BA}"/>
                </c:ext>
              </c:extLst>
            </c:dLbl>
            <c:dLbl>
              <c:idx val="2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B-7405-42D2-84DE-F8EA208DA7BA}"/>
                </c:ext>
              </c:extLst>
            </c:dLbl>
            <c:dLbl>
              <c:idx val="2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C-7405-42D2-84DE-F8EA208DA7BA}"/>
                </c:ext>
              </c:extLst>
            </c:dLbl>
            <c:dLbl>
              <c:idx val="2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D-7405-42D2-84DE-F8EA208DA7BA}"/>
                </c:ext>
              </c:extLst>
            </c:dLbl>
            <c:dLbl>
              <c:idx val="2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E-7405-42D2-84DE-F8EA208DA7BA}"/>
                </c:ext>
              </c:extLst>
            </c:dLbl>
            <c:dLbl>
              <c:idx val="2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F-7405-42D2-84DE-F8EA208DA7BA}"/>
                </c:ext>
              </c:extLst>
            </c:dLbl>
            <c:dLbl>
              <c:idx val="2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0-7405-42D2-84DE-F8EA208DA7BA}"/>
                </c:ext>
              </c:extLst>
            </c:dLbl>
            <c:dLbl>
              <c:idx val="2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1-7405-42D2-84DE-F8EA208DA7BA}"/>
                </c:ext>
              </c:extLst>
            </c:dLbl>
            <c:dLbl>
              <c:idx val="2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2-7405-42D2-84DE-F8EA208DA7BA}"/>
                </c:ext>
              </c:extLst>
            </c:dLbl>
            <c:dLbl>
              <c:idx val="2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3-7405-42D2-84DE-F8EA208DA7BA}"/>
                </c:ext>
              </c:extLst>
            </c:dLbl>
            <c:dLbl>
              <c:idx val="2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4-7405-42D2-84DE-F8EA208DA7BA}"/>
                </c:ext>
              </c:extLst>
            </c:dLbl>
            <c:dLbl>
              <c:idx val="2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5-7405-42D2-84DE-F8EA208DA7BA}"/>
                </c:ext>
              </c:extLst>
            </c:dLbl>
            <c:dLbl>
              <c:idx val="2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6-7405-42D2-84DE-F8EA208DA7BA}"/>
                </c:ext>
              </c:extLst>
            </c:dLbl>
            <c:dLbl>
              <c:idx val="2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7-7405-42D2-84DE-F8EA208DA7BA}"/>
                </c:ext>
              </c:extLst>
            </c:dLbl>
            <c:dLbl>
              <c:idx val="2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8-7405-42D2-84DE-F8EA208DA7BA}"/>
                </c:ext>
              </c:extLst>
            </c:dLbl>
            <c:dLbl>
              <c:idx val="2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9-7405-42D2-84DE-F8EA208DA7BA}"/>
                </c:ext>
              </c:extLst>
            </c:dLbl>
            <c:dLbl>
              <c:idx val="2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A-7405-42D2-84DE-F8EA208DA7BA}"/>
                </c:ext>
              </c:extLst>
            </c:dLbl>
            <c:dLbl>
              <c:idx val="2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B-7405-42D2-84DE-F8EA208DA7BA}"/>
                </c:ext>
              </c:extLst>
            </c:dLbl>
            <c:dLbl>
              <c:idx val="2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C-7405-42D2-84DE-F8EA208DA7BA}"/>
                </c:ext>
              </c:extLst>
            </c:dLbl>
            <c:dLbl>
              <c:idx val="2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D-7405-42D2-84DE-F8EA208DA7BA}"/>
                </c:ext>
              </c:extLst>
            </c:dLbl>
            <c:dLbl>
              <c:idx val="2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E-7405-42D2-84DE-F8EA208DA7BA}"/>
                </c:ext>
              </c:extLst>
            </c:dLbl>
            <c:dLbl>
              <c:idx val="2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F-7405-42D2-84DE-F8EA208DA7BA}"/>
                </c:ext>
              </c:extLst>
            </c:dLbl>
            <c:dLbl>
              <c:idx val="2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0-7405-42D2-84DE-F8EA208DA7BA}"/>
                </c:ext>
              </c:extLst>
            </c:dLbl>
            <c:dLbl>
              <c:idx val="2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1-7405-42D2-84DE-F8EA208DA7BA}"/>
                </c:ext>
              </c:extLst>
            </c:dLbl>
            <c:dLbl>
              <c:idx val="2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2-7405-42D2-84DE-F8EA208DA7BA}"/>
                </c:ext>
              </c:extLst>
            </c:dLbl>
            <c:dLbl>
              <c:idx val="2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3-7405-42D2-84DE-F8EA208DA7BA}"/>
                </c:ext>
              </c:extLst>
            </c:dLbl>
            <c:dLbl>
              <c:idx val="2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4-7405-42D2-84DE-F8EA208DA7BA}"/>
                </c:ext>
              </c:extLst>
            </c:dLbl>
            <c:dLbl>
              <c:idx val="2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5-7405-42D2-84DE-F8EA208DA7BA}"/>
                </c:ext>
              </c:extLst>
            </c:dLbl>
            <c:dLbl>
              <c:idx val="2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6-7405-42D2-84DE-F8EA208DA7BA}"/>
                </c:ext>
              </c:extLst>
            </c:dLbl>
            <c:dLbl>
              <c:idx val="2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7-7405-42D2-84DE-F8EA208DA7BA}"/>
                </c:ext>
              </c:extLst>
            </c:dLbl>
            <c:dLbl>
              <c:idx val="2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8-7405-42D2-84DE-F8EA208DA7BA}"/>
                </c:ext>
              </c:extLst>
            </c:dLbl>
            <c:dLbl>
              <c:idx val="2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9-7405-42D2-84DE-F8EA208DA7BA}"/>
                </c:ext>
              </c:extLst>
            </c:dLbl>
            <c:dLbl>
              <c:idx val="2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A-7405-42D2-84DE-F8EA208DA7BA}"/>
                </c:ext>
              </c:extLst>
            </c:dLbl>
            <c:dLbl>
              <c:idx val="2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B-7405-42D2-84DE-F8EA208DA7BA}"/>
                </c:ext>
              </c:extLst>
            </c:dLbl>
            <c:dLbl>
              <c:idx val="2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C-7405-42D2-84DE-F8EA208DA7BA}"/>
                </c:ext>
              </c:extLst>
            </c:dLbl>
            <c:dLbl>
              <c:idx val="2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D-7405-42D2-84DE-F8EA208DA7BA}"/>
                </c:ext>
              </c:extLst>
            </c:dLbl>
            <c:dLbl>
              <c:idx val="2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E-7405-42D2-84DE-F8EA208DA7BA}"/>
                </c:ext>
              </c:extLst>
            </c:dLbl>
            <c:dLbl>
              <c:idx val="2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F-7405-42D2-84DE-F8EA208DA7BA}"/>
                </c:ext>
              </c:extLst>
            </c:dLbl>
            <c:dLbl>
              <c:idx val="2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0-7405-42D2-84DE-F8EA208DA7BA}"/>
                </c:ext>
              </c:extLst>
            </c:dLbl>
            <c:dLbl>
              <c:idx val="2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1-7405-42D2-84DE-F8EA208DA7BA}"/>
                </c:ext>
              </c:extLst>
            </c:dLbl>
            <c:dLbl>
              <c:idx val="2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2-7405-42D2-84DE-F8EA208DA7BA}"/>
                </c:ext>
              </c:extLst>
            </c:dLbl>
            <c:dLbl>
              <c:idx val="2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3-7405-42D2-84DE-F8EA208DA7BA}"/>
                </c:ext>
              </c:extLst>
            </c:dLbl>
            <c:dLbl>
              <c:idx val="2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4-7405-42D2-84DE-F8EA208DA7BA}"/>
                </c:ext>
              </c:extLst>
            </c:dLbl>
            <c:dLbl>
              <c:idx val="2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5-7405-42D2-84DE-F8EA208DA7BA}"/>
                </c:ext>
              </c:extLst>
            </c:dLbl>
            <c:dLbl>
              <c:idx val="2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6-7405-42D2-84DE-F8EA208DA7BA}"/>
                </c:ext>
              </c:extLst>
            </c:dLbl>
            <c:dLbl>
              <c:idx val="2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7-7405-42D2-84DE-F8EA208DA7BA}"/>
                </c:ext>
              </c:extLst>
            </c:dLbl>
            <c:dLbl>
              <c:idx val="2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8-7405-42D2-84DE-F8EA208DA7BA}"/>
                </c:ext>
              </c:extLst>
            </c:dLbl>
            <c:dLbl>
              <c:idx val="2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9-7405-42D2-84DE-F8EA208DA7BA}"/>
                </c:ext>
              </c:extLst>
            </c:dLbl>
            <c:dLbl>
              <c:idx val="2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A-7405-42D2-84DE-F8EA208DA7BA}"/>
                </c:ext>
              </c:extLst>
            </c:dLbl>
            <c:dLbl>
              <c:idx val="2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B-7405-42D2-84DE-F8EA208DA7BA}"/>
                </c:ext>
              </c:extLst>
            </c:dLbl>
            <c:dLbl>
              <c:idx val="2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C-7405-42D2-84DE-F8EA208DA7BA}"/>
                </c:ext>
              </c:extLst>
            </c:dLbl>
            <c:dLbl>
              <c:idx val="2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D-7405-42D2-84DE-F8EA208DA7BA}"/>
                </c:ext>
              </c:extLst>
            </c:dLbl>
            <c:dLbl>
              <c:idx val="2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E-7405-42D2-84DE-F8EA208DA7BA}"/>
                </c:ext>
              </c:extLst>
            </c:dLbl>
            <c:dLbl>
              <c:idx val="2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F-7405-42D2-84DE-F8EA208DA7BA}"/>
                </c:ext>
              </c:extLst>
            </c:dLbl>
            <c:dLbl>
              <c:idx val="2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0-7405-42D2-84DE-F8EA208DA7BA}"/>
                </c:ext>
              </c:extLst>
            </c:dLbl>
            <c:dLbl>
              <c:idx val="2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1-7405-42D2-84DE-F8EA208DA7BA}"/>
                </c:ext>
              </c:extLst>
            </c:dLbl>
            <c:dLbl>
              <c:idx val="2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2-7405-42D2-84DE-F8EA208DA7BA}"/>
                </c:ext>
              </c:extLst>
            </c:dLbl>
            <c:dLbl>
              <c:idx val="2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3-7405-42D2-84DE-F8EA208DA7BA}"/>
                </c:ext>
              </c:extLst>
            </c:dLbl>
            <c:dLbl>
              <c:idx val="2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4-7405-42D2-84DE-F8EA208DA7BA}"/>
                </c:ext>
              </c:extLst>
            </c:dLbl>
            <c:dLbl>
              <c:idx val="2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5-7405-42D2-84DE-F8EA208DA7BA}"/>
                </c:ext>
              </c:extLst>
            </c:dLbl>
            <c:dLbl>
              <c:idx val="2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6-7405-42D2-84DE-F8EA208DA7BA}"/>
                </c:ext>
              </c:extLst>
            </c:dLbl>
            <c:dLbl>
              <c:idx val="2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7-7405-42D2-84DE-F8EA208DA7BA}"/>
                </c:ext>
              </c:extLst>
            </c:dLbl>
            <c:dLbl>
              <c:idx val="2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8-7405-42D2-84DE-F8EA208DA7BA}"/>
                </c:ext>
              </c:extLst>
            </c:dLbl>
            <c:dLbl>
              <c:idx val="2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9-7405-42D2-84DE-F8EA208DA7BA}"/>
                </c:ext>
              </c:extLst>
            </c:dLbl>
            <c:dLbl>
              <c:idx val="2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A-7405-42D2-84DE-F8EA208DA7BA}"/>
                </c:ext>
              </c:extLst>
            </c:dLbl>
            <c:dLbl>
              <c:idx val="2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B-7405-42D2-84DE-F8EA208DA7BA}"/>
                </c:ext>
              </c:extLst>
            </c:dLbl>
            <c:dLbl>
              <c:idx val="2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C-7405-42D2-84DE-F8EA208DA7BA}"/>
                </c:ext>
              </c:extLst>
            </c:dLbl>
            <c:dLbl>
              <c:idx val="2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D-7405-42D2-84DE-F8EA208DA7BA}"/>
                </c:ext>
              </c:extLst>
            </c:dLbl>
            <c:dLbl>
              <c:idx val="2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E-7405-42D2-84DE-F8EA208DA7BA}"/>
                </c:ext>
              </c:extLst>
            </c:dLbl>
            <c:dLbl>
              <c:idx val="2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F-7405-42D2-84DE-F8EA208DA7BA}"/>
                </c:ext>
              </c:extLst>
            </c:dLbl>
            <c:dLbl>
              <c:idx val="2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0-7405-42D2-84DE-F8EA208DA7BA}"/>
                </c:ext>
              </c:extLst>
            </c:dLbl>
            <c:dLbl>
              <c:idx val="2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1-7405-42D2-84DE-F8EA208DA7BA}"/>
                </c:ext>
              </c:extLst>
            </c:dLbl>
            <c:dLbl>
              <c:idx val="2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2-7405-42D2-84DE-F8EA208DA7BA}"/>
                </c:ext>
              </c:extLst>
            </c:dLbl>
            <c:dLbl>
              <c:idx val="2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3-7405-42D2-84DE-F8EA208DA7BA}"/>
                </c:ext>
              </c:extLst>
            </c:dLbl>
            <c:dLbl>
              <c:idx val="2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4-7405-42D2-84DE-F8EA208DA7BA}"/>
                </c:ext>
              </c:extLst>
            </c:dLbl>
            <c:dLbl>
              <c:idx val="2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5-7405-42D2-84DE-F8EA208DA7BA}"/>
                </c:ext>
              </c:extLst>
            </c:dLbl>
            <c:dLbl>
              <c:idx val="2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6-7405-42D2-84DE-F8EA208DA7BA}"/>
                </c:ext>
              </c:extLst>
            </c:dLbl>
            <c:dLbl>
              <c:idx val="2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7-7405-42D2-84DE-F8EA208DA7BA}"/>
                </c:ext>
              </c:extLst>
            </c:dLbl>
            <c:dLbl>
              <c:idx val="2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8-7405-42D2-84DE-F8EA208DA7BA}"/>
                </c:ext>
              </c:extLst>
            </c:dLbl>
            <c:dLbl>
              <c:idx val="2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9-7405-42D2-84DE-F8EA208DA7BA}"/>
                </c:ext>
              </c:extLst>
            </c:dLbl>
            <c:dLbl>
              <c:idx val="2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A-7405-42D2-84DE-F8EA208DA7BA}"/>
                </c:ext>
              </c:extLst>
            </c:dLbl>
            <c:dLbl>
              <c:idx val="2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B-7405-42D2-84DE-F8EA208DA7BA}"/>
                </c:ext>
              </c:extLst>
            </c:dLbl>
            <c:dLbl>
              <c:idx val="2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C-7405-42D2-84DE-F8EA208DA7BA}"/>
                </c:ext>
              </c:extLst>
            </c:dLbl>
            <c:dLbl>
              <c:idx val="2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D-7405-42D2-84DE-F8EA208DA7BA}"/>
                </c:ext>
              </c:extLst>
            </c:dLbl>
            <c:dLbl>
              <c:idx val="2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E-7405-42D2-84DE-F8EA208DA7BA}"/>
                </c:ext>
              </c:extLst>
            </c:dLbl>
            <c:dLbl>
              <c:idx val="2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F-7405-42D2-84DE-F8EA208DA7BA}"/>
                </c:ext>
              </c:extLst>
            </c:dLbl>
            <c:dLbl>
              <c:idx val="2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0-7405-42D2-84DE-F8EA208DA7BA}"/>
                </c:ext>
              </c:extLst>
            </c:dLbl>
            <c:dLbl>
              <c:idx val="2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1-7405-42D2-84DE-F8EA208DA7BA}"/>
                </c:ext>
              </c:extLst>
            </c:dLbl>
            <c:dLbl>
              <c:idx val="2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2-7405-42D2-84DE-F8EA208DA7BA}"/>
                </c:ext>
              </c:extLst>
            </c:dLbl>
            <c:dLbl>
              <c:idx val="2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3-7405-42D2-84DE-F8EA208DA7BA}"/>
                </c:ext>
              </c:extLst>
            </c:dLbl>
            <c:dLbl>
              <c:idx val="2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4-7405-42D2-84DE-F8EA208DA7BA}"/>
                </c:ext>
              </c:extLst>
            </c:dLbl>
            <c:dLbl>
              <c:idx val="2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5-7405-42D2-84DE-F8EA208DA7BA}"/>
                </c:ext>
              </c:extLst>
            </c:dLbl>
            <c:dLbl>
              <c:idx val="2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6-7405-42D2-84DE-F8EA208DA7BA}"/>
                </c:ext>
              </c:extLst>
            </c:dLbl>
            <c:dLbl>
              <c:idx val="2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7-7405-42D2-84DE-F8EA208DA7BA}"/>
                </c:ext>
              </c:extLst>
            </c:dLbl>
            <c:dLbl>
              <c:idx val="2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8-7405-42D2-84DE-F8EA208DA7BA}"/>
                </c:ext>
              </c:extLst>
            </c:dLbl>
            <c:dLbl>
              <c:idx val="2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9-7405-42D2-84DE-F8EA208DA7BA}"/>
                </c:ext>
              </c:extLst>
            </c:dLbl>
            <c:dLbl>
              <c:idx val="2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A-7405-42D2-84DE-F8EA208DA7BA}"/>
                </c:ext>
              </c:extLst>
            </c:dLbl>
            <c:dLbl>
              <c:idx val="2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B-7405-42D2-84DE-F8EA208DA7BA}"/>
                </c:ext>
              </c:extLst>
            </c:dLbl>
            <c:dLbl>
              <c:idx val="2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C-7405-42D2-84DE-F8EA208DA7BA}"/>
                </c:ext>
              </c:extLst>
            </c:dLbl>
            <c:dLbl>
              <c:idx val="2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D-7405-42D2-84DE-F8EA208DA7BA}"/>
                </c:ext>
              </c:extLst>
            </c:dLbl>
            <c:dLbl>
              <c:idx val="2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E-7405-42D2-84DE-F8EA208DA7BA}"/>
                </c:ext>
              </c:extLst>
            </c:dLbl>
            <c:dLbl>
              <c:idx val="2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F-7405-42D2-84DE-F8EA208DA7BA}"/>
                </c:ext>
              </c:extLst>
            </c:dLbl>
            <c:dLbl>
              <c:idx val="2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D0-7405-42D2-84DE-F8EA208DA7BA}"/>
                </c:ext>
              </c:extLst>
            </c:dLbl>
            <c:dLbl>
              <c:idx val="2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D1-7405-42D2-84DE-F8EA208DA7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Braven!$H$2:$H$2203</c:f>
              <c:numCache>
                <c:formatCode>General</c:formatCode>
                <c:ptCount val="2202"/>
                <c:pt idx="1185">
                  <c:v>31.510421999999998</c:v>
                </c:pt>
                <c:pt idx="1423">
                  <c:v>24.111737999999999</c:v>
                </c:pt>
                <c:pt idx="1530">
                  <c:v>19.770063</c:v>
                </c:pt>
              </c:numCache>
            </c:numRef>
          </c:xVal>
          <c:yVal>
            <c:numRef>
              <c:f>Braven!$I$2:$I$2203</c:f>
              <c:numCache>
                <c:formatCode>General</c:formatCode>
                <c:ptCount val="2202"/>
                <c:pt idx="1185">
                  <c:v>14.626253</c:v>
                </c:pt>
                <c:pt idx="1423">
                  <c:v>11.805481</c:v>
                </c:pt>
                <c:pt idx="1530">
                  <c:v>10.817116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Braven!$A$2:$A$2203</c15:f>
                <c15:dlblRangeCache>
                  <c:ptCount val="2202"/>
                  <c:pt idx="0">
                    <c:v>Saint Louis College Of Pharmacy</c:v>
                  </c:pt>
                  <c:pt idx="1">
                    <c:v>MCPHS University</c:v>
                  </c:pt>
                  <c:pt idx="2">
                    <c:v>Albany College Of Pharmacy And Health Sciences</c:v>
                  </c:pt>
                  <c:pt idx="3">
                    <c:v>California Maritime Academy</c:v>
                  </c:pt>
                  <c:pt idx="4">
                    <c:v>Rose - Hulman Institute Of Technology</c:v>
                  </c:pt>
                  <c:pt idx="5">
                    <c:v>Advanced Institute Of Hair Design</c:v>
                  </c:pt>
                  <c:pt idx="6">
                    <c:v>Kettering University</c:v>
                  </c:pt>
                  <c:pt idx="7">
                    <c:v>Harvey Mudd College</c:v>
                  </c:pt>
                  <c:pt idx="8">
                    <c:v>Claremont Mckenna College</c:v>
                  </c:pt>
                  <c:pt idx="9">
                    <c:v>Babson College</c:v>
                  </c:pt>
                  <c:pt idx="10">
                    <c:v>Worcester Polytechnic Institute</c:v>
                  </c:pt>
                  <c:pt idx="11">
                    <c:v>MIT</c:v>
                  </c:pt>
                  <c:pt idx="12">
                    <c:v>California Institute Of Technology</c:v>
                  </c:pt>
                  <c:pt idx="13">
                    <c:v>Princeton University</c:v>
                  </c:pt>
                  <c:pt idx="14">
                    <c:v>Rensselaer Polytechnic Institute</c:v>
                  </c:pt>
                  <c:pt idx="15">
                    <c:v>Colorado School Of Mines</c:v>
                  </c:pt>
                  <c:pt idx="16">
                    <c:v>New Jersey Institute Of Technology</c:v>
                  </c:pt>
                  <c:pt idx="17">
                    <c:v>Fairfield University</c:v>
                  </c:pt>
                  <c:pt idx="18">
                    <c:v>University Of The Sciences In Philadelphia</c:v>
                  </c:pt>
                  <c:pt idx="19">
                    <c:v>Stanford</c:v>
                  </c:pt>
                  <c:pt idx="20">
                    <c:v>College Of Mount Saint Vincent And Manhattan College</c:v>
                  </c:pt>
                  <c:pt idx="21">
                    <c:v>Stevens Institute Of Technology</c:v>
                  </c:pt>
                  <c:pt idx="22">
                    <c:v>University Of Notre Dame</c:v>
                  </c:pt>
                  <c:pt idx="23">
                    <c:v>Tufts University</c:v>
                  </c:pt>
                  <c:pt idx="24">
                    <c:v>Santa Clara University</c:v>
                  </c:pt>
                  <c:pt idx="25">
                    <c:v>Massachusetts Maritime Academy</c:v>
                  </c:pt>
                  <c:pt idx="26">
                    <c:v>Columbia University In The City Of New York</c:v>
                  </c:pt>
                  <c:pt idx="27">
                    <c:v>Georgetown University</c:v>
                  </c:pt>
                  <c:pt idx="28">
                    <c:v>Colby College</c:v>
                  </c:pt>
                  <c:pt idx="29">
                    <c:v>University Of Mary Washington</c:v>
                  </c:pt>
                  <c:pt idx="30">
                    <c:v>Bentley University</c:v>
                  </c:pt>
                  <c:pt idx="31">
                    <c:v>Illinois Institute Of Technology</c:v>
                  </c:pt>
                  <c:pt idx="32">
                    <c:v>Hamilton College</c:v>
                  </c:pt>
                  <c:pt idx="33">
                    <c:v>Cornell University</c:v>
                  </c:pt>
                  <c:pt idx="34">
                    <c:v>Vanderbilt University</c:v>
                  </c:pt>
                  <c:pt idx="35">
                    <c:v>Saint John's University of Collegeville, MN</c:v>
                  </c:pt>
                  <c:pt idx="36">
                    <c:v>Johns Hopkins University</c:v>
                  </c:pt>
                  <c:pt idx="37">
                    <c:v>Lafayette College</c:v>
                  </c:pt>
                  <c:pt idx="38">
                    <c:v>University Of Pennsylvania</c:v>
                  </c:pt>
                  <c:pt idx="39">
                    <c:v>Villanova University</c:v>
                  </c:pt>
                  <c:pt idx="40">
                    <c:v>Rhodes College</c:v>
                  </c:pt>
                  <c:pt idx="41">
                    <c:v>Harvard</c:v>
                  </c:pt>
                  <c:pt idx="42">
                    <c:v>Georgia Institute Of Technology</c:v>
                  </c:pt>
                  <c:pt idx="43">
                    <c:v>Yale University</c:v>
                  </c:pt>
                  <c:pt idx="44">
                    <c:v>Lehigh University</c:v>
                  </c:pt>
                  <c:pt idx="45">
                    <c:v>Drew University</c:v>
                  </c:pt>
                  <c:pt idx="46">
                    <c:v>Franklin &amp; Marshall College</c:v>
                  </c:pt>
                  <c:pt idx="47">
                    <c:v>Boston College</c:v>
                  </c:pt>
                  <c:pt idx="48">
                    <c:v>Pace University</c:v>
                  </c:pt>
                  <c:pt idx="49">
                    <c:v>University Of California, Irvine</c:v>
                  </c:pt>
                  <c:pt idx="50">
                    <c:v>University Of California, Berkeley</c:v>
                  </c:pt>
                  <c:pt idx="51">
                    <c:v>Northwestern University</c:v>
                  </c:pt>
                  <c:pt idx="52">
                    <c:v>Bucknell University</c:v>
                  </c:pt>
                  <c:pt idx="53">
                    <c:v>University Of California, San Diego</c:v>
                  </c:pt>
                  <c:pt idx="54">
                    <c:v>Case Western Reserve University</c:v>
                  </c:pt>
                  <c:pt idx="55">
                    <c:v>University Of California, Los Angeles</c:v>
                  </c:pt>
                  <c:pt idx="56">
                    <c:v>Middlebury College</c:v>
                  </c:pt>
                  <c:pt idx="57">
                    <c:v>Trinity College of Hartford, CT</c:v>
                  </c:pt>
                  <c:pt idx="58">
                    <c:v>University Of Southern California</c:v>
                  </c:pt>
                  <c:pt idx="59">
                    <c:v>Dickinson College</c:v>
                  </c:pt>
                  <c:pt idx="60">
                    <c:v>Binghamton University</c:v>
                  </c:pt>
                  <c:pt idx="61">
                    <c:v>Illinois Wesleyan University</c:v>
                  </c:pt>
                  <c:pt idx="62">
                    <c:v>Bryant University</c:v>
                  </c:pt>
                  <c:pt idx="63">
                    <c:v>California Polytechnic State University</c:v>
                  </c:pt>
                  <c:pt idx="64">
                    <c:v>Washington University In St. Louis</c:v>
                  </c:pt>
                  <c:pt idx="65">
                    <c:v>Creighton University</c:v>
                  </c:pt>
                  <c:pt idx="66">
                    <c:v>Carnegie Mellon University</c:v>
                  </c:pt>
                  <c:pt idx="67">
                    <c:v>Brown University</c:v>
                  </c:pt>
                  <c:pt idx="68">
                    <c:v>Clarkson University</c:v>
                  </c:pt>
                  <c:pt idx="69">
                    <c:v>Pomona College</c:v>
                  </c:pt>
                  <c:pt idx="70">
                    <c:v>Carleton College</c:v>
                  </c:pt>
                  <c:pt idx="71">
                    <c:v>Barnard College</c:v>
                  </c:pt>
                  <c:pt idx="72">
                    <c:v>Western New England University</c:v>
                  </c:pt>
                  <c:pt idx="73">
                    <c:v>Dominican University Of California</c:v>
                  </c:pt>
                  <c:pt idx="74">
                    <c:v>University Of Rochester</c:v>
                  </c:pt>
                  <c:pt idx="75">
                    <c:v>Willamette University</c:v>
                  </c:pt>
                  <c:pt idx="76">
                    <c:v>Nichols College</c:v>
                  </c:pt>
                  <c:pt idx="77">
                    <c:v>New York University</c:v>
                  </c:pt>
                  <c:pt idx="78">
                    <c:v>Ohio Northern University</c:v>
                  </c:pt>
                  <c:pt idx="79">
                    <c:v>Fordham University</c:v>
                  </c:pt>
                  <c:pt idx="80">
                    <c:v>University Of Virginia</c:v>
                  </c:pt>
                  <c:pt idx="81">
                    <c:v>University Of California, Davis</c:v>
                  </c:pt>
                  <c:pt idx="82">
                    <c:v>Rochester Institute Of Technology</c:v>
                  </c:pt>
                  <c:pt idx="83">
                    <c:v>Cooper Union For The Advancement Of Science &amp; Art </c:v>
                  </c:pt>
                  <c:pt idx="84">
                    <c:v>Syracuse University</c:v>
                  </c:pt>
                  <c:pt idx="85">
                    <c:v>SUNY Maritime College</c:v>
                  </c:pt>
                  <c:pt idx="86">
                    <c:v>State University Of New York At Stony Brook</c:v>
                  </c:pt>
                  <c:pt idx="87">
                    <c:v>Florida Institute Of Technology</c:v>
                  </c:pt>
                  <c:pt idx="88">
                    <c:v>Washington And Lee University</c:v>
                  </c:pt>
                  <c:pt idx="89">
                    <c:v>Brandeis University</c:v>
                  </c:pt>
                  <c:pt idx="90">
                    <c:v>Connecticut College</c:v>
                  </c:pt>
                  <c:pt idx="91">
                    <c:v>Boston University</c:v>
                  </c:pt>
                  <c:pt idx="92">
                    <c:v>Duke University</c:v>
                  </c:pt>
                  <c:pt idx="93">
                    <c:v>University Of Michigan - Ann Arbor</c:v>
                  </c:pt>
                  <c:pt idx="94">
                    <c:v>George Mason University</c:v>
                  </c:pt>
                  <c:pt idx="95">
                    <c:v>Milwaukee School Of Engineering</c:v>
                  </c:pt>
                  <c:pt idx="96">
                    <c:v>Emory University</c:v>
                  </c:pt>
                  <c:pt idx="97">
                    <c:v>College Of New Jersey </c:v>
                  </c:pt>
                  <c:pt idx="98">
                    <c:v>University Of The Pacific</c:v>
                  </c:pt>
                  <c:pt idx="99">
                    <c:v>Dartmouth College</c:v>
                  </c:pt>
                  <c:pt idx="100">
                    <c:v>MCP Hahnemann And Drexel Universities</c:v>
                  </c:pt>
                  <c:pt idx="101">
                    <c:v>University Of California, Santa Barbara</c:v>
                  </c:pt>
                  <c:pt idx="102">
                    <c:v>Saint Francis College</c:v>
                  </c:pt>
                  <c:pt idx="103">
                    <c:v>Scripps College</c:v>
                  </c:pt>
                  <c:pt idx="104">
                    <c:v>Swarthmore College</c:v>
                  </c:pt>
                  <c:pt idx="105">
                    <c:v>Clarke University</c:v>
                  </c:pt>
                  <c:pt idx="106">
                    <c:v>Rice University</c:v>
                  </c:pt>
                  <c:pt idx="107">
                    <c:v>College Of The Holy Cross</c:v>
                  </c:pt>
                  <c:pt idx="108">
                    <c:v>Quinnipiac University</c:v>
                  </c:pt>
                  <c:pt idx="109">
                    <c:v>University Of Scranton</c:v>
                  </c:pt>
                  <c:pt idx="110">
                    <c:v>Dominican College Of Blauvelt</c:v>
                  </c:pt>
                  <c:pt idx="111">
                    <c:v>Embry-Riddle Aeronautical University</c:v>
                  </c:pt>
                  <c:pt idx="112">
                    <c:v>College Of Saint Scholastica</c:v>
                  </c:pt>
                  <c:pt idx="113">
                    <c:v>Messiah College</c:v>
                  </c:pt>
                  <c:pt idx="114">
                    <c:v>Drake University</c:v>
                  </c:pt>
                  <c:pt idx="115">
                    <c:v>College Of Saint Benedict</c:v>
                  </c:pt>
                  <c:pt idx="116">
                    <c:v>Trinity University</c:v>
                  </c:pt>
                  <c:pt idx="117">
                    <c:v>Butler University</c:v>
                  </c:pt>
                  <c:pt idx="118">
                    <c:v>New Mexico Institute Of Mining &amp; Technology</c:v>
                  </c:pt>
                  <c:pt idx="119">
                    <c:v>Lake Forest College</c:v>
                  </c:pt>
                  <c:pt idx="120">
                    <c:v>Juniata College</c:v>
                  </c:pt>
                  <c:pt idx="121">
                    <c:v>Yeshiva University</c:v>
                  </c:pt>
                  <c:pt idx="122">
                    <c:v>Virginia Polytechnic Institute &amp; State University</c:v>
                  </c:pt>
                  <c:pt idx="123">
                    <c:v>Saint John's University of Queens, NY</c:v>
                  </c:pt>
                  <c:pt idx="124">
                    <c:v>Northeastern University</c:v>
                  </c:pt>
                  <c:pt idx="125">
                    <c:v>University Of Denver</c:v>
                  </c:pt>
                  <c:pt idx="126">
                    <c:v>Trine University</c:v>
                  </c:pt>
                  <c:pt idx="127">
                    <c:v>Augustana College of Rock Island, IL</c:v>
                  </c:pt>
                  <c:pt idx="128">
                    <c:v>CUNY Bernard M. Baruch College</c:v>
                  </c:pt>
                  <c:pt idx="129">
                    <c:v>University Of Connecticut</c:v>
                  </c:pt>
                  <c:pt idx="130">
                    <c:v>Wesleyan University</c:v>
                  </c:pt>
                  <c:pt idx="131">
                    <c:v>University Of San Diego</c:v>
                  </c:pt>
                  <c:pt idx="132">
                    <c:v>Michigan Technological University</c:v>
                  </c:pt>
                  <c:pt idx="133">
                    <c:v>Muhlenberg College</c:v>
                  </c:pt>
                  <c:pt idx="134">
                    <c:v>Amherst College</c:v>
                  </c:pt>
                  <c:pt idx="135">
                    <c:v>Westminster College of Fulton, MO</c:v>
                  </c:pt>
                  <c:pt idx="136">
                    <c:v>University Of San Francisco</c:v>
                  </c:pt>
                  <c:pt idx="137">
                    <c:v>Loyola Marymount University</c:v>
                  </c:pt>
                  <c:pt idx="138">
                    <c:v>California State Polytechnic University, Pomona</c:v>
                  </c:pt>
                  <c:pt idx="139">
                    <c:v>Maine Maritime Academy</c:v>
                  </c:pt>
                  <c:pt idx="140">
                    <c:v>University Of Washington System</c:v>
                  </c:pt>
                  <c:pt idx="141">
                    <c:v>Providence College</c:v>
                  </c:pt>
                  <c:pt idx="142">
                    <c:v>University Of Saint Thomas of Saint Paul, MN</c:v>
                  </c:pt>
                  <c:pt idx="143">
                    <c:v>University Of Chicago </c:v>
                  </c:pt>
                  <c:pt idx="144">
                    <c:v>Pacific Union College</c:v>
                  </c:pt>
                  <c:pt idx="145">
                    <c:v>Union College of Schenectady, NY</c:v>
                  </c:pt>
                  <c:pt idx="146">
                    <c:v>Vaughn College Of Aeronautics And Technology</c:v>
                  </c:pt>
                  <c:pt idx="147">
                    <c:v>Citadel, The Military College Of South Carolina</c:v>
                  </c:pt>
                  <c:pt idx="148">
                    <c:v>Wilkes University</c:v>
                  </c:pt>
                  <c:pt idx="149">
                    <c:v>Texas A&amp;M University</c:v>
                  </c:pt>
                  <c:pt idx="150">
                    <c:v>University Of Texas At Austin</c:v>
                  </c:pt>
                  <c:pt idx="151">
                    <c:v>Skidmore College</c:v>
                  </c:pt>
                  <c:pt idx="152">
                    <c:v>Jamestown College</c:v>
                  </c:pt>
                  <c:pt idx="153">
                    <c:v>SUNY College At Geneseo</c:v>
                  </c:pt>
                  <c:pt idx="154">
                    <c:v>California State University, East Bay</c:v>
                  </c:pt>
                  <c:pt idx="155">
                    <c:v>Gettysburg College</c:v>
                  </c:pt>
                  <c:pt idx="156">
                    <c:v>Saint Mary's College Of California</c:v>
                  </c:pt>
                  <c:pt idx="157">
                    <c:v>Wellesley College</c:v>
                  </c:pt>
                  <c:pt idx="158">
                    <c:v>Salve Regina University</c:v>
                  </c:pt>
                  <c:pt idx="159">
                    <c:v>Hood College</c:v>
                  </c:pt>
                  <c:pt idx="160">
                    <c:v>State University Of New York At Albany</c:v>
                  </c:pt>
                  <c:pt idx="161">
                    <c:v>Saint Joseph's College of Brooklyn, NY</c:v>
                  </c:pt>
                  <c:pt idx="162">
                    <c:v>Virginia Military Institute</c:v>
                  </c:pt>
                  <c:pt idx="163">
                    <c:v>Mount Holyoke College</c:v>
                  </c:pt>
                  <c:pt idx="164">
                    <c:v>Pepperdine University</c:v>
                  </c:pt>
                  <c:pt idx="165">
                    <c:v>Depaul University</c:v>
                  </c:pt>
                  <c:pt idx="166">
                    <c:v>University Of Mary</c:v>
                  </c:pt>
                  <c:pt idx="167">
                    <c:v>Robert Morris University</c:v>
                  </c:pt>
                  <c:pt idx="168">
                    <c:v>University Of Florida</c:v>
                  </c:pt>
                  <c:pt idx="169">
                    <c:v>La Salle University</c:v>
                  </c:pt>
                  <c:pt idx="170">
                    <c:v>Philadelphia University</c:v>
                  </c:pt>
                  <c:pt idx="171">
                    <c:v>Point Loma Nazarene University</c:v>
                  </c:pt>
                  <c:pt idx="172">
                    <c:v>Concordia University of Portland, OR</c:v>
                  </c:pt>
                  <c:pt idx="173">
                    <c:v>Albertus Magnus College</c:v>
                  </c:pt>
                  <c:pt idx="174">
                    <c:v>Assumption College</c:v>
                  </c:pt>
                  <c:pt idx="175">
                    <c:v>Letourneau University</c:v>
                  </c:pt>
                  <c:pt idx="176">
                    <c:v>State University Of New York At Buffalo</c:v>
                  </c:pt>
                  <c:pt idx="177">
                    <c:v>Clark University</c:v>
                  </c:pt>
                  <c:pt idx="178">
                    <c:v>Hofstra University</c:v>
                  </c:pt>
                  <c:pt idx="179">
                    <c:v>George Washington University</c:v>
                  </c:pt>
                  <c:pt idx="180">
                    <c:v>Seton Hall University</c:v>
                  </c:pt>
                  <c:pt idx="181">
                    <c:v>Wagner College</c:v>
                  </c:pt>
                  <c:pt idx="182">
                    <c:v>Saint Louis University</c:v>
                  </c:pt>
                  <c:pt idx="183">
                    <c:v>Sacred Heart University</c:v>
                  </c:pt>
                  <c:pt idx="184">
                    <c:v>University Of Texas At Dallas</c:v>
                  </c:pt>
                  <c:pt idx="185">
                    <c:v>University Of Illinois System</c:v>
                  </c:pt>
                  <c:pt idx="186">
                    <c:v>Saint Olaf College</c:v>
                  </c:pt>
                  <c:pt idx="187">
                    <c:v>Marquette University</c:v>
                  </c:pt>
                  <c:pt idx="188">
                    <c:v>Saint Anselm College</c:v>
                  </c:pt>
                  <c:pt idx="189">
                    <c:v>Bowdoin College</c:v>
                  </c:pt>
                  <c:pt idx="190">
                    <c:v>Manhattanville College</c:v>
                  </c:pt>
                  <c:pt idx="191">
                    <c:v>Duquesne University Of The Holy Spirit</c:v>
                  </c:pt>
                  <c:pt idx="192">
                    <c:v>Bates College</c:v>
                  </c:pt>
                  <c:pt idx="193">
                    <c:v>Ohio Wesleyan University</c:v>
                  </c:pt>
                  <c:pt idx="194">
                    <c:v>Regis University</c:v>
                  </c:pt>
                  <c:pt idx="195">
                    <c:v>McDaniel College</c:v>
                  </c:pt>
                  <c:pt idx="196">
                    <c:v>Grinnell College</c:v>
                  </c:pt>
                  <c:pt idx="197">
                    <c:v>Mount Saint Mary College</c:v>
                  </c:pt>
                  <c:pt idx="198">
                    <c:v>University Of California, Riverside</c:v>
                  </c:pt>
                  <c:pt idx="199">
                    <c:v>Presbyterian College</c:v>
                  </c:pt>
                  <c:pt idx="200">
                    <c:v>Dunwoody College Of Technology</c:v>
                  </c:pt>
                  <c:pt idx="201">
                    <c:v>Simmons College</c:v>
                  </c:pt>
                  <c:pt idx="202">
                    <c:v>San Diego State University</c:v>
                  </c:pt>
                  <c:pt idx="203">
                    <c:v>Kalamazoo College</c:v>
                  </c:pt>
                  <c:pt idx="204">
                    <c:v>Saint Joseph's University</c:v>
                  </c:pt>
                  <c:pt idx="205">
                    <c:v>Thomas A Edison State College</c:v>
                  </c:pt>
                  <c:pt idx="206">
                    <c:v>James Madison University</c:v>
                  </c:pt>
                  <c:pt idx="207">
                    <c:v>Christian Brothers University</c:v>
                  </c:pt>
                  <c:pt idx="208">
                    <c:v>Wake Forest University</c:v>
                  </c:pt>
                  <c:pt idx="209">
                    <c:v>Seattle University</c:v>
                  </c:pt>
                  <c:pt idx="210">
                    <c:v>Bradley University</c:v>
                  </c:pt>
                  <c:pt idx="211">
                    <c:v>Ramapo College Of New Jersey</c:v>
                  </c:pt>
                  <c:pt idx="212">
                    <c:v>ITI Technical College</c:v>
                  </c:pt>
                  <c:pt idx="213">
                    <c:v>Otis College Of Art &amp; Design</c:v>
                  </c:pt>
                  <c:pt idx="214">
                    <c:v>University Of Miami</c:v>
                  </c:pt>
                  <c:pt idx="215">
                    <c:v>Loyola University Maryland</c:v>
                  </c:pt>
                  <c:pt idx="216">
                    <c:v>Southern Methodist University</c:v>
                  </c:pt>
                  <c:pt idx="217">
                    <c:v>Simpson College</c:v>
                  </c:pt>
                  <c:pt idx="218">
                    <c:v>Wabash College</c:v>
                  </c:pt>
                  <c:pt idx="219">
                    <c:v>California State University, Fullerton</c:v>
                  </c:pt>
                  <c:pt idx="220">
                    <c:v>Austin College</c:v>
                  </c:pt>
                  <c:pt idx="221">
                    <c:v>Spring Hill College</c:v>
                  </c:pt>
                  <c:pt idx="222">
                    <c:v>Haverford College</c:v>
                  </c:pt>
                  <c:pt idx="223">
                    <c:v>Hampden Sydney College</c:v>
                  </c:pt>
                  <c:pt idx="224">
                    <c:v>Iona College</c:v>
                  </c:pt>
                  <c:pt idx="225">
                    <c:v>Southern Polytechnic State University</c:v>
                  </c:pt>
                  <c:pt idx="226">
                    <c:v>Occidental College</c:v>
                  </c:pt>
                  <c:pt idx="227">
                    <c:v>Wentworth Institute Of Technology</c:v>
                  </c:pt>
                  <c:pt idx="228">
                    <c:v>University Of Delaware</c:v>
                  </c:pt>
                  <c:pt idx="229">
                    <c:v>Westminster College of New Wilmington, PA</c:v>
                  </c:pt>
                  <c:pt idx="230">
                    <c:v>College Of William &amp; Mary</c:v>
                  </c:pt>
                  <c:pt idx="231">
                    <c:v>Tabor College</c:v>
                  </c:pt>
                  <c:pt idx="232">
                    <c:v>Coe College</c:v>
                  </c:pt>
                  <c:pt idx="233">
                    <c:v>Stevenson University</c:v>
                  </c:pt>
                  <c:pt idx="234">
                    <c:v>Utica College</c:v>
                  </c:pt>
                  <c:pt idx="235">
                    <c:v>Rockhurst University</c:v>
                  </c:pt>
                  <c:pt idx="236">
                    <c:v>California Lutheran University</c:v>
                  </c:pt>
                  <c:pt idx="237">
                    <c:v>California State University, Long Beach</c:v>
                  </c:pt>
                  <c:pt idx="238">
                    <c:v>Catholic University Of America </c:v>
                  </c:pt>
                  <c:pt idx="239">
                    <c:v>Texas Lutheran University</c:v>
                  </c:pt>
                  <c:pt idx="240">
                    <c:v>Saint Mary's University</c:v>
                  </c:pt>
                  <c:pt idx="241">
                    <c:v>King's College of Wilkes-Barre, PA</c:v>
                  </c:pt>
                  <c:pt idx="242">
                    <c:v>Monmouth University</c:v>
                  </c:pt>
                  <c:pt idx="243">
                    <c:v>University Of Saint Joseph</c:v>
                  </c:pt>
                  <c:pt idx="244">
                    <c:v>Benedictine University</c:v>
                  </c:pt>
                  <c:pt idx="245">
                    <c:v>Western Connecticut State University</c:v>
                  </c:pt>
                  <c:pt idx="246">
                    <c:v>Colorado College</c:v>
                  </c:pt>
                  <c:pt idx="247">
                    <c:v>Clemson University</c:v>
                  </c:pt>
                  <c:pt idx="248">
                    <c:v>Queens University Of Charlotte</c:v>
                  </c:pt>
                  <c:pt idx="249">
                    <c:v>Endicott College</c:v>
                  </c:pt>
                  <c:pt idx="250">
                    <c:v>Milwaukee Institute Of Art &amp; Design</c:v>
                  </c:pt>
                  <c:pt idx="251">
                    <c:v>Loyola University Chicago</c:v>
                  </c:pt>
                  <c:pt idx="252">
                    <c:v>University Of California, Santa Cruz</c:v>
                  </c:pt>
                  <c:pt idx="253">
                    <c:v>Whittier College</c:v>
                  </c:pt>
                  <c:pt idx="254">
                    <c:v>Smith College</c:v>
                  </c:pt>
                  <c:pt idx="255">
                    <c:v>Rider University</c:v>
                  </c:pt>
                  <c:pt idx="256">
                    <c:v>Adelphi University</c:v>
                  </c:pt>
                  <c:pt idx="257">
                    <c:v>DePauw University</c:v>
                  </c:pt>
                  <c:pt idx="258">
                    <c:v>Texas Christian University</c:v>
                  </c:pt>
                  <c:pt idx="259">
                    <c:v>State University Of New York At New Paltz</c:v>
                  </c:pt>
                  <c:pt idx="260">
                    <c:v>Ripon College</c:v>
                  </c:pt>
                  <c:pt idx="261">
                    <c:v>Howard University</c:v>
                  </c:pt>
                  <c:pt idx="262">
                    <c:v>University Of Richmond</c:v>
                  </c:pt>
                  <c:pt idx="263">
                    <c:v>New York Institute Of Technology</c:v>
                  </c:pt>
                  <c:pt idx="264">
                    <c:v>Baker University</c:v>
                  </c:pt>
                  <c:pt idx="265">
                    <c:v>Fresno Pacific University</c:v>
                  </c:pt>
                  <c:pt idx="266">
                    <c:v>University Of Dayton</c:v>
                  </c:pt>
                  <c:pt idx="267">
                    <c:v>Stonehill College</c:v>
                  </c:pt>
                  <c:pt idx="268">
                    <c:v>Colgate University</c:v>
                  </c:pt>
                  <c:pt idx="269">
                    <c:v>Perry Technical Institute</c:v>
                  </c:pt>
                  <c:pt idx="270">
                    <c:v>Washington College</c:v>
                  </c:pt>
                  <c:pt idx="271">
                    <c:v>Morehouse College</c:v>
                  </c:pt>
                  <c:pt idx="272">
                    <c:v>American University </c:v>
                  </c:pt>
                  <c:pt idx="273">
                    <c:v>Stetson University</c:v>
                  </c:pt>
                  <c:pt idx="274">
                    <c:v>University Of Massachusetts System</c:v>
                  </c:pt>
                  <c:pt idx="275">
                    <c:v>Ithaca College</c:v>
                  </c:pt>
                  <c:pt idx="276">
                    <c:v>University Of Michigan - Dearborn</c:v>
                  </c:pt>
                  <c:pt idx="277">
                    <c:v>Oregon Institute Of Technology</c:v>
                  </c:pt>
                  <c:pt idx="278">
                    <c:v>SUNY Upstate Medical University And SUNY College Of Environment Science And Forestry</c:v>
                  </c:pt>
                  <c:pt idx="279">
                    <c:v>University Of Central Florida</c:v>
                  </c:pt>
                  <c:pt idx="280">
                    <c:v>Allegheny College</c:v>
                  </c:pt>
                  <c:pt idx="281">
                    <c:v>Rocky Mountain College</c:v>
                  </c:pt>
                  <c:pt idx="282">
                    <c:v>Marymount University</c:v>
                  </c:pt>
                  <c:pt idx="283">
                    <c:v>Hobart And William Smith Colleges</c:v>
                  </c:pt>
                  <c:pt idx="284">
                    <c:v>CUNY John Jay College Of Criminal Justice</c:v>
                  </c:pt>
                  <c:pt idx="285">
                    <c:v>CUNY Hunter College</c:v>
                  </c:pt>
                  <c:pt idx="286">
                    <c:v>Temple University</c:v>
                  </c:pt>
                  <c:pt idx="287">
                    <c:v>Iowa State University Of Science &amp; Technology</c:v>
                  </c:pt>
                  <c:pt idx="288">
                    <c:v>Pitzer College</c:v>
                  </c:pt>
                  <c:pt idx="289">
                    <c:v>Siena College</c:v>
                  </c:pt>
                  <c:pt idx="290">
                    <c:v>Carroll College</c:v>
                  </c:pt>
                  <c:pt idx="291">
                    <c:v>CUNY Queens College</c:v>
                  </c:pt>
                  <c:pt idx="292">
                    <c:v>Colorado State University</c:v>
                  </c:pt>
                  <c:pt idx="293">
                    <c:v>Bryn Mawr College</c:v>
                  </c:pt>
                  <c:pt idx="294">
                    <c:v>Goucher College</c:v>
                  </c:pt>
                  <c:pt idx="295">
                    <c:v>University Of Georgia</c:v>
                  </c:pt>
                  <c:pt idx="296">
                    <c:v>Marist College</c:v>
                  </c:pt>
                  <c:pt idx="297">
                    <c:v>Saint Michael's College</c:v>
                  </c:pt>
                  <c:pt idx="298">
                    <c:v>Roanoke College</c:v>
                  </c:pt>
                  <c:pt idx="299">
                    <c:v>Caldwell College</c:v>
                  </c:pt>
                  <c:pt idx="300">
                    <c:v>Elmhurst College</c:v>
                  </c:pt>
                  <c:pt idx="301">
                    <c:v>Suffolk University</c:v>
                  </c:pt>
                  <c:pt idx="302">
                    <c:v>Fairleigh Dickinson University</c:v>
                  </c:pt>
                  <c:pt idx="303">
                    <c:v>Florida International University</c:v>
                  </c:pt>
                  <c:pt idx="304">
                    <c:v>University Of North Dakota</c:v>
                  </c:pt>
                  <c:pt idx="305">
                    <c:v>CUNY Brooklyn College</c:v>
                  </c:pt>
                  <c:pt idx="306">
                    <c:v>Wheaton College of Norton, MA</c:v>
                  </c:pt>
                  <c:pt idx="307">
                    <c:v>Marietta College</c:v>
                  </c:pt>
                  <c:pt idx="308">
                    <c:v>College Of Idaho </c:v>
                  </c:pt>
                  <c:pt idx="309">
                    <c:v>Saint Francis University</c:v>
                  </c:pt>
                  <c:pt idx="310">
                    <c:v>Sarah Lawrence College</c:v>
                  </c:pt>
                  <c:pt idx="311">
                    <c:v>Elizabethtown College</c:v>
                  </c:pt>
                  <c:pt idx="312">
                    <c:v>Sonoma State University</c:v>
                  </c:pt>
                  <c:pt idx="313">
                    <c:v>Lebanon Valley College</c:v>
                  </c:pt>
                  <c:pt idx="314">
                    <c:v>Florida State University</c:v>
                  </c:pt>
                  <c:pt idx="315">
                    <c:v>Baylor University</c:v>
                  </c:pt>
                  <c:pt idx="316">
                    <c:v>Moravian College</c:v>
                  </c:pt>
                  <c:pt idx="317">
                    <c:v>Woodbury University</c:v>
                  </c:pt>
                  <c:pt idx="318">
                    <c:v>University Of North Carolina School Of The Arts</c:v>
                  </c:pt>
                  <c:pt idx="319">
                    <c:v>St. Lawrence University</c:v>
                  </c:pt>
                  <c:pt idx="320">
                    <c:v>Michigan State University</c:v>
                  </c:pt>
                  <c:pt idx="321">
                    <c:v>Emmanuel College of Boston, MA</c:v>
                  </c:pt>
                  <c:pt idx="322">
                    <c:v>Anna Maria College</c:v>
                  </c:pt>
                  <c:pt idx="323">
                    <c:v>University Of Rhode Island</c:v>
                  </c:pt>
                  <c:pt idx="324">
                    <c:v>Norwich University</c:v>
                  </c:pt>
                  <c:pt idx="325">
                    <c:v>Texas Tech University</c:v>
                  </c:pt>
                  <c:pt idx="326">
                    <c:v>Illinois State University</c:v>
                  </c:pt>
                  <c:pt idx="327">
                    <c:v>Montclair State University</c:v>
                  </c:pt>
                  <c:pt idx="328">
                    <c:v>Western Washington University</c:v>
                  </c:pt>
                  <c:pt idx="329">
                    <c:v>University Of New Hampshire</c:v>
                  </c:pt>
                  <c:pt idx="330">
                    <c:v>Arcadia University</c:v>
                  </c:pt>
                  <c:pt idx="331">
                    <c:v>University Of North Carolina - Chapel Hill</c:v>
                  </c:pt>
                  <c:pt idx="332">
                    <c:v>University Of Saint Thomas of Houston, TX</c:v>
                  </c:pt>
                  <c:pt idx="333">
                    <c:v>Widener University</c:v>
                  </c:pt>
                  <c:pt idx="334">
                    <c:v>University Of Colorado System</c:v>
                  </c:pt>
                  <c:pt idx="335">
                    <c:v>Canisius College</c:v>
                  </c:pt>
                  <c:pt idx="336">
                    <c:v>Saint Mary's College</c:v>
                  </c:pt>
                  <c:pt idx="337">
                    <c:v>Alvernia University</c:v>
                  </c:pt>
                  <c:pt idx="338">
                    <c:v>Washington State University</c:v>
                  </c:pt>
                  <c:pt idx="339">
                    <c:v>University Of Portland</c:v>
                  </c:pt>
                  <c:pt idx="340">
                    <c:v>North Dakota State University - Main Campus - Fargo</c:v>
                  </c:pt>
                  <c:pt idx="341">
                    <c:v>Oglethorpe University</c:v>
                  </c:pt>
                  <c:pt idx="342">
                    <c:v>Whitman College</c:v>
                  </c:pt>
                  <c:pt idx="343">
                    <c:v>California State University, Bakersfield</c:v>
                  </c:pt>
                  <c:pt idx="344">
                    <c:v>Oregon State University</c:v>
                  </c:pt>
                  <c:pt idx="345">
                    <c:v>Oklahoma State University</c:v>
                  </c:pt>
                  <c:pt idx="346">
                    <c:v>University Of Arkansas</c:v>
                  </c:pt>
                  <c:pt idx="347">
                    <c:v>Meredith College</c:v>
                  </c:pt>
                  <c:pt idx="348">
                    <c:v>Vassar College</c:v>
                  </c:pt>
                  <c:pt idx="349">
                    <c:v>Rhode Island School Of Design</c:v>
                  </c:pt>
                  <c:pt idx="350">
                    <c:v>Xavier University</c:v>
                  </c:pt>
                  <c:pt idx="351">
                    <c:v>University Of Tampa </c:v>
                  </c:pt>
                  <c:pt idx="352">
                    <c:v>Cardinal Stritch University</c:v>
                  </c:pt>
                  <c:pt idx="353">
                    <c:v>University Of Puget Sound</c:v>
                  </c:pt>
                  <c:pt idx="354">
                    <c:v>Loras College</c:v>
                  </c:pt>
                  <c:pt idx="355">
                    <c:v>University Of Redlands</c:v>
                  </c:pt>
                  <c:pt idx="356">
                    <c:v>Washington And Jefferson College</c:v>
                  </c:pt>
                  <c:pt idx="357">
                    <c:v>California State University, Monterey Bay</c:v>
                  </c:pt>
                  <c:pt idx="358">
                    <c:v>William Paterson University Of New Jersey</c:v>
                  </c:pt>
                  <c:pt idx="359">
                    <c:v>North Central College</c:v>
                  </c:pt>
                  <c:pt idx="360">
                    <c:v>California State University, Chico</c:v>
                  </c:pt>
                  <c:pt idx="361">
                    <c:v>Wells College</c:v>
                  </c:pt>
                  <c:pt idx="362">
                    <c:v>Augsburg College</c:v>
                  </c:pt>
                  <c:pt idx="363">
                    <c:v>Luther College</c:v>
                  </c:pt>
                  <c:pt idx="364">
                    <c:v>University Of Iowa</c:v>
                  </c:pt>
                  <c:pt idx="365">
                    <c:v>Arizona State And Northern Arizona University And University Of Arizona</c:v>
                  </c:pt>
                  <c:pt idx="366">
                    <c:v>Auburn University</c:v>
                  </c:pt>
                  <c:pt idx="367">
                    <c:v>University Of Northern Iowa</c:v>
                  </c:pt>
                  <c:pt idx="368">
                    <c:v>California State University, Northridge</c:v>
                  </c:pt>
                  <c:pt idx="369">
                    <c:v>California State University - Sacramento</c:v>
                  </c:pt>
                  <c:pt idx="370">
                    <c:v>Chapman University</c:v>
                  </c:pt>
                  <c:pt idx="371">
                    <c:v>Hamline University</c:v>
                  </c:pt>
                  <c:pt idx="372">
                    <c:v>School Of Visual Arts</c:v>
                  </c:pt>
                  <c:pt idx="373">
                    <c:v>Spartan College Of Aeronautics And Technology</c:v>
                  </c:pt>
                  <c:pt idx="374">
                    <c:v>Calvin College</c:v>
                  </c:pt>
                  <c:pt idx="375">
                    <c:v>Transylvania University</c:v>
                  </c:pt>
                  <c:pt idx="376">
                    <c:v>Flagler College</c:v>
                  </c:pt>
                  <c:pt idx="377">
                    <c:v>North Carolina State University</c:v>
                  </c:pt>
                  <c:pt idx="378">
                    <c:v>Mitchell Technical Institute</c:v>
                  </c:pt>
                  <c:pt idx="379">
                    <c:v>Rowan University</c:v>
                  </c:pt>
                  <c:pt idx="380">
                    <c:v>St. John's College</c:v>
                  </c:pt>
                  <c:pt idx="381">
                    <c:v>University Of Pittsburgh System</c:v>
                  </c:pt>
                  <c:pt idx="382">
                    <c:v>Roger Williams University</c:v>
                  </c:pt>
                  <c:pt idx="383">
                    <c:v>State University Of New York Institute Of Technology At Utica</c:v>
                  </c:pt>
                  <c:pt idx="384">
                    <c:v>California State University Channel Islands</c:v>
                  </c:pt>
                  <c:pt idx="385">
                    <c:v>Purdue University</c:v>
                  </c:pt>
                  <c:pt idx="386">
                    <c:v>Ursuline College</c:v>
                  </c:pt>
                  <c:pt idx="387">
                    <c:v>Xavier University Of Louisiana</c:v>
                  </c:pt>
                  <c:pt idx="388">
                    <c:v>Wofford College</c:v>
                  </c:pt>
                  <c:pt idx="389">
                    <c:v>Pacific University</c:v>
                  </c:pt>
                  <c:pt idx="390">
                    <c:v>Shippensburg University Of Pennsylvania</c:v>
                  </c:pt>
                  <c:pt idx="391">
                    <c:v>Lawrence Technological University</c:v>
                  </c:pt>
                  <c:pt idx="392">
                    <c:v>Saint Xavier University</c:v>
                  </c:pt>
                  <c:pt idx="393">
                    <c:v>Bellarmine University</c:v>
                  </c:pt>
                  <c:pt idx="394">
                    <c:v>Furman University</c:v>
                  </c:pt>
                  <c:pt idx="395">
                    <c:v>University Of Houston System</c:v>
                  </c:pt>
                  <c:pt idx="396">
                    <c:v>Digipen Institute Of Technology</c:v>
                  </c:pt>
                  <c:pt idx="397">
                    <c:v>Lim College</c:v>
                  </c:pt>
                  <c:pt idx="398">
                    <c:v>California State University, San Bernardino</c:v>
                  </c:pt>
                  <c:pt idx="399">
                    <c:v>Mount Saint Mary's University</c:v>
                  </c:pt>
                  <c:pt idx="400">
                    <c:v>Gustavus Adolphus College</c:v>
                  </c:pt>
                  <c:pt idx="401">
                    <c:v>Westminster College of Salt Lake City, UT</c:v>
                  </c:pt>
                  <c:pt idx="402">
                    <c:v>Mills College</c:v>
                  </c:pt>
                  <c:pt idx="403">
                    <c:v>University Of The South </c:v>
                  </c:pt>
                  <c:pt idx="404">
                    <c:v>California Baptist University</c:v>
                  </c:pt>
                  <c:pt idx="405">
                    <c:v>Brenau University</c:v>
                  </c:pt>
                  <c:pt idx="406">
                    <c:v>Fitchburg State University</c:v>
                  </c:pt>
                  <c:pt idx="407">
                    <c:v>Azusa Pacific University</c:v>
                  </c:pt>
                  <c:pt idx="408">
                    <c:v>Williams College</c:v>
                  </c:pt>
                  <c:pt idx="409">
                    <c:v>Elon University</c:v>
                  </c:pt>
                  <c:pt idx="410">
                    <c:v>Baldwin Wallace University</c:v>
                  </c:pt>
                  <c:pt idx="411">
                    <c:v>Kean University</c:v>
                  </c:pt>
                  <c:pt idx="412">
                    <c:v>Wheaton College of Wheaton, IL</c:v>
                  </c:pt>
                  <c:pt idx="413">
                    <c:v>Berry College</c:v>
                  </c:pt>
                  <c:pt idx="414">
                    <c:v>University Of Utah</c:v>
                  </c:pt>
                  <c:pt idx="415">
                    <c:v>Art Center College Of Design</c:v>
                  </c:pt>
                  <c:pt idx="416">
                    <c:v>Millsaps College</c:v>
                  </c:pt>
                  <c:pt idx="417">
                    <c:v>North Dakota State College Of Science</c:v>
                  </c:pt>
                  <c:pt idx="418">
                    <c:v>Huntingdon College</c:v>
                  </c:pt>
                  <c:pt idx="419">
                    <c:v>University Of Minnesota System</c:v>
                  </c:pt>
                  <c:pt idx="420">
                    <c:v>SUNY College At Cortland</c:v>
                  </c:pt>
                  <c:pt idx="421">
                    <c:v>University Of Oklahoma</c:v>
                  </c:pt>
                  <c:pt idx="422">
                    <c:v>Dowling College</c:v>
                  </c:pt>
                  <c:pt idx="423">
                    <c:v>University Of Hartford</c:v>
                  </c:pt>
                  <c:pt idx="424">
                    <c:v>West Chester University Of Pennsylvania</c:v>
                  </c:pt>
                  <c:pt idx="425">
                    <c:v>Pennsylvania State University </c:v>
                  </c:pt>
                  <c:pt idx="426">
                    <c:v>Seattle Pacific University</c:v>
                  </c:pt>
                  <c:pt idx="427">
                    <c:v>University Of Wyoming</c:v>
                  </c:pt>
                  <c:pt idx="428">
                    <c:v>Denison University</c:v>
                  </c:pt>
                  <c:pt idx="429">
                    <c:v>Kenyon College</c:v>
                  </c:pt>
                  <c:pt idx="430">
                    <c:v>Mount St. Mary's College</c:v>
                  </c:pt>
                  <c:pt idx="431">
                    <c:v>Albion College</c:v>
                  </c:pt>
                  <c:pt idx="432">
                    <c:v>Crimson Technical College</c:v>
                  </c:pt>
                  <c:pt idx="433">
                    <c:v>Concordia College - Moorhead</c:v>
                  </c:pt>
                  <c:pt idx="434">
                    <c:v>University Of La Verne</c:v>
                  </c:pt>
                  <c:pt idx="435">
                    <c:v>Saint John Fisher College</c:v>
                  </c:pt>
                  <c:pt idx="436">
                    <c:v>Belmont Abbey College</c:v>
                  </c:pt>
                  <c:pt idx="437">
                    <c:v>California State University, Los Angeles</c:v>
                  </c:pt>
                  <c:pt idx="438">
                    <c:v>Saint Vincent College &amp; Seminary</c:v>
                  </c:pt>
                  <c:pt idx="439">
                    <c:v>Oberlin College</c:v>
                  </c:pt>
                  <c:pt idx="440">
                    <c:v>Saint Martin's University</c:v>
                  </c:pt>
                  <c:pt idx="441">
                    <c:v>University Of Saint Francis of Joliet, IL</c:v>
                  </c:pt>
                  <c:pt idx="442">
                    <c:v>Curry College</c:v>
                  </c:pt>
                  <c:pt idx="443">
                    <c:v>Long Island University System</c:v>
                  </c:pt>
                  <c:pt idx="444">
                    <c:v>University Of Missouri System And Missouri University Of Science And Technology</c:v>
                  </c:pt>
                  <c:pt idx="445">
                    <c:v>Gonzaga University</c:v>
                  </c:pt>
                  <c:pt idx="446">
                    <c:v>Davidson College</c:v>
                  </c:pt>
                  <c:pt idx="447">
                    <c:v>Adventist University Of Health Sciences</c:v>
                  </c:pt>
                  <c:pt idx="448">
                    <c:v>Covenant College</c:v>
                  </c:pt>
                  <c:pt idx="449">
                    <c:v>Kansas State University</c:v>
                  </c:pt>
                  <c:pt idx="450">
                    <c:v>University Of Alabama In Huntsville</c:v>
                  </c:pt>
                  <c:pt idx="451">
                    <c:v>Conservatory Of Recording Arts &amp; Sciences</c:v>
                  </c:pt>
                  <c:pt idx="452">
                    <c:v>Brigham Young University</c:v>
                  </c:pt>
                  <c:pt idx="453">
                    <c:v>Dickinson State University</c:v>
                  </c:pt>
                  <c:pt idx="454">
                    <c:v>La Sierra University</c:v>
                  </c:pt>
                  <c:pt idx="455">
                    <c:v>University Of Kansas</c:v>
                  </c:pt>
                  <c:pt idx="456">
                    <c:v>Westmont College</c:v>
                  </c:pt>
                  <c:pt idx="457">
                    <c:v>University Of Maryland System (Except University College) And Baltimore City Community College</c:v>
                  </c:pt>
                  <c:pt idx="458">
                    <c:v>Macalester College</c:v>
                  </c:pt>
                  <c:pt idx="459">
                    <c:v>McPherson College</c:v>
                  </c:pt>
                  <c:pt idx="460">
                    <c:v>College Of Saint Rose</c:v>
                  </c:pt>
                  <c:pt idx="461">
                    <c:v>Montana Tech Of The University Of Montana</c:v>
                  </c:pt>
                  <c:pt idx="462">
                    <c:v>Culinary Institute Of America</c:v>
                  </c:pt>
                  <c:pt idx="463">
                    <c:v>University Of Oregon</c:v>
                  </c:pt>
                  <c:pt idx="464">
                    <c:v>Western Michigan University</c:v>
                  </c:pt>
                  <c:pt idx="465">
                    <c:v>Hartwick College</c:v>
                  </c:pt>
                  <c:pt idx="466">
                    <c:v>Ohlone College</c:v>
                  </c:pt>
                  <c:pt idx="467">
                    <c:v>University Of Nevada - Las Vegas</c:v>
                  </c:pt>
                  <c:pt idx="468">
                    <c:v>Monmouth College</c:v>
                  </c:pt>
                  <c:pt idx="469">
                    <c:v>Lasell College</c:v>
                  </c:pt>
                  <c:pt idx="470">
                    <c:v>California State University, Stanislaus</c:v>
                  </c:pt>
                  <c:pt idx="471">
                    <c:v>College Of Staten Island/CUNY</c:v>
                  </c:pt>
                  <c:pt idx="472">
                    <c:v>Pacific Lutheran University</c:v>
                  </c:pt>
                  <c:pt idx="473">
                    <c:v>Loyola University New Orleans</c:v>
                  </c:pt>
                  <c:pt idx="474">
                    <c:v>University Of Nebraska System</c:v>
                  </c:pt>
                  <c:pt idx="475">
                    <c:v>University Of South Florida</c:v>
                  </c:pt>
                  <c:pt idx="476">
                    <c:v>Central Connecticut State University</c:v>
                  </c:pt>
                  <c:pt idx="477">
                    <c:v>Truman State University</c:v>
                  </c:pt>
                  <c:pt idx="478">
                    <c:v>Rockford University</c:v>
                  </c:pt>
                  <c:pt idx="479">
                    <c:v>Cedarville University</c:v>
                  </c:pt>
                  <c:pt idx="480">
                    <c:v>University Of Dallas</c:v>
                  </c:pt>
                  <c:pt idx="481">
                    <c:v>University Of Vermont And State Agricultural College</c:v>
                  </c:pt>
                  <c:pt idx="482">
                    <c:v>Brazosport College</c:v>
                  </c:pt>
                  <c:pt idx="483">
                    <c:v>University Of Texas At Tyler</c:v>
                  </c:pt>
                  <c:pt idx="484">
                    <c:v>Bay Path College</c:v>
                  </c:pt>
                  <c:pt idx="485">
                    <c:v>University Of Nevada , Reno</c:v>
                  </c:pt>
                  <c:pt idx="486">
                    <c:v>Lewis University</c:v>
                  </c:pt>
                  <c:pt idx="487">
                    <c:v>Trocaire College</c:v>
                  </c:pt>
                  <c:pt idx="488">
                    <c:v>John Carroll University</c:v>
                  </c:pt>
                  <c:pt idx="489">
                    <c:v>Le Moyne College</c:v>
                  </c:pt>
                  <c:pt idx="490">
                    <c:v>Mount Mercy University</c:v>
                  </c:pt>
                  <c:pt idx="491">
                    <c:v>Maryland Institute College Of Art</c:v>
                  </c:pt>
                  <c:pt idx="492">
                    <c:v>Fashion Institute Of Technology</c:v>
                  </c:pt>
                  <c:pt idx="493">
                    <c:v>Georgetown College</c:v>
                  </c:pt>
                  <c:pt idx="494">
                    <c:v>State University Of New York At Farmingdale</c:v>
                  </c:pt>
                  <c:pt idx="495">
                    <c:v>Carthage College</c:v>
                  </c:pt>
                  <c:pt idx="496">
                    <c:v>Buena Vista University</c:v>
                  </c:pt>
                  <c:pt idx="497">
                    <c:v>Eastern Washington University</c:v>
                  </c:pt>
                  <c:pt idx="498">
                    <c:v>Morningside College</c:v>
                  </c:pt>
                  <c:pt idx="499">
                    <c:v>Southern Adventist University</c:v>
                  </c:pt>
                  <c:pt idx="500">
                    <c:v>Miami University</c:v>
                  </c:pt>
                  <c:pt idx="501">
                    <c:v>Tuskegee University</c:v>
                  </c:pt>
                  <c:pt idx="502">
                    <c:v>Old Dominion University</c:v>
                  </c:pt>
                  <c:pt idx="503">
                    <c:v>D'Youville College</c:v>
                  </c:pt>
                  <c:pt idx="504">
                    <c:v>Valparaiso University</c:v>
                  </c:pt>
                  <c:pt idx="505">
                    <c:v>St. Catherine University</c:v>
                  </c:pt>
                  <c:pt idx="506">
                    <c:v>Houghton College</c:v>
                  </c:pt>
                  <c:pt idx="507">
                    <c:v>Richard Stockton College Of New Jersey </c:v>
                  </c:pt>
                  <c:pt idx="508">
                    <c:v>SUNY College At Brockport</c:v>
                  </c:pt>
                  <c:pt idx="509">
                    <c:v>CUNY Lehman College</c:v>
                  </c:pt>
                  <c:pt idx="510">
                    <c:v>Bloomsburg University Of Pennsylvania</c:v>
                  </c:pt>
                  <c:pt idx="511">
                    <c:v>University Of Texas At Arlington</c:v>
                  </c:pt>
                  <c:pt idx="512">
                    <c:v>Bridgewater State University</c:v>
                  </c:pt>
                  <c:pt idx="513">
                    <c:v>Ursinus College</c:v>
                  </c:pt>
                  <c:pt idx="514">
                    <c:v>Marymount Manhattan College</c:v>
                  </c:pt>
                  <c:pt idx="515">
                    <c:v>Centenary College Of Louisiana</c:v>
                  </c:pt>
                  <c:pt idx="516">
                    <c:v>Bethany College of Bethany, WV</c:v>
                  </c:pt>
                  <c:pt idx="517">
                    <c:v>Park University</c:v>
                  </c:pt>
                  <c:pt idx="518">
                    <c:v>Centre College Of Kentucky</c:v>
                  </c:pt>
                  <c:pt idx="519">
                    <c:v>Emerson College</c:v>
                  </c:pt>
                  <c:pt idx="520">
                    <c:v>Salem State University</c:v>
                  </c:pt>
                  <c:pt idx="521">
                    <c:v>Abilene Christian University</c:v>
                  </c:pt>
                  <c:pt idx="522">
                    <c:v>West Valley-Mission Community College District</c:v>
                  </c:pt>
                  <c:pt idx="523">
                    <c:v>Mercer University</c:v>
                  </c:pt>
                  <c:pt idx="524">
                    <c:v>Holy Family University</c:v>
                  </c:pt>
                  <c:pt idx="525">
                    <c:v>Regis College</c:v>
                  </c:pt>
                  <c:pt idx="526">
                    <c:v>Houston Baptist University</c:v>
                  </c:pt>
                  <c:pt idx="527">
                    <c:v>Birmingham Southern College</c:v>
                  </c:pt>
                  <c:pt idx="528">
                    <c:v>New School, The</c:v>
                  </c:pt>
                  <c:pt idx="529">
                    <c:v>University Of North Florida</c:v>
                  </c:pt>
                  <c:pt idx="530">
                    <c:v>Elmira College</c:v>
                  </c:pt>
                  <c:pt idx="531">
                    <c:v>Pratt Institute</c:v>
                  </c:pt>
                  <c:pt idx="532">
                    <c:v>Virginia Commonwealth University</c:v>
                  </c:pt>
                  <c:pt idx="533">
                    <c:v>Reed College</c:v>
                  </c:pt>
                  <c:pt idx="534">
                    <c:v>Texas Woman's University</c:v>
                  </c:pt>
                  <c:pt idx="535">
                    <c:v>Northwest Nazarene University</c:v>
                  </c:pt>
                  <c:pt idx="536">
                    <c:v>Merrimack College</c:v>
                  </c:pt>
                  <c:pt idx="537">
                    <c:v>Northwest University</c:v>
                  </c:pt>
                  <c:pt idx="538">
                    <c:v>School Of The Art Institute Of Chicago</c:v>
                  </c:pt>
                  <c:pt idx="539">
                    <c:v>Hampton University</c:v>
                  </c:pt>
                  <c:pt idx="540">
                    <c:v>Saint Peter's University</c:v>
                  </c:pt>
                  <c:pt idx="541">
                    <c:v>Poster &amp; Chester Institute</c:v>
                  </c:pt>
                  <c:pt idx="542">
                    <c:v>Northwestern College of Orange City, IA</c:v>
                  </c:pt>
                  <c:pt idx="543">
                    <c:v>University Of North Georgia</c:v>
                  </c:pt>
                  <c:pt idx="544">
                    <c:v>Albright College</c:v>
                  </c:pt>
                  <c:pt idx="545">
                    <c:v>Campbell University</c:v>
                  </c:pt>
                  <c:pt idx="546">
                    <c:v>Lewis &amp; Clark College</c:v>
                  </c:pt>
                  <c:pt idx="547">
                    <c:v>Misericordia  University</c:v>
                  </c:pt>
                  <c:pt idx="548">
                    <c:v>Central College</c:v>
                  </c:pt>
                  <c:pt idx="549">
                    <c:v>College Of Saint Elizabeth</c:v>
                  </c:pt>
                  <c:pt idx="550">
                    <c:v>Florida Atlantic University</c:v>
                  </c:pt>
                  <c:pt idx="551">
                    <c:v>University Of Mount Union</c:v>
                  </c:pt>
                  <c:pt idx="552">
                    <c:v>Otterbein University</c:v>
                  </c:pt>
                  <c:pt idx="553">
                    <c:v>California State University, Fresno</c:v>
                  </c:pt>
                  <c:pt idx="554">
                    <c:v>Delaware Valley College Of Science &amp; Agriculture</c:v>
                  </c:pt>
                  <c:pt idx="555">
                    <c:v>Randolph - Macon College</c:v>
                  </c:pt>
                  <c:pt idx="556">
                    <c:v>Concordia University of Irvine, CA</c:v>
                  </c:pt>
                  <c:pt idx="557">
                    <c:v>Sweet Briar College</c:v>
                  </c:pt>
                  <c:pt idx="558">
                    <c:v>Pittsburgh Institute Of Aeronautics</c:v>
                  </c:pt>
                  <c:pt idx="559">
                    <c:v>Simpson University</c:v>
                  </c:pt>
                  <c:pt idx="560">
                    <c:v>New Jersey City University</c:v>
                  </c:pt>
                  <c:pt idx="561">
                    <c:v>George Fox University</c:v>
                  </c:pt>
                  <c:pt idx="562">
                    <c:v>University Of Michigan - Flint</c:v>
                  </c:pt>
                  <c:pt idx="563">
                    <c:v>Saint Ambrose University</c:v>
                  </c:pt>
                  <c:pt idx="564">
                    <c:v>Northern Virginia Community College</c:v>
                  </c:pt>
                  <c:pt idx="565">
                    <c:v>Biola University</c:v>
                  </c:pt>
                  <c:pt idx="566">
                    <c:v>Southern Connecticut State University</c:v>
                  </c:pt>
                  <c:pt idx="567">
                    <c:v>Eastern Illinois University</c:v>
                  </c:pt>
                  <c:pt idx="568">
                    <c:v>Southern New Hampshire University</c:v>
                  </c:pt>
                  <c:pt idx="569">
                    <c:v>Franklin University</c:v>
                  </c:pt>
                  <c:pt idx="570">
                    <c:v>Millikin University</c:v>
                  </c:pt>
                  <c:pt idx="571">
                    <c:v>Andrews University</c:v>
                  </c:pt>
                  <c:pt idx="572">
                    <c:v>SUNY Empire State College</c:v>
                  </c:pt>
                  <c:pt idx="573">
                    <c:v>Union University</c:v>
                  </c:pt>
                  <c:pt idx="574">
                    <c:v>Niagara University</c:v>
                  </c:pt>
                  <c:pt idx="575">
                    <c:v>Midland College</c:v>
                  </c:pt>
                  <c:pt idx="576">
                    <c:v>Hesston College</c:v>
                  </c:pt>
                  <c:pt idx="577">
                    <c:v>SUNY College At Oneonta</c:v>
                  </c:pt>
                  <c:pt idx="578">
                    <c:v>Ouachita Baptist University</c:v>
                  </c:pt>
                  <c:pt idx="579">
                    <c:v>La Roche College</c:v>
                  </c:pt>
                  <c:pt idx="580">
                    <c:v>Columbus College Of Art &amp; Design</c:v>
                  </c:pt>
                  <c:pt idx="581">
                    <c:v>Knox College</c:v>
                  </c:pt>
                  <c:pt idx="582">
                    <c:v>Triangle Tech</c:v>
                  </c:pt>
                  <c:pt idx="583">
                    <c:v>John Brown University</c:v>
                  </c:pt>
                  <c:pt idx="584">
                    <c:v>Texas A&amp;M International University</c:v>
                  </c:pt>
                  <c:pt idx="585">
                    <c:v>Wittenberg University</c:v>
                  </c:pt>
                  <c:pt idx="586">
                    <c:v>Maryville University Of Saint Louis</c:v>
                  </c:pt>
                  <c:pt idx="587">
                    <c:v>East Stroudsburg University Of Pennsylvania</c:v>
                  </c:pt>
                  <c:pt idx="588">
                    <c:v>Colby-Sawyer College</c:v>
                  </c:pt>
                  <c:pt idx="589">
                    <c:v>SUNY At Fredonia</c:v>
                  </c:pt>
                  <c:pt idx="590">
                    <c:v>Belhaven University</c:v>
                  </c:pt>
                  <c:pt idx="591">
                    <c:v>Lawrence University Of Wisconsin</c:v>
                  </c:pt>
                  <c:pt idx="592">
                    <c:v>Central Washington University</c:v>
                  </c:pt>
                  <c:pt idx="593">
                    <c:v>University Of North Carolina - Charlotte</c:v>
                  </c:pt>
                  <c:pt idx="594">
                    <c:v>Samford University</c:v>
                  </c:pt>
                  <c:pt idx="595">
                    <c:v>Greenville College</c:v>
                  </c:pt>
                  <c:pt idx="596">
                    <c:v>Bismarck State College</c:v>
                  </c:pt>
                  <c:pt idx="597">
                    <c:v>University Of Alabama</c:v>
                  </c:pt>
                  <c:pt idx="598">
                    <c:v>Cornell College</c:v>
                  </c:pt>
                  <c:pt idx="599">
                    <c:v>Madonna University</c:v>
                  </c:pt>
                  <c:pt idx="600">
                    <c:v>Notre Dame Of Maryland University</c:v>
                  </c:pt>
                  <c:pt idx="601">
                    <c:v>Doane College</c:v>
                  </c:pt>
                  <c:pt idx="602">
                    <c:v>Louisiana State University System</c:v>
                  </c:pt>
                  <c:pt idx="603">
                    <c:v>State University Of New York College At Plattsburgh</c:v>
                  </c:pt>
                  <c:pt idx="604">
                    <c:v>Champlain College</c:v>
                  </c:pt>
                  <c:pt idx="605">
                    <c:v>University Of Mary Hardin-Baylor</c:v>
                  </c:pt>
                  <c:pt idx="606">
                    <c:v>Southwestern University</c:v>
                  </c:pt>
                  <c:pt idx="607">
                    <c:v>SUNY College At Old Westbury</c:v>
                  </c:pt>
                  <c:pt idx="608">
                    <c:v>Reinhardt University</c:v>
                  </c:pt>
                  <c:pt idx="609">
                    <c:v>Brigham Young University - Hawaii</c:v>
                  </c:pt>
                  <c:pt idx="610">
                    <c:v>San Mateo County Community College District</c:v>
                  </c:pt>
                  <c:pt idx="611">
                    <c:v>Northwood University</c:v>
                  </c:pt>
                  <c:pt idx="612">
                    <c:v>Worcester State University</c:v>
                  </c:pt>
                  <c:pt idx="613">
                    <c:v>Texas State University</c:v>
                  </c:pt>
                  <c:pt idx="614">
                    <c:v>University Of Texas At El Paso</c:v>
                  </c:pt>
                  <c:pt idx="615">
                    <c:v>St. Edward's University</c:v>
                  </c:pt>
                  <c:pt idx="616">
                    <c:v>Colorado State University-Pueblo</c:v>
                  </c:pt>
                  <c:pt idx="617">
                    <c:v>Gwynedd Mercy University</c:v>
                  </c:pt>
                  <c:pt idx="618">
                    <c:v>Devry University, Devry Institute Of Technology And Denver Technical College</c:v>
                  </c:pt>
                  <c:pt idx="619">
                    <c:v>University Of Texas Of The Permian Basin</c:v>
                  </c:pt>
                  <c:pt idx="620">
                    <c:v>Tennessee Technological University</c:v>
                  </c:pt>
                  <c:pt idx="621">
                    <c:v>Western Illinois University</c:v>
                  </c:pt>
                  <c:pt idx="622">
                    <c:v>Grace College And Theological Seminary</c:v>
                  </c:pt>
                  <c:pt idx="623">
                    <c:v>Wesley College</c:v>
                  </c:pt>
                  <c:pt idx="624">
                    <c:v>SUNY College At Purchase</c:v>
                  </c:pt>
                  <c:pt idx="625">
                    <c:v>Eckerd College</c:v>
                  </c:pt>
                  <c:pt idx="626">
                    <c:v>Illinois College</c:v>
                  </c:pt>
                  <c:pt idx="627">
                    <c:v>Nova Southeastern University</c:v>
                  </c:pt>
                  <c:pt idx="628">
                    <c:v>Portland State University</c:v>
                  </c:pt>
                  <c:pt idx="629">
                    <c:v>Florida Southern College</c:v>
                  </c:pt>
                  <c:pt idx="630">
                    <c:v>Cabrini College</c:v>
                  </c:pt>
                  <c:pt idx="631">
                    <c:v>Kennesaw State University</c:v>
                  </c:pt>
                  <c:pt idx="632">
                    <c:v>Montana State University - Northern</c:v>
                  </c:pt>
                  <c:pt idx="633">
                    <c:v>University Of New Haven</c:v>
                  </c:pt>
                  <c:pt idx="634">
                    <c:v>Weber State University</c:v>
                  </c:pt>
                  <c:pt idx="635">
                    <c:v>Beloit College</c:v>
                  </c:pt>
                  <c:pt idx="636">
                    <c:v>Franklin College Of Indiana</c:v>
                  </c:pt>
                  <c:pt idx="637">
                    <c:v>Texas A&amp;M University - Corpus Christi</c:v>
                  </c:pt>
                  <c:pt idx="638">
                    <c:v>Lynn University</c:v>
                  </c:pt>
                  <c:pt idx="639">
                    <c:v>University Of Idaho</c:v>
                  </c:pt>
                  <c:pt idx="640">
                    <c:v>Southwestern College</c:v>
                  </c:pt>
                  <c:pt idx="641">
                    <c:v>University Of Mississippi</c:v>
                  </c:pt>
                  <c:pt idx="642">
                    <c:v>Central Michigan University</c:v>
                  </c:pt>
                  <c:pt idx="643">
                    <c:v>New York City College Of Technology Of The City University Of New</c:v>
                  </c:pt>
                  <c:pt idx="644">
                    <c:v>Bard College</c:v>
                  </c:pt>
                  <c:pt idx="645">
                    <c:v>Waynesburg University</c:v>
                  </c:pt>
                  <c:pt idx="646">
                    <c:v>Plymouth State University Of The University System Of New Hampshire</c:v>
                  </c:pt>
                  <c:pt idx="647">
                    <c:v>Trinity Christian College</c:v>
                  </c:pt>
                  <c:pt idx="648">
                    <c:v>Goshen College</c:v>
                  </c:pt>
                  <c:pt idx="649">
                    <c:v>Dominican University</c:v>
                  </c:pt>
                  <c:pt idx="650">
                    <c:v>Grand Valley State University</c:v>
                  </c:pt>
                  <c:pt idx="651">
                    <c:v>California State University, San Marcos</c:v>
                  </c:pt>
                  <c:pt idx="652">
                    <c:v>Hardin-Simmons University</c:v>
                  </c:pt>
                  <c:pt idx="653">
                    <c:v>Alma College</c:v>
                  </c:pt>
                  <c:pt idx="654">
                    <c:v>Universal Technical Institute of Rancho Cucamonga, CA</c:v>
                  </c:pt>
                  <c:pt idx="655">
                    <c:v>Linfield College</c:v>
                  </c:pt>
                  <c:pt idx="656">
                    <c:v>Warren County Community College</c:v>
                  </c:pt>
                  <c:pt idx="657">
                    <c:v>North Park University</c:v>
                  </c:pt>
                  <c:pt idx="658">
                    <c:v>Concordia University Texas</c:v>
                  </c:pt>
                  <c:pt idx="659">
                    <c:v>Hilbert College</c:v>
                  </c:pt>
                  <c:pt idx="660">
                    <c:v>Wartburg College</c:v>
                  </c:pt>
                  <c:pt idx="661">
                    <c:v>Barry University</c:v>
                  </c:pt>
                  <c:pt idx="662">
                    <c:v>Pittsburg State University</c:v>
                  </c:pt>
                  <c:pt idx="663">
                    <c:v>University Of Northern Colorado</c:v>
                  </c:pt>
                  <c:pt idx="664">
                    <c:v>Bellevue College</c:v>
                  </c:pt>
                  <c:pt idx="665">
                    <c:v>Shenandoah University</c:v>
                  </c:pt>
                  <c:pt idx="666">
                    <c:v>Westfield State University</c:v>
                  </c:pt>
                  <c:pt idx="667">
                    <c:v>Thomas College</c:v>
                  </c:pt>
                  <c:pt idx="668">
                    <c:v>University Of North Texas</c:v>
                  </c:pt>
                  <c:pt idx="669">
                    <c:v>University Of Texas At San Antonio</c:v>
                  </c:pt>
                  <c:pt idx="670">
                    <c:v>Montgomery College</c:v>
                  </c:pt>
                  <c:pt idx="671">
                    <c:v>Colorado Mesa University</c:v>
                  </c:pt>
                  <c:pt idx="672">
                    <c:v>Asbury College</c:v>
                  </c:pt>
                  <c:pt idx="673">
                    <c:v>Odessa College</c:v>
                  </c:pt>
                  <c:pt idx="674">
                    <c:v>Rollins College</c:v>
                  </c:pt>
                  <c:pt idx="675">
                    <c:v>University Of Tulsa </c:v>
                  </c:pt>
                  <c:pt idx="676">
                    <c:v>Bergen Community College</c:v>
                  </c:pt>
                  <c:pt idx="677">
                    <c:v>Sam Houston State University</c:v>
                  </c:pt>
                  <c:pt idx="678">
                    <c:v>College Of Charleston</c:v>
                  </c:pt>
                  <c:pt idx="679">
                    <c:v>Alfred University</c:v>
                  </c:pt>
                  <c:pt idx="680">
                    <c:v>Master's College &amp; Seminary </c:v>
                  </c:pt>
                  <c:pt idx="681">
                    <c:v>Hollins University</c:v>
                  </c:pt>
                  <c:pt idx="682">
                    <c:v>Wharton County Junior College</c:v>
                  </c:pt>
                  <c:pt idx="683">
                    <c:v>Roosevelt University</c:v>
                  </c:pt>
                  <c:pt idx="684">
                    <c:v>Fashion Institute Of Design &amp; Merchandising</c:v>
                  </c:pt>
                  <c:pt idx="685">
                    <c:v>Wisconsin Lutheran College</c:v>
                  </c:pt>
                  <c:pt idx="686">
                    <c:v>University Of West Florida </c:v>
                  </c:pt>
                  <c:pt idx="687">
                    <c:v>Bloomfield College</c:v>
                  </c:pt>
                  <c:pt idx="688">
                    <c:v>Tarleton State University</c:v>
                  </c:pt>
                  <c:pt idx="689">
                    <c:v>Georgian Court University</c:v>
                  </c:pt>
                  <c:pt idx="690">
                    <c:v>Northwest Iowa Community College</c:v>
                  </c:pt>
                  <c:pt idx="691">
                    <c:v>Multnomah University</c:v>
                  </c:pt>
                  <c:pt idx="692">
                    <c:v>MacMurray College</c:v>
                  </c:pt>
                  <c:pt idx="693">
                    <c:v>Georgia State University</c:v>
                  </c:pt>
                  <c:pt idx="694">
                    <c:v>Florida Gulf Coast University</c:v>
                  </c:pt>
                  <c:pt idx="695">
                    <c:v>ETI School Of Skilled Trades</c:v>
                  </c:pt>
                  <c:pt idx="696">
                    <c:v>Concordia University - Saint Paul</c:v>
                  </c:pt>
                  <c:pt idx="697">
                    <c:v>CUNY York College</c:v>
                  </c:pt>
                  <c:pt idx="698">
                    <c:v>University Of Evansville</c:v>
                  </c:pt>
                  <c:pt idx="699">
                    <c:v>Sul Ross State University</c:v>
                  </c:pt>
                  <c:pt idx="700">
                    <c:v>Hannibal - Lagrange University</c:v>
                  </c:pt>
                  <c:pt idx="701">
                    <c:v>Midwestern State University</c:v>
                  </c:pt>
                  <c:pt idx="702">
                    <c:v>Millersville University Of Pennsylvania</c:v>
                  </c:pt>
                  <c:pt idx="703">
                    <c:v>University Of Wisconsin System</c:v>
                  </c:pt>
                  <c:pt idx="704">
                    <c:v>Post University</c:v>
                  </c:pt>
                  <c:pt idx="705">
                    <c:v>Louisiana College</c:v>
                  </c:pt>
                  <c:pt idx="706">
                    <c:v>Freed Hardeman University</c:v>
                  </c:pt>
                  <c:pt idx="707">
                    <c:v>Montana State University Bozeman</c:v>
                  </c:pt>
                  <c:pt idx="708">
                    <c:v>Methodist University</c:v>
                  </c:pt>
                  <c:pt idx="709">
                    <c:v>Radford University</c:v>
                  </c:pt>
                  <c:pt idx="710">
                    <c:v>Williston State College</c:v>
                  </c:pt>
                  <c:pt idx="711">
                    <c:v>Susquehanna University</c:v>
                  </c:pt>
                  <c:pt idx="712">
                    <c:v>Glendale Community College</c:v>
                  </c:pt>
                  <c:pt idx="713">
                    <c:v>Saint Norbert College</c:v>
                  </c:pt>
                  <c:pt idx="714">
                    <c:v>Hawaii Pacific University</c:v>
                  </c:pt>
                  <c:pt idx="715">
                    <c:v>Chaminade University Of Honolulu</c:v>
                  </c:pt>
                  <c:pt idx="716">
                    <c:v>Minot State University</c:v>
                  </c:pt>
                  <c:pt idx="717">
                    <c:v>Christopher Newport University</c:v>
                  </c:pt>
                  <c:pt idx="718">
                    <c:v>Raritan Valley Community College</c:v>
                  </c:pt>
                  <c:pt idx="719">
                    <c:v>Catawba College</c:v>
                  </c:pt>
                  <c:pt idx="720">
                    <c:v>University Of South Dakota, South Dakota State Universities And South Dakota School Of Mines And Technology</c:v>
                  </c:pt>
                  <c:pt idx="721">
                    <c:v>College Of Our Lady Of The Elms</c:v>
                  </c:pt>
                  <c:pt idx="722">
                    <c:v>Defiance College</c:v>
                  </c:pt>
                  <c:pt idx="723">
                    <c:v>Western Oregon University</c:v>
                  </c:pt>
                  <c:pt idx="724">
                    <c:v>Nassau Community College</c:v>
                  </c:pt>
                  <c:pt idx="725">
                    <c:v>Stephen F Austin State University</c:v>
                  </c:pt>
                  <c:pt idx="726">
                    <c:v>Oakland University</c:v>
                  </c:pt>
                  <c:pt idx="727">
                    <c:v>Hope College</c:v>
                  </c:pt>
                  <c:pt idx="728">
                    <c:v>Hastings College</c:v>
                  </c:pt>
                  <c:pt idx="729">
                    <c:v>Springfield College</c:v>
                  </c:pt>
                  <c:pt idx="730">
                    <c:v>West Virginia University, West Virginia University Institute Of Technology, West Virginia University - Parkersburg, And Potomac State College</c:v>
                  </c:pt>
                  <c:pt idx="731">
                    <c:v>Alderson Broaddus University</c:v>
                  </c:pt>
                  <c:pt idx="732">
                    <c:v>University Of Tennessee System</c:v>
                  </c:pt>
                  <c:pt idx="733">
                    <c:v>Lamar University</c:v>
                  </c:pt>
                  <c:pt idx="734">
                    <c:v>Longwood University</c:v>
                  </c:pt>
                  <c:pt idx="735">
                    <c:v>California State University, Dominguez Hills</c:v>
                  </c:pt>
                  <c:pt idx="736">
                    <c:v>University Of Maryland University College</c:v>
                  </c:pt>
                  <c:pt idx="737">
                    <c:v>Bennett College</c:v>
                  </c:pt>
                  <c:pt idx="738">
                    <c:v>Florida Agricultural &amp; Mechanical University</c:v>
                  </c:pt>
                  <c:pt idx="739">
                    <c:v>SUNY College At Oswego</c:v>
                  </c:pt>
                  <c:pt idx="740">
                    <c:v>Gannon University</c:v>
                  </c:pt>
                  <c:pt idx="741">
                    <c:v>Lindenwood University</c:v>
                  </c:pt>
                  <c:pt idx="742">
                    <c:v>San Jacinto Community College District</c:v>
                  </c:pt>
                  <c:pt idx="743">
                    <c:v>Culver-Stockton College</c:v>
                  </c:pt>
                  <c:pt idx="744">
                    <c:v>Hiram College</c:v>
                  </c:pt>
                  <c:pt idx="745">
                    <c:v>Our Lady Of Holy Cross College</c:v>
                  </c:pt>
                  <c:pt idx="746">
                    <c:v>Berkeley College of New York, NY</c:v>
                  </c:pt>
                  <c:pt idx="747">
                    <c:v>High Point University</c:v>
                  </c:pt>
                  <c:pt idx="748">
                    <c:v>SUNY Westchester Community College</c:v>
                  </c:pt>
                  <c:pt idx="749">
                    <c:v>Emory &amp; Henry College</c:v>
                  </c:pt>
                  <c:pt idx="750">
                    <c:v>Oklahoma City University</c:v>
                  </c:pt>
                  <c:pt idx="751">
                    <c:v>Edgewood College</c:v>
                  </c:pt>
                  <c:pt idx="752">
                    <c:v>Tulsa Welding School</c:v>
                  </c:pt>
                  <c:pt idx="753">
                    <c:v>Carroll University</c:v>
                  </c:pt>
                  <c:pt idx="754">
                    <c:v>University Of Sioux Falls</c:v>
                  </c:pt>
                  <c:pt idx="755">
                    <c:v>Carlow University</c:v>
                  </c:pt>
                  <c:pt idx="756">
                    <c:v>Texas A&amp;M University - Kingsville</c:v>
                  </c:pt>
                  <c:pt idx="757">
                    <c:v>University Of West Georgia</c:v>
                  </c:pt>
                  <c:pt idx="758">
                    <c:v>Taylor University</c:v>
                  </c:pt>
                  <c:pt idx="759">
                    <c:v>Coast Community College District</c:v>
                  </c:pt>
                  <c:pt idx="760">
                    <c:v>McMurry University</c:v>
                  </c:pt>
                  <c:pt idx="761">
                    <c:v>Oklahoma Panhandle State University</c:v>
                  </c:pt>
                  <c:pt idx="762">
                    <c:v>Louisiana Tech University</c:v>
                  </c:pt>
                  <c:pt idx="763">
                    <c:v>West Texas A&amp;M University</c:v>
                  </c:pt>
                  <c:pt idx="764">
                    <c:v>Moody Bible Institute</c:v>
                  </c:pt>
                  <c:pt idx="765">
                    <c:v>Southern Oregon University</c:v>
                  </c:pt>
                  <c:pt idx="766">
                    <c:v>Nyack College</c:v>
                  </c:pt>
                  <c:pt idx="767">
                    <c:v>Taft College</c:v>
                  </c:pt>
                  <c:pt idx="768">
                    <c:v>Highline Community College</c:v>
                  </c:pt>
                  <c:pt idx="769">
                    <c:v>Shorter University</c:v>
                  </c:pt>
                  <c:pt idx="770">
                    <c:v>Oklahoma Christian University</c:v>
                  </c:pt>
                  <c:pt idx="771">
                    <c:v>Burlington County College - Pemberton Campus</c:v>
                  </c:pt>
                  <c:pt idx="772">
                    <c:v>Southwestern Adventist University</c:v>
                  </c:pt>
                  <c:pt idx="773">
                    <c:v>University Of New England</c:v>
                  </c:pt>
                  <c:pt idx="774">
                    <c:v>Nashua Community College</c:v>
                  </c:pt>
                  <c:pt idx="775">
                    <c:v>Kutztown University Of Pennsylvania</c:v>
                  </c:pt>
                  <c:pt idx="776">
                    <c:v>Agnes Scott College</c:v>
                  </c:pt>
                  <c:pt idx="777">
                    <c:v>Saint Mary's University Of Minnesota</c:v>
                  </c:pt>
                  <c:pt idx="778">
                    <c:v>Missouri State University</c:v>
                  </c:pt>
                  <c:pt idx="779">
                    <c:v>Bowling Green State University</c:v>
                  </c:pt>
                  <c:pt idx="780">
                    <c:v>Geneva College</c:v>
                  </c:pt>
                  <c:pt idx="781">
                    <c:v>Baptist Bible College</c:v>
                  </c:pt>
                  <c:pt idx="782">
                    <c:v>Howard Payne University</c:v>
                  </c:pt>
                  <c:pt idx="783">
                    <c:v>Mississippi State University</c:v>
                  </c:pt>
                  <c:pt idx="784">
                    <c:v>Saginaw Valley State University</c:v>
                  </c:pt>
                  <c:pt idx="785">
                    <c:v>Dillard University</c:v>
                  </c:pt>
                  <c:pt idx="786">
                    <c:v>New Castle School Of Trades</c:v>
                  </c:pt>
                  <c:pt idx="787">
                    <c:v>Eastern Connecticut State University</c:v>
                  </c:pt>
                  <c:pt idx="788">
                    <c:v>Judson University</c:v>
                  </c:pt>
                  <c:pt idx="789">
                    <c:v>Guilford College</c:v>
                  </c:pt>
                  <c:pt idx="790">
                    <c:v>Southeast Technical Institute</c:v>
                  </c:pt>
                  <c:pt idx="791">
                    <c:v>Southwestern Oklahoma State University</c:v>
                  </c:pt>
                  <c:pt idx="792">
                    <c:v>Pierce College</c:v>
                  </c:pt>
                  <c:pt idx="793">
                    <c:v>University Of Louisiana At Lafayette</c:v>
                  </c:pt>
                  <c:pt idx="794">
                    <c:v>College Of Wooster </c:v>
                  </c:pt>
                  <c:pt idx="795">
                    <c:v>Queensborough Community College-CUNY</c:v>
                  </c:pt>
                  <c:pt idx="796">
                    <c:v>Muskingum University</c:v>
                  </c:pt>
                  <c:pt idx="797">
                    <c:v>College Of Westchester </c:v>
                  </c:pt>
                  <c:pt idx="798">
                    <c:v>Walla Walla University</c:v>
                  </c:pt>
                  <c:pt idx="799">
                    <c:v>Quincy University</c:v>
                  </c:pt>
                  <c:pt idx="800">
                    <c:v>Keene State College</c:v>
                  </c:pt>
                  <c:pt idx="801">
                    <c:v>Green River Community College</c:v>
                  </c:pt>
                  <c:pt idx="802">
                    <c:v>Lenoir-Rhyne University</c:v>
                  </c:pt>
                  <c:pt idx="803">
                    <c:v>Mcneese State University</c:v>
                  </c:pt>
                  <c:pt idx="804">
                    <c:v>Colorado Northwestern Community College</c:v>
                  </c:pt>
                  <c:pt idx="805">
                    <c:v>Prince George's Community College</c:v>
                  </c:pt>
                  <c:pt idx="806">
                    <c:v>Technical Career Institutes</c:v>
                  </c:pt>
                  <c:pt idx="807">
                    <c:v>Massachusetts College Of Art And Design</c:v>
                  </c:pt>
                  <c:pt idx="808">
                    <c:v>Belmont University</c:v>
                  </c:pt>
                  <c:pt idx="809">
                    <c:v>University Of Central Arkansas</c:v>
                  </c:pt>
                  <c:pt idx="810">
                    <c:v>University Of Texas - Pan American</c:v>
                  </c:pt>
                  <c:pt idx="811">
                    <c:v>Shoreline Community College</c:v>
                  </c:pt>
                  <c:pt idx="812">
                    <c:v>University Of North Carolina At Wilmington </c:v>
                  </c:pt>
                  <c:pt idx="813">
                    <c:v>Advanced Technology Institute</c:v>
                  </c:pt>
                  <c:pt idx="814">
                    <c:v>New Mexico Junior College</c:v>
                  </c:pt>
                  <c:pt idx="815">
                    <c:v>Foothill-Deanza Community College District</c:v>
                  </c:pt>
                  <c:pt idx="816">
                    <c:v>Coyne College</c:v>
                  </c:pt>
                  <c:pt idx="817">
                    <c:v>San Francisco Community College District</c:v>
                  </c:pt>
                  <c:pt idx="818">
                    <c:v>Anne Arundel Community College</c:v>
                  </c:pt>
                  <c:pt idx="819">
                    <c:v>Irvine Valley College</c:v>
                  </c:pt>
                  <c:pt idx="820">
                    <c:v>Berklee College Of Music</c:v>
                  </c:pt>
                  <c:pt idx="821">
                    <c:v>McHenry County College</c:v>
                  </c:pt>
                  <c:pt idx="822">
                    <c:v>Manor College</c:v>
                  </c:pt>
                  <c:pt idx="823">
                    <c:v>Lamar Institute Of Technology</c:v>
                  </c:pt>
                  <c:pt idx="824">
                    <c:v>Minneapolis College Of Art &amp; Design</c:v>
                  </c:pt>
                  <c:pt idx="825">
                    <c:v>Linn State Technical College</c:v>
                  </c:pt>
                  <c:pt idx="826">
                    <c:v>Saint Joseph's College of Rensselaer, IN</c:v>
                  </c:pt>
                  <c:pt idx="827">
                    <c:v>Valley City State University</c:v>
                  </c:pt>
                  <c:pt idx="828">
                    <c:v>University Of The Incarnate Word</c:v>
                  </c:pt>
                  <c:pt idx="829">
                    <c:v>Wayne State University</c:v>
                  </c:pt>
                  <c:pt idx="830">
                    <c:v>Georgia Southern University</c:v>
                  </c:pt>
                  <c:pt idx="831">
                    <c:v>University Of Central Oklahoma</c:v>
                  </c:pt>
                  <c:pt idx="832">
                    <c:v>East Carolina University</c:v>
                  </c:pt>
                  <c:pt idx="833">
                    <c:v>Medaille College</c:v>
                  </c:pt>
                  <c:pt idx="834">
                    <c:v>Santa Rosa Junior College</c:v>
                  </c:pt>
                  <c:pt idx="835">
                    <c:v>Santa Monica College</c:v>
                  </c:pt>
                  <c:pt idx="836">
                    <c:v>Eureka College</c:v>
                  </c:pt>
                  <c:pt idx="837">
                    <c:v>Pennsylvania College Of Technology</c:v>
                  </c:pt>
                  <c:pt idx="838">
                    <c:v>Berkeley College of Woodland Park, NJ</c:v>
                  </c:pt>
                  <c:pt idx="839">
                    <c:v>San Jose-Evergreen Community College District</c:v>
                  </c:pt>
                  <c:pt idx="840">
                    <c:v>Rhode Island College</c:v>
                  </c:pt>
                  <c:pt idx="841">
                    <c:v>Palm Beach Atlantic University</c:v>
                  </c:pt>
                  <c:pt idx="842">
                    <c:v>Thomas More College</c:v>
                  </c:pt>
                  <c:pt idx="843">
                    <c:v>Grand View University</c:v>
                  </c:pt>
                  <c:pt idx="844">
                    <c:v>Graceland University</c:v>
                  </c:pt>
                  <c:pt idx="845">
                    <c:v>DeSales University</c:v>
                  </c:pt>
                  <c:pt idx="846">
                    <c:v>Quincy College</c:v>
                  </c:pt>
                  <c:pt idx="847">
                    <c:v>Wheeling Jesuit University</c:v>
                  </c:pt>
                  <c:pt idx="848">
                    <c:v>Alvin Community College</c:v>
                  </c:pt>
                  <c:pt idx="849">
                    <c:v>Casper College</c:v>
                  </c:pt>
                  <c:pt idx="850">
                    <c:v>Eastern Mennonite University</c:v>
                  </c:pt>
                  <c:pt idx="851">
                    <c:v>University Of Alaska System</c:v>
                  </c:pt>
                  <c:pt idx="852">
                    <c:v>Saint Leo University</c:v>
                  </c:pt>
                  <c:pt idx="853">
                    <c:v>Norwalk Community College</c:v>
                  </c:pt>
                  <c:pt idx="854">
                    <c:v>Central Texas College District</c:v>
                  </c:pt>
                  <c:pt idx="855">
                    <c:v>Middlesex Community College of Middletown, CT</c:v>
                  </c:pt>
                  <c:pt idx="856">
                    <c:v>Briarcliffe College</c:v>
                  </c:pt>
                  <c:pt idx="857">
                    <c:v>Lee College</c:v>
                  </c:pt>
                  <c:pt idx="858">
                    <c:v>Southern Illinois University At Carbondale</c:v>
                  </c:pt>
                  <c:pt idx="859">
                    <c:v>Rockland Community College</c:v>
                  </c:pt>
                  <c:pt idx="860">
                    <c:v>Felician College</c:v>
                  </c:pt>
                  <c:pt idx="861">
                    <c:v>Eastern Michigan University</c:v>
                  </c:pt>
                  <c:pt idx="862">
                    <c:v>Martin Methodist College</c:v>
                  </c:pt>
                  <c:pt idx="863">
                    <c:v>Victoria College</c:v>
                  </c:pt>
                  <c:pt idx="864">
                    <c:v>University Of Virginia's College At Wise </c:v>
                  </c:pt>
                  <c:pt idx="865">
                    <c:v>Southern Illinois University Edwardsville</c:v>
                  </c:pt>
                  <c:pt idx="866">
                    <c:v>Mississippi College</c:v>
                  </c:pt>
                  <c:pt idx="867">
                    <c:v>Art Institute Of Portland </c:v>
                  </c:pt>
                  <c:pt idx="868">
                    <c:v>Washington Adventist University</c:v>
                  </c:pt>
                  <c:pt idx="869">
                    <c:v>Ringling College Of Art &amp; Design</c:v>
                  </c:pt>
                  <c:pt idx="870">
                    <c:v>Edmonds Community College</c:v>
                  </c:pt>
                  <c:pt idx="871">
                    <c:v>Savannah College Of Art And Design</c:v>
                  </c:pt>
                  <c:pt idx="872">
                    <c:v>Art Institute Of Seattle </c:v>
                  </c:pt>
                  <c:pt idx="873">
                    <c:v>Suffolk County Community College</c:v>
                  </c:pt>
                  <c:pt idx="874">
                    <c:v>South Seattle Community College</c:v>
                  </c:pt>
                  <c:pt idx="875">
                    <c:v>St. Bonaventure University</c:v>
                  </c:pt>
                  <c:pt idx="876">
                    <c:v>Mount Marty College</c:v>
                  </c:pt>
                  <c:pt idx="877">
                    <c:v>Nicholls State University</c:v>
                  </c:pt>
                  <c:pt idx="878">
                    <c:v>Fort Hays State University</c:v>
                  </c:pt>
                  <c:pt idx="879">
                    <c:v>Northern Michigan University</c:v>
                  </c:pt>
                  <c:pt idx="880">
                    <c:v>University Of Detroit Mercy</c:v>
                  </c:pt>
                  <c:pt idx="881">
                    <c:v>ITT Technical Institute</c:v>
                  </c:pt>
                  <c:pt idx="882">
                    <c:v>College Of Southern Maryland</c:v>
                  </c:pt>
                  <c:pt idx="883">
                    <c:v>Harding University</c:v>
                  </c:pt>
                  <c:pt idx="884">
                    <c:v>University Of North Carolina - Greensboro</c:v>
                  </c:pt>
                  <c:pt idx="885">
                    <c:v>Santa Barbara City College</c:v>
                  </c:pt>
                  <c:pt idx="886">
                    <c:v>Webster University</c:v>
                  </c:pt>
                  <c:pt idx="887">
                    <c:v>Florida College</c:v>
                  </c:pt>
                  <c:pt idx="888">
                    <c:v>Armstrong Atlantic State University</c:v>
                  </c:pt>
                  <c:pt idx="889">
                    <c:v>County College Of Morris</c:v>
                  </c:pt>
                  <c:pt idx="890">
                    <c:v>Bethany College of Lindsborg, KS</c:v>
                  </c:pt>
                  <c:pt idx="891">
                    <c:v>Ferris State University</c:v>
                  </c:pt>
                  <c:pt idx="892">
                    <c:v>Olivet Nazarene University</c:v>
                  </c:pt>
                  <c:pt idx="893">
                    <c:v>Utah Valley University</c:v>
                  </c:pt>
                  <c:pt idx="894">
                    <c:v>Georgia College &amp; State University</c:v>
                  </c:pt>
                  <c:pt idx="895">
                    <c:v>University Of New Orleans </c:v>
                  </c:pt>
                  <c:pt idx="896">
                    <c:v>University Of The Cumberlands</c:v>
                  </c:pt>
                  <c:pt idx="897">
                    <c:v>Clark Atlanta University</c:v>
                  </c:pt>
                  <c:pt idx="898">
                    <c:v>College Of The Ozarks</c:v>
                  </c:pt>
                  <c:pt idx="899">
                    <c:v>Bucks County Community College</c:v>
                  </c:pt>
                  <c:pt idx="900">
                    <c:v>American International College</c:v>
                  </c:pt>
                  <c:pt idx="901">
                    <c:v>Southeastern Oklahoma State University</c:v>
                  </c:pt>
                  <c:pt idx="902">
                    <c:v>Johnson College</c:v>
                  </c:pt>
                  <c:pt idx="903">
                    <c:v>Eastern Oregon University</c:v>
                  </c:pt>
                  <c:pt idx="904">
                    <c:v>Barstow Community College</c:v>
                  </c:pt>
                  <c:pt idx="905">
                    <c:v>Humboldt State University</c:v>
                  </c:pt>
                  <c:pt idx="906">
                    <c:v>Vanguard University Of Southern California</c:v>
                  </c:pt>
                  <c:pt idx="907">
                    <c:v>Kingsborough Commmunity College/CUNY</c:v>
                  </c:pt>
                  <c:pt idx="908">
                    <c:v>Tennessee College Of Applied Technology-Jackson</c:v>
                  </c:pt>
                  <c:pt idx="909">
                    <c:v>Green Mountain College</c:v>
                  </c:pt>
                  <c:pt idx="910">
                    <c:v>Malone University</c:v>
                  </c:pt>
                  <c:pt idx="911">
                    <c:v>University Of Phoenix</c:v>
                  </c:pt>
                  <c:pt idx="912">
                    <c:v>Paul Smith's College Of Arts &amp; Sciences</c:v>
                  </c:pt>
                  <c:pt idx="913">
                    <c:v>Benedictine College</c:v>
                  </c:pt>
                  <c:pt idx="914">
                    <c:v>Contra Costa Community College District</c:v>
                  </c:pt>
                  <c:pt idx="915">
                    <c:v>Brigham Young University-Idaho</c:v>
                  </c:pt>
                  <c:pt idx="916">
                    <c:v>Winthrop University</c:v>
                  </c:pt>
                  <c:pt idx="917">
                    <c:v>Great Basin College</c:v>
                  </c:pt>
                  <c:pt idx="918">
                    <c:v>College For Creative Studies</c:v>
                  </c:pt>
                  <c:pt idx="919">
                    <c:v>University Of Indianapolis</c:v>
                  </c:pt>
                  <c:pt idx="920">
                    <c:v>Angelo State University</c:v>
                  </c:pt>
                  <c:pt idx="921">
                    <c:v>Wingate University</c:v>
                  </c:pt>
                  <c:pt idx="922">
                    <c:v>Auburn University Montgomery</c:v>
                  </c:pt>
                  <c:pt idx="923">
                    <c:v>University Of Louisiana At Monroe</c:v>
                  </c:pt>
                  <c:pt idx="924">
                    <c:v>SUNY College At Buffalo</c:v>
                  </c:pt>
                  <c:pt idx="925">
                    <c:v>Massachusetts College Of Liberal Arts</c:v>
                  </c:pt>
                  <c:pt idx="926">
                    <c:v>University Of South Carolina System</c:v>
                  </c:pt>
                  <c:pt idx="927">
                    <c:v>Western Wyoming Community College</c:v>
                  </c:pt>
                  <c:pt idx="928">
                    <c:v>Oakton Community College</c:v>
                  </c:pt>
                  <c:pt idx="929">
                    <c:v>Charleston Southern University</c:v>
                  </c:pt>
                  <c:pt idx="930">
                    <c:v>North Seattle College</c:v>
                  </c:pt>
                  <c:pt idx="931">
                    <c:v>Pinnacle Career Institute</c:v>
                  </c:pt>
                  <c:pt idx="932">
                    <c:v>Georgia Highlands College</c:v>
                  </c:pt>
                  <c:pt idx="933">
                    <c:v>Pfeiffer University</c:v>
                  </c:pt>
                  <c:pt idx="934">
                    <c:v>Virginia State University</c:v>
                  </c:pt>
                  <c:pt idx="935">
                    <c:v>Elgin Community College</c:v>
                  </c:pt>
                  <c:pt idx="936">
                    <c:v>Keuka College</c:v>
                  </c:pt>
                  <c:pt idx="937">
                    <c:v>Milligan College</c:v>
                  </c:pt>
                  <c:pt idx="938">
                    <c:v>Henderson State University</c:v>
                  </c:pt>
                  <c:pt idx="939">
                    <c:v>New Mexico State University</c:v>
                  </c:pt>
                  <c:pt idx="940">
                    <c:v>Houston Community College</c:v>
                  </c:pt>
                  <c:pt idx="941">
                    <c:v>Middlesex County College</c:v>
                  </c:pt>
                  <c:pt idx="942">
                    <c:v>Miles Community College</c:v>
                  </c:pt>
                  <c:pt idx="943">
                    <c:v>American Institute Of Business</c:v>
                  </c:pt>
                  <c:pt idx="944">
                    <c:v>Seward County Community College/Area Technical School</c:v>
                  </c:pt>
                  <c:pt idx="945">
                    <c:v>Wood Tobe - Coburn School</c:v>
                  </c:pt>
                  <c:pt idx="946">
                    <c:v>Alverno College</c:v>
                  </c:pt>
                  <c:pt idx="947">
                    <c:v>Chestnut Hill College</c:v>
                  </c:pt>
                  <c:pt idx="948">
                    <c:v>Mount San Antonio College</c:v>
                  </c:pt>
                  <c:pt idx="949">
                    <c:v>Hallmark College Of Technology</c:v>
                  </c:pt>
                  <c:pt idx="950">
                    <c:v>Palomar College</c:v>
                  </c:pt>
                  <c:pt idx="951">
                    <c:v>Cumberland County College</c:v>
                  </c:pt>
                  <c:pt idx="952">
                    <c:v>Eastern Nazarene College</c:v>
                  </c:pt>
                  <c:pt idx="953">
                    <c:v>Howard County Junior College District</c:v>
                  </c:pt>
                  <c:pt idx="954">
                    <c:v>Marshall University</c:v>
                  </c:pt>
                  <c:pt idx="955">
                    <c:v>Lakeshore Technical College</c:v>
                  </c:pt>
                  <c:pt idx="956">
                    <c:v>Point Park University</c:v>
                  </c:pt>
                  <c:pt idx="957">
                    <c:v>Strayer University</c:v>
                  </c:pt>
                  <c:pt idx="958">
                    <c:v>Chadron State College</c:v>
                  </c:pt>
                  <c:pt idx="959">
                    <c:v>CUNY Borough Of Manhattan Community College</c:v>
                  </c:pt>
                  <c:pt idx="960">
                    <c:v>Academy Of Art University</c:v>
                  </c:pt>
                  <c:pt idx="961">
                    <c:v>Gardner - Webb University</c:v>
                  </c:pt>
                  <c:pt idx="962">
                    <c:v>Sage Colleges</c:v>
                  </c:pt>
                  <c:pt idx="963">
                    <c:v>Mississippi University For Women</c:v>
                  </c:pt>
                  <c:pt idx="964">
                    <c:v>University Of Bridgeport</c:v>
                  </c:pt>
                  <c:pt idx="965">
                    <c:v>Copper Mountain College</c:v>
                  </c:pt>
                  <c:pt idx="966">
                    <c:v>Indiana University System</c:v>
                  </c:pt>
                  <c:pt idx="967">
                    <c:v>Spring Arbor University</c:v>
                  </c:pt>
                  <c:pt idx="968">
                    <c:v>University Of South Alabama</c:v>
                  </c:pt>
                  <c:pt idx="969">
                    <c:v>South Puget Sound Community College</c:v>
                  </c:pt>
                  <c:pt idx="970">
                    <c:v>Union College of Barbourville, KY</c:v>
                  </c:pt>
                  <c:pt idx="971">
                    <c:v>University Of Toledo</c:v>
                  </c:pt>
                  <c:pt idx="972">
                    <c:v>Alabama Agricultural &amp; Mechanical University</c:v>
                  </c:pt>
                  <c:pt idx="973">
                    <c:v>NHTI  - Concord's Community College</c:v>
                  </c:pt>
                  <c:pt idx="974">
                    <c:v>Huntington University</c:v>
                  </c:pt>
                  <c:pt idx="975">
                    <c:v>University Of Northwestern- St Paul</c:v>
                  </c:pt>
                  <c:pt idx="976">
                    <c:v>Northeastern Illinois University</c:v>
                  </c:pt>
                  <c:pt idx="977">
                    <c:v>Seton Hill University</c:v>
                  </c:pt>
                  <c:pt idx="978">
                    <c:v>Pasadena City College</c:v>
                  </c:pt>
                  <c:pt idx="979">
                    <c:v>Cameron University</c:v>
                  </c:pt>
                  <c:pt idx="980">
                    <c:v>Fontbonne University</c:v>
                  </c:pt>
                  <c:pt idx="981">
                    <c:v>Concordia University of Seward, NE</c:v>
                  </c:pt>
                  <c:pt idx="982">
                    <c:v>Aquinas College</c:v>
                  </c:pt>
                  <c:pt idx="983">
                    <c:v>University Of Kentucky</c:v>
                  </c:pt>
                  <c:pt idx="984">
                    <c:v>University Of North Alabama</c:v>
                  </c:pt>
                  <c:pt idx="985">
                    <c:v>Boise State University</c:v>
                  </c:pt>
                  <c:pt idx="986">
                    <c:v>Franklin Pierce University</c:v>
                  </c:pt>
                  <c:pt idx="987">
                    <c:v>Ball State University</c:v>
                  </c:pt>
                  <c:pt idx="988">
                    <c:v>Middle Tennessee State University</c:v>
                  </c:pt>
                  <c:pt idx="989">
                    <c:v>Orange County Community College</c:v>
                  </c:pt>
                  <c:pt idx="990">
                    <c:v>Northwest Missouri State University</c:v>
                  </c:pt>
                  <c:pt idx="991">
                    <c:v>Murray State University</c:v>
                  </c:pt>
                  <c:pt idx="992">
                    <c:v>Sussex County Community College</c:v>
                  </c:pt>
                  <c:pt idx="993">
                    <c:v>Wichita State University</c:v>
                  </c:pt>
                  <c:pt idx="994">
                    <c:v>Franciscan University Of Steubenville</c:v>
                  </c:pt>
                  <c:pt idx="995">
                    <c:v>Dutchess Community College</c:v>
                  </c:pt>
                  <c:pt idx="996">
                    <c:v>Lewis-Clark State College</c:v>
                  </c:pt>
                  <c:pt idx="997">
                    <c:v>College Of The Canyons</c:v>
                  </c:pt>
                  <c:pt idx="998">
                    <c:v>Northwestern Oklahoma State University</c:v>
                  </c:pt>
                  <c:pt idx="999">
                    <c:v>University Of Southern Mississippi</c:v>
                  </c:pt>
                  <c:pt idx="1000">
                    <c:v>Frederick Community College</c:v>
                  </c:pt>
                  <c:pt idx="1001">
                    <c:v>Thiel College</c:v>
                  </c:pt>
                  <c:pt idx="1002">
                    <c:v>SUNY College Of Technology At Alfred</c:v>
                  </c:pt>
                  <c:pt idx="1003">
                    <c:v>Utah State University</c:v>
                  </c:pt>
                  <c:pt idx="1004">
                    <c:v>Moraine Valley Community College</c:v>
                  </c:pt>
                  <c:pt idx="1005">
                    <c:v>Fox College</c:v>
                  </c:pt>
                  <c:pt idx="1006">
                    <c:v>Chabot-Las Positas Community College District</c:v>
                  </c:pt>
                  <c:pt idx="1007">
                    <c:v>Wilmington University</c:v>
                  </c:pt>
                  <c:pt idx="1008">
                    <c:v>Brookdale Community College</c:v>
                  </c:pt>
                  <c:pt idx="1009">
                    <c:v>Cascadia Community College</c:v>
                  </c:pt>
                  <c:pt idx="1010">
                    <c:v>Lone Star College-North Harris</c:v>
                  </c:pt>
                  <c:pt idx="1011">
                    <c:v>Norfolk State University</c:v>
                  </c:pt>
                  <c:pt idx="1012">
                    <c:v>Western Texas College</c:v>
                  </c:pt>
                  <c:pt idx="1013">
                    <c:v>Wright State University</c:v>
                  </c:pt>
                  <c:pt idx="1014">
                    <c:v>Cuesta College</c:v>
                  </c:pt>
                  <c:pt idx="1015">
                    <c:v>Texas State Technical College West Texas</c:v>
                  </c:pt>
                  <c:pt idx="1016">
                    <c:v>Southern Arkansas University</c:v>
                  </c:pt>
                  <c:pt idx="1017">
                    <c:v>Indiana University Of Pennsylvania</c:v>
                  </c:pt>
                  <c:pt idx="1018">
                    <c:v>Neumann University</c:v>
                  </c:pt>
                  <c:pt idx="1019">
                    <c:v>William Penn University</c:v>
                  </c:pt>
                  <c:pt idx="1020">
                    <c:v>University Of Advancing Computer Technology</c:v>
                  </c:pt>
                  <c:pt idx="1021">
                    <c:v>North Greenville University</c:v>
                  </c:pt>
                  <c:pt idx="1022">
                    <c:v>Anthem Institute</c:v>
                  </c:pt>
                  <c:pt idx="1023">
                    <c:v>Columbia Basin College</c:v>
                  </c:pt>
                  <c:pt idx="1024">
                    <c:v>University Of Central Missouri</c:v>
                  </c:pt>
                  <c:pt idx="1025">
                    <c:v>California University Of Pennsylvania</c:v>
                  </c:pt>
                  <c:pt idx="1026">
                    <c:v>Hanover College</c:v>
                  </c:pt>
                  <c:pt idx="1027">
                    <c:v>Rancho Santiago Community College District</c:v>
                  </c:pt>
                  <c:pt idx="1028">
                    <c:v>CUNY Medgar Evers College</c:v>
                  </c:pt>
                  <c:pt idx="1029">
                    <c:v>Columbus State University</c:v>
                  </c:pt>
                  <c:pt idx="1030">
                    <c:v>Dixie State University</c:v>
                  </c:pt>
                  <c:pt idx="1031">
                    <c:v>Kentucky Wesleyan College</c:v>
                  </c:pt>
                  <c:pt idx="1032">
                    <c:v>Howard Community College</c:v>
                  </c:pt>
                  <c:pt idx="1033">
                    <c:v>Arapahoe Community College</c:v>
                  </c:pt>
                  <c:pt idx="1034">
                    <c:v>Le Cordon Bleu College Of Culinary Arts of Pasadena, CA</c:v>
                  </c:pt>
                  <c:pt idx="1035">
                    <c:v>University Of Louisville</c:v>
                  </c:pt>
                  <c:pt idx="1036">
                    <c:v>Saddleback College</c:v>
                  </c:pt>
                  <c:pt idx="1037">
                    <c:v>Napa Valley College</c:v>
                  </c:pt>
                  <c:pt idx="1038">
                    <c:v>CUNY Laguardia Community College</c:v>
                  </c:pt>
                  <c:pt idx="1039">
                    <c:v>Middlesex Community College of Bedford, MA</c:v>
                  </c:pt>
                  <c:pt idx="1040">
                    <c:v>Las Positas College</c:v>
                  </c:pt>
                  <c:pt idx="1041">
                    <c:v>Slippery Rock University</c:v>
                  </c:pt>
                  <c:pt idx="1042">
                    <c:v>Marymount California University</c:v>
                  </c:pt>
                  <c:pt idx="1043">
                    <c:v>Bridgewater College</c:v>
                  </c:pt>
                  <c:pt idx="1044">
                    <c:v>Del Mar College</c:v>
                  </c:pt>
                  <c:pt idx="1045">
                    <c:v>Cape Cod Community College</c:v>
                  </c:pt>
                  <c:pt idx="1046">
                    <c:v>Grossmont-Cuyamaca Community College District</c:v>
                  </c:pt>
                  <c:pt idx="1047">
                    <c:v>Clarendon College</c:v>
                  </c:pt>
                  <c:pt idx="1048">
                    <c:v>Whatcom Community College</c:v>
                  </c:pt>
                  <c:pt idx="1049">
                    <c:v>Lincoln University of Lincoln University, PA</c:v>
                  </c:pt>
                  <c:pt idx="1050">
                    <c:v>Mary Baldwin College</c:v>
                  </c:pt>
                  <c:pt idx="1051">
                    <c:v>Savannah State University</c:v>
                  </c:pt>
                  <c:pt idx="1052">
                    <c:v>Our Lady Of The Lake University</c:v>
                  </c:pt>
                  <c:pt idx="1053">
                    <c:v>Concordia University of River Forest, IL</c:v>
                  </c:pt>
                  <c:pt idx="1054">
                    <c:v>Maryville College</c:v>
                  </c:pt>
                  <c:pt idx="1055">
                    <c:v>Lesley University</c:v>
                  </c:pt>
                  <c:pt idx="1056">
                    <c:v>University Of Hawaii And Hawaii Community Colleges</c:v>
                  </c:pt>
                  <c:pt idx="1057">
                    <c:v>Chatham University</c:v>
                  </c:pt>
                  <c:pt idx="1058">
                    <c:v>New England Institute Of Technology</c:v>
                  </c:pt>
                  <c:pt idx="1059">
                    <c:v>Tennessee State University</c:v>
                  </c:pt>
                  <c:pt idx="1060">
                    <c:v>Carson - Newman University</c:v>
                  </c:pt>
                  <c:pt idx="1061">
                    <c:v>Bethel University of Saint Paul, MN</c:v>
                  </c:pt>
                  <c:pt idx="1062">
                    <c:v>Chippewa Valley Technical College</c:v>
                  </c:pt>
                  <c:pt idx="1063">
                    <c:v>Macomb Community College</c:v>
                  </c:pt>
                  <c:pt idx="1064">
                    <c:v>Nebraska Wesleyan University</c:v>
                  </c:pt>
                  <c:pt idx="1065">
                    <c:v>Jacksonville University</c:v>
                  </c:pt>
                  <c:pt idx="1066">
                    <c:v>Union County College</c:v>
                  </c:pt>
                  <c:pt idx="1067">
                    <c:v>Valdosta State University</c:v>
                  </c:pt>
                  <c:pt idx="1068">
                    <c:v>Southeastern Illinois College</c:v>
                  </c:pt>
                  <c:pt idx="1069">
                    <c:v>Truett Mcconnell College</c:v>
                  </c:pt>
                  <c:pt idx="1070">
                    <c:v>Eastern Arizona College</c:v>
                  </c:pt>
                  <c:pt idx="1071">
                    <c:v>Le Cordon Bleu College Of Culinary Arts of Dallas, TX</c:v>
                  </c:pt>
                  <c:pt idx="1072">
                    <c:v>Brooks Institute</c:v>
                  </c:pt>
                  <c:pt idx="1073">
                    <c:v>Prairie View Agricultural &amp; Mechanical University</c:v>
                  </c:pt>
                  <c:pt idx="1074">
                    <c:v>Yosemite Community College District</c:v>
                  </c:pt>
                  <c:pt idx="1075">
                    <c:v>Indiana State University</c:v>
                  </c:pt>
                  <c:pt idx="1076">
                    <c:v>Ocean County College</c:v>
                  </c:pt>
                  <c:pt idx="1077">
                    <c:v>Saint Thomas University</c:v>
                  </c:pt>
                  <c:pt idx="1078">
                    <c:v>Randolph College</c:v>
                  </c:pt>
                  <c:pt idx="1079">
                    <c:v>School Of The Museum Of Fine Arts</c:v>
                  </c:pt>
                  <c:pt idx="1080">
                    <c:v>Lamar State College - Orange</c:v>
                  </c:pt>
                  <c:pt idx="1081">
                    <c:v>Lord Fairfax Community College</c:v>
                  </c:pt>
                  <c:pt idx="1082">
                    <c:v>Augustana College of Sioux Falls, SD</c:v>
                  </c:pt>
                  <c:pt idx="1083">
                    <c:v>Eastern University</c:v>
                  </c:pt>
                  <c:pt idx="1084">
                    <c:v>University Of Cincinnati</c:v>
                  </c:pt>
                  <c:pt idx="1085">
                    <c:v>Cisco College</c:v>
                  </c:pt>
                  <c:pt idx="1086">
                    <c:v>Art Institute Of Houston </c:v>
                  </c:pt>
                  <c:pt idx="1087">
                    <c:v>College Of Lake County</c:v>
                  </c:pt>
                  <c:pt idx="1088">
                    <c:v>Kent State University</c:v>
                  </c:pt>
                  <c:pt idx="1089">
                    <c:v>Daniel Webster College</c:v>
                  </c:pt>
                  <c:pt idx="1090">
                    <c:v>Rowan College At Gloucester County</c:v>
                  </c:pt>
                  <c:pt idx="1091">
                    <c:v>Texas A&amp;M University - Commerce</c:v>
                  </c:pt>
                  <c:pt idx="1092">
                    <c:v>Heidelberg University</c:v>
                  </c:pt>
                  <c:pt idx="1093">
                    <c:v>Virginia Wesleyan College</c:v>
                  </c:pt>
                  <c:pt idx="1094">
                    <c:v>Western Carolina University</c:v>
                  </c:pt>
                  <c:pt idx="1095">
                    <c:v>Lee University</c:v>
                  </c:pt>
                  <c:pt idx="1096">
                    <c:v>North Carolina Agricultural &amp; Technical State University</c:v>
                  </c:pt>
                  <c:pt idx="1097">
                    <c:v>State University Of New York College At Potsdam</c:v>
                  </c:pt>
                  <c:pt idx="1098">
                    <c:v>Mercy College</c:v>
                  </c:pt>
                  <c:pt idx="1099">
                    <c:v>Sierra College</c:v>
                  </c:pt>
                  <c:pt idx="1100">
                    <c:v>Adrian College</c:v>
                  </c:pt>
                  <c:pt idx="1101">
                    <c:v>Lake Superior State University</c:v>
                  </c:pt>
                  <c:pt idx="1102">
                    <c:v>Arkansas Tech University</c:v>
                  </c:pt>
                  <c:pt idx="1103">
                    <c:v>Automotive Training Center</c:v>
                  </c:pt>
                  <c:pt idx="1104">
                    <c:v>University Of Alabama At Birmingham</c:v>
                  </c:pt>
                  <c:pt idx="1105">
                    <c:v>Tarrant County College District</c:v>
                  </c:pt>
                  <c:pt idx="1106">
                    <c:v>Waldorf College</c:v>
                  </c:pt>
                  <c:pt idx="1107">
                    <c:v>University Of Saint Francis of Fort Wayne, IN</c:v>
                  </c:pt>
                  <c:pt idx="1108">
                    <c:v>Southeast Community College</c:v>
                  </c:pt>
                  <c:pt idx="1109">
                    <c:v>Clayton State University</c:v>
                  </c:pt>
                  <c:pt idx="1110">
                    <c:v>Kern &amp; North Orange County Community College Districts</c:v>
                  </c:pt>
                  <c:pt idx="1111">
                    <c:v>Johnson &amp; Wales University</c:v>
                  </c:pt>
                  <c:pt idx="1112">
                    <c:v>Manchester Community College of Manchester, CT</c:v>
                  </c:pt>
                  <c:pt idx="1113">
                    <c:v>Northwest College</c:v>
                  </c:pt>
                  <c:pt idx="1114">
                    <c:v>Hudson Valley Community College</c:v>
                  </c:pt>
                  <c:pt idx="1115">
                    <c:v>Laredo Community College</c:v>
                  </c:pt>
                  <c:pt idx="1116">
                    <c:v>Lakes Region Community College</c:v>
                  </c:pt>
                  <c:pt idx="1117">
                    <c:v>Montgomery County Community College</c:v>
                  </c:pt>
                  <c:pt idx="1118">
                    <c:v>San Diego Community College District</c:v>
                  </c:pt>
                  <c:pt idx="1119">
                    <c:v>University Of Montana </c:v>
                  </c:pt>
                  <c:pt idx="1120">
                    <c:v>Gavilan College</c:v>
                  </c:pt>
                  <c:pt idx="1121">
                    <c:v>Western Technical College of El Paso, TX</c:v>
                  </c:pt>
                  <c:pt idx="1122">
                    <c:v>Coastal Carolina University</c:v>
                  </c:pt>
                  <c:pt idx="1123">
                    <c:v>Massachusetts Bay Community College</c:v>
                  </c:pt>
                  <c:pt idx="1124">
                    <c:v>Heald College</c:v>
                  </c:pt>
                  <c:pt idx="1125">
                    <c:v>New England College</c:v>
                  </c:pt>
                  <c:pt idx="1126">
                    <c:v>Southwestern Community College of Creston, IA</c:v>
                  </c:pt>
                  <c:pt idx="1127">
                    <c:v>Eastern Wyoming College</c:v>
                  </c:pt>
                  <c:pt idx="1128">
                    <c:v>Mayville State University</c:v>
                  </c:pt>
                  <c:pt idx="1129">
                    <c:v>University Of The District Of Columbia</c:v>
                  </c:pt>
                  <c:pt idx="1130">
                    <c:v>Salt Lake Community College</c:v>
                  </c:pt>
                  <c:pt idx="1131">
                    <c:v>Ventura County Community College District</c:v>
                  </c:pt>
                  <c:pt idx="1132">
                    <c:v>Georgia Southwestern State University</c:v>
                  </c:pt>
                  <c:pt idx="1133">
                    <c:v>Rio Hondo Community College</c:v>
                  </c:pt>
                  <c:pt idx="1134">
                    <c:v>Capital University</c:v>
                  </c:pt>
                  <c:pt idx="1135">
                    <c:v>University Of Findlay </c:v>
                  </c:pt>
                  <c:pt idx="1136">
                    <c:v>Oklahoma State University Institute Of Technology - Okmulgee</c:v>
                  </c:pt>
                  <c:pt idx="1137">
                    <c:v>Appalachian State University</c:v>
                  </c:pt>
                  <c:pt idx="1138">
                    <c:v>Triton College</c:v>
                  </c:pt>
                  <c:pt idx="1139">
                    <c:v>Northwest Kansas Technical College</c:v>
                  </c:pt>
                  <c:pt idx="1140">
                    <c:v>Ohio University</c:v>
                  </c:pt>
                  <c:pt idx="1141">
                    <c:v>Oral Roberts University</c:v>
                  </c:pt>
                  <c:pt idx="1142">
                    <c:v>Lock Haven University Of Pennsylvania</c:v>
                  </c:pt>
                  <c:pt idx="1143">
                    <c:v>Bristol Community College</c:v>
                  </c:pt>
                  <c:pt idx="1144">
                    <c:v>Troy University And Troy State Universities, Montgomery And Dothan</c:v>
                  </c:pt>
                  <c:pt idx="1145">
                    <c:v>William Jewell College</c:v>
                  </c:pt>
                  <c:pt idx="1146">
                    <c:v>Blinn College</c:v>
                  </c:pt>
                  <c:pt idx="1147">
                    <c:v>Texas State Technical College</c:v>
                  </c:pt>
                  <c:pt idx="1148">
                    <c:v>Shepherd University</c:v>
                  </c:pt>
                  <c:pt idx="1149">
                    <c:v>Marshalltown Community College</c:v>
                  </c:pt>
                  <c:pt idx="1150">
                    <c:v>Southern Nazarene University</c:v>
                  </c:pt>
                  <c:pt idx="1151">
                    <c:v>Los Rios Community College District</c:v>
                  </c:pt>
                  <c:pt idx="1152">
                    <c:v>New England Culinary Institute</c:v>
                  </c:pt>
                  <c:pt idx="1153">
                    <c:v>University Of New Mexico</c:v>
                  </c:pt>
                  <c:pt idx="1154">
                    <c:v>Aurora University</c:v>
                  </c:pt>
                  <c:pt idx="1155">
                    <c:v>Mercyhurst University</c:v>
                  </c:pt>
                  <c:pt idx="1156">
                    <c:v>Ulster County Community College</c:v>
                  </c:pt>
                  <c:pt idx="1157">
                    <c:v>Weatherford College</c:v>
                  </c:pt>
                  <c:pt idx="1158">
                    <c:v>Hartnell Community College</c:v>
                  </c:pt>
                  <c:pt idx="1159">
                    <c:v>Tacoma Community College</c:v>
                  </c:pt>
                  <c:pt idx="1160">
                    <c:v>Vincennes University</c:v>
                  </c:pt>
                  <c:pt idx="1161">
                    <c:v>Campbellsville University</c:v>
                  </c:pt>
                  <c:pt idx="1162">
                    <c:v>San Juan College</c:v>
                  </c:pt>
                  <c:pt idx="1163">
                    <c:v>Concordia University - Wisconsin</c:v>
                  </c:pt>
                  <c:pt idx="1164">
                    <c:v>Nazareth College Of Rochester</c:v>
                  </c:pt>
                  <c:pt idx="1165">
                    <c:v>West Liberty University</c:v>
                  </c:pt>
                  <c:pt idx="1166">
                    <c:v>SUNY College Of Agriculture &amp; Technology At Morrisville</c:v>
                  </c:pt>
                  <c:pt idx="1167">
                    <c:v>Arkansas State University</c:v>
                  </c:pt>
                  <c:pt idx="1168">
                    <c:v>Cleveland State University</c:v>
                  </c:pt>
                  <c:pt idx="1169">
                    <c:v>Central Ohio Technical College</c:v>
                  </c:pt>
                  <c:pt idx="1170">
                    <c:v>Central Methodist University</c:v>
                  </c:pt>
                  <c:pt idx="1171">
                    <c:v>Friends University</c:v>
                  </c:pt>
                  <c:pt idx="1172">
                    <c:v>Harper College</c:v>
                  </c:pt>
                  <c:pt idx="1173">
                    <c:v>Western State Colorado University</c:v>
                  </c:pt>
                  <c:pt idx="1174">
                    <c:v>Lipscomb University</c:v>
                  </c:pt>
                  <c:pt idx="1175">
                    <c:v>College Of Marin</c:v>
                  </c:pt>
                  <c:pt idx="1176">
                    <c:v>Missouri Western State University</c:v>
                  </c:pt>
                  <c:pt idx="1177">
                    <c:v>Bates Technical College</c:v>
                  </c:pt>
                  <c:pt idx="1178">
                    <c:v>Saint Charles Community College</c:v>
                  </c:pt>
                  <c:pt idx="1179">
                    <c:v>Cumberland University</c:v>
                  </c:pt>
                  <c:pt idx="1180">
                    <c:v>Hill College</c:v>
                  </c:pt>
                  <c:pt idx="1181">
                    <c:v>Husson University</c:v>
                  </c:pt>
                  <c:pt idx="1182">
                    <c:v>Missouri Southern State University</c:v>
                  </c:pt>
                  <c:pt idx="1183">
                    <c:v>Colby Community College</c:v>
                  </c:pt>
                  <c:pt idx="1184">
                    <c:v>Midamerica Nazarene University</c:v>
                  </c:pt>
                  <c:pt idx="1185">
                    <c:v>Miami Dade CC</c:v>
                  </c:pt>
                  <c:pt idx="1186">
                    <c:v>Mount Vernon Nazarene University</c:v>
                  </c:pt>
                  <c:pt idx="1187">
                    <c:v>Delaware County Community College</c:v>
                  </c:pt>
                  <c:pt idx="1188">
                    <c:v>Johnson County Community College</c:v>
                  </c:pt>
                  <c:pt idx="1189">
                    <c:v>Adams State University</c:v>
                  </c:pt>
                  <c:pt idx="1190">
                    <c:v>New Mexico Highlands University</c:v>
                  </c:pt>
                  <c:pt idx="1191">
                    <c:v>Pittsburgh Technical Institute</c:v>
                  </c:pt>
                  <c:pt idx="1192">
                    <c:v>Midland University</c:v>
                  </c:pt>
                  <c:pt idx="1193">
                    <c:v>Citrus Community College</c:v>
                  </c:pt>
                  <c:pt idx="1194">
                    <c:v>Mount Hood Community College</c:v>
                  </c:pt>
                  <c:pt idx="1195">
                    <c:v>East Tennessee State University</c:v>
                  </c:pt>
                  <c:pt idx="1196">
                    <c:v>Lincoln Memorial University</c:v>
                  </c:pt>
                  <c:pt idx="1197">
                    <c:v>Minnesota State University System, Century And Various Other Minnesota Community Colleges</c:v>
                  </c:pt>
                  <c:pt idx="1198">
                    <c:v>Metropolitan State University Of Denver</c:v>
                  </c:pt>
                  <c:pt idx="1199">
                    <c:v>Winston-Salem State University</c:v>
                  </c:pt>
                  <c:pt idx="1200">
                    <c:v>Eastern Idaho Technical College</c:v>
                  </c:pt>
                  <c:pt idx="1201">
                    <c:v>Barton County Community College</c:v>
                  </c:pt>
                  <c:pt idx="1202">
                    <c:v>Northern Kentucky University</c:v>
                  </c:pt>
                  <c:pt idx="1203">
                    <c:v>CUNY Bronx Community College</c:v>
                  </c:pt>
                  <c:pt idx="1204">
                    <c:v>Youngstown State University</c:v>
                  </c:pt>
                  <c:pt idx="1205">
                    <c:v>University Of Maine System</c:v>
                  </c:pt>
                  <c:pt idx="1206">
                    <c:v>Los Angeles Community College District</c:v>
                  </c:pt>
                  <c:pt idx="1207">
                    <c:v>Riverside Community College District</c:v>
                  </c:pt>
                  <c:pt idx="1208">
                    <c:v>University Of Akron </c:v>
                  </c:pt>
                  <c:pt idx="1209">
                    <c:v>Lubbock Christian University</c:v>
                  </c:pt>
                  <c:pt idx="1210">
                    <c:v>Daemen College</c:v>
                  </c:pt>
                  <c:pt idx="1211">
                    <c:v>Evangel University</c:v>
                  </c:pt>
                  <c:pt idx="1212">
                    <c:v>Southwestern Assemblies Of God University</c:v>
                  </c:pt>
                  <c:pt idx="1213">
                    <c:v>Ferrum College</c:v>
                  </c:pt>
                  <c:pt idx="1214">
                    <c:v>Texas State Technical College Harlingen</c:v>
                  </c:pt>
                  <c:pt idx="1215">
                    <c:v>Grand Canyon University</c:v>
                  </c:pt>
                  <c:pt idx="1216">
                    <c:v>Northwest Arkansas Community College</c:v>
                  </c:pt>
                  <c:pt idx="1217">
                    <c:v>El Camino College</c:v>
                  </c:pt>
                  <c:pt idx="1218">
                    <c:v>University Of Montevallo</c:v>
                  </c:pt>
                  <c:pt idx="1219">
                    <c:v>CUNY, Hostos Community College</c:v>
                  </c:pt>
                  <c:pt idx="1220">
                    <c:v>North Central University</c:v>
                  </c:pt>
                  <c:pt idx="1221">
                    <c:v>Broward College</c:v>
                  </c:pt>
                  <c:pt idx="1222">
                    <c:v>Columbia - Greene Community College - SUNY Office Of Cmnty Colleg</c:v>
                  </c:pt>
                  <c:pt idx="1223">
                    <c:v>Cerritos Community College</c:v>
                  </c:pt>
                  <c:pt idx="1224">
                    <c:v>Naugatuck Valley Community College</c:v>
                  </c:pt>
                  <c:pt idx="1225">
                    <c:v>Manchester Community College of Manchester, NH</c:v>
                  </c:pt>
                  <c:pt idx="1226">
                    <c:v>North Central Texas College</c:v>
                  </c:pt>
                  <c:pt idx="1227">
                    <c:v>Austin Community College</c:v>
                  </c:pt>
                  <c:pt idx="1228">
                    <c:v>San Joaquin Delta College</c:v>
                  </c:pt>
                  <c:pt idx="1229">
                    <c:v>Wheelock College</c:v>
                  </c:pt>
                  <c:pt idx="1230">
                    <c:v>Our Lady Of The Lake College</c:v>
                  </c:pt>
                  <c:pt idx="1231">
                    <c:v>Salem College</c:v>
                  </c:pt>
                  <c:pt idx="1232">
                    <c:v>Southeastern University</c:v>
                  </c:pt>
                  <c:pt idx="1233">
                    <c:v>University Of Texas At Brownsville</c:v>
                  </c:pt>
                  <c:pt idx="1234">
                    <c:v>Anderson University of Anderson, SC</c:v>
                  </c:pt>
                  <c:pt idx="1235">
                    <c:v>Crown College</c:v>
                  </c:pt>
                  <c:pt idx="1236">
                    <c:v>Snow College</c:v>
                  </c:pt>
                  <c:pt idx="1237">
                    <c:v>Community College Of Baltimore County</c:v>
                  </c:pt>
                  <c:pt idx="1238">
                    <c:v>Immaculata University</c:v>
                  </c:pt>
                  <c:pt idx="1239">
                    <c:v>Reid State Technical College</c:v>
                  </c:pt>
                  <c:pt idx="1240">
                    <c:v>Clarion University Of Pennsylvania</c:v>
                  </c:pt>
                  <c:pt idx="1241">
                    <c:v>Wayland Baptist University</c:v>
                  </c:pt>
                  <c:pt idx="1242">
                    <c:v>East Texas Baptist University</c:v>
                  </c:pt>
                  <c:pt idx="1243">
                    <c:v>Southern University And Agricultural &amp; Mechanical Colg At Baton R</c:v>
                  </c:pt>
                  <c:pt idx="1244">
                    <c:v>Southern Utah University</c:v>
                  </c:pt>
                  <c:pt idx="1245">
                    <c:v>Northeast Community College</c:v>
                  </c:pt>
                  <c:pt idx="1246">
                    <c:v>Waukesha County Technical College</c:v>
                  </c:pt>
                  <c:pt idx="1247">
                    <c:v>Northeastern State University</c:v>
                  </c:pt>
                  <c:pt idx="1248">
                    <c:v>Montana State University - Billings</c:v>
                  </c:pt>
                  <c:pt idx="1249">
                    <c:v>University Of Science &amp; Arts Of Oklahoma</c:v>
                  </c:pt>
                  <c:pt idx="1250">
                    <c:v>Allan Hancock College</c:v>
                  </c:pt>
                  <c:pt idx="1251">
                    <c:v>Delta State University</c:v>
                  </c:pt>
                  <c:pt idx="1252">
                    <c:v>Full Sail University</c:v>
                  </c:pt>
                  <c:pt idx="1253">
                    <c:v>Lake Region State College</c:v>
                  </c:pt>
                  <c:pt idx="1254">
                    <c:v>Ohio Dominican University</c:v>
                  </c:pt>
                  <c:pt idx="1255">
                    <c:v>Coffeyville Community College</c:v>
                  </c:pt>
                  <c:pt idx="1256">
                    <c:v>College Of The Mainland</c:v>
                  </c:pt>
                  <c:pt idx="1257">
                    <c:v>Ranken Technical College</c:v>
                  </c:pt>
                  <c:pt idx="1258">
                    <c:v>University Of Arkansas At Little Rock</c:v>
                  </c:pt>
                  <c:pt idx="1259">
                    <c:v>Lancaster Bible College</c:v>
                  </c:pt>
                  <c:pt idx="1260">
                    <c:v>Massasoit Community College</c:v>
                  </c:pt>
                  <c:pt idx="1261">
                    <c:v>Dallas Baptist University</c:v>
                  </c:pt>
                  <c:pt idx="1262">
                    <c:v>Springfield Technical Community College</c:v>
                  </c:pt>
                  <c:pt idx="1263">
                    <c:v>University Of West Alabama</c:v>
                  </c:pt>
                  <c:pt idx="1264">
                    <c:v>Blue Ridge Community College of Weyers Cave, VA</c:v>
                  </c:pt>
                  <c:pt idx="1265">
                    <c:v>Beth Medrash Govoha Of America</c:v>
                  </c:pt>
                  <c:pt idx="1266">
                    <c:v>Long Beach City College</c:v>
                  </c:pt>
                  <c:pt idx="1267">
                    <c:v>Coastal Carolina Community College</c:v>
                  </c:pt>
                  <c:pt idx="1268">
                    <c:v>Solano Community College</c:v>
                  </c:pt>
                  <c:pt idx="1269">
                    <c:v>Parkland College</c:v>
                  </c:pt>
                  <c:pt idx="1270">
                    <c:v>Waubonsee Community College</c:v>
                  </c:pt>
                  <c:pt idx="1271">
                    <c:v>Valencia College</c:v>
                  </c:pt>
                  <c:pt idx="1272">
                    <c:v>Platt College of Alhambra, CA</c:v>
                  </c:pt>
                  <c:pt idx="1273">
                    <c:v>Western Kentucky University</c:v>
                  </c:pt>
                  <c:pt idx="1274">
                    <c:v>Mount Aloysius College</c:v>
                  </c:pt>
                  <c:pt idx="1275">
                    <c:v>Cecil College</c:v>
                  </c:pt>
                  <c:pt idx="1276">
                    <c:v>Phoenix Metro Community Colleges</c:v>
                  </c:pt>
                  <c:pt idx="1277">
                    <c:v>North Country Community College</c:v>
                  </c:pt>
                  <c:pt idx="1278">
                    <c:v>Whitworth University</c:v>
                  </c:pt>
                  <c:pt idx="1279">
                    <c:v>Anderson University of Anderson, IN</c:v>
                  </c:pt>
                  <c:pt idx="1280">
                    <c:v>Clark College</c:v>
                  </c:pt>
                  <c:pt idx="1281">
                    <c:v>Art Institute Of Colorado </c:v>
                  </c:pt>
                  <c:pt idx="1282">
                    <c:v>Germanna Community College</c:v>
                  </c:pt>
                  <c:pt idx="1283">
                    <c:v>University Of Arkansas At Fort Smith</c:v>
                  </c:pt>
                  <c:pt idx="1284">
                    <c:v>Joliet Junior College</c:v>
                  </c:pt>
                  <c:pt idx="1285">
                    <c:v>Lower Columbia College</c:v>
                  </c:pt>
                  <c:pt idx="1286">
                    <c:v>William Carey University</c:v>
                  </c:pt>
                  <c:pt idx="1287">
                    <c:v>Idaho State University</c:v>
                  </c:pt>
                  <c:pt idx="1288">
                    <c:v>Southeast Missouri State University</c:v>
                  </c:pt>
                  <c:pt idx="1289">
                    <c:v>Washburn University - Topeka</c:v>
                  </c:pt>
                  <c:pt idx="1290">
                    <c:v>California Culinary Academy</c:v>
                  </c:pt>
                  <c:pt idx="1291">
                    <c:v>Redlands Community College</c:v>
                  </c:pt>
                  <c:pt idx="1292">
                    <c:v>John Tyler Community College</c:v>
                  </c:pt>
                  <c:pt idx="1293">
                    <c:v>North Carolina Central University</c:v>
                  </c:pt>
                  <c:pt idx="1294">
                    <c:v>Grambling State University</c:v>
                  </c:pt>
                  <c:pt idx="1295">
                    <c:v>Imperial Valley College</c:v>
                  </c:pt>
                  <c:pt idx="1296">
                    <c:v>Seattle Central Community College</c:v>
                  </c:pt>
                  <c:pt idx="1297">
                    <c:v>Peru State College</c:v>
                  </c:pt>
                  <c:pt idx="1298">
                    <c:v>Western New Mexico University</c:v>
                  </c:pt>
                  <c:pt idx="1299">
                    <c:v>Northwestern State University</c:v>
                  </c:pt>
                  <c:pt idx="1300">
                    <c:v>Dallas County Community College District</c:v>
                  </c:pt>
                  <c:pt idx="1301">
                    <c:v>North Shore Community College</c:v>
                  </c:pt>
                  <c:pt idx="1302">
                    <c:v>Southwest Texas Junior College</c:v>
                  </c:pt>
                  <c:pt idx="1303">
                    <c:v>Peninsula College</c:v>
                  </c:pt>
                  <c:pt idx="1304">
                    <c:v>Lake Washington Institute Of Technology</c:v>
                  </c:pt>
                  <c:pt idx="1305">
                    <c:v>Western Oklahoma State College</c:v>
                  </c:pt>
                  <c:pt idx="1306">
                    <c:v>Viterbo University</c:v>
                  </c:pt>
                  <c:pt idx="1307">
                    <c:v>Vernon College</c:v>
                  </c:pt>
                  <c:pt idx="1308">
                    <c:v>Mount Mary University</c:v>
                  </c:pt>
                  <c:pt idx="1309">
                    <c:v>Labette Community College</c:v>
                  </c:pt>
                  <c:pt idx="1310">
                    <c:v>Gordon College</c:v>
                  </c:pt>
                  <c:pt idx="1311">
                    <c:v>Craven Community College</c:v>
                  </c:pt>
                  <c:pt idx="1312">
                    <c:v>South Texas College</c:v>
                  </c:pt>
                  <c:pt idx="1313">
                    <c:v>Cochise College</c:v>
                  </c:pt>
                  <c:pt idx="1314">
                    <c:v>University Of The Arts </c:v>
                  </c:pt>
                  <c:pt idx="1315">
                    <c:v>College Of Du Page</c:v>
                  </c:pt>
                  <c:pt idx="1316">
                    <c:v>Morton College</c:v>
                  </c:pt>
                  <c:pt idx="1317">
                    <c:v>Art Institute Of York  - Pennsylvania</c:v>
                  </c:pt>
                  <c:pt idx="1318">
                    <c:v>University Of North Carolina At Pembroke</c:v>
                  </c:pt>
                  <c:pt idx="1319">
                    <c:v>Hagerstown Community College</c:v>
                  </c:pt>
                  <c:pt idx="1320">
                    <c:v>Laramie County Community College</c:v>
                  </c:pt>
                  <c:pt idx="1321">
                    <c:v>Tunxis Community College</c:v>
                  </c:pt>
                  <c:pt idx="1322">
                    <c:v>Mount Wachusett Community College</c:v>
                  </c:pt>
                  <c:pt idx="1323">
                    <c:v>Spartanburg Methodist College</c:v>
                  </c:pt>
                  <c:pt idx="1324">
                    <c:v>Essex County College</c:v>
                  </c:pt>
                  <c:pt idx="1325">
                    <c:v>College Of The Desert</c:v>
                  </c:pt>
                  <c:pt idx="1326">
                    <c:v>Robert Morgan And Miami Lakes Educational Centers</c:v>
                  </c:pt>
                  <c:pt idx="1327">
                    <c:v>Hampshire College</c:v>
                  </c:pt>
                  <c:pt idx="1328">
                    <c:v>Ranger College</c:v>
                  </c:pt>
                  <c:pt idx="1329">
                    <c:v>Collin County Community College</c:v>
                  </c:pt>
                  <c:pt idx="1330">
                    <c:v>Oklahoma City Community College</c:v>
                  </c:pt>
                  <c:pt idx="1331">
                    <c:v>Wilmington College</c:v>
                  </c:pt>
                  <c:pt idx="1332">
                    <c:v>University Of Arkansas At Monticello</c:v>
                  </c:pt>
                  <c:pt idx="1333">
                    <c:v>Siena Heights University</c:v>
                  </c:pt>
                  <c:pt idx="1334">
                    <c:v>Southwestern Oregon Community College</c:v>
                  </c:pt>
                  <c:pt idx="1335">
                    <c:v>Camden County College</c:v>
                  </c:pt>
                  <c:pt idx="1336">
                    <c:v>Lake Area Technical Institute</c:v>
                  </c:pt>
                  <c:pt idx="1337">
                    <c:v>Northern Wyoming Community College District</c:v>
                  </c:pt>
                  <c:pt idx="1338">
                    <c:v>Walsh University</c:v>
                  </c:pt>
                  <c:pt idx="1339">
                    <c:v>San Bernardino Community College District</c:v>
                  </c:pt>
                  <c:pt idx="1340">
                    <c:v>Harrington College Of Design</c:v>
                  </c:pt>
                  <c:pt idx="1341">
                    <c:v>Jefferson Community College</c:v>
                  </c:pt>
                  <c:pt idx="1342">
                    <c:v>Roberts Wesleyan College</c:v>
                  </c:pt>
                  <c:pt idx="1343">
                    <c:v>Monterey Peninsula College</c:v>
                  </c:pt>
                  <c:pt idx="1344">
                    <c:v>Emporia State University</c:v>
                  </c:pt>
                  <c:pt idx="1345">
                    <c:v>Southeastern Louisiana University</c:v>
                  </c:pt>
                  <c:pt idx="1346">
                    <c:v>YTI Career Institute</c:v>
                  </c:pt>
                  <c:pt idx="1347">
                    <c:v>Le Cordon Bleu College Of Culinary Arts of Scottsdale, AZ</c:v>
                  </c:pt>
                  <c:pt idx="1348">
                    <c:v>Schoolcraft College</c:v>
                  </c:pt>
                  <c:pt idx="1349">
                    <c:v>Mt. San Jacinto College</c:v>
                  </c:pt>
                  <c:pt idx="1350">
                    <c:v>SUNY College Of Agriculture &amp; Technology At Cobleskill</c:v>
                  </c:pt>
                  <c:pt idx="1351">
                    <c:v>Rose State College</c:v>
                  </c:pt>
                  <c:pt idx="1352">
                    <c:v>Marywood University</c:v>
                  </c:pt>
                  <c:pt idx="1353">
                    <c:v>Lander University</c:v>
                  </c:pt>
                  <c:pt idx="1354">
                    <c:v>Cornish College Of The Arts</c:v>
                  </c:pt>
                  <c:pt idx="1355">
                    <c:v>Bellevue University</c:v>
                  </c:pt>
                  <c:pt idx="1356">
                    <c:v>Fisher College</c:v>
                  </c:pt>
                  <c:pt idx="1357">
                    <c:v>Mid-Plains Community College</c:v>
                  </c:pt>
                  <c:pt idx="1358">
                    <c:v>Mansfield University Of Pennsylvania</c:v>
                  </c:pt>
                  <c:pt idx="1359">
                    <c:v>Universal Technical Institute of Orlando, FL</c:v>
                  </c:pt>
                  <c:pt idx="1360">
                    <c:v>Quinsigamond Community College</c:v>
                  </c:pt>
                  <c:pt idx="1361">
                    <c:v>Tennessee College Of Applied Technology-Shelbyville</c:v>
                  </c:pt>
                  <c:pt idx="1362">
                    <c:v>Renton Technical College</c:v>
                  </c:pt>
                  <c:pt idx="1363">
                    <c:v>Allegany College Of Maryland</c:v>
                  </c:pt>
                  <c:pt idx="1364">
                    <c:v>University Of Mobile</c:v>
                  </c:pt>
                  <c:pt idx="1365">
                    <c:v>Temple College</c:v>
                  </c:pt>
                  <c:pt idx="1366">
                    <c:v>College Of Southern Nevada</c:v>
                  </c:pt>
                  <c:pt idx="1367">
                    <c:v>Tulsa Community College</c:v>
                  </c:pt>
                  <c:pt idx="1368">
                    <c:v>Everett Community College</c:v>
                  </c:pt>
                  <c:pt idx="1369">
                    <c:v>Seminole State College Of Florida</c:v>
                  </c:pt>
                  <c:pt idx="1370">
                    <c:v>Art Institute Of Fort Lauderdale </c:v>
                  </c:pt>
                  <c:pt idx="1371">
                    <c:v>Art Institute Of Philadelphia </c:v>
                  </c:pt>
                  <c:pt idx="1372">
                    <c:v>Polk State College</c:v>
                  </c:pt>
                  <c:pt idx="1373">
                    <c:v>Helena College University Of Montana</c:v>
                  </c:pt>
                  <c:pt idx="1374">
                    <c:v>Coker College</c:v>
                  </c:pt>
                  <c:pt idx="1375">
                    <c:v>Illinois Central College</c:v>
                  </c:pt>
                  <c:pt idx="1376">
                    <c:v>Louisiana State University In Shreveport</c:v>
                  </c:pt>
                  <c:pt idx="1377">
                    <c:v>Edinboro University Of Pennsylvania</c:v>
                  </c:pt>
                  <c:pt idx="1378">
                    <c:v>University Of North Carolina  Asheville</c:v>
                  </c:pt>
                  <c:pt idx="1379">
                    <c:v>Indiana Institute Of Technology</c:v>
                  </c:pt>
                  <c:pt idx="1380">
                    <c:v>Sterling College</c:v>
                  </c:pt>
                  <c:pt idx="1381">
                    <c:v>Cabrillo College</c:v>
                  </c:pt>
                  <c:pt idx="1382">
                    <c:v>Columbia College of Columbia, MO</c:v>
                  </c:pt>
                  <c:pt idx="1383">
                    <c:v>Big Bend Community College</c:v>
                  </c:pt>
                  <c:pt idx="1384">
                    <c:v>Oklahoma Baptist University</c:v>
                  </c:pt>
                  <c:pt idx="1385">
                    <c:v>Northeast Alabama Community College</c:v>
                  </c:pt>
                  <c:pt idx="1386">
                    <c:v>Yakima Valley Community College</c:v>
                  </c:pt>
                  <c:pt idx="1387">
                    <c:v>University Of Memphis </c:v>
                  </c:pt>
                  <c:pt idx="1388">
                    <c:v>Northampton County Area Community College</c:v>
                  </c:pt>
                  <c:pt idx="1389">
                    <c:v>Santa Fe College</c:v>
                  </c:pt>
                  <c:pt idx="1390">
                    <c:v>Capital Area Technical College</c:v>
                  </c:pt>
                  <c:pt idx="1391">
                    <c:v>Butte College</c:v>
                  </c:pt>
                  <c:pt idx="1392">
                    <c:v>Carroll Community College</c:v>
                  </c:pt>
                  <c:pt idx="1393">
                    <c:v>Skagit Valley College</c:v>
                  </c:pt>
                  <c:pt idx="1394">
                    <c:v>Grayson  County College</c:v>
                  </c:pt>
                  <c:pt idx="1395">
                    <c:v>New River Community College</c:v>
                  </c:pt>
                  <c:pt idx="1396">
                    <c:v>Enterprise State Community College</c:v>
                  </c:pt>
                  <c:pt idx="1397">
                    <c:v>Trinity Valley Community College</c:v>
                  </c:pt>
                  <c:pt idx="1398">
                    <c:v>George C. Wallace State Community College</c:v>
                  </c:pt>
                  <c:pt idx="1399">
                    <c:v>Cleveland State Community College</c:v>
                  </c:pt>
                  <c:pt idx="1400">
                    <c:v>Victor Valley Community College</c:v>
                  </c:pt>
                  <c:pt idx="1401">
                    <c:v>Elizabeth City State University</c:v>
                  </c:pt>
                  <c:pt idx="1402">
                    <c:v>Centralia College</c:v>
                  </c:pt>
                  <c:pt idx="1403">
                    <c:v>Hillsborough Community College</c:v>
                  </c:pt>
                  <c:pt idx="1404">
                    <c:v>Chaffey Community College</c:v>
                  </c:pt>
                  <c:pt idx="1405">
                    <c:v>Lincoln Technical Institute And Lincoln College Of Technology</c:v>
                  </c:pt>
                  <c:pt idx="1406">
                    <c:v>Amarillo College</c:v>
                  </c:pt>
                  <c:pt idx="1407">
                    <c:v>Southern West Virginia Community And Technical College</c:v>
                  </c:pt>
                  <c:pt idx="1408">
                    <c:v>University Of Montana Western </c:v>
                  </c:pt>
                  <c:pt idx="1409">
                    <c:v>Palm Beach State College</c:v>
                  </c:pt>
                  <c:pt idx="1410">
                    <c:v>Art Institute Of Pittsburgh </c:v>
                  </c:pt>
                  <c:pt idx="1411">
                    <c:v>Fort Valley State University</c:v>
                  </c:pt>
                  <c:pt idx="1412">
                    <c:v>SUNY College Of Technology At Canton</c:v>
                  </c:pt>
                  <c:pt idx="1413">
                    <c:v>Dakota College At Bottineau</c:v>
                  </c:pt>
                  <c:pt idx="1414">
                    <c:v>College Of New Rochelle </c:v>
                  </c:pt>
                  <c:pt idx="1415">
                    <c:v>West Virginia Community And Technical College System</c:v>
                  </c:pt>
                  <c:pt idx="1416">
                    <c:v>Brown College</c:v>
                  </c:pt>
                  <c:pt idx="1417">
                    <c:v>Corning Community College - SUNY Office Of Community Colleges</c:v>
                  </c:pt>
                  <c:pt idx="1418">
                    <c:v>Delaware Technical Community College of Wilmington, DE</c:v>
                  </c:pt>
                  <c:pt idx="1419">
                    <c:v>Wayne State College</c:v>
                  </c:pt>
                  <c:pt idx="1420">
                    <c:v>Lackawanna College</c:v>
                  </c:pt>
                  <c:pt idx="1421">
                    <c:v>Berkshire Community College</c:v>
                  </c:pt>
                  <c:pt idx="1422">
                    <c:v>SUNY College Of Technology At Delhi</c:v>
                  </c:pt>
                  <c:pt idx="1423">
                    <c:v>CC Of Philadelphia</c:v>
                  </c:pt>
                  <c:pt idx="1424">
                    <c:v>Southwestern Community College District</c:v>
                  </c:pt>
                  <c:pt idx="1425">
                    <c:v>United Talmudical Seminary</c:v>
                  </c:pt>
                  <c:pt idx="1426">
                    <c:v>Metropolitan Community College of Kansas City, MO</c:v>
                  </c:pt>
                  <c:pt idx="1427">
                    <c:v>Georgia Perimeter College</c:v>
                  </c:pt>
                  <c:pt idx="1428">
                    <c:v>California Institute Of The Arts</c:v>
                  </c:pt>
                  <c:pt idx="1429">
                    <c:v>Antelope Valley College</c:v>
                  </c:pt>
                  <c:pt idx="1430">
                    <c:v>Mars Hill University</c:v>
                  </c:pt>
                  <c:pt idx="1431">
                    <c:v>Finger Lakes Community College - SUNY Office Of Community College</c:v>
                  </c:pt>
                  <c:pt idx="1432">
                    <c:v>Texarkana College</c:v>
                  </c:pt>
                  <c:pt idx="1433">
                    <c:v>Mississippi Gulf Coast Community College</c:v>
                  </c:pt>
                  <c:pt idx="1434">
                    <c:v>Clackamas Community College</c:v>
                  </c:pt>
                  <c:pt idx="1435">
                    <c:v>Edison State College</c:v>
                  </c:pt>
                  <c:pt idx="1436">
                    <c:v>Marian University of Fond Du Lac, WI</c:v>
                  </c:pt>
                  <c:pt idx="1437">
                    <c:v>El Paso Community College</c:v>
                  </c:pt>
                  <c:pt idx="1438">
                    <c:v>West Hills Community College District</c:v>
                  </c:pt>
                  <c:pt idx="1439">
                    <c:v>Central Wyoming College</c:v>
                  </c:pt>
                  <c:pt idx="1440">
                    <c:v>Oklahoma State University - Oklahoma City</c:v>
                  </c:pt>
                  <c:pt idx="1441">
                    <c:v>Northwest Florida State College</c:v>
                  </c:pt>
                  <c:pt idx="1442">
                    <c:v>College Of The Sequoias</c:v>
                  </c:pt>
                  <c:pt idx="1443">
                    <c:v>Western Dakota Technical Institute</c:v>
                  </c:pt>
                  <c:pt idx="1444">
                    <c:v>Colorado Mountain College</c:v>
                  </c:pt>
                  <c:pt idx="1445">
                    <c:v>Fort Lewis College</c:v>
                  </c:pt>
                  <c:pt idx="1446">
                    <c:v>Emily Griffith Technical College</c:v>
                  </c:pt>
                  <c:pt idx="1447">
                    <c:v>Bethany Lutheran College</c:v>
                  </c:pt>
                  <c:pt idx="1448">
                    <c:v>Truckee Meadows Community College</c:v>
                  </c:pt>
                  <c:pt idx="1449">
                    <c:v>New England Institute Of Art </c:v>
                  </c:pt>
                  <c:pt idx="1450">
                    <c:v>Ashland University</c:v>
                  </c:pt>
                  <c:pt idx="1451">
                    <c:v>Yuba Community College District</c:v>
                  </c:pt>
                  <c:pt idx="1452">
                    <c:v>Trinity International University</c:v>
                  </c:pt>
                  <c:pt idx="1453">
                    <c:v>Yavapai College</c:v>
                  </c:pt>
                  <c:pt idx="1454">
                    <c:v>Austin Peay State University</c:v>
                  </c:pt>
                  <c:pt idx="1455">
                    <c:v>Linn-Benton Community College</c:v>
                  </c:pt>
                  <c:pt idx="1456">
                    <c:v>Lake Sumter State College</c:v>
                  </c:pt>
                  <c:pt idx="1457">
                    <c:v>Ozark Christian College</c:v>
                  </c:pt>
                  <c:pt idx="1458">
                    <c:v>Miracosta College</c:v>
                  </c:pt>
                  <c:pt idx="1459">
                    <c:v>Wenatchee Valley College</c:v>
                  </c:pt>
                  <c:pt idx="1460">
                    <c:v>Monroe County Community College</c:v>
                  </c:pt>
                  <c:pt idx="1461">
                    <c:v>Cowley County Community College &amp; Area Vocational Technical Schoo</c:v>
                  </c:pt>
                  <c:pt idx="1462">
                    <c:v>Arkansas State University - Beebe</c:v>
                  </c:pt>
                  <c:pt idx="1463">
                    <c:v>Claflin University</c:v>
                  </c:pt>
                  <c:pt idx="1464">
                    <c:v>Moore Norman Technology Center School District No. 17</c:v>
                  </c:pt>
                  <c:pt idx="1465">
                    <c:v>State College Of Florida, Manatee-Sarasota</c:v>
                  </c:pt>
                  <c:pt idx="1466">
                    <c:v>East Central College</c:v>
                  </c:pt>
                  <c:pt idx="1467">
                    <c:v>Northeast Texas Community College</c:v>
                  </c:pt>
                  <c:pt idx="1468">
                    <c:v>Flathead Valley Community College</c:v>
                  </c:pt>
                  <c:pt idx="1469">
                    <c:v>Southern Virginia University</c:v>
                  </c:pt>
                  <c:pt idx="1470">
                    <c:v>Bethel College</c:v>
                  </c:pt>
                  <c:pt idx="1471">
                    <c:v>Calhoun Community College</c:v>
                  </c:pt>
                  <c:pt idx="1472">
                    <c:v>Eastern Oklahoma State College</c:v>
                  </c:pt>
                  <c:pt idx="1473">
                    <c:v>Blackburn University</c:v>
                  </c:pt>
                  <c:pt idx="1474">
                    <c:v>Mid-State Technical College</c:v>
                  </c:pt>
                  <c:pt idx="1475">
                    <c:v>Robert Morris University Illinois</c:v>
                  </c:pt>
                  <c:pt idx="1476">
                    <c:v>Kirkwood Community College</c:v>
                  </c:pt>
                  <c:pt idx="1477">
                    <c:v>Blue Mountain Community College</c:v>
                  </c:pt>
                  <c:pt idx="1478">
                    <c:v>William Peace University</c:v>
                  </c:pt>
                  <c:pt idx="1479">
                    <c:v>North Iowa Area Community College</c:v>
                  </c:pt>
                  <c:pt idx="1480">
                    <c:v>Florida State College At Jacksonville</c:v>
                  </c:pt>
                  <c:pt idx="1481">
                    <c:v>Alamo Community College District</c:v>
                  </c:pt>
                  <c:pt idx="1482">
                    <c:v>University Of Charleston</c:v>
                  </c:pt>
                  <c:pt idx="1483">
                    <c:v>Illinois Institute Of Art </c:v>
                  </c:pt>
                  <c:pt idx="1484">
                    <c:v>Emmanuel College of Franklin Springs, GA</c:v>
                  </c:pt>
                  <c:pt idx="1485">
                    <c:v>Northeast Wisconsin Technical College</c:v>
                  </c:pt>
                  <c:pt idx="1486">
                    <c:v>Lewis And Clark Community College</c:v>
                  </c:pt>
                  <c:pt idx="1487">
                    <c:v>Columbia Gorge Community College</c:v>
                  </c:pt>
                  <c:pt idx="1488">
                    <c:v>Gordon State College</c:v>
                  </c:pt>
                  <c:pt idx="1489">
                    <c:v>Motlow State Community College</c:v>
                  </c:pt>
                  <c:pt idx="1490">
                    <c:v>Kankakee Community College</c:v>
                  </c:pt>
                  <c:pt idx="1491">
                    <c:v>Middle Georgia State College</c:v>
                  </c:pt>
                  <c:pt idx="1492">
                    <c:v>St. Petersburg College</c:v>
                  </c:pt>
                  <c:pt idx="1493">
                    <c:v>Wor-Wic Community College</c:v>
                  </c:pt>
                  <c:pt idx="1494">
                    <c:v>Grays Harbor College</c:v>
                  </c:pt>
                  <c:pt idx="1495">
                    <c:v>Maranatha Baptist University</c:v>
                  </c:pt>
                  <c:pt idx="1496">
                    <c:v>Drury University</c:v>
                  </c:pt>
                  <c:pt idx="1497">
                    <c:v>Albany State University</c:v>
                  </c:pt>
                  <c:pt idx="1498">
                    <c:v>Portland Community College</c:v>
                  </c:pt>
                  <c:pt idx="1499">
                    <c:v>Delaware Technical Community College of Dover, DE</c:v>
                  </c:pt>
                  <c:pt idx="1500">
                    <c:v>Saint Johns River State College</c:v>
                  </c:pt>
                  <c:pt idx="1501">
                    <c:v>Texas Southern University</c:v>
                  </c:pt>
                  <c:pt idx="1502">
                    <c:v>Harford Community College</c:v>
                  </c:pt>
                  <c:pt idx="1503">
                    <c:v>Concord University</c:v>
                  </c:pt>
                  <c:pt idx="1504">
                    <c:v>Lakeland Community College</c:v>
                  </c:pt>
                  <c:pt idx="1505">
                    <c:v>Institute Of Audio Research</c:v>
                  </c:pt>
                  <c:pt idx="1506">
                    <c:v>Shawnee State University</c:v>
                  </c:pt>
                  <c:pt idx="1507">
                    <c:v>California College Of The Arts</c:v>
                  </c:pt>
                  <c:pt idx="1508">
                    <c:v>Kilgore College</c:v>
                  </c:pt>
                  <c:pt idx="1509">
                    <c:v>Hudson County Community College</c:v>
                  </c:pt>
                  <c:pt idx="1510">
                    <c:v>Centenary College</c:v>
                  </c:pt>
                  <c:pt idx="1511">
                    <c:v>Connors State College</c:v>
                  </c:pt>
                  <c:pt idx="1512">
                    <c:v>Umpqua Community College</c:v>
                  </c:pt>
                  <c:pt idx="1513">
                    <c:v>Chattahoochee Technical College</c:v>
                  </c:pt>
                  <c:pt idx="1514">
                    <c:v>Holyoke Community College</c:v>
                  </c:pt>
                  <c:pt idx="1515">
                    <c:v>North Idaho College</c:v>
                  </c:pt>
                  <c:pt idx="1516">
                    <c:v>Webber International University</c:v>
                  </c:pt>
                  <c:pt idx="1517">
                    <c:v>University Of Arkansas Community College At Hope</c:v>
                  </c:pt>
                  <c:pt idx="1518">
                    <c:v>Virginia Western Community College</c:v>
                  </c:pt>
                  <c:pt idx="1519">
                    <c:v>Georgia Military College</c:v>
                  </c:pt>
                  <c:pt idx="1520">
                    <c:v>Urbana University</c:v>
                  </c:pt>
                  <c:pt idx="1521">
                    <c:v>Miami International University Of Art &amp; Design</c:v>
                  </c:pt>
                  <c:pt idx="1522">
                    <c:v>Certain Colorado Community Colleges</c:v>
                  </c:pt>
                  <c:pt idx="1523">
                    <c:v>Lassen College</c:v>
                  </c:pt>
                  <c:pt idx="1524">
                    <c:v>Lycoming College</c:v>
                  </c:pt>
                  <c:pt idx="1525">
                    <c:v>Lamar State College - Port Arthur</c:v>
                  </c:pt>
                  <c:pt idx="1526">
                    <c:v>Northern Essex Community College</c:v>
                  </c:pt>
                  <c:pt idx="1527">
                    <c:v>Carl Sandburg College</c:v>
                  </c:pt>
                  <c:pt idx="1528">
                    <c:v>Western Nebraska Community College</c:v>
                  </c:pt>
                  <c:pt idx="1529">
                    <c:v>Mercer County Community College</c:v>
                  </c:pt>
                  <c:pt idx="1530">
                    <c:v>Bunker Hill CC</c:v>
                  </c:pt>
                  <c:pt idx="1531">
                    <c:v>Rogers State University</c:v>
                  </c:pt>
                  <c:pt idx="1532">
                    <c:v>Eastern Kentucky University</c:v>
                  </c:pt>
                  <c:pt idx="1533">
                    <c:v>Oakland Community College</c:v>
                  </c:pt>
                  <c:pt idx="1534">
                    <c:v>Morehead State University</c:v>
                  </c:pt>
                  <c:pt idx="1535">
                    <c:v>Iowa Central Community College</c:v>
                  </c:pt>
                  <c:pt idx="1536">
                    <c:v>Lurleen B. Wallace Community College</c:v>
                  </c:pt>
                  <c:pt idx="1537">
                    <c:v>Tyler Junior College</c:v>
                  </c:pt>
                  <c:pt idx="1538">
                    <c:v>South Carolina State University</c:v>
                  </c:pt>
                  <c:pt idx="1539">
                    <c:v>Northeast Iowa Community College</c:v>
                  </c:pt>
                  <c:pt idx="1540">
                    <c:v>Dalton State College</c:v>
                  </c:pt>
                  <c:pt idx="1541">
                    <c:v>Art Institute Of New York City </c:v>
                  </c:pt>
                  <c:pt idx="1542">
                    <c:v>Gene Juarez Beauty Schools</c:v>
                  </c:pt>
                  <c:pt idx="1543">
                    <c:v>Kentucky State University</c:v>
                  </c:pt>
                  <c:pt idx="1544">
                    <c:v>Kishwaukee College</c:v>
                  </c:pt>
                  <c:pt idx="1545">
                    <c:v>Tidewater Community College</c:v>
                  </c:pt>
                  <c:pt idx="1546">
                    <c:v>Ecpi University And Skyline Colleges</c:v>
                  </c:pt>
                  <c:pt idx="1547">
                    <c:v>Mitchell College</c:v>
                  </c:pt>
                  <c:pt idx="1548">
                    <c:v>Genesee Community College</c:v>
                  </c:pt>
                  <c:pt idx="1549">
                    <c:v>Greensboro College</c:v>
                  </c:pt>
                  <c:pt idx="1550">
                    <c:v>Pima County Community College</c:v>
                  </c:pt>
                  <c:pt idx="1551">
                    <c:v>Paris Junior College</c:v>
                  </c:pt>
                  <c:pt idx="1552">
                    <c:v>Garrett College</c:v>
                  </c:pt>
                  <c:pt idx="1553">
                    <c:v>Pasco - Hernando State College</c:v>
                  </c:pt>
                  <c:pt idx="1554">
                    <c:v>Capital Community College</c:v>
                  </c:pt>
                  <c:pt idx="1555">
                    <c:v>Lincoln Technical Institutes And Lincoln College Of Technology</c:v>
                  </c:pt>
                  <c:pt idx="1556">
                    <c:v>West Shore Community College</c:v>
                  </c:pt>
                  <c:pt idx="1557">
                    <c:v>Clearwater Christian College</c:v>
                  </c:pt>
                  <c:pt idx="1558">
                    <c:v>College Of The Siskiyous</c:v>
                  </c:pt>
                  <c:pt idx="1559">
                    <c:v>Alabama Southern Community College</c:v>
                  </c:pt>
                  <c:pt idx="1560">
                    <c:v>Henry Ford Community College</c:v>
                  </c:pt>
                  <c:pt idx="1561">
                    <c:v>Westwood College - South Bay</c:v>
                  </c:pt>
                  <c:pt idx="1562">
                    <c:v>Erie Community College</c:v>
                  </c:pt>
                  <c:pt idx="1563">
                    <c:v>Cazenovia College</c:v>
                  </c:pt>
                  <c:pt idx="1564">
                    <c:v>Richard Bland College</c:v>
                  </c:pt>
                  <c:pt idx="1565">
                    <c:v>Briar Cliff University</c:v>
                  </c:pt>
                  <c:pt idx="1566">
                    <c:v>Mount Ida College</c:v>
                  </c:pt>
                  <c:pt idx="1567">
                    <c:v>Sanford-Brown College of Farmington, CT</c:v>
                  </c:pt>
                  <c:pt idx="1568">
                    <c:v>Jacksonville State University</c:v>
                  </c:pt>
                  <c:pt idx="1569">
                    <c:v>Luzerne County Community College</c:v>
                  </c:pt>
                  <c:pt idx="1570">
                    <c:v>Pellissippi State Community College</c:v>
                  </c:pt>
                  <c:pt idx="1571">
                    <c:v>Allen County Community College</c:v>
                  </c:pt>
                  <c:pt idx="1572">
                    <c:v>Williams Baptist College</c:v>
                  </c:pt>
                  <c:pt idx="1573">
                    <c:v>Missouri Valley College</c:v>
                  </c:pt>
                  <c:pt idx="1574">
                    <c:v>Central Oregon Community College</c:v>
                  </c:pt>
                  <c:pt idx="1575">
                    <c:v>Corban University</c:v>
                  </c:pt>
                  <c:pt idx="1576">
                    <c:v>Herkimer County Community College - SUNY Office Of Community Coll</c:v>
                  </c:pt>
                  <c:pt idx="1577">
                    <c:v>Texas Wesleyan University</c:v>
                  </c:pt>
                  <c:pt idx="1578">
                    <c:v>Northeastern Oklahoma A &amp; M College</c:v>
                  </c:pt>
                  <c:pt idx="1579">
                    <c:v>Copiah-Lincoln Community College</c:v>
                  </c:pt>
                  <c:pt idx="1580">
                    <c:v>Tennessee College Of Applied Technology - Knoxville</c:v>
                  </c:pt>
                  <c:pt idx="1581">
                    <c:v>Carl Albert State College</c:v>
                  </c:pt>
                  <c:pt idx="1582">
                    <c:v>University Of The Ozarks</c:v>
                  </c:pt>
                  <c:pt idx="1583">
                    <c:v>Hendrix College</c:v>
                  </c:pt>
                  <c:pt idx="1584">
                    <c:v>Midwest Technical Institute</c:v>
                  </c:pt>
                  <c:pt idx="1585">
                    <c:v>American Musical &amp; Dramatic Academy</c:v>
                  </c:pt>
                  <c:pt idx="1586">
                    <c:v>Northwestern Michigan College</c:v>
                  </c:pt>
                  <c:pt idx="1587">
                    <c:v>Sauk Valley Community College</c:v>
                  </c:pt>
                  <c:pt idx="1588">
                    <c:v>Clovis Community College</c:v>
                  </c:pt>
                  <c:pt idx="1589">
                    <c:v>Coconino County Community College</c:v>
                  </c:pt>
                  <c:pt idx="1590">
                    <c:v>Manchester University</c:v>
                  </c:pt>
                  <c:pt idx="1591">
                    <c:v>Washtenaw Community College</c:v>
                  </c:pt>
                  <c:pt idx="1592">
                    <c:v>Bennington College</c:v>
                  </c:pt>
                  <c:pt idx="1593">
                    <c:v>Northern Oklahoma College</c:v>
                  </c:pt>
                  <c:pt idx="1594">
                    <c:v>Olympic College</c:v>
                  </c:pt>
                  <c:pt idx="1595">
                    <c:v>American Intercontinental University</c:v>
                  </c:pt>
                  <c:pt idx="1596">
                    <c:v>University Of Southern Indiana</c:v>
                  </c:pt>
                  <c:pt idx="1597">
                    <c:v>Lake Land College</c:v>
                  </c:pt>
                  <c:pt idx="1598">
                    <c:v>St. Clair County Community College</c:v>
                  </c:pt>
                  <c:pt idx="1599">
                    <c:v>Cairn University</c:v>
                  </c:pt>
                  <c:pt idx="1600">
                    <c:v>Housatonic Community College</c:v>
                  </c:pt>
                  <c:pt idx="1601">
                    <c:v>Indian River State College</c:v>
                  </c:pt>
                  <c:pt idx="1602">
                    <c:v>Galveston College</c:v>
                  </c:pt>
                  <c:pt idx="1603">
                    <c:v>Eastern Florida State College</c:v>
                  </c:pt>
                  <c:pt idx="1604">
                    <c:v>Elaine P. Nunez Community College</c:v>
                  </c:pt>
                  <c:pt idx="1605">
                    <c:v>Francis Marion University</c:v>
                  </c:pt>
                  <c:pt idx="1606">
                    <c:v>Asnuntuck Community College</c:v>
                  </c:pt>
                  <c:pt idx="1607">
                    <c:v>Mohawk Valley Community College - SUNY Office Of Community Colleg</c:v>
                  </c:pt>
                  <c:pt idx="1608">
                    <c:v>Wytheville Community College</c:v>
                  </c:pt>
                  <c:pt idx="1609">
                    <c:v>Lamar Community College</c:v>
                  </c:pt>
                  <c:pt idx="1610">
                    <c:v>Panola College</c:v>
                  </c:pt>
                  <c:pt idx="1611">
                    <c:v>Walla Walla Community College</c:v>
                  </c:pt>
                  <c:pt idx="1612">
                    <c:v>South Plains College</c:v>
                  </c:pt>
                  <c:pt idx="1613">
                    <c:v>North Carolina Wesleyan College</c:v>
                  </c:pt>
                  <c:pt idx="1614">
                    <c:v>Columbus State Community College</c:v>
                  </c:pt>
                  <c:pt idx="1615">
                    <c:v>South Hills School Of Business &amp; Technology</c:v>
                  </c:pt>
                  <c:pt idx="1616">
                    <c:v>Lake Tahoe Community College</c:v>
                  </c:pt>
                  <c:pt idx="1617">
                    <c:v>Pearl River Community College</c:v>
                  </c:pt>
                  <c:pt idx="1618">
                    <c:v>Gulf Coast State College</c:v>
                  </c:pt>
                  <c:pt idx="1619">
                    <c:v>Clinton Community College - SUNY Office Of Community Colleges</c:v>
                  </c:pt>
                  <c:pt idx="1620">
                    <c:v>Navarro College</c:v>
                  </c:pt>
                  <c:pt idx="1621">
                    <c:v>Harrisburg Area Community College</c:v>
                  </c:pt>
                  <c:pt idx="1622">
                    <c:v>Spokane And Spokane Falls Community Colleges</c:v>
                  </c:pt>
                  <c:pt idx="1623">
                    <c:v>Southwest Baptist University</c:v>
                  </c:pt>
                  <c:pt idx="1624">
                    <c:v>SBI Campus - An Affiliate Of Sanford-Brown</c:v>
                  </c:pt>
                  <c:pt idx="1625">
                    <c:v>Jefferson College</c:v>
                  </c:pt>
                  <c:pt idx="1626">
                    <c:v>Community College Of Rhode Island</c:v>
                  </c:pt>
                  <c:pt idx="1627">
                    <c:v>Jackson State University</c:v>
                  </c:pt>
                  <c:pt idx="1628">
                    <c:v>Upper Iowa University</c:v>
                  </c:pt>
                  <c:pt idx="1629">
                    <c:v>Fortis College of Houston, TX</c:v>
                  </c:pt>
                  <c:pt idx="1630">
                    <c:v>H. Councill Trenholm State Technical College</c:v>
                  </c:pt>
                  <c:pt idx="1631">
                    <c:v>West Virginia State University</c:v>
                  </c:pt>
                  <c:pt idx="1632">
                    <c:v>Piedmont Virginia Community College</c:v>
                  </c:pt>
                  <c:pt idx="1633">
                    <c:v>Southern Union State Community College</c:v>
                  </c:pt>
                  <c:pt idx="1634">
                    <c:v>Lincoln University of Jefferson City, MO</c:v>
                  </c:pt>
                  <c:pt idx="1635">
                    <c:v>Piedmont College</c:v>
                  </c:pt>
                  <c:pt idx="1636">
                    <c:v>Fayetteville State University</c:v>
                  </c:pt>
                  <c:pt idx="1637">
                    <c:v>Olivet College</c:v>
                  </c:pt>
                  <c:pt idx="1638">
                    <c:v>Madison Area Technical College</c:v>
                  </c:pt>
                  <c:pt idx="1639">
                    <c:v>Colleges with insufficient data</c:v>
                  </c:pt>
                  <c:pt idx="1640">
                    <c:v>Abraham Baldwin Agricultural College</c:v>
                  </c:pt>
                  <c:pt idx="1641">
                    <c:v>Alpena Community College</c:v>
                  </c:pt>
                  <c:pt idx="1642">
                    <c:v>D G Erwin Technical Center</c:v>
                  </c:pt>
                  <c:pt idx="1643">
                    <c:v>Warren Wilson College</c:v>
                  </c:pt>
                  <c:pt idx="1644">
                    <c:v>Eastern New Mexico University</c:v>
                  </c:pt>
                  <c:pt idx="1645">
                    <c:v>Western Nevada College</c:v>
                  </c:pt>
                  <c:pt idx="1646">
                    <c:v>Becker College</c:v>
                  </c:pt>
                  <c:pt idx="1647">
                    <c:v>Bellingham Technical College</c:v>
                  </c:pt>
                  <c:pt idx="1648">
                    <c:v>Atlantic Cape Community College</c:v>
                  </c:pt>
                  <c:pt idx="1649">
                    <c:v>South Suburban College Of Cook County</c:v>
                  </c:pt>
                  <c:pt idx="1650">
                    <c:v>Lake Michigan College</c:v>
                  </c:pt>
                  <c:pt idx="1651">
                    <c:v>Herzing University</c:v>
                  </c:pt>
                  <c:pt idx="1652">
                    <c:v>Merced Community College</c:v>
                  </c:pt>
                  <c:pt idx="1653">
                    <c:v>Northwestern College of Bridgeview, IL</c:v>
                  </c:pt>
                  <c:pt idx="1654">
                    <c:v>Southern University At New Orleans</c:v>
                  </c:pt>
                  <c:pt idx="1655">
                    <c:v>Shaw University</c:v>
                  </c:pt>
                  <c:pt idx="1656">
                    <c:v>Owens State Community College</c:v>
                  </c:pt>
                  <c:pt idx="1657">
                    <c:v>Northeastern Junior College</c:v>
                  </c:pt>
                  <c:pt idx="1658">
                    <c:v>Three Rivers Community College of Poplar Bluff, MO</c:v>
                  </c:pt>
                  <c:pt idx="1659">
                    <c:v>State Center Community College District</c:v>
                  </c:pt>
                  <c:pt idx="1660">
                    <c:v>Chattanooga State Community College</c:v>
                  </c:pt>
                  <c:pt idx="1661">
                    <c:v>North Central State College</c:v>
                  </c:pt>
                  <c:pt idx="1662">
                    <c:v>Metropolitan Community College of Omaha, NE</c:v>
                  </c:pt>
                  <c:pt idx="1663">
                    <c:v>Chemeketa Community College</c:v>
                  </c:pt>
                  <c:pt idx="1664">
                    <c:v>Kentucky Christian University</c:v>
                  </c:pt>
                  <c:pt idx="1665">
                    <c:v>University Of Arkansas Community College At Batesville</c:v>
                  </c:pt>
                  <c:pt idx="1666">
                    <c:v>Cossatot Community College Of The University Of Arkansas</c:v>
                  </c:pt>
                  <c:pt idx="1667">
                    <c:v>Columbia State Community College</c:v>
                  </c:pt>
                  <c:pt idx="1668">
                    <c:v>Monroe Community College</c:v>
                  </c:pt>
                  <c:pt idx="1669">
                    <c:v>Illinois Valley Community College</c:v>
                  </c:pt>
                  <c:pt idx="1670">
                    <c:v>McLennan Community College</c:v>
                  </c:pt>
                  <c:pt idx="1671">
                    <c:v>Chesapeake College</c:v>
                  </c:pt>
                  <c:pt idx="1672">
                    <c:v>Chattahoochee Valley Community College</c:v>
                  </c:pt>
                  <c:pt idx="1673">
                    <c:v>City Colleges Of Chicago</c:v>
                  </c:pt>
                  <c:pt idx="1674">
                    <c:v>Indian Hills Community College</c:v>
                  </c:pt>
                  <c:pt idx="1675">
                    <c:v>McKendree University</c:v>
                  </c:pt>
                  <c:pt idx="1676">
                    <c:v>Pioneer Pacific College</c:v>
                  </c:pt>
                  <c:pt idx="1677">
                    <c:v>Delta College</c:v>
                  </c:pt>
                  <c:pt idx="1678">
                    <c:v>Jones County Junior College</c:v>
                  </c:pt>
                  <c:pt idx="1679">
                    <c:v>Dean College</c:v>
                  </c:pt>
                  <c:pt idx="1680">
                    <c:v>Bethune Cookman University</c:v>
                  </c:pt>
                  <c:pt idx="1681">
                    <c:v>Jackson State Community College</c:v>
                  </c:pt>
                  <c:pt idx="1682">
                    <c:v>Columbia College of Chicago, IL</c:v>
                  </c:pt>
                  <c:pt idx="1683">
                    <c:v>Blue Ridge Community College of Flat Rock, NC</c:v>
                  </c:pt>
                  <c:pt idx="1684">
                    <c:v>College Of Central Florida</c:v>
                  </c:pt>
                  <c:pt idx="1685">
                    <c:v>Saint Joseph's College of Standish, ME</c:v>
                  </c:pt>
                  <c:pt idx="1686">
                    <c:v>Wake Technical Community College</c:v>
                  </c:pt>
                  <c:pt idx="1687">
                    <c:v>Broome Community College</c:v>
                  </c:pt>
                  <c:pt idx="1688">
                    <c:v>Trident Technical College</c:v>
                  </c:pt>
                  <c:pt idx="1689">
                    <c:v>Fox Valley Technical College</c:v>
                  </c:pt>
                  <c:pt idx="1690">
                    <c:v>Snead State Community College</c:v>
                  </c:pt>
                  <c:pt idx="1691">
                    <c:v>Goldey-Beacom College</c:v>
                  </c:pt>
                  <c:pt idx="1692">
                    <c:v>Iowa Western Community College</c:v>
                  </c:pt>
                  <c:pt idx="1693">
                    <c:v>South Arkansas Community College</c:v>
                  </c:pt>
                  <c:pt idx="1694">
                    <c:v>Lane Community College</c:v>
                  </c:pt>
                  <c:pt idx="1695">
                    <c:v>Wilkes Community College</c:v>
                  </c:pt>
                  <c:pt idx="1696">
                    <c:v>Dordt College</c:v>
                  </c:pt>
                  <c:pt idx="1697">
                    <c:v>Cayuga Community College - SUNY Office Of Community College</c:v>
                  </c:pt>
                  <c:pt idx="1698">
                    <c:v>North Arkansas College</c:v>
                  </c:pt>
                  <c:pt idx="1699">
                    <c:v>Southwest Wisconsin Technical College</c:v>
                  </c:pt>
                  <c:pt idx="1700">
                    <c:v>Jefferson Community And Technical College</c:v>
                  </c:pt>
                  <c:pt idx="1701">
                    <c:v>Kellogg Community College</c:v>
                  </c:pt>
                  <c:pt idx="1702">
                    <c:v>Jefferson State Community College</c:v>
                  </c:pt>
                  <c:pt idx="1703">
                    <c:v>Tri-County Technical College</c:v>
                  </c:pt>
                  <c:pt idx="1704">
                    <c:v>Des Moines Area Community College</c:v>
                  </c:pt>
                  <c:pt idx="1705">
                    <c:v>Passaic County Community College</c:v>
                  </c:pt>
                  <c:pt idx="1706">
                    <c:v>Gateway Community College</c:v>
                  </c:pt>
                  <c:pt idx="1707">
                    <c:v>Zane State College</c:v>
                  </c:pt>
                  <c:pt idx="1708">
                    <c:v>Gadsden State Community College</c:v>
                  </c:pt>
                  <c:pt idx="1709">
                    <c:v>Three Rivers Community College of Norwich, CT</c:v>
                  </c:pt>
                  <c:pt idx="1710">
                    <c:v>Columbia College of Columbia, SC</c:v>
                  </c:pt>
                  <c:pt idx="1711">
                    <c:v>Rock Valley College</c:v>
                  </c:pt>
                  <c:pt idx="1712">
                    <c:v>Hutchinson Community College</c:v>
                  </c:pt>
                  <c:pt idx="1713">
                    <c:v>Washington State Community College</c:v>
                  </c:pt>
                  <c:pt idx="1714">
                    <c:v>Moberly Area Community College</c:v>
                  </c:pt>
                  <c:pt idx="1715">
                    <c:v>Southwest Mississippi Community College</c:v>
                  </c:pt>
                  <c:pt idx="1716">
                    <c:v>Black Hawk College</c:v>
                  </c:pt>
                  <c:pt idx="1717">
                    <c:v>College Of Coastal Georgia</c:v>
                  </c:pt>
                  <c:pt idx="1718">
                    <c:v>Northeast Mississippi Community College</c:v>
                  </c:pt>
                  <c:pt idx="1719">
                    <c:v>Arizona Western College</c:v>
                  </c:pt>
                  <c:pt idx="1720">
                    <c:v>Gwinnett Technical College</c:v>
                  </c:pt>
                  <c:pt idx="1721">
                    <c:v>CollegeAmerica Denver</c:v>
                  </c:pt>
                  <c:pt idx="1722">
                    <c:v>Community College Of Allegheny County</c:v>
                  </c:pt>
                  <c:pt idx="1723">
                    <c:v>Specs Howard School Of Media Arts</c:v>
                  </c:pt>
                  <c:pt idx="1724">
                    <c:v>College Of Southern Idaho</c:v>
                  </c:pt>
                  <c:pt idx="1725">
                    <c:v>West Virginia Wesleyan College</c:v>
                  </c:pt>
                  <c:pt idx="1726">
                    <c:v>Santa Fe Community College</c:v>
                  </c:pt>
                  <c:pt idx="1727">
                    <c:v>Montcalm Community College</c:v>
                  </c:pt>
                  <c:pt idx="1728">
                    <c:v>Garden City Community College</c:v>
                  </c:pt>
                  <c:pt idx="1729">
                    <c:v>Colorado Technical University</c:v>
                  </c:pt>
                  <c:pt idx="1730">
                    <c:v>Stark State College</c:v>
                  </c:pt>
                  <c:pt idx="1731">
                    <c:v>Rappahannock Community College</c:v>
                  </c:pt>
                  <c:pt idx="1732">
                    <c:v>Angelina College</c:v>
                  </c:pt>
                  <c:pt idx="1733">
                    <c:v>Northwest - Shoals Community College</c:v>
                  </c:pt>
                  <c:pt idx="1734">
                    <c:v>University Of Arkansas At Pine Bluff</c:v>
                  </c:pt>
                  <c:pt idx="1735">
                    <c:v>Belmont College</c:v>
                  </c:pt>
                  <c:pt idx="1736">
                    <c:v>Monroe College</c:v>
                  </c:pt>
                  <c:pt idx="1737">
                    <c:v>Converse College</c:v>
                  </c:pt>
                  <c:pt idx="1738">
                    <c:v>James A. Rhodes State College</c:v>
                  </c:pt>
                  <c:pt idx="1739">
                    <c:v>Lansing Community College</c:v>
                  </c:pt>
                  <c:pt idx="1740">
                    <c:v>Stephens College</c:v>
                  </c:pt>
                  <c:pt idx="1741">
                    <c:v>Adirondack Community College - SUNY Office Of Community Colleges</c:v>
                  </c:pt>
                  <c:pt idx="1742">
                    <c:v>Central Arizona College</c:v>
                  </c:pt>
                  <c:pt idx="1743">
                    <c:v>Kansas City Kansas Community College</c:v>
                  </c:pt>
                  <c:pt idx="1744">
                    <c:v>Fayetteville Technical Community College</c:v>
                  </c:pt>
                  <c:pt idx="1745">
                    <c:v>Mississippi Valley State University</c:v>
                  </c:pt>
                  <c:pt idx="1746">
                    <c:v>J Sargeant Reynolds Community College</c:v>
                  </c:pt>
                  <c:pt idx="1747">
                    <c:v>Northland College</c:v>
                  </c:pt>
                  <c:pt idx="1748">
                    <c:v>MTI College</c:v>
                  </c:pt>
                  <c:pt idx="1749">
                    <c:v>Feather River College</c:v>
                  </c:pt>
                  <c:pt idx="1750">
                    <c:v>Hawkeye Community College</c:v>
                  </c:pt>
                  <c:pt idx="1751">
                    <c:v>Globe University</c:v>
                  </c:pt>
                  <c:pt idx="1752">
                    <c:v>Central State University</c:v>
                  </c:pt>
                  <c:pt idx="1753">
                    <c:v>Southwestern Illinois College</c:v>
                  </c:pt>
                  <c:pt idx="1754">
                    <c:v>Stevens Henager College</c:v>
                  </c:pt>
                  <c:pt idx="1755">
                    <c:v>Delaware Technical Community College - Owens Campus</c:v>
                  </c:pt>
                  <c:pt idx="1756">
                    <c:v>Eastern Iowa Community College District</c:v>
                  </c:pt>
                  <c:pt idx="1757">
                    <c:v>Jackson College</c:v>
                  </c:pt>
                  <c:pt idx="1758">
                    <c:v>Hocking Technical College</c:v>
                  </c:pt>
                  <c:pt idx="1759">
                    <c:v>Colorado Christian University</c:v>
                  </c:pt>
                  <c:pt idx="1760">
                    <c:v>Muskegon Community College</c:v>
                  </c:pt>
                  <c:pt idx="1761">
                    <c:v>Jamestown Community College</c:v>
                  </c:pt>
                  <c:pt idx="1762">
                    <c:v>Florida Gateway College</c:v>
                  </c:pt>
                  <c:pt idx="1763">
                    <c:v>Grand Rapids Community College</c:v>
                  </c:pt>
                  <c:pt idx="1764">
                    <c:v>Lehigh Carbon Community College</c:v>
                  </c:pt>
                  <c:pt idx="1765">
                    <c:v>East Central Community College</c:v>
                  </c:pt>
                  <c:pt idx="1766">
                    <c:v>Aiken Technical College</c:v>
                  </c:pt>
                  <c:pt idx="1767">
                    <c:v>Le Cordon Bleu College Of Culinary Arts In Chicago</c:v>
                  </c:pt>
                  <c:pt idx="1768">
                    <c:v>Western Iowa Tech Community College</c:v>
                  </c:pt>
                  <c:pt idx="1769">
                    <c:v>Blackhawk Technical College</c:v>
                  </c:pt>
                  <c:pt idx="1770">
                    <c:v>Brevard College</c:v>
                  </c:pt>
                  <c:pt idx="1771">
                    <c:v>Ozarks Technical Community College</c:v>
                  </c:pt>
                  <c:pt idx="1772">
                    <c:v>Butler County Community College of El Dorado, KS</c:v>
                  </c:pt>
                  <c:pt idx="1773">
                    <c:v>Northcentral Technical College</c:v>
                  </c:pt>
                  <c:pt idx="1774">
                    <c:v>College Of Mount Saint Joseph</c:v>
                  </c:pt>
                  <c:pt idx="1775">
                    <c:v>James H. Faulkner State Community College</c:v>
                  </c:pt>
                  <c:pt idx="1776">
                    <c:v>Bevill State Community College</c:v>
                  </c:pt>
                  <c:pt idx="1777">
                    <c:v>Schreiner University</c:v>
                  </c:pt>
                  <c:pt idx="1778">
                    <c:v>Niagara County Community College</c:v>
                  </c:pt>
                  <c:pt idx="1779">
                    <c:v>Hohokus School - RETS/Nutley</c:v>
                  </c:pt>
                  <c:pt idx="1780">
                    <c:v>Northland Pioneer College</c:v>
                  </c:pt>
                  <c:pt idx="1781">
                    <c:v>Newman University</c:v>
                  </c:pt>
                  <c:pt idx="1782">
                    <c:v>Glendale Career College</c:v>
                  </c:pt>
                  <c:pt idx="1783">
                    <c:v>University Of Rio Grande</c:v>
                  </c:pt>
                  <c:pt idx="1784">
                    <c:v>Heartland Community College</c:v>
                  </c:pt>
                  <c:pt idx="1785">
                    <c:v>Cornerstone University</c:v>
                  </c:pt>
                  <c:pt idx="1786">
                    <c:v>Tompkins Cortland Community College</c:v>
                  </c:pt>
                  <c:pt idx="1787">
                    <c:v>North Georgia Technical College</c:v>
                  </c:pt>
                  <c:pt idx="1788">
                    <c:v>Haywood Community College</c:v>
                  </c:pt>
                  <c:pt idx="1789">
                    <c:v>Plaza College</c:v>
                  </c:pt>
                  <c:pt idx="1790">
                    <c:v>Northeast State Community College</c:v>
                  </c:pt>
                  <c:pt idx="1791">
                    <c:v>Davis Applied Technology College</c:v>
                  </c:pt>
                  <c:pt idx="1792">
                    <c:v>Sullivan University, Sullivan College Of Technology And Design And Spencerian College</c:v>
                  </c:pt>
                  <c:pt idx="1793">
                    <c:v>Volunteer State Community College</c:v>
                  </c:pt>
                  <c:pt idx="1794">
                    <c:v>Baptist Bible College Of Pennsylvania</c:v>
                  </c:pt>
                  <c:pt idx="1795">
                    <c:v>Iowa Lakes Community College</c:v>
                  </c:pt>
                  <c:pt idx="1796">
                    <c:v>Moraine Park Technical College</c:v>
                  </c:pt>
                  <c:pt idx="1797">
                    <c:v>Richland Community College</c:v>
                  </c:pt>
                  <c:pt idx="1798">
                    <c:v>Bethel University of McKenzie, TN</c:v>
                  </c:pt>
                  <c:pt idx="1799">
                    <c:v>Onondaga Community College</c:v>
                  </c:pt>
                  <c:pt idx="1800">
                    <c:v>Cheyney University Of Pennsylvania</c:v>
                  </c:pt>
                  <c:pt idx="1801">
                    <c:v>Greenville Technical College</c:v>
                  </c:pt>
                  <c:pt idx="1802">
                    <c:v>Kaskaskia College</c:v>
                  </c:pt>
                  <c:pt idx="1803">
                    <c:v>Salem Community College</c:v>
                  </c:pt>
                  <c:pt idx="1804">
                    <c:v>Crowder College</c:v>
                  </c:pt>
                  <c:pt idx="1805">
                    <c:v>Newberry College</c:v>
                  </c:pt>
                  <c:pt idx="1806">
                    <c:v>Cape Fear Community College</c:v>
                  </c:pt>
                  <c:pt idx="1807">
                    <c:v>Shelton State Community College</c:v>
                  </c:pt>
                  <c:pt idx="1808">
                    <c:v>Illinois Eastern Community Colleges - Olney Central College</c:v>
                  </c:pt>
                  <c:pt idx="1809">
                    <c:v>University Of Arkansas Community College At Morrilton</c:v>
                  </c:pt>
                  <c:pt idx="1810">
                    <c:v>Avila University</c:v>
                  </c:pt>
                  <c:pt idx="1811">
                    <c:v>North Central Missouri College</c:v>
                  </c:pt>
                  <c:pt idx="1812">
                    <c:v>Lincoln College</c:v>
                  </c:pt>
                  <c:pt idx="1813">
                    <c:v>George C. Wallace Community College</c:v>
                  </c:pt>
                  <c:pt idx="1814">
                    <c:v>Kiamichi Technology Center</c:v>
                  </c:pt>
                  <c:pt idx="1815">
                    <c:v>Lincoln Land Community College</c:v>
                  </c:pt>
                  <c:pt idx="1816">
                    <c:v>Thomas Nelson Community College</c:v>
                  </c:pt>
                  <c:pt idx="1817">
                    <c:v>Florida Memorial University</c:v>
                  </c:pt>
                  <c:pt idx="1818">
                    <c:v>Kalamazoo Valley Community College</c:v>
                  </c:pt>
                  <c:pt idx="1819">
                    <c:v>Tennessee College Of Applied Technology - Dickson</c:v>
                  </c:pt>
                  <c:pt idx="1820">
                    <c:v>Terra State Community College</c:v>
                  </c:pt>
                  <c:pt idx="1821">
                    <c:v>Trevecca Nazarene University</c:v>
                  </c:pt>
                  <c:pt idx="1822">
                    <c:v>Wisconsin Indianhead Technical College</c:v>
                  </c:pt>
                  <c:pt idx="1823">
                    <c:v>Southwestern Michigan College</c:v>
                  </c:pt>
                  <c:pt idx="1824">
                    <c:v>San Joaquin Valley College</c:v>
                  </c:pt>
                  <c:pt idx="1825">
                    <c:v>Pratt Community College</c:v>
                  </c:pt>
                  <c:pt idx="1826">
                    <c:v>Surry Community College</c:v>
                  </c:pt>
                  <c:pt idx="1827">
                    <c:v>Daytona State College</c:v>
                  </c:pt>
                  <c:pt idx="1828">
                    <c:v>Bay State College</c:v>
                  </c:pt>
                  <c:pt idx="1829">
                    <c:v>Johnson University</c:v>
                  </c:pt>
                  <c:pt idx="1830">
                    <c:v>Meridian Community College</c:v>
                  </c:pt>
                  <c:pt idx="1831">
                    <c:v>Boricua College</c:v>
                  </c:pt>
                  <c:pt idx="1832">
                    <c:v>Bossier Parish Community College</c:v>
                  </c:pt>
                  <c:pt idx="1833">
                    <c:v>Darton State College</c:v>
                  </c:pt>
                  <c:pt idx="1834">
                    <c:v>Glenville State College</c:v>
                  </c:pt>
                  <c:pt idx="1835">
                    <c:v>Evergreen State College </c:v>
                  </c:pt>
                  <c:pt idx="1836">
                    <c:v>Art Institutes International Minnesota </c:v>
                  </c:pt>
                  <c:pt idx="1837">
                    <c:v>Mineral Area College</c:v>
                  </c:pt>
                  <c:pt idx="1838">
                    <c:v>Quinebaug Valley Community College</c:v>
                  </c:pt>
                  <c:pt idx="1839">
                    <c:v>University Of Pikeville</c:v>
                  </c:pt>
                  <c:pt idx="1840">
                    <c:v>International Academy Of Design And Technology of Orlando, FL</c:v>
                  </c:pt>
                  <c:pt idx="1841">
                    <c:v>Northwest State Community College</c:v>
                  </c:pt>
                  <c:pt idx="1842">
                    <c:v>Mohave Community College</c:v>
                  </c:pt>
                  <c:pt idx="1843">
                    <c:v>Georgia Piedmont Technical College</c:v>
                  </c:pt>
                  <c:pt idx="1844">
                    <c:v>Art Institute Of Phoenix </c:v>
                  </c:pt>
                  <c:pt idx="1845">
                    <c:v>Rogue Community College</c:v>
                  </c:pt>
                  <c:pt idx="1846">
                    <c:v>Treasure Valley Community College</c:v>
                  </c:pt>
                  <c:pt idx="1847">
                    <c:v>St Louis Community Colleges</c:v>
                  </c:pt>
                  <c:pt idx="1848">
                    <c:v>Harris - Stowe State University</c:v>
                  </c:pt>
                  <c:pt idx="1849">
                    <c:v>South Georgia Technical College</c:v>
                  </c:pt>
                  <c:pt idx="1850">
                    <c:v>College Of The Redwoods</c:v>
                  </c:pt>
                  <c:pt idx="1851">
                    <c:v>Central Community College</c:v>
                  </c:pt>
                  <c:pt idx="1852">
                    <c:v>Southern Careers Institute</c:v>
                  </c:pt>
                  <c:pt idx="1853">
                    <c:v>Butler County Community College of Butler, PA</c:v>
                  </c:pt>
                  <c:pt idx="1854">
                    <c:v>Delgado Community College</c:v>
                  </c:pt>
                  <c:pt idx="1855">
                    <c:v>Aveda Institute</c:v>
                  </c:pt>
                  <c:pt idx="1856">
                    <c:v>University Of Mount Olive</c:v>
                  </c:pt>
                  <c:pt idx="1857">
                    <c:v>Central New Mexico Community College</c:v>
                  </c:pt>
                  <c:pt idx="1858">
                    <c:v>National Park Community College</c:v>
                  </c:pt>
                  <c:pt idx="1859">
                    <c:v>Ivy Tech Community College Of Indiana System</c:v>
                  </c:pt>
                  <c:pt idx="1860">
                    <c:v>Bryan College</c:v>
                  </c:pt>
                  <c:pt idx="1861">
                    <c:v>Clover Park Technical College</c:v>
                  </c:pt>
                  <c:pt idx="1862">
                    <c:v>Midlands Technical College</c:v>
                  </c:pt>
                  <c:pt idx="1863">
                    <c:v>Sheridan Technical Center</c:v>
                  </c:pt>
                  <c:pt idx="1864">
                    <c:v>Rend Lake College</c:v>
                  </c:pt>
                  <c:pt idx="1865">
                    <c:v>Southwestern Community College of Sylva, NC</c:v>
                  </c:pt>
                  <c:pt idx="1866">
                    <c:v>Seminole State College</c:v>
                  </c:pt>
                  <c:pt idx="1867">
                    <c:v>Schenectady County Community College</c:v>
                  </c:pt>
                  <c:pt idx="1868">
                    <c:v>Central Piedmont Community College</c:v>
                  </c:pt>
                  <c:pt idx="1869">
                    <c:v>Pensacola State College</c:v>
                  </c:pt>
                  <c:pt idx="1870">
                    <c:v>Barton College</c:v>
                  </c:pt>
                  <c:pt idx="1871">
                    <c:v>SUNY Fulton-Montgomery Community College</c:v>
                  </c:pt>
                  <c:pt idx="1872">
                    <c:v>Southeast Arkansas College</c:v>
                  </c:pt>
                  <c:pt idx="1873">
                    <c:v>Nashville State Community College</c:v>
                  </c:pt>
                  <c:pt idx="1874">
                    <c:v>Sullivan County Community College - SUNY Office Of Community Coll</c:v>
                  </c:pt>
                  <c:pt idx="1875">
                    <c:v>John, Castleton And Lyndon State Colleges And Community College Of Vermont</c:v>
                  </c:pt>
                  <c:pt idx="1876">
                    <c:v>Lindsey Wilson College</c:v>
                  </c:pt>
                  <c:pt idx="1877">
                    <c:v>Cleveland Community College</c:v>
                  </c:pt>
                  <c:pt idx="1878">
                    <c:v>Reading Area Community College</c:v>
                  </c:pt>
                  <c:pt idx="1879">
                    <c:v>Clatsop Community College</c:v>
                  </c:pt>
                  <c:pt idx="1880">
                    <c:v>Hinds Community College</c:v>
                  </c:pt>
                  <c:pt idx="1881">
                    <c:v>Westmoreland County Community College</c:v>
                  </c:pt>
                  <c:pt idx="1882">
                    <c:v>Averett University</c:v>
                  </c:pt>
                  <c:pt idx="1883">
                    <c:v>Vatterott College</c:v>
                  </c:pt>
                  <c:pt idx="1884">
                    <c:v>Tiffin University</c:v>
                  </c:pt>
                  <c:pt idx="1885">
                    <c:v>Word Of Life Bible Institute</c:v>
                  </c:pt>
                  <c:pt idx="1886">
                    <c:v>North Central Michigan College</c:v>
                  </c:pt>
                  <c:pt idx="1887">
                    <c:v>Tennessee Wesleyan College</c:v>
                  </c:pt>
                  <c:pt idx="1888">
                    <c:v>Tallahassee Community College</c:v>
                  </c:pt>
                  <c:pt idx="1889">
                    <c:v>Greenfield Community College</c:v>
                  </c:pt>
                  <c:pt idx="1890">
                    <c:v>Intercoast Colleges</c:v>
                  </c:pt>
                  <c:pt idx="1891">
                    <c:v>Carrington College California</c:v>
                  </c:pt>
                  <c:pt idx="1892">
                    <c:v>Fort Scott Community College</c:v>
                  </c:pt>
                  <c:pt idx="1893">
                    <c:v>International Academy Of Design And Technology of Chicago, IL</c:v>
                  </c:pt>
                  <c:pt idx="1894">
                    <c:v>White Mountains Community College</c:v>
                  </c:pt>
                  <c:pt idx="1895">
                    <c:v>Virginia Highlands Community College</c:v>
                  </c:pt>
                  <c:pt idx="1896">
                    <c:v>Eastern Shore Community College</c:v>
                  </c:pt>
                  <c:pt idx="1897">
                    <c:v>Brewton Parker College</c:v>
                  </c:pt>
                  <c:pt idx="1898">
                    <c:v>Southern State Community College</c:v>
                  </c:pt>
                  <c:pt idx="1899">
                    <c:v>Keiser University</c:v>
                  </c:pt>
                  <c:pt idx="1900">
                    <c:v>Isothermal Community College</c:v>
                  </c:pt>
                  <c:pt idx="1901">
                    <c:v>Southwest Virginia Community College</c:v>
                  </c:pt>
                  <c:pt idx="1902">
                    <c:v>Cloud County Community College</c:v>
                  </c:pt>
                  <c:pt idx="1903">
                    <c:v>Holmes Community College</c:v>
                  </c:pt>
                  <c:pt idx="1904">
                    <c:v>Clark State Community College</c:v>
                  </c:pt>
                  <c:pt idx="1905">
                    <c:v>Saint Augustine's University</c:v>
                  </c:pt>
                  <c:pt idx="1906">
                    <c:v>Langston University</c:v>
                  </c:pt>
                  <c:pt idx="1907">
                    <c:v>Caldwell Community College &amp; Technical Institute</c:v>
                  </c:pt>
                  <c:pt idx="1908">
                    <c:v>Paine College</c:v>
                  </c:pt>
                  <c:pt idx="1909">
                    <c:v>Danville Community College</c:v>
                  </c:pt>
                  <c:pt idx="1910">
                    <c:v>Lanier Technical College</c:v>
                  </c:pt>
                  <c:pt idx="1911">
                    <c:v>Roane State Community College</c:v>
                  </c:pt>
                  <c:pt idx="1912">
                    <c:v>Dodge City Community College</c:v>
                  </c:pt>
                  <c:pt idx="1913">
                    <c:v>Southern Wesleyan University</c:v>
                  </c:pt>
                  <c:pt idx="1914">
                    <c:v>Keystone College</c:v>
                  </c:pt>
                  <c:pt idx="1915">
                    <c:v>Stanly Community College</c:v>
                  </c:pt>
                  <c:pt idx="1916">
                    <c:v>Westwood College - Los Angeles</c:v>
                  </c:pt>
                  <c:pt idx="1917">
                    <c:v>East Mississippi Community College</c:v>
                  </c:pt>
                  <c:pt idx="1918">
                    <c:v>Madison Media Institute</c:v>
                  </c:pt>
                  <c:pt idx="1919">
                    <c:v>Roxbury Community College</c:v>
                  </c:pt>
                  <c:pt idx="1920">
                    <c:v>Lincoln Christian University</c:v>
                  </c:pt>
                  <c:pt idx="1921">
                    <c:v>Rust College</c:v>
                  </c:pt>
                  <c:pt idx="1922">
                    <c:v>Western Technical College of La Crosse, WI</c:v>
                  </c:pt>
                  <c:pt idx="1923">
                    <c:v>Ottawa University</c:v>
                  </c:pt>
                  <c:pt idx="1924">
                    <c:v>Tulsa Technology Center School</c:v>
                  </c:pt>
                  <c:pt idx="1925">
                    <c:v>Bridgerland Applied Technology College</c:v>
                  </c:pt>
                  <c:pt idx="1926">
                    <c:v>Gogebic Community College</c:v>
                  </c:pt>
                  <c:pt idx="1927">
                    <c:v>East Georgia State College</c:v>
                  </c:pt>
                  <c:pt idx="1928">
                    <c:v>West Virginia Northern Community College</c:v>
                  </c:pt>
                  <c:pt idx="1929">
                    <c:v>Bluefield State College</c:v>
                  </c:pt>
                  <c:pt idx="1930">
                    <c:v>Sanford-Brown College of McLean, VA</c:v>
                  </c:pt>
                  <c:pt idx="1931">
                    <c:v>Great Falls College Montana State University</c:v>
                  </c:pt>
                  <c:pt idx="1932">
                    <c:v>Central Penn College</c:v>
                  </c:pt>
                  <c:pt idx="1933">
                    <c:v>Milan Institute of Sparks, NV</c:v>
                  </c:pt>
                  <c:pt idx="1934">
                    <c:v>Charles Stewart Mott Community College</c:v>
                  </c:pt>
                  <c:pt idx="1935">
                    <c:v>Danville Area Community College</c:v>
                  </c:pt>
                  <c:pt idx="1936">
                    <c:v>Pivot Point Academy</c:v>
                  </c:pt>
                  <c:pt idx="1937">
                    <c:v>Orleans Technical Institute</c:v>
                  </c:pt>
                  <c:pt idx="1938">
                    <c:v>Walters State Community College</c:v>
                  </c:pt>
                  <c:pt idx="1939">
                    <c:v>Rowan-Cabarrus Community College</c:v>
                  </c:pt>
                  <c:pt idx="1940">
                    <c:v>Sanford-Brown College of Boston, MA</c:v>
                  </c:pt>
                  <c:pt idx="1941">
                    <c:v>Lagrange College</c:v>
                  </c:pt>
                  <c:pt idx="1942">
                    <c:v>John A. Logan College</c:v>
                  </c:pt>
                  <c:pt idx="1943">
                    <c:v>South Georgia State College</c:v>
                  </c:pt>
                  <c:pt idx="1944">
                    <c:v>Northwest Mississippi Community College</c:v>
                  </c:pt>
                  <c:pt idx="1945">
                    <c:v>Central Virginia Community College</c:v>
                  </c:pt>
                  <c:pt idx="1946">
                    <c:v>Orange Technical Education Centers - Orlando Technical</c:v>
                  </c:pt>
                  <c:pt idx="1947">
                    <c:v>Prairie State College</c:v>
                  </c:pt>
                  <c:pt idx="1948">
                    <c:v>Otero Junior College</c:v>
                  </c:pt>
                  <c:pt idx="1949">
                    <c:v>Piedmont Technical College</c:v>
                  </c:pt>
                  <c:pt idx="1950">
                    <c:v>Miller-Motte Technical College &amp; McCann School Of Business &amp; Technology</c:v>
                  </c:pt>
                  <c:pt idx="1951">
                    <c:v>Central Carolina Community College</c:v>
                  </c:pt>
                  <c:pt idx="1952">
                    <c:v>Ancilla Domini College</c:v>
                  </c:pt>
                  <c:pt idx="1953">
                    <c:v>Altamaha Technical College</c:v>
                  </c:pt>
                  <c:pt idx="1954">
                    <c:v>Limestone College</c:v>
                  </c:pt>
                  <c:pt idx="1955">
                    <c:v>William Woods University</c:v>
                  </c:pt>
                  <c:pt idx="1956">
                    <c:v>Mississippi Delta Community College</c:v>
                  </c:pt>
                  <c:pt idx="1957">
                    <c:v>Eastern Gateway Community College</c:v>
                  </c:pt>
                  <c:pt idx="1958">
                    <c:v>Southeastern Community College of Whiteville, NC</c:v>
                  </c:pt>
                  <c:pt idx="1959">
                    <c:v>Davenport University</c:v>
                  </c:pt>
                  <c:pt idx="1960">
                    <c:v>South Florida State College</c:v>
                  </c:pt>
                  <c:pt idx="1961">
                    <c:v>Pennsylvania Highlands Community College</c:v>
                  </c:pt>
                  <c:pt idx="1962">
                    <c:v>Community College Of Beaver County</c:v>
                  </c:pt>
                  <c:pt idx="1963">
                    <c:v>Missouri State University - West Plains</c:v>
                  </c:pt>
                  <c:pt idx="1964">
                    <c:v>Lorenzo Walker Institute Of Technology</c:v>
                  </c:pt>
                  <c:pt idx="1965">
                    <c:v>Savannah Technical College</c:v>
                  </c:pt>
                  <c:pt idx="1966">
                    <c:v>Southside Virginia Community College</c:v>
                  </c:pt>
                  <c:pt idx="1967">
                    <c:v>Le Cordon Bleu College Of Culinary Arts of Tucker, GA</c:v>
                  </c:pt>
                  <c:pt idx="1968">
                    <c:v>Mendocino College</c:v>
                  </c:pt>
                  <c:pt idx="1969">
                    <c:v>Wilson Community College</c:v>
                  </c:pt>
                  <c:pt idx="1970">
                    <c:v>Lakeland College</c:v>
                  </c:pt>
                  <c:pt idx="1971">
                    <c:v>Utah College Of Massage Therapy</c:v>
                  </c:pt>
                  <c:pt idx="1972">
                    <c:v>Pulaski Technical College</c:v>
                  </c:pt>
                  <c:pt idx="1973">
                    <c:v>Black River Technical College</c:v>
                  </c:pt>
                  <c:pt idx="1974">
                    <c:v>Northwestern Connecticut Community College</c:v>
                  </c:pt>
                  <c:pt idx="1975">
                    <c:v>College Of Health Care Professions </c:v>
                  </c:pt>
                  <c:pt idx="1976">
                    <c:v>Luna Community College</c:v>
                  </c:pt>
                  <c:pt idx="1977">
                    <c:v>Davidson County Community College</c:v>
                  </c:pt>
                  <c:pt idx="1978">
                    <c:v>Young Harris College</c:v>
                  </c:pt>
                  <c:pt idx="1979">
                    <c:v>Vance - Granville Community College</c:v>
                  </c:pt>
                  <c:pt idx="1980">
                    <c:v>Gateway Technical College</c:v>
                  </c:pt>
                  <c:pt idx="1981">
                    <c:v>Summit College</c:v>
                  </c:pt>
                  <c:pt idx="1982">
                    <c:v>Klamath Community College</c:v>
                  </c:pt>
                  <c:pt idx="1983">
                    <c:v>Sinclair Community College</c:v>
                  </c:pt>
                  <c:pt idx="1984">
                    <c:v>Florida Technical College</c:v>
                  </c:pt>
                  <c:pt idx="1985">
                    <c:v>Arkansas Northeastern College</c:v>
                  </c:pt>
                  <c:pt idx="1986">
                    <c:v>Jefferson Davis Community College</c:v>
                  </c:pt>
                  <c:pt idx="1987">
                    <c:v>Southeastern Community College of West Burlington, IA</c:v>
                  </c:pt>
                  <c:pt idx="1988">
                    <c:v>East Arkansas Community College</c:v>
                  </c:pt>
                  <c:pt idx="1989">
                    <c:v>Southwest Tennessee Community College</c:v>
                  </c:pt>
                  <c:pt idx="1990">
                    <c:v>Cincinnati Christian University</c:v>
                  </c:pt>
                  <c:pt idx="1991">
                    <c:v>Cincinnati State Technical &amp; Community College</c:v>
                  </c:pt>
                  <c:pt idx="1992">
                    <c:v>Bradford School of Pittsburgh, PA</c:v>
                  </c:pt>
                  <c:pt idx="1993">
                    <c:v>Cuyahoga Community College</c:v>
                  </c:pt>
                  <c:pt idx="1994">
                    <c:v>Johnston Community College</c:v>
                  </c:pt>
                  <c:pt idx="1995">
                    <c:v>Dawson Community College</c:v>
                  </c:pt>
                  <c:pt idx="1996">
                    <c:v>Tennessee College Of Applied Technology - Morristown</c:v>
                  </c:pt>
                  <c:pt idx="1997">
                    <c:v>Asheville Buncombe Technical Community College</c:v>
                  </c:pt>
                  <c:pt idx="1998">
                    <c:v>Itawamba Community College</c:v>
                  </c:pt>
                  <c:pt idx="1999">
                    <c:v>Bladen Community College</c:v>
                  </c:pt>
                  <c:pt idx="2000">
                    <c:v>Bishop State Community College</c:v>
                  </c:pt>
                  <c:pt idx="2001">
                    <c:v>Lenoir Community College</c:v>
                  </c:pt>
                  <c:pt idx="2002">
                    <c:v>North Florida Community College</c:v>
                  </c:pt>
                  <c:pt idx="2003">
                    <c:v>Athens Technical College</c:v>
                  </c:pt>
                  <c:pt idx="2004">
                    <c:v>Dyersburg State Community College</c:v>
                  </c:pt>
                  <c:pt idx="2005">
                    <c:v>Institute For Business &amp; Technology</c:v>
                  </c:pt>
                  <c:pt idx="2006">
                    <c:v>Highland Community College of Freeport, IL</c:v>
                  </c:pt>
                  <c:pt idx="2007">
                    <c:v>River Parishes Community College</c:v>
                  </c:pt>
                  <c:pt idx="2008">
                    <c:v>Atlanta Metropolitan  State College</c:v>
                  </c:pt>
                  <c:pt idx="2009">
                    <c:v>Florence - Darlington Technical College</c:v>
                  </c:pt>
                  <c:pt idx="2010">
                    <c:v>Marion Technical College</c:v>
                  </c:pt>
                  <c:pt idx="2011">
                    <c:v>Shawnee Community College</c:v>
                  </c:pt>
                  <c:pt idx="2012">
                    <c:v>Baker College</c:v>
                  </c:pt>
                  <c:pt idx="2013">
                    <c:v>Patrick Henry Community College</c:v>
                  </c:pt>
                  <c:pt idx="2014">
                    <c:v>United Education Institute</c:v>
                  </c:pt>
                  <c:pt idx="2015">
                    <c:v>Francis Tuttle Technology Center School District No. 21</c:v>
                  </c:pt>
                  <c:pt idx="2016">
                    <c:v>Fort Myers Institute Of Technology And Cape Coral Institute Of Technology</c:v>
                  </c:pt>
                  <c:pt idx="2017">
                    <c:v>Carrington College of Spokane Valley, WA</c:v>
                  </c:pt>
                  <c:pt idx="2018">
                    <c:v>Southwest Florida College</c:v>
                  </c:pt>
                  <c:pt idx="2019">
                    <c:v>South University</c:v>
                  </c:pt>
                  <c:pt idx="2020">
                    <c:v>Illinois School Of Health Careers</c:v>
                  </c:pt>
                  <c:pt idx="2021">
                    <c:v>North Central Kansas Technical College</c:v>
                  </c:pt>
                  <c:pt idx="2022">
                    <c:v>Pima Medical Institute</c:v>
                  </c:pt>
                  <c:pt idx="2023">
                    <c:v>Western Piedmont Community College</c:v>
                  </c:pt>
                  <c:pt idx="2024">
                    <c:v>Bluffton University</c:v>
                  </c:pt>
                  <c:pt idx="2025">
                    <c:v>Tusculum College</c:v>
                  </c:pt>
                  <c:pt idx="2026">
                    <c:v>Mountain Empire Community College</c:v>
                  </c:pt>
                  <c:pt idx="2027">
                    <c:v>Empire Beauty School of Somersworth, NH</c:v>
                  </c:pt>
                  <c:pt idx="2028">
                    <c:v>Davis &amp; Elkins College</c:v>
                  </c:pt>
                  <c:pt idx="2029">
                    <c:v>Paul D. Camp Community College</c:v>
                  </c:pt>
                  <c:pt idx="2030">
                    <c:v>West Georgia Technical College</c:v>
                  </c:pt>
                  <c:pt idx="2031">
                    <c:v>Hodges University</c:v>
                  </c:pt>
                  <c:pt idx="2032">
                    <c:v>School Of Communication Arts Of North Carolina</c:v>
                  </c:pt>
                  <c:pt idx="2033">
                    <c:v>York Technical College</c:v>
                  </c:pt>
                  <c:pt idx="2034">
                    <c:v>Milwaukee Area Technical College</c:v>
                  </c:pt>
                  <c:pt idx="2035">
                    <c:v>Highland Community College of Highland, KS</c:v>
                  </c:pt>
                  <c:pt idx="2036">
                    <c:v>Bainbridge State College</c:v>
                  </c:pt>
                  <c:pt idx="2037">
                    <c:v>Anthem College And The Bryman School Of Arizona</c:v>
                  </c:pt>
                  <c:pt idx="2038">
                    <c:v>Spartanburg Community College</c:v>
                  </c:pt>
                  <c:pt idx="2039">
                    <c:v>Late College Goers</c:v>
                  </c:pt>
                  <c:pt idx="2040">
                    <c:v>Earlham College</c:v>
                  </c:pt>
                  <c:pt idx="2041">
                    <c:v>Independence Community College</c:v>
                  </c:pt>
                  <c:pt idx="2042">
                    <c:v>Wayne Community College</c:v>
                  </c:pt>
                  <c:pt idx="2043">
                    <c:v>Spoon River College</c:v>
                  </c:pt>
                  <c:pt idx="2044">
                    <c:v>American Career College of Los Angeles, CA</c:v>
                  </c:pt>
                  <c:pt idx="2045">
                    <c:v>Pitt Community College</c:v>
                  </c:pt>
                  <c:pt idx="2046">
                    <c:v>Bay De Noc Community College</c:v>
                  </c:pt>
                  <c:pt idx="2047">
                    <c:v>Stillman College</c:v>
                  </c:pt>
                  <c:pt idx="2048">
                    <c:v>Maynard A. Traviss Career Center</c:v>
                  </c:pt>
                  <c:pt idx="2049">
                    <c:v>Catawba Valley Community College</c:v>
                  </c:pt>
                  <c:pt idx="2050">
                    <c:v>Lincoln College Of New England</c:v>
                  </c:pt>
                  <c:pt idx="2051">
                    <c:v>Medtech College</c:v>
                  </c:pt>
                  <c:pt idx="2052">
                    <c:v>John Wood Community College</c:v>
                  </c:pt>
                  <c:pt idx="2053">
                    <c:v>Harcum College</c:v>
                  </c:pt>
                  <c:pt idx="2054">
                    <c:v>Robeson Community College</c:v>
                  </c:pt>
                  <c:pt idx="2055">
                    <c:v>ASA Institute Of Business &amp; Computer Technology</c:v>
                  </c:pt>
                  <c:pt idx="2056">
                    <c:v>Durham Technical Community College</c:v>
                  </c:pt>
                  <c:pt idx="2057">
                    <c:v>Ogeechee Technical College</c:v>
                  </c:pt>
                  <c:pt idx="2058">
                    <c:v>Faulkner University</c:v>
                  </c:pt>
                  <c:pt idx="2059">
                    <c:v>Piedmont Community College</c:v>
                  </c:pt>
                  <c:pt idx="2060">
                    <c:v>Gallaudet University</c:v>
                  </c:pt>
                  <c:pt idx="2061">
                    <c:v>Interactive College Of Technology</c:v>
                  </c:pt>
                  <c:pt idx="2062">
                    <c:v>Franklin Career Institute</c:v>
                  </c:pt>
                  <c:pt idx="2063">
                    <c:v>Metro Business College</c:v>
                  </c:pt>
                  <c:pt idx="2064">
                    <c:v>Horry - Georgetown Technical College</c:v>
                  </c:pt>
                  <c:pt idx="2065">
                    <c:v>Okefenokee Technical College</c:v>
                  </c:pt>
                  <c:pt idx="2066">
                    <c:v>Brunswick Community College</c:v>
                  </c:pt>
                  <c:pt idx="2067">
                    <c:v>Orangeburg - Calhoun Technical College</c:v>
                  </c:pt>
                  <c:pt idx="2068">
                    <c:v>Illinois And Ohio Center For Broadcasting</c:v>
                  </c:pt>
                  <c:pt idx="2069">
                    <c:v>Edgecombe Community College</c:v>
                  </c:pt>
                  <c:pt idx="2070">
                    <c:v>Tri-County Community College</c:v>
                  </c:pt>
                  <c:pt idx="2071">
                    <c:v>Wichita Area Technical College</c:v>
                  </c:pt>
                  <c:pt idx="2072">
                    <c:v>Nash Community College</c:v>
                  </c:pt>
                  <c:pt idx="2073">
                    <c:v>Guilford Technical Community College</c:v>
                  </c:pt>
                  <c:pt idx="2074">
                    <c:v>Fortis Institute of Palm Springs, FL</c:v>
                  </c:pt>
                  <c:pt idx="2075">
                    <c:v>Hickey College</c:v>
                  </c:pt>
                  <c:pt idx="2076">
                    <c:v>Beaufort County Community College</c:v>
                  </c:pt>
                  <c:pt idx="2077">
                    <c:v>Empire Beauty School of New York, NY</c:v>
                  </c:pt>
                  <c:pt idx="2078">
                    <c:v>Randolph Community College</c:v>
                  </c:pt>
                  <c:pt idx="2079">
                    <c:v>Halifax Community College</c:v>
                  </c:pt>
                  <c:pt idx="2080">
                    <c:v>Sandhills Community College</c:v>
                  </c:pt>
                  <c:pt idx="2081">
                    <c:v>Atlanta Technical College</c:v>
                  </c:pt>
                  <c:pt idx="2082">
                    <c:v>Gaston College</c:v>
                  </c:pt>
                  <c:pt idx="2083">
                    <c:v>Chipola College</c:v>
                  </c:pt>
                  <c:pt idx="2084">
                    <c:v>Everest Institute of Miami, FL</c:v>
                  </c:pt>
                  <c:pt idx="2085">
                    <c:v>Southwest Georgia Technical College</c:v>
                  </c:pt>
                  <c:pt idx="2086">
                    <c:v>Mitchell Community College</c:v>
                  </c:pt>
                  <c:pt idx="2087">
                    <c:v>Never Attended College (up to year 2013)</c:v>
                  </c:pt>
                  <c:pt idx="2088">
                    <c:v>Lees-Mcrae College</c:v>
                  </c:pt>
                  <c:pt idx="2089">
                    <c:v>St. Catharine College</c:v>
                  </c:pt>
                  <c:pt idx="2090">
                    <c:v>International Business College of Fort Wayne, IN</c:v>
                  </c:pt>
                  <c:pt idx="2091">
                    <c:v>River Valley Community College</c:v>
                  </c:pt>
                  <c:pt idx="2092">
                    <c:v>Central Carolina Technical College</c:v>
                  </c:pt>
                  <c:pt idx="2093">
                    <c:v>Brookline College</c:v>
                  </c:pt>
                  <c:pt idx="2094">
                    <c:v>Forsyth Technical Community College</c:v>
                  </c:pt>
                  <c:pt idx="2095">
                    <c:v>Tennessee College Of Applied Technology-Memphis</c:v>
                  </c:pt>
                  <c:pt idx="2096">
                    <c:v>Nicolet Area Technical College</c:v>
                  </c:pt>
                  <c:pt idx="2097">
                    <c:v>Wayne County Community College District</c:v>
                  </c:pt>
                  <c:pt idx="2098">
                    <c:v>Minnesota School Of Business</c:v>
                  </c:pt>
                  <c:pt idx="2099">
                    <c:v>Roanoke Chowan Community College</c:v>
                  </c:pt>
                  <c:pt idx="2100">
                    <c:v>Williamsburg Technical College</c:v>
                  </c:pt>
                  <c:pt idx="2101">
                    <c:v>Southeastern Technical College</c:v>
                  </c:pt>
                  <c:pt idx="2102">
                    <c:v>Antonelli College</c:v>
                  </c:pt>
                  <c:pt idx="2103">
                    <c:v>Texas School Of Business</c:v>
                  </c:pt>
                  <c:pt idx="2104">
                    <c:v>Montgomery Community College</c:v>
                  </c:pt>
                  <c:pt idx="2105">
                    <c:v>Martin Community College</c:v>
                  </c:pt>
                  <c:pt idx="2106">
                    <c:v>Lourdes University</c:v>
                  </c:pt>
                  <c:pt idx="2107">
                    <c:v>Alamance Community College</c:v>
                  </c:pt>
                  <c:pt idx="2108">
                    <c:v>American National University</c:v>
                  </c:pt>
                  <c:pt idx="2109">
                    <c:v>Saint Augustine College</c:v>
                  </c:pt>
                  <c:pt idx="2110">
                    <c:v>Virginia College</c:v>
                  </c:pt>
                  <c:pt idx="2111">
                    <c:v>Albany Technical College</c:v>
                  </c:pt>
                  <c:pt idx="2112">
                    <c:v>Institute Of Production And Recording </c:v>
                  </c:pt>
                  <c:pt idx="2113">
                    <c:v>Rockingham Community College</c:v>
                  </c:pt>
                  <c:pt idx="2114">
                    <c:v>Augusta Technical College</c:v>
                  </c:pt>
                  <c:pt idx="2115">
                    <c:v>Columbus Technical College</c:v>
                  </c:pt>
                  <c:pt idx="2116">
                    <c:v>Marinello School Of Beauty, Xenon International Academy, International School Of Skin And Nailcare And Hair Professionals Academy</c:v>
                  </c:pt>
                  <c:pt idx="2117">
                    <c:v>Moultrie Technical College</c:v>
                  </c:pt>
                  <c:pt idx="2118">
                    <c:v>Carteret Community College</c:v>
                  </c:pt>
                  <c:pt idx="2119">
                    <c:v>King's College</c:v>
                  </c:pt>
                  <c:pt idx="2120">
                    <c:v>PCI Health Training Center</c:v>
                  </c:pt>
                  <c:pt idx="2121">
                    <c:v>Philander Smith College</c:v>
                  </c:pt>
                  <c:pt idx="2122">
                    <c:v>College Of The Ouachitas</c:v>
                  </c:pt>
                  <c:pt idx="2123">
                    <c:v>Western International University</c:v>
                  </c:pt>
                  <c:pt idx="2124">
                    <c:v>Center For Employment Training</c:v>
                  </c:pt>
                  <c:pt idx="2125">
                    <c:v>International Career Development Center</c:v>
                  </c:pt>
                  <c:pt idx="2126">
                    <c:v>Erskine College</c:v>
                  </c:pt>
                  <c:pt idx="2127">
                    <c:v>Oakland City University</c:v>
                  </c:pt>
                  <c:pt idx="2128">
                    <c:v>Phillips Community College Of The University Of Arkansas</c:v>
                  </c:pt>
                  <c:pt idx="2129">
                    <c:v>Rich Mountain Community College</c:v>
                  </c:pt>
                  <c:pt idx="2130">
                    <c:v>Missouri Baptist University</c:v>
                  </c:pt>
                  <c:pt idx="2131">
                    <c:v>Central Georgia Technical College</c:v>
                  </c:pt>
                  <c:pt idx="2132">
                    <c:v>Dabney S Lancaster Community College</c:v>
                  </c:pt>
                  <c:pt idx="2133">
                    <c:v>Cambria Rowe Business College</c:v>
                  </c:pt>
                  <c:pt idx="2134">
                    <c:v>Heritage College</c:v>
                  </c:pt>
                  <c:pt idx="2135">
                    <c:v>Sanford-Brown College of Fenton, MO</c:v>
                  </c:pt>
                  <c:pt idx="2136">
                    <c:v>Richmond Community College</c:v>
                  </c:pt>
                  <c:pt idx="2137">
                    <c:v>IBMC College</c:v>
                  </c:pt>
                  <c:pt idx="2138">
                    <c:v>Musicians Institute</c:v>
                  </c:pt>
                  <c:pt idx="2139">
                    <c:v>Carrington College of Mesa, AZ</c:v>
                  </c:pt>
                  <c:pt idx="2140">
                    <c:v>Mid-South Community College</c:v>
                  </c:pt>
                  <c:pt idx="2141">
                    <c:v>National College</c:v>
                  </c:pt>
                  <c:pt idx="2142">
                    <c:v>Southeastern College</c:v>
                  </c:pt>
                  <c:pt idx="2143">
                    <c:v>National College Of Business And Technology</c:v>
                  </c:pt>
                  <c:pt idx="2144">
                    <c:v>College Of The Albemarle</c:v>
                  </c:pt>
                  <c:pt idx="2145">
                    <c:v>Nationwide Beauty Academy</c:v>
                  </c:pt>
                  <c:pt idx="2146">
                    <c:v>Wichita Technical Institute</c:v>
                  </c:pt>
                  <c:pt idx="2147">
                    <c:v>Santa Barbara Business College</c:v>
                  </c:pt>
                  <c:pt idx="2148">
                    <c:v>James Sprunt Community College</c:v>
                  </c:pt>
                  <c:pt idx="2149">
                    <c:v>Mayland Community College</c:v>
                  </c:pt>
                  <c:pt idx="2150">
                    <c:v>Sampson Community College</c:v>
                  </c:pt>
                  <c:pt idx="2151">
                    <c:v>Missouri College</c:v>
                  </c:pt>
                  <c:pt idx="2152">
                    <c:v>Santa Fe University Of Art And Design</c:v>
                  </c:pt>
                  <c:pt idx="2153">
                    <c:v>Argosy University</c:v>
                  </c:pt>
                  <c:pt idx="2154">
                    <c:v>Bradford School of Columbus, OH</c:v>
                  </c:pt>
                  <c:pt idx="2155">
                    <c:v>Lively Technical Center</c:v>
                  </c:pt>
                  <c:pt idx="2156">
                    <c:v>Olympian Academy Of Cosmetology</c:v>
                  </c:pt>
                  <c:pt idx="2157">
                    <c:v>Salter College</c:v>
                  </c:pt>
                  <c:pt idx="2158">
                    <c:v>Columbia International University</c:v>
                  </c:pt>
                  <c:pt idx="2159">
                    <c:v>Eastern College Of Health Vocations</c:v>
                  </c:pt>
                  <c:pt idx="2160">
                    <c:v>Wright Career College</c:v>
                  </c:pt>
                  <c:pt idx="2161">
                    <c:v>Douglas J Aveda Institute</c:v>
                  </c:pt>
                  <c:pt idx="2162">
                    <c:v>Nevada State College</c:v>
                  </c:pt>
                  <c:pt idx="2163">
                    <c:v>Platt College of Tulsa, OK</c:v>
                  </c:pt>
                  <c:pt idx="2164">
                    <c:v>Empire Beauty School of Moosic, PA</c:v>
                  </c:pt>
                  <c:pt idx="2165">
                    <c:v>Northeastern Technical College</c:v>
                  </c:pt>
                  <c:pt idx="2166">
                    <c:v>Fortis College of Largo, FL</c:v>
                  </c:pt>
                  <c:pt idx="2167">
                    <c:v>McDowell Technical Community College</c:v>
                  </c:pt>
                  <c:pt idx="2168">
                    <c:v>Lake Erie College</c:v>
                  </c:pt>
                  <c:pt idx="2169">
                    <c:v>Pinellas Technical Education Center - Clearwater Campus</c:v>
                  </c:pt>
                  <c:pt idx="2170">
                    <c:v>Baltimore School Of Massage</c:v>
                  </c:pt>
                  <c:pt idx="2171">
                    <c:v>Fortis College of Richmond, VA</c:v>
                  </c:pt>
                  <c:pt idx="2172">
                    <c:v>King University</c:v>
                  </c:pt>
                  <c:pt idx="2173">
                    <c:v>Aveda Institute Covington</c:v>
                  </c:pt>
                  <c:pt idx="2174">
                    <c:v>Paul Mitchell The School of Costa Mesa, CA</c:v>
                  </c:pt>
                  <c:pt idx="2175">
                    <c:v>New Mexico Military Institute</c:v>
                  </c:pt>
                  <c:pt idx="2176">
                    <c:v>Kansas City Art Institute</c:v>
                  </c:pt>
                  <c:pt idx="2177">
                    <c:v>Stautzenberger College</c:v>
                  </c:pt>
                  <c:pt idx="2178">
                    <c:v>Dorsey School Of Business</c:v>
                  </c:pt>
                  <c:pt idx="2179">
                    <c:v>Empire Beauty School of Philadelphia, PA</c:v>
                  </c:pt>
                  <c:pt idx="2180">
                    <c:v>Regency Beauty Institute</c:v>
                  </c:pt>
                  <c:pt idx="2181">
                    <c:v>Cleveland Institute Of Dental - Medical Assistants</c:v>
                  </c:pt>
                  <c:pt idx="2182">
                    <c:v>McNally Smith College Of Music</c:v>
                  </c:pt>
                  <c:pt idx="2183">
                    <c:v>Landmark College</c:v>
                  </c:pt>
                  <c:pt idx="2184">
                    <c:v>Minneapolis Business College</c:v>
                  </c:pt>
                  <c:pt idx="2185">
                    <c:v>Kansas Wesleyan University</c:v>
                  </c:pt>
                  <c:pt idx="2186">
                    <c:v>Sunstate Academy</c:v>
                  </c:pt>
                  <c:pt idx="2187">
                    <c:v>Milan Institute of Palm Desert, CA</c:v>
                  </c:pt>
                  <c:pt idx="2188">
                    <c:v>Empire Beauty School of Portland, ME</c:v>
                  </c:pt>
                  <c:pt idx="2189">
                    <c:v>Prism Career Institute</c:v>
                  </c:pt>
                  <c:pt idx="2190">
                    <c:v>Capri Institute Of Hair Design</c:v>
                  </c:pt>
                  <c:pt idx="2191">
                    <c:v>Latter Day Saints Business College</c:v>
                  </c:pt>
                  <c:pt idx="2192">
                    <c:v>Midred Elley College And Austin's School Of Spa Technology</c:v>
                  </c:pt>
                  <c:pt idx="2193">
                    <c:v>Bel - Rea Institute Of Animal Technology</c:v>
                  </c:pt>
                  <c:pt idx="2194">
                    <c:v>Florida College Of Natural Health</c:v>
                  </c:pt>
                  <c:pt idx="2195">
                    <c:v>Northern Illinois University</c:v>
                  </c:pt>
                  <c:pt idx="2196">
                    <c:v>Rutgers</c:v>
                  </c:pt>
                  <c:pt idx="2197">
                    <c:v>Spelman College</c:v>
                  </c:pt>
                  <c:pt idx="2198">
                    <c:v>San Francisco State University</c:v>
                  </c:pt>
                  <c:pt idx="2199">
                    <c:v>San Jose State University</c:v>
                  </c:pt>
                  <c:pt idx="2200">
                    <c:v>Chicago State University</c:v>
                  </c:pt>
                  <c:pt idx="2201">
                    <c:v>City College Of New York - CUNY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19D2-7405-42D2-84DE-F8EA208DA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9793871"/>
        <c:axId val="1219800111"/>
      </c:scatterChart>
      <c:valAx>
        <c:axId val="1219793871"/>
        <c:scaling>
          <c:orientation val="minMax"/>
          <c:max val="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r>
                  <a:rPr lang="en-US" b="1" dirty="0"/>
                  <a:t>Low-Income Access</a:t>
                </a:r>
              </a:p>
              <a:p>
                <a:pPr>
                  <a:defRPr/>
                </a:pPr>
                <a:r>
                  <a:rPr lang="en-US" dirty="0"/>
                  <a:t>% of students from families in bottom 20%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Lucida Sans" panose="020B06020305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219800111"/>
        <c:crosses val="autoZero"/>
        <c:crossBetween val="midCat"/>
      </c:valAx>
      <c:valAx>
        <c:axId val="1219800111"/>
        <c:scaling>
          <c:orientation val="minMax"/>
          <c:max val="8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r>
                  <a:rPr lang="en-US" b="1" dirty="0"/>
                  <a:t>Upward Mobility Rate</a:t>
                </a:r>
              </a:p>
              <a:p>
                <a:pPr>
                  <a:defRPr/>
                </a:pPr>
                <a:r>
                  <a:rPr lang="en-US" dirty="0"/>
                  <a:t>% of students from bottom 20% </a:t>
                </a:r>
              </a:p>
              <a:p>
                <a:pPr>
                  <a:defRPr/>
                </a:pPr>
                <a:r>
                  <a:rPr lang="en-US" dirty="0"/>
                  <a:t>who reach top 20%</a:t>
                </a:r>
              </a:p>
            </c:rich>
          </c:tx>
          <c:layout>
            <c:manualLayout>
              <c:xMode val="edge"/>
              <c:yMode val="edge"/>
              <c:x val="0"/>
              <c:y val="0.207970663093819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Lucida Sans" panose="020B06020305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2197938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tx1"/>
          </a:solidFill>
          <a:latin typeface="Lucida Sans" panose="020B0602030504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757608119059379E-2"/>
          <c:y val="3.6430418763634412E-2"/>
          <c:w val="0.89073900544041917"/>
          <c:h val="0.82556074667906065"/>
        </c:manualLayout>
      </c:layout>
      <c:scatterChart>
        <c:scatterStyle val="lineMarker"/>
        <c:varyColors val="0"/>
        <c:ser>
          <c:idx val="0"/>
          <c:order val="0"/>
          <c:tx>
            <c:v>All Schools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bg1">
                  <a:lumMod val="75000"/>
                  <a:alpha val="60000"/>
                </a:schemeClr>
              </a:solidFill>
              <a:ln w="9525">
                <a:noFill/>
              </a:ln>
              <a:effectLst/>
            </c:spPr>
          </c:marker>
          <c:trendline>
            <c:spPr>
              <a:ln w="38100" cap="rnd">
                <a:solidFill>
                  <a:schemeClr val="bg1">
                    <a:lumMod val="75000"/>
                  </a:schemeClr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xVal>
            <c:numRef>
              <c:f>Braven!$B$2:$B$2203</c:f>
              <c:numCache>
                <c:formatCode>General</c:formatCode>
                <c:ptCount val="2202"/>
                <c:pt idx="0">
                  <c:v>3.2558031000000001</c:v>
                </c:pt>
                <c:pt idx="1">
                  <c:v>10.234574</c:v>
                </c:pt>
                <c:pt idx="2">
                  <c:v>3.9403557999999999</c:v>
                </c:pt>
                <c:pt idx="3">
                  <c:v>5.9269118000000001</c:v>
                </c:pt>
                <c:pt idx="4">
                  <c:v>2.8360941</c:v>
                </c:pt>
                <c:pt idx="5">
                  <c:v>2.5902088000000001</c:v>
                </c:pt>
                <c:pt idx="6">
                  <c:v>4.1647800999999998</c:v>
                </c:pt>
                <c:pt idx="7">
                  <c:v>3.9317533999999998</c:v>
                </c:pt>
                <c:pt idx="8">
                  <c:v>4.3338102999999997</c:v>
                </c:pt>
                <c:pt idx="9">
                  <c:v>4.1080918000000004</c:v>
                </c:pt>
                <c:pt idx="10">
                  <c:v>3.2200335999999998</c:v>
                </c:pt>
                <c:pt idx="11">
                  <c:v>5.1078739000000004</c:v>
                </c:pt>
                <c:pt idx="12">
                  <c:v>4.8102688999999996</c:v>
                </c:pt>
                <c:pt idx="13">
                  <c:v>2.0432553000000002</c:v>
                </c:pt>
                <c:pt idx="14">
                  <c:v>4.7184252999999998</c:v>
                </c:pt>
                <c:pt idx="15">
                  <c:v>3.8899349999999999</c:v>
                </c:pt>
                <c:pt idx="16">
                  <c:v>10.139068</c:v>
                </c:pt>
                <c:pt idx="17">
                  <c:v>2.4959581000000002</c:v>
                </c:pt>
                <c:pt idx="18">
                  <c:v>5.3269253000000001</c:v>
                </c:pt>
                <c:pt idx="19">
                  <c:v>3.5795205000000001</c:v>
                </c:pt>
                <c:pt idx="20">
                  <c:v>9.2331686000000008</c:v>
                </c:pt>
                <c:pt idx="21">
                  <c:v>6.8676247999999998</c:v>
                </c:pt>
                <c:pt idx="22">
                  <c:v>1.4379559</c:v>
                </c:pt>
                <c:pt idx="23">
                  <c:v>3.42082</c:v>
                </c:pt>
                <c:pt idx="24">
                  <c:v>3.6217711000000001</c:v>
                </c:pt>
                <c:pt idx="25">
                  <c:v>3.2541201000000002</c:v>
                </c:pt>
                <c:pt idx="26">
                  <c:v>5.0208130000000004</c:v>
                </c:pt>
                <c:pt idx="27">
                  <c:v>3.1886190999999999</c:v>
                </c:pt>
                <c:pt idx="28">
                  <c:v>1.4857688</c:v>
                </c:pt>
                <c:pt idx="29">
                  <c:v>1.2670391999999999</c:v>
                </c:pt>
                <c:pt idx="30">
                  <c:v>4.855969</c:v>
                </c:pt>
                <c:pt idx="31">
                  <c:v>6.0009459999999999</c:v>
                </c:pt>
                <c:pt idx="32">
                  <c:v>3.8505598999999999</c:v>
                </c:pt>
                <c:pt idx="33">
                  <c:v>4.8977412999999999</c:v>
                </c:pt>
                <c:pt idx="34">
                  <c:v>2.4821993999999998</c:v>
                </c:pt>
                <c:pt idx="35">
                  <c:v>1.7423150999999999</c:v>
                </c:pt>
                <c:pt idx="36">
                  <c:v>3.6704926000000002</c:v>
                </c:pt>
                <c:pt idx="37">
                  <c:v>2.7788992000000001</c:v>
                </c:pt>
                <c:pt idx="38">
                  <c:v>3.5353341</c:v>
                </c:pt>
                <c:pt idx="39">
                  <c:v>2.2712094999999999</c:v>
                </c:pt>
                <c:pt idx="40">
                  <c:v>2.1719658000000002</c:v>
                </c:pt>
                <c:pt idx="41">
                  <c:v>3.0466166000000001</c:v>
                </c:pt>
                <c:pt idx="42">
                  <c:v>3.2330996999999999</c:v>
                </c:pt>
                <c:pt idx="43">
                  <c:v>3.6328011</c:v>
                </c:pt>
                <c:pt idx="44">
                  <c:v>3.2861902999999999</c:v>
                </c:pt>
                <c:pt idx="45">
                  <c:v>4.0804567</c:v>
                </c:pt>
                <c:pt idx="46">
                  <c:v>2.2225801999999999</c:v>
                </c:pt>
                <c:pt idx="47">
                  <c:v>2.8515625</c:v>
                </c:pt>
                <c:pt idx="48">
                  <c:v>15.173292</c:v>
                </c:pt>
                <c:pt idx="49">
                  <c:v>12.246905</c:v>
                </c:pt>
                <c:pt idx="50">
                  <c:v>8.8423376000000005</c:v>
                </c:pt>
                <c:pt idx="51">
                  <c:v>3.0700424000000002</c:v>
                </c:pt>
                <c:pt idx="52">
                  <c:v>2.6475985</c:v>
                </c:pt>
                <c:pt idx="53">
                  <c:v>8.7772349999999992</c:v>
                </c:pt>
                <c:pt idx="54">
                  <c:v>3.2713771</c:v>
                </c:pt>
                <c:pt idx="55">
                  <c:v>10.242689</c:v>
                </c:pt>
                <c:pt idx="56">
                  <c:v>2.3217954999999999</c:v>
                </c:pt>
                <c:pt idx="57">
                  <c:v>3.6446055999999998</c:v>
                </c:pt>
                <c:pt idx="58">
                  <c:v>7.2092438000000003</c:v>
                </c:pt>
                <c:pt idx="59">
                  <c:v>2.2410416999999998</c:v>
                </c:pt>
                <c:pt idx="60">
                  <c:v>9.4252949000000008</c:v>
                </c:pt>
                <c:pt idx="61">
                  <c:v>1.9974635999999999</c:v>
                </c:pt>
                <c:pt idx="62">
                  <c:v>2.9851424999999998</c:v>
                </c:pt>
                <c:pt idx="63">
                  <c:v>4.1973852999999997</c:v>
                </c:pt>
                <c:pt idx="64">
                  <c:v>1.9383473</c:v>
                </c:pt>
                <c:pt idx="65">
                  <c:v>2.9984152000000002</c:v>
                </c:pt>
                <c:pt idx="66">
                  <c:v>4.1113147999999997</c:v>
                </c:pt>
                <c:pt idx="67">
                  <c:v>2.9180807999999998</c:v>
                </c:pt>
                <c:pt idx="68">
                  <c:v>5.5987391000000004</c:v>
                </c:pt>
                <c:pt idx="69">
                  <c:v>3.6810483999999999</c:v>
                </c:pt>
                <c:pt idx="70">
                  <c:v>2.5803707</c:v>
                </c:pt>
                <c:pt idx="71">
                  <c:v>6.5402598000000003</c:v>
                </c:pt>
                <c:pt idx="72">
                  <c:v>3.8180860999999999</c:v>
                </c:pt>
                <c:pt idx="73">
                  <c:v>6.0711908000000001</c:v>
                </c:pt>
                <c:pt idx="74">
                  <c:v>5.7357917</c:v>
                </c:pt>
                <c:pt idx="75">
                  <c:v>3.5010750000000002</c:v>
                </c:pt>
                <c:pt idx="76">
                  <c:v>4.4593905999999999</c:v>
                </c:pt>
                <c:pt idx="77">
                  <c:v>6.9385424000000002</c:v>
                </c:pt>
                <c:pt idx="78">
                  <c:v>3.0293937</c:v>
                </c:pt>
                <c:pt idx="79">
                  <c:v>7.6365904999999996</c:v>
                </c:pt>
                <c:pt idx="80">
                  <c:v>2.8213162000000001</c:v>
                </c:pt>
                <c:pt idx="81">
                  <c:v>8.5837573999999996</c:v>
                </c:pt>
                <c:pt idx="82">
                  <c:v>6.3269166999999999</c:v>
                </c:pt>
                <c:pt idx="83">
                  <c:v>8.2825211999999997</c:v>
                </c:pt>
                <c:pt idx="84">
                  <c:v>5.6894026000000002</c:v>
                </c:pt>
                <c:pt idx="85">
                  <c:v>4.3647723000000003</c:v>
                </c:pt>
                <c:pt idx="86">
                  <c:v>16.416623999999999</c:v>
                </c:pt>
                <c:pt idx="87">
                  <c:v>7.3299570000000003</c:v>
                </c:pt>
                <c:pt idx="88">
                  <c:v>1.1189625999999999</c:v>
                </c:pt>
                <c:pt idx="89">
                  <c:v>4.0012894000000001</c:v>
                </c:pt>
                <c:pt idx="90">
                  <c:v>3.1054906999999998</c:v>
                </c:pt>
                <c:pt idx="91">
                  <c:v>4.0002326999999998</c:v>
                </c:pt>
                <c:pt idx="92">
                  <c:v>3.1803748999999999</c:v>
                </c:pt>
                <c:pt idx="93">
                  <c:v>2.9959381</c:v>
                </c:pt>
                <c:pt idx="94">
                  <c:v>6.1455530999999999</c:v>
                </c:pt>
                <c:pt idx="95">
                  <c:v>3.763957</c:v>
                </c:pt>
                <c:pt idx="96">
                  <c:v>3.6100194000000001</c:v>
                </c:pt>
                <c:pt idx="97">
                  <c:v>3.6272639999999998</c:v>
                </c:pt>
                <c:pt idx="98">
                  <c:v>8.5527391000000001</c:v>
                </c:pt>
                <c:pt idx="99">
                  <c:v>2.7713934999999998</c:v>
                </c:pt>
                <c:pt idx="100">
                  <c:v>6.6638764999999998</c:v>
                </c:pt>
                <c:pt idx="101">
                  <c:v>6.2115030000000004</c:v>
                </c:pt>
                <c:pt idx="102">
                  <c:v>13.452871999999999</c:v>
                </c:pt>
                <c:pt idx="103">
                  <c:v>5.1244063000000004</c:v>
                </c:pt>
                <c:pt idx="104">
                  <c:v>4.6533375000000001</c:v>
                </c:pt>
                <c:pt idx="105">
                  <c:v>7.0276627999999999</c:v>
                </c:pt>
                <c:pt idx="106">
                  <c:v>3.2903128000000001</c:v>
                </c:pt>
                <c:pt idx="107">
                  <c:v>2.0545232000000002</c:v>
                </c:pt>
                <c:pt idx="108">
                  <c:v>1.8561232999999999</c:v>
                </c:pt>
                <c:pt idx="109">
                  <c:v>3.2071450000000001</c:v>
                </c:pt>
                <c:pt idx="110">
                  <c:v>7.5897069000000004</c:v>
                </c:pt>
                <c:pt idx="111">
                  <c:v>7.2243504999999999</c:v>
                </c:pt>
                <c:pt idx="112">
                  <c:v>4.5562281999999996</c:v>
                </c:pt>
                <c:pt idx="113">
                  <c:v>2.4858359999999999</c:v>
                </c:pt>
                <c:pt idx="114">
                  <c:v>3.6516389999999999</c:v>
                </c:pt>
                <c:pt idx="115">
                  <c:v>2.5961447</c:v>
                </c:pt>
                <c:pt idx="116">
                  <c:v>2.4545145000000002</c:v>
                </c:pt>
                <c:pt idx="117">
                  <c:v>2.1009655</c:v>
                </c:pt>
                <c:pt idx="118">
                  <c:v>8.3693522999999992</c:v>
                </c:pt>
                <c:pt idx="119">
                  <c:v>3.7609880000000002</c:v>
                </c:pt>
                <c:pt idx="120">
                  <c:v>4.5758194999999997</c:v>
                </c:pt>
                <c:pt idx="121">
                  <c:v>3.1594985000000002</c:v>
                </c:pt>
                <c:pt idx="122">
                  <c:v>2.8448774999999999</c:v>
                </c:pt>
                <c:pt idx="123">
                  <c:v>14.343631999999999</c:v>
                </c:pt>
                <c:pt idx="124">
                  <c:v>5.1461114999999999</c:v>
                </c:pt>
                <c:pt idx="125">
                  <c:v>2.9791181</c:v>
                </c:pt>
                <c:pt idx="126">
                  <c:v>4.2368031000000004</c:v>
                </c:pt>
                <c:pt idx="127">
                  <c:v>2.1307478</c:v>
                </c:pt>
                <c:pt idx="128">
                  <c:v>27.632242000000002</c:v>
                </c:pt>
                <c:pt idx="129">
                  <c:v>3.6613486000000002</c:v>
                </c:pt>
                <c:pt idx="130">
                  <c:v>4.1971350000000003</c:v>
                </c:pt>
                <c:pt idx="131">
                  <c:v>4.9255176000000001</c:v>
                </c:pt>
                <c:pt idx="132">
                  <c:v>3.7419126</c:v>
                </c:pt>
                <c:pt idx="133">
                  <c:v>2.2099354</c:v>
                </c:pt>
                <c:pt idx="134">
                  <c:v>4.2215958000000002</c:v>
                </c:pt>
                <c:pt idx="135">
                  <c:v>3.3177302000000002</c:v>
                </c:pt>
                <c:pt idx="136">
                  <c:v>5.8639431000000002</c:v>
                </c:pt>
                <c:pt idx="137">
                  <c:v>5.3599129000000003</c:v>
                </c:pt>
                <c:pt idx="138">
                  <c:v>14.929721000000001</c:v>
                </c:pt>
                <c:pt idx="139">
                  <c:v>7.5922793999999998</c:v>
                </c:pt>
                <c:pt idx="140">
                  <c:v>5.3789549000000001</c:v>
                </c:pt>
                <c:pt idx="141">
                  <c:v>2.046726</c:v>
                </c:pt>
                <c:pt idx="142">
                  <c:v>2.1645346000000001</c:v>
                </c:pt>
                <c:pt idx="143">
                  <c:v>4.3047915000000003</c:v>
                </c:pt>
                <c:pt idx="144">
                  <c:v>6.1517223999999997</c:v>
                </c:pt>
                <c:pt idx="145">
                  <c:v>4.2998194999999999</c:v>
                </c:pt>
                <c:pt idx="146">
                  <c:v>36.477882000000001</c:v>
                </c:pt>
                <c:pt idx="147">
                  <c:v>4.3771119000000001</c:v>
                </c:pt>
                <c:pt idx="148">
                  <c:v>6.4467296999999997</c:v>
                </c:pt>
                <c:pt idx="149">
                  <c:v>3.2128136</c:v>
                </c:pt>
                <c:pt idx="150">
                  <c:v>4.9989672000000001</c:v>
                </c:pt>
                <c:pt idx="151">
                  <c:v>4.4441804999999999</c:v>
                </c:pt>
                <c:pt idx="152">
                  <c:v>5.5782976</c:v>
                </c:pt>
                <c:pt idx="153">
                  <c:v>3.9661982</c:v>
                </c:pt>
                <c:pt idx="154">
                  <c:v>9.8883428999999996</c:v>
                </c:pt>
                <c:pt idx="155">
                  <c:v>1.8628127999999999</c:v>
                </c:pt>
                <c:pt idx="156">
                  <c:v>6.7293630000000002</c:v>
                </c:pt>
                <c:pt idx="157">
                  <c:v>5.5223360000000001</c:v>
                </c:pt>
                <c:pt idx="158">
                  <c:v>3.8571521999999998</c:v>
                </c:pt>
                <c:pt idx="159">
                  <c:v>6.3993840000000004</c:v>
                </c:pt>
                <c:pt idx="160">
                  <c:v>8.3287802000000006</c:v>
                </c:pt>
                <c:pt idx="161">
                  <c:v>5.6902714000000003</c:v>
                </c:pt>
                <c:pt idx="162">
                  <c:v>4.6043577000000004</c:v>
                </c:pt>
                <c:pt idx="163">
                  <c:v>6.0082664000000001</c:v>
                </c:pt>
                <c:pt idx="164">
                  <c:v>4.3150820999999997</c:v>
                </c:pt>
                <c:pt idx="165">
                  <c:v>6.6376404999999998</c:v>
                </c:pt>
                <c:pt idx="166">
                  <c:v>5.6419801999999999</c:v>
                </c:pt>
                <c:pt idx="167">
                  <c:v>5.8833399000000002</c:v>
                </c:pt>
                <c:pt idx="168">
                  <c:v>6.0965686000000003</c:v>
                </c:pt>
                <c:pt idx="169">
                  <c:v>4.2639775000000002</c:v>
                </c:pt>
                <c:pt idx="170">
                  <c:v>4.7852062999999996</c:v>
                </c:pt>
                <c:pt idx="171">
                  <c:v>3.3031497000000001</c:v>
                </c:pt>
                <c:pt idx="172">
                  <c:v>2.0543463000000002</c:v>
                </c:pt>
                <c:pt idx="173">
                  <c:v>12.973523</c:v>
                </c:pt>
                <c:pt idx="174">
                  <c:v>2.0878508</c:v>
                </c:pt>
                <c:pt idx="175">
                  <c:v>8.9892778</c:v>
                </c:pt>
                <c:pt idx="176">
                  <c:v>8.1726016999999995</c:v>
                </c:pt>
                <c:pt idx="177">
                  <c:v>5.2811570000000003</c:v>
                </c:pt>
                <c:pt idx="178">
                  <c:v>7.0405015999999998</c:v>
                </c:pt>
                <c:pt idx="179">
                  <c:v>5.1041559999999997</c:v>
                </c:pt>
                <c:pt idx="180">
                  <c:v>7.5406461</c:v>
                </c:pt>
                <c:pt idx="181">
                  <c:v>5.1794523999999997</c:v>
                </c:pt>
                <c:pt idx="182">
                  <c:v>3.1615229</c:v>
                </c:pt>
                <c:pt idx="183">
                  <c:v>4.6373091000000004</c:v>
                </c:pt>
                <c:pt idx="184">
                  <c:v>5.7812104</c:v>
                </c:pt>
                <c:pt idx="185">
                  <c:v>5.0846786000000002</c:v>
                </c:pt>
                <c:pt idx="186">
                  <c:v>1.8505208</c:v>
                </c:pt>
                <c:pt idx="187">
                  <c:v>2.7533338000000001</c:v>
                </c:pt>
                <c:pt idx="188">
                  <c:v>2.3297701000000002</c:v>
                </c:pt>
                <c:pt idx="189">
                  <c:v>2.6358967</c:v>
                </c:pt>
                <c:pt idx="190">
                  <c:v>8.4173411999999992</c:v>
                </c:pt>
                <c:pt idx="191">
                  <c:v>4.1523313999999996</c:v>
                </c:pt>
                <c:pt idx="192">
                  <c:v>1.8359207</c:v>
                </c:pt>
                <c:pt idx="193">
                  <c:v>4.2281747000000003</c:v>
                </c:pt>
                <c:pt idx="194">
                  <c:v>3.8272103999999998</c:v>
                </c:pt>
                <c:pt idx="195">
                  <c:v>3.8575313000000002</c:v>
                </c:pt>
                <c:pt idx="196">
                  <c:v>3.5332447999999999</c:v>
                </c:pt>
                <c:pt idx="197">
                  <c:v>8.0073813999999999</c:v>
                </c:pt>
                <c:pt idx="198">
                  <c:v>14.668723999999999</c:v>
                </c:pt>
                <c:pt idx="199">
                  <c:v>2.8914626000000001</c:v>
                </c:pt>
                <c:pt idx="200">
                  <c:v>3.5018630000000002</c:v>
                </c:pt>
                <c:pt idx="201">
                  <c:v>5.6845350000000003</c:v>
                </c:pt>
                <c:pt idx="202">
                  <c:v>8.9785795000000004</c:v>
                </c:pt>
                <c:pt idx="203">
                  <c:v>2.6910777000000001</c:v>
                </c:pt>
                <c:pt idx="204">
                  <c:v>2.7568902999999998</c:v>
                </c:pt>
                <c:pt idx="205">
                  <c:v>10.351506000000001</c:v>
                </c:pt>
                <c:pt idx="206">
                  <c:v>1.8523921999999999</c:v>
                </c:pt>
                <c:pt idx="207">
                  <c:v>6.5602964999999998</c:v>
                </c:pt>
                <c:pt idx="208">
                  <c:v>1.7875916999999999</c:v>
                </c:pt>
                <c:pt idx="209">
                  <c:v>4.7202916000000004</c:v>
                </c:pt>
                <c:pt idx="210">
                  <c:v>2.9080324000000002</c:v>
                </c:pt>
                <c:pt idx="211">
                  <c:v>6.2429747999999998</c:v>
                </c:pt>
                <c:pt idx="212">
                  <c:v>20.257362000000001</c:v>
                </c:pt>
                <c:pt idx="213">
                  <c:v>10.674747</c:v>
                </c:pt>
                <c:pt idx="214">
                  <c:v>7.4726261999999997</c:v>
                </c:pt>
                <c:pt idx="215">
                  <c:v>1.6884406000000001</c:v>
                </c:pt>
                <c:pt idx="216">
                  <c:v>4.4499464</c:v>
                </c:pt>
                <c:pt idx="217">
                  <c:v>3.0970447000000001</c:v>
                </c:pt>
                <c:pt idx="218">
                  <c:v>4.3702493000000002</c:v>
                </c:pt>
                <c:pt idx="219">
                  <c:v>12.116247</c:v>
                </c:pt>
                <c:pt idx="220">
                  <c:v>5.7600904000000002</c:v>
                </c:pt>
                <c:pt idx="221">
                  <c:v>6.5644444999999996</c:v>
                </c:pt>
                <c:pt idx="222">
                  <c:v>4.5679740999999998</c:v>
                </c:pt>
                <c:pt idx="223">
                  <c:v>1.6432583000000001</c:v>
                </c:pt>
                <c:pt idx="224">
                  <c:v>7.7935553000000004</c:v>
                </c:pt>
                <c:pt idx="225">
                  <c:v>5.8328785999999999</c:v>
                </c:pt>
                <c:pt idx="226">
                  <c:v>8.5336227000000004</c:v>
                </c:pt>
                <c:pt idx="227">
                  <c:v>6.6957331</c:v>
                </c:pt>
                <c:pt idx="228">
                  <c:v>2.2330892000000002</c:v>
                </c:pt>
                <c:pt idx="229">
                  <c:v>4.7175326000000002</c:v>
                </c:pt>
                <c:pt idx="230">
                  <c:v>1.346071</c:v>
                </c:pt>
                <c:pt idx="231">
                  <c:v>5.5578580000000004</c:v>
                </c:pt>
                <c:pt idx="232">
                  <c:v>4.0683455000000004</c:v>
                </c:pt>
                <c:pt idx="233">
                  <c:v>4.2376636999999997</c:v>
                </c:pt>
                <c:pt idx="234">
                  <c:v>13.10263</c:v>
                </c:pt>
                <c:pt idx="235">
                  <c:v>4.2440600000000002</c:v>
                </c:pt>
                <c:pt idx="236">
                  <c:v>3.2132386999999998</c:v>
                </c:pt>
                <c:pt idx="237">
                  <c:v>11.606012</c:v>
                </c:pt>
                <c:pt idx="238">
                  <c:v>2.1016385999999998</c:v>
                </c:pt>
                <c:pt idx="239">
                  <c:v>6.3387117000000002</c:v>
                </c:pt>
                <c:pt idx="240">
                  <c:v>13.445237000000001</c:v>
                </c:pt>
                <c:pt idx="241">
                  <c:v>4.3402076000000003</c:v>
                </c:pt>
                <c:pt idx="242">
                  <c:v>5.4560876</c:v>
                </c:pt>
                <c:pt idx="243">
                  <c:v>8.0174017000000006</c:v>
                </c:pt>
                <c:pt idx="244">
                  <c:v>2.9397817000000002</c:v>
                </c:pt>
                <c:pt idx="245">
                  <c:v>4.5886779000000004</c:v>
                </c:pt>
                <c:pt idx="246">
                  <c:v>4.8108205999999996</c:v>
                </c:pt>
                <c:pt idx="247">
                  <c:v>3.1747334</c:v>
                </c:pt>
                <c:pt idx="248">
                  <c:v>6.9826335999999998</c:v>
                </c:pt>
                <c:pt idx="249">
                  <c:v>3.7606850000000001</c:v>
                </c:pt>
                <c:pt idx="250">
                  <c:v>4.1138864000000002</c:v>
                </c:pt>
                <c:pt idx="251">
                  <c:v>8.1878080000000004</c:v>
                </c:pt>
                <c:pt idx="252">
                  <c:v>7.3746986000000003</c:v>
                </c:pt>
                <c:pt idx="253">
                  <c:v>7.8898010000000003</c:v>
                </c:pt>
                <c:pt idx="254">
                  <c:v>5.0264382000000003</c:v>
                </c:pt>
                <c:pt idx="255">
                  <c:v>5.8408837</c:v>
                </c:pt>
                <c:pt idx="256">
                  <c:v>8.7048024999999996</c:v>
                </c:pt>
                <c:pt idx="257">
                  <c:v>2.4250989000000001</c:v>
                </c:pt>
                <c:pt idx="258">
                  <c:v>2.7070837000000001</c:v>
                </c:pt>
                <c:pt idx="259">
                  <c:v>9.8972025000000006</c:v>
                </c:pt>
                <c:pt idx="260">
                  <c:v>4.1544651999999997</c:v>
                </c:pt>
                <c:pt idx="261">
                  <c:v>10.792967000000001</c:v>
                </c:pt>
                <c:pt idx="262">
                  <c:v>1.7365809999999999</c:v>
                </c:pt>
                <c:pt idx="263">
                  <c:v>14.60806</c:v>
                </c:pt>
                <c:pt idx="264">
                  <c:v>3.4607052999999999</c:v>
                </c:pt>
                <c:pt idx="265">
                  <c:v>10.072253</c:v>
                </c:pt>
                <c:pt idx="266">
                  <c:v>1.7676985999999999</c:v>
                </c:pt>
                <c:pt idx="267">
                  <c:v>1.7229258999999999</c:v>
                </c:pt>
                <c:pt idx="268">
                  <c:v>2.3923681000000001</c:v>
                </c:pt>
                <c:pt idx="269">
                  <c:v>7.2459841000000003</c:v>
                </c:pt>
                <c:pt idx="270">
                  <c:v>3.3713829999999998</c:v>
                </c:pt>
                <c:pt idx="271">
                  <c:v>8.5088176999999998</c:v>
                </c:pt>
                <c:pt idx="272">
                  <c:v>3.5309113999999999</c:v>
                </c:pt>
                <c:pt idx="273">
                  <c:v>7.2785453999999996</c:v>
                </c:pt>
                <c:pt idx="274">
                  <c:v>5.7736897000000003</c:v>
                </c:pt>
                <c:pt idx="275">
                  <c:v>3.8133667</c:v>
                </c:pt>
                <c:pt idx="276">
                  <c:v>6.5978937000000002</c:v>
                </c:pt>
                <c:pt idx="277">
                  <c:v>9.7608461000000002</c:v>
                </c:pt>
                <c:pt idx="278">
                  <c:v>5.1576018000000001</c:v>
                </c:pt>
                <c:pt idx="279">
                  <c:v>7.2166281000000003</c:v>
                </c:pt>
                <c:pt idx="280">
                  <c:v>3.7381232</c:v>
                </c:pt>
                <c:pt idx="281">
                  <c:v>10.021361000000001</c:v>
                </c:pt>
                <c:pt idx="282">
                  <c:v>9.5781384000000003</c:v>
                </c:pt>
                <c:pt idx="283">
                  <c:v>6.1278762999999996</c:v>
                </c:pt>
                <c:pt idx="284">
                  <c:v>27.158950999999998</c:v>
                </c:pt>
                <c:pt idx="285">
                  <c:v>21.163613999999999</c:v>
                </c:pt>
                <c:pt idx="286">
                  <c:v>9.2837180999999998</c:v>
                </c:pt>
                <c:pt idx="287">
                  <c:v>3.6840259999999998</c:v>
                </c:pt>
                <c:pt idx="288">
                  <c:v>6.2417159</c:v>
                </c:pt>
                <c:pt idx="289">
                  <c:v>3.7499937999999999</c:v>
                </c:pt>
                <c:pt idx="290">
                  <c:v>5.1360954999999997</c:v>
                </c:pt>
                <c:pt idx="291">
                  <c:v>20.142741999999998</c:v>
                </c:pt>
                <c:pt idx="292">
                  <c:v>3.1607940000000001</c:v>
                </c:pt>
                <c:pt idx="293">
                  <c:v>5.1568918000000004</c:v>
                </c:pt>
                <c:pt idx="294">
                  <c:v>6.1656737000000001</c:v>
                </c:pt>
                <c:pt idx="295">
                  <c:v>3.0116081000000001</c:v>
                </c:pt>
                <c:pt idx="296">
                  <c:v>4.8714952</c:v>
                </c:pt>
                <c:pt idx="297">
                  <c:v>2.3503954</c:v>
                </c:pt>
                <c:pt idx="298">
                  <c:v>2.9181178000000001</c:v>
                </c:pt>
                <c:pt idx="299">
                  <c:v>7.1806010999999996</c:v>
                </c:pt>
                <c:pt idx="300">
                  <c:v>4.7116984999999998</c:v>
                </c:pt>
                <c:pt idx="301">
                  <c:v>7.6737270000000004</c:v>
                </c:pt>
                <c:pt idx="302">
                  <c:v>9.5446501000000001</c:v>
                </c:pt>
                <c:pt idx="303">
                  <c:v>15.013785</c:v>
                </c:pt>
                <c:pt idx="304">
                  <c:v>4.5188227000000003</c:v>
                </c:pt>
                <c:pt idx="305">
                  <c:v>23.247004</c:v>
                </c:pt>
                <c:pt idx="306">
                  <c:v>3.6437020000000002</c:v>
                </c:pt>
                <c:pt idx="307">
                  <c:v>4.7963165999999999</c:v>
                </c:pt>
                <c:pt idx="308">
                  <c:v>5.5966829999999996</c:v>
                </c:pt>
                <c:pt idx="309">
                  <c:v>6.4369573999999998</c:v>
                </c:pt>
                <c:pt idx="310">
                  <c:v>3.5303122999999998</c:v>
                </c:pt>
                <c:pt idx="311">
                  <c:v>2.7147356999999999</c:v>
                </c:pt>
                <c:pt idx="312">
                  <c:v>5.0166392000000002</c:v>
                </c:pt>
                <c:pt idx="313">
                  <c:v>3.7419307000000002</c:v>
                </c:pt>
                <c:pt idx="314">
                  <c:v>6.3315511000000004</c:v>
                </c:pt>
                <c:pt idx="315">
                  <c:v>4.0205301999999996</c:v>
                </c:pt>
                <c:pt idx="316">
                  <c:v>4.0640593000000003</c:v>
                </c:pt>
                <c:pt idx="317">
                  <c:v>18.690574999999999</c:v>
                </c:pt>
                <c:pt idx="318">
                  <c:v>4.0750685000000004</c:v>
                </c:pt>
                <c:pt idx="319">
                  <c:v>6.0530480999999998</c:v>
                </c:pt>
                <c:pt idx="320">
                  <c:v>4.0914697999999996</c:v>
                </c:pt>
                <c:pt idx="321">
                  <c:v>5.5309252999999998</c:v>
                </c:pt>
                <c:pt idx="322">
                  <c:v>5.0080613999999999</c:v>
                </c:pt>
                <c:pt idx="323">
                  <c:v>4.6992501999999998</c:v>
                </c:pt>
                <c:pt idx="324">
                  <c:v>8.2054548</c:v>
                </c:pt>
                <c:pt idx="325">
                  <c:v>4.5976318999999997</c:v>
                </c:pt>
                <c:pt idx="326">
                  <c:v>3.2154522000000001</c:v>
                </c:pt>
                <c:pt idx="327">
                  <c:v>9.4593858999999991</c:v>
                </c:pt>
                <c:pt idx="328">
                  <c:v>3.3749826000000001</c:v>
                </c:pt>
                <c:pt idx="329">
                  <c:v>3.5816401999999998</c:v>
                </c:pt>
                <c:pt idx="330">
                  <c:v>5.7861662000000003</c:v>
                </c:pt>
                <c:pt idx="331">
                  <c:v>3.4589846</c:v>
                </c:pt>
                <c:pt idx="332">
                  <c:v>8.5422601999999994</c:v>
                </c:pt>
                <c:pt idx="333">
                  <c:v>6.0739812999999998</c:v>
                </c:pt>
                <c:pt idx="334">
                  <c:v>3.7007682000000002</c:v>
                </c:pt>
                <c:pt idx="335">
                  <c:v>7.1293144000000002</c:v>
                </c:pt>
                <c:pt idx="336">
                  <c:v>1.8797311999999999</c:v>
                </c:pt>
                <c:pt idx="337">
                  <c:v>6.6485949</c:v>
                </c:pt>
                <c:pt idx="338">
                  <c:v>4.5168157000000004</c:v>
                </c:pt>
                <c:pt idx="339">
                  <c:v>2.8114697999999998</c:v>
                </c:pt>
                <c:pt idx="340">
                  <c:v>5.1573491000000002</c:v>
                </c:pt>
                <c:pt idx="341">
                  <c:v>7.119669</c:v>
                </c:pt>
                <c:pt idx="342">
                  <c:v>2.7092018000000002</c:v>
                </c:pt>
                <c:pt idx="343">
                  <c:v>14.064996000000001</c:v>
                </c:pt>
                <c:pt idx="344">
                  <c:v>5.0318747000000004</c:v>
                </c:pt>
                <c:pt idx="345">
                  <c:v>6.1238340999999998</c:v>
                </c:pt>
                <c:pt idx="346">
                  <c:v>7.1958207999999999</c:v>
                </c:pt>
                <c:pt idx="347">
                  <c:v>3.9217689</c:v>
                </c:pt>
                <c:pt idx="348">
                  <c:v>3.3592290999999999</c:v>
                </c:pt>
                <c:pt idx="349">
                  <c:v>4.1140803999999997</c:v>
                </c:pt>
                <c:pt idx="350">
                  <c:v>2.6079178000000001</c:v>
                </c:pt>
                <c:pt idx="351">
                  <c:v>8.1401214999999993</c:v>
                </c:pt>
                <c:pt idx="352">
                  <c:v>6.0648211999999999</c:v>
                </c:pt>
                <c:pt idx="353">
                  <c:v>2.2764660999999999</c:v>
                </c:pt>
                <c:pt idx="354">
                  <c:v>2.9453580000000001</c:v>
                </c:pt>
                <c:pt idx="355">
                  <c:v>5.3098478</c:v>
                </c:pt>
                <c:pt idx="356">
                  <c:v>4.2800096999999999</c:v>
                </c:pt>
                <c:pt idx="357">
                  <c:v>10.497926</c:v>
                </c:pt>
                <c:pt idx="358">
                  <c:v>8.7964382000000008</c:v>
                </c:pt>
                <c:pt idx="359">
                  <c:v>3.4014158000000001</c:v>
                </c:pt>
                <c:pt idx="360">
                  <c:v>6.0856566000000001</c:v>
                </c:pt>
                <c:pt idx="361">
                  <c:v>7.6454968000000001</c:v>
                </c:pt>
                <c:pt idx="362">
                  <c:v>4.0241984999999998</c:v>
                </c:pt>
                <c:pt idx="363">
                  <c:v>3.0563246999999998</c:v>
                </c:pt>
                <c:pt idx="364">
                  <c:v>3.1409197</c:v>
                </c:pt>
                <c:pt idx="365">
                  <c:v>4.9298476999999998</c:v>
                </c:pt>
                <c:pt idx="366">
                  <c:v>3.3321195000000001</c:v>
                </c:pt>
                <c:pt idx="367">
                  <c:v>3.5094128000000002</c:v>
                </c:pt>
                <c:pt idx="368">
                  <c:v>19.794104000000001</c:v>
                </c:pt>
                <c:pt idx="369">
                  <c:v>10.452874</c:v>
                </c:pt>
                <c:pt idx="370">
                  <c:v>5.3395605000000002</c:v>
                </c:pt>
                <c:pt idx="371">
                  <c:v>4.6895918999999999</c:v>
                </c:pt>
                <c:pt idx="372">
                  <c:v>8.3341989999999999</c:v>
                </c:pt>
                <c:pt idx="373">
                  <c:v>13.039255000000001</c:v>
                </c:pt>
                <c:pt idx="374">
                  <c:v>3.0876393000000002</c:v>
                </c:pt>
                <c:pt idx="375">
                  <c:v>4.8732699999999998</c:v>
                </c:pt>
                <c:pt idx="376">
                  <c:v>4.7652149000000001</c:v>
                </c:pt>
                <c:pt idx="377">
                  <c:v>4.2567462999999996</c:v>
                </c:pt>
                <c:pt idx="378">
                  <c:v>9.8648890999999992</c:v>
                </c:pt>
                <c:pt idx="379">
                  <c:v>5.7397089000000001</c:v>
                </c:pt>
                <c:pt idx="380">
                  <c:v>5.2211514000000001</c:v>
                </c:pt>
                <c:pt idx="381">
                  <c:v>5.6858778000000001</c:v>
                </c:pt>
                <c:pt idx="382">
                  <c:v>3.3656134999999998</c:v>
                </c:pt>
                <c:pt idx="383">
                  <c:v>7.8476600999999997</c:v>
                </c:pt>
                <c:pt idx="384">
                  <c:v>5.0687541999999999</c:v>
                </c:pt>
                <c:pt idx="385">
                  <c:v>3.1833344000000001</c:v>
                </c:pt>
                <c:pt idx="386">
                  <c:v>5.4246359000000002</c:v>
                </c:pt>
                <c:pt idx="387">
                  <c:v>16.702759</c:v>
                </c:pt>
                <c:pt idx="388">
                  <c:v>3.7601515999999999</c:v>
                </c:pt>
                <c:pt idx="389">
                  <c:v>4.3146348000000003</c:v>
                </c:pt>
                <c:pt idx="390">
                  <c:v>4.3899102000000001</c:v>
                </c:pt>
                <c:pt idx="391">
                  <c:v>7.7243475999999998</c:v>
                </c:pt>
                <c:pt idx="392">
                  <c:v>8.9114933000000001</c:v>
                </c:pt>
                <c:pt idx="393">
                  <c:v>3.0137698999999998</c:v>
                </c:pt>
                <c:pt idx="394">
                  <c:v>2.2132640000000001</c:v>
                </c:pt>
                <c:pt idx="395">
                  <c:v>15.731335</c:v>
                </c:pt>
                <c:pt idx="396">
                  <c:v>4.3147096999999999</c:v>
                </c:pt>
                <c:pt idx="397">
                  <c:v>9.3039865000000006</c:v>
                </c:pt>
                <c:pt idx="398">
                  <c:v>14.097720000000001</c:v>
                </c:pt>
                <c:pt idx="399">
                  <c:v>3.1252667999999999</c:v>
                </c:pt>
                <c:pt idx="400">
                  <c:v>2.1438348</c:v>
                </c:pt>
                <c:pt idx="401">
                  <c:v>5.4876298999999999</c:v>
                </c:pt>
                <c:pt idx="402">
                  <c:v>10.617122</c:v>
                </c:pt>
                <c:pt idx="403">
                  <c:v>3.6043763000000002</c:v>
                </c:pt>
                <c:pt idx="404">
                  <c:v>7.6455859999999998</c:v>
                </c:pt>
                <c:pt idx="405">
                  <c:v>6.7651329000000002</c:v>
                </c:pt>
                <c:pt idx="406">
                  <c:v>5.6541304999999999</c:v>
                </c:pt>
                <c:pt idx="407">
                  <c:v>4.9204983999999996</c:v>
                </c:pt>
                <c:pt idx="408">
                  <c:v>3.1959205000000002</c:v>
                </c:pt>
                <c:pt idx="409">
                  <c:v>2.0629591999999999</c:v>
                </c:pt>
                <c:pt idx="410">
                  <c:v>3.7171357</c:v>
                </c:pt>
                <c:pt idx="411">
                  <c:v>11.098741</c:v>
                </c:pt>
                <c:pt idx="412">
                  <c:v>5.5614843</c:v>
                </c:pt>
                <c:pt idx="413">
                  <c:v>3.9542000000000002</c:v>
                </c:pt>
                <c:pt idx="414">
                  <c:v>3.6872406</c:v>
                </c:pt>
                <c:pt idx="415">
                  <c:v>14.908856</c:v>
                </c:pt>
                <c:pt idx="416">
                  <c:v>5.8698496999999996</c:v>
                </c:pt>
                <c:pt idx="417">
                  <c:v>9.7160186999999993</c:v>
                </c:pt>
                <c:pt idx="418">
                  <c:v>5.9995336999999997</c:v>
                </c:pt>
                <c:pt idx="419">
                  <c:v>3.8323159000000002</c:v>
                </c:pt>
                <c:pt idx="420">
                  <c:v>5.6574273000000002</c:v>
                </c:pt>
                <c:pt idx="421">
                  <c:v>6.3189191999999998</c:v>
                </c:pt>
                <c:pt idx="422">
                  <c:v>16.336199000000001</c:v>
                </c:pt>
                <c:pt idx="423">
                  <c:v>4.3521419000000003</c:v>
                </c:pt>
                <c:pt idx="424">
                  <c:v>4.2028327000000001</c:v>
                </c:pt>
                <c:pt idx="425">
                  <c:v>5.827394</c:v>
                </c:pt>
                <c:pt idx="426">
                  <c:v>4.4609307999999999</c:v>
                </c:pt>
                <c:pt idx="427">
                  <c:v>4.9865427000000002</c:v>
                </c:pt>
                <c:pt idx="428">
                  <c:v>3.1097684000000001</c:v>
                </c:pt>
                <c:pt idx="429">
                  <c:v>2.1347713000000001</c:v>
                </c:pt>
                <c:pt idx="430">
                  <c:v>21.239695000000001</c:v>
                </c:pt>
                <c:pt idx="431">
                  <c:v>2.2652307</c:v>
                </c:pt>
                <c:pt idx="432">
                  <c:v>25.033553999999999</c:v>
                </c:pt>
                <c:pt idx="433">
                  <c:v>4.5202875000000002</c:v>
                </c:pt>
                <c:pt idx="434">
                  <c:v>12.084085999999999</c:v>
                </c:pt>
                <c:pt idx="435">
                  <c:v>6.3375978000000002</c:v>
                </c:pt>
                <c:pt idx="436">
                  <c:v>4.9032425999999996</c:v>
                </c:pt>
                <c:pt idx="437">
                  <c:v>33.116928000000001</c:v>
                </c:pt>
                <c:pt idx="438">
                  <c:v>4.3601521999999999</c:v>
                </c:pt>
                <c:pt idx="439">
                  <c:v>4.1793933000000001</c:v>
                </c:pt>
                <c:pt idx="440">
                  <c:v>10.116467999999999</c:v>
                </c:pt>
                <c:pt idx="441">
                  <c:v>4.5161762000000003</c:v>
                </c:pt>
                <c:pt idx="442">
                  <c:v>6.4112387000000002</c:v>
                </c:pt>
                <c:pt idx="443">
                  <c:v>18.595896</c:v>
                </c:pt>
                <c:pt idx="444">
                  <c:v>3.9157424000000001</c:v>
                </c:pt>
                <c:pt idx="445">
                  <c:v>2.6983921999999998</c:v>
                </c:pt>
                <c:pt idx="446">
                  <c:v>1.3816976999999999</c:v>
                </c:pt>
                <c:pt idx="447">
                  <c:v>12.763434</c:v>
                </c:pt>
                <c:pt idx="448">
                  <c:v>7.2564373</c:v>
                </c:pt>
                <c:pt idx="449">
                  <c:v>4.2821654999999996</c:v>
                </c:pt>
                <c:pt idx="450">
                  <c:v>7.9483328000000002</c:v>
                </c:pt>
                <c:pt idx="451">
                  <c:v>7.3527956000000003</c:v>
                </c:pt>
                <c:pt idx="452">
                  <c:v>2.2001561999999999</c:v>
                </c:pt>
                <c:pt idx="453">
                  <c:v>13.897126999999999</c:v>
                </c:pt>
                <c:pt idx="454">
                  <c:v>11.186931</c:v>
                </c:pt>
                <c:pt idx="455">
                  <c:v>3.2509304999999999</c:v>
                </c:pt>
                <c:pt idx="456">
                  <c:v>3.7199787999999998</c:v>
                </c:pt>
                <c:pt idx="457">
                  <c:v>7.6429853000000003</c:v>
                </c:pt>
                <c:pt idx="458">
                  <c:v>4.7605947999999998</c:v>
                </c:pt>
                <c:pt idx="459">
                  <c:v>11.640731000000001</c:v>
                </c:pt>
                <c:pt idx="460">
                  <c:v>5.9194760000000004</c:v>
                </c:pt>
                <c:pt idx="461">
                  <c:v>11.43111</c:v>
                </c:pt>
                <c:pt idx="462">
                  <c:v>5.1736088000000002</c:v>
                </c:pt>
                <c:pt idx="463">
                  <c:v>4.8773331999999998</c:v>
                </c:pt>
                <c:pt idx="464">
                  <c:v>3.4533064000000002</c:v>
                </c:pt>
                <c:pt idx="465">
                  <c:v>5.7250562</c:v>
                </c:pt>
                <c:pt idx="466">
                  <c:v>7.1223802999999997</c:v>
                </c:pt>
                <c:pt idx="467">
                  <c:v>6.5142936999999996</c:v>
                </c:pt>
                <c:pt idx="468">
                  <c:v>5.2175865000000003</c:v>
                </c:pt>
                <c:pt idx="469">
                  <c:v>10.896926000000001</c:v>
                </c:pt>
                <c:pt idx="470">
                  <c:v>13.350467999999999</c:v>
                </c:pt>
                <c:pt idx="471">
                  <c:v>14.325194</c:v>
                </c:pt>
                <c:pt idx="472">
                  <c:v>3.2666116000000001</c:v>
                </c:pt>
                <c:pt idx="473">
                  <c:v>5.4181023000000001</c:v>
                </c:pt>
                <c:pt idx="474">
                  <c:v>4.4165568000000004</c:v>
                </c:pt>
                <c:pt idx="475">
                  <c:v>9.5504475000000006</c:v>
                </c:pt>
                <c:pt idx="476">
                  <c:v>5.0610360999999999</c:v>
                </c:pt>
                <c:pt idx="477">
                  <c:v>2.6083628999999999</c:v>
                </c:pt>
                <c:pt idx="478">
                  <c:v>5.8328747999999999</c:v>
                </c:pt>
                <c:pt idx="479">
                  <c:v>3.0670012999999998</c:v>
                </c:pt>
                <c:pt idx="480">
                  <c:v>4.593699</c:v>
                </c:pt>
                <c:pt idx="481">
                  <c:v>4.1126646999999998</c:v>
                </c:pt>
                <c:pt idx="482">
                  <c:v>13.677046000000001</c:v>
                </c:pt>
                <c:pt idx="483">
                  <c:v>7.4876250999999998</c:v>
                </c:pt>
                <c:pt idx="484">
                  <c:v>5.9767346000000003</c:v>
                </c:pt>
                <c:pt idx="485">
                  <c:v>4.0885714999999996</c:v>
                </c:pt>
                <c:pt idx="486">
                  <c:v>5.7522954999999998</c:v>
                </c:pt>
                <c:pt idx="487">
                  <c:v>23.652473000000001</c:v>
                </c:pt>
                <c:pt idx="488">
                  <c:v>3.4117753999999998</c:v>
                </c:pt>
                <c:pt idx="489">
                  <c:v>5.5178146000000003</c:v>
                </c:pt>
                <c:pt idx="490">
                  <c:v>5.3291287000000001</c:v>
                </c:pt>
                <c:pt idx="491">
                  <c:v>5.4411573000000004</c:v>
                </c:pt>
                <c:pt idx="492">
                  <c:v>12.86495</c:v>
                </c:pt>
                <c:pt idx="493">
                  <c:v>5.1683105999999999</c:v>
                </c:pt>
                <c:pt idx="494">
                  <c:v>8.9489651000000006</c:v>
                </c:pt>
                <c:pt idx="495">
                  <c:v>3.6779424999999999</c:v>
                </c:pt>
                <c:pt idx="496">
                  <c:v>5.8302683999999996</c:v>
                </c:pt>
                <c:pt idx="497">
                  <c:v>6.8264975999999997</c:v>
                </c:pt>
                <c:pt idx="498">
                  <c:v>6.5455861000000004</c:v>
                </c:pt>
                <c:pt idx="499">
                  <c:v>8.6719150999999997</c:v>
                </c:pt>
                <c:pt idx="500">
                  <c:v>2.7586439</c:v>
                </c:pt>
                <c:pt idx="501">
                  <c:v>18.653946000000001</c:v>
                </c:pt>
                <c:pt idx="502">
                  <c:v>8.4604911999999999</c:v>
                </c:pt>
                <c:pt idx="503">
                  <c:v>14.159825</c:v>
                </c:pt>
                <c:pt idx="504">
                  <c:v>2.8814237</c:v>
                </c:pt>
                <c:pt idx="505">
                  <c:v>7.3180598999999997</c:v>
                </c:pt>
                <c:pt idx="506">
                  <c:v>6.7841401000000001</c:v>
                </c:pt>
                <c:pt idx="507">
                  <c:v>6.7839966</c:v>
                </c:pt>
                <c:pt idx="508">
                  <c:v>5.8268656999999999</c:v>
                </c:pt>
                <c:pt idx="509">
                  <c:v>36.707489000000002</c:v>
                </c:pt>
                <c:pt idx="510">
                  <c:v>5.6313000000000004</c:v>
                </c:pt>
                <c:pt idx="511">
                  <c:v>9.3281983999999998</c:v>
                </c:pt>
                <c:pt idx="512">
                  <c:v>4.7576466000000002</c:v>
                </c:pt>
                <c:pt idx="513">
                  <c:v>3.4799809000000002</c:v>
                </c:pt>
                <c:pt idx="514">
                  <c:v>11.929653</c:v>
                </c:pt>
                <c:pt idx="515">
                  <c:v>5.4169897999999996</c:v>
                </c:pt>
                <c:pt idx="516">
                  <c:v>7.4241280999999999</c:v>
                </c:pt>
                <c:pt idx="517">
                  <c:v>14.047748</c:v>
                </c:pt>
                <c:pt idx="518">
                  <c:v>2.5133078000000002</c:v>
                </c:pt>
                <c:pt idx="519">
                  <c:v>3.9237924</c:v>
                </c:pt>
                <c:pt idx="520">
                  <c:v>7.0403665999999996</c:v>
                </c:pt>
                <c:pt idx="521">
                  <c:v>5.2441354000000002</c:v>
                </c:pt>
                <c:pt idx="522">
                  <c:v>8.6101971000000006</c:v>
                </c:pt>
                <c:pt idx="523">
                  <c:v>7.8222880000000004</c:v>
                </c:pt>
                <c:pt idx="524">
                  <c:v>6.2232890000000003</c:v>
                </c:pt>
                <c:pt idx="525">
                  <c:v>8.6421031999999993</c:v>
                </c:pt>
                <c:pt idx="526">
                  <c:v>8.9184503999999993</c:v>
                </c:pt>
                <c:pt idx="527">
                  <c:v>3.6849563000000001</c:v>
                </c:pt>
                <c:pt idx="528">
                  <c:v>10.642795</c:v>
                </c:pt>
                <c:pt idx="529">
                  <c:v>6.2247405000000002</c:v>
                </c:pt>
                <c:pt idx="530">
                  <c:v>5.0351238</c:v>
                </c:pt>
                <c:pt idx="531">
                  <c:v>9.7330588999999996</c:v>
                </c:pt>
                <c:pt idx="532">
                  <c:v>7.0848345999999998</c:v>
                </c:pt>
                <c:pt idx="533">
                  <c:v>4.2067385000000002</c:v>
                </c:pt>
                <c:pt idx="534">
                  <c:v>9.3652735000000007</c:v>
                </c:pt>
                <c:pt idx="535">
                  <c:v>5.1745076000000001</c:v>
                </c:pt>
                <c:pt idx="536">
                  <c:v>2.8875594000000002</c:v>
                </c:pt>
                <c:pt idx="537">
                  <c:v>5.3097295999999998</c:v>
                </c:pt>
                <c:pt idx="538">
                  <c:v>7.3941454999999996</c:v>
                </c:pt>
                <c:pt idx="539">
                  <c:v>7.9551892000000004</c:v>
                </c:pt>
                <c:pt idx="540">
                  <c:v>20.468720999999999</c:v>
                </c:pt>
                <c:pt idx="541">
                  <c:v>14.433408</c:v>
                </c:pt>
                <c:pt idx="542">
                  <c:v>4.4364543000000003</c:v>
                </c:pt>
                <c:pt idx="543">
                  <c:v>4.5676436000000002</c:v>
                </c:pt>
                <c:pt idx="544">
                  <c:v>5.1434021000000003</c:v>
                </c:pt>
                <c:pt idx="545">
                  <c:v>11.58799</c:v>
                </c:pt>
                <c:pt idx="546">
                  <c:v>5.1261606000000004</c:v>
                </c:pt>
                <c:pt idx="547">
                  <c:v>7.5679622000000002</c:v>
                </c:pt>
                <c:pt idx="548">
                  <c:v>3.5016623</c:v>
                </c:pt>
                <c:pt idx="549">
                  <c:v>9.4434509000000002</c:v>
                </c:pt>
                <c:pt idx="550">
                  <c:v>11.623571999999999</c:v>
                </c:pt>
                <c:pt idx="551">
                  <c:v>4.2984857999999999</c:v>
                </c:pt>
                <c:pt idx="552">
                  <c:v>4.6451076999999996</c:v>
                </c:pt>
                <c:pt idx="553">
                  <c:v>15.951231</c:v>
                </c:pt>
                <c:pt idx="554">
                  <c:v>6.2112502999999997</c:v>
                </c:pt>
                <c:pt idx="555">
                  <c:v>2.4701792999999999</c:v>
                </c:pt>
                <c:pt idx="556">
                  <c:v>5.4093980999999998</c:v>
                </c:pt>
                <c:pt idx="557">
                  <c:v>3.0879799999999999</c:v>
                </c:pt>
                <c:pt idx="558">
                  <c:v>8.4972343000000006</c:v>
                </c:pt>
                <c:pt idx="559">
                  <c:v>6.4028381999999997</c:v>
                </c:pt>
                <c:pt idx="560">
                  <c:v>20.409745999999998</c:v>
                </c:pt>
                <c:pt idx="561">
                  <c:v>4.4805583999999996</c:v>
                </c:pt>
                <c:pt idx="562">
                  <c:v>6.2428751</c:v>
                </c:pt>
                <c:pt idx="563">
                  <c:v>2.9913023000000001</c:v>
                </c:pt>
                <c:pt idx="564">
                  <c:v>9.6939715999999994</c:v>
                </c:pt>
                <c:pt idx="565">
                  <c:v>6.9322809999999997</c:v>
                </c:pt>
                <c:pt idx="566">
                  <c:v>5.6201901000000003</c:v>
                </c:pt>
                <c:pt idx="567">
                  <c:v>3.7304859000000001</c:v>
                </c:pt>
                <c:pt idx="568">
                  <c:v>5.5832682</c:v>
                </c:pt>
                <c:pt idx="569">
                  <c:v>13.459417999999999</c:v>
                </c:pt>
                <c:pt idx="570">
                  <c:v>4.2920055000000001</c:v>
                </c:pt>
                <c:pt idx="571">
                  <c:v>9.3424969000000004</c:v>
                </c:pt>
                <c:pt idx="572">
                  <c:v>14.019026</c:v>
                </c:pt>
                <c:pt idx="573">
                  <c:v>7.7227072999999997</c:v>
                </c:pt>
                <c:pt idx="574">
                  <c:v>5.8389734999999998</c:v>
                </c:pt>
                <c:pt idx="575">
                  <c:v>18.844024999999998</c:v>
                </c:pt>
                <c:pt idx="576">
                  <c:v>4.0379151999999996</c:v>
                </c:pt>
                <c:pt idx="577">
                  <c:v>7.0166230000000001</c:v>
                </c:pt>
                <c:pt idx="578">
                  <c:v>9.1998719999999992</c:v>
                </c:pt>
                <c:pt idx="579">
                  <c:v>8.9604958999999997</c:v>
                </c:pt>
                <c:pt idx="580">
                  <c:v>6.2556890999999997</c:v>
                </c:pt>
                <c:pt idx="581">
                  <c:v>4.2475176000000001</c:v>
                </c:pt>
                <c:pt idx="582">
                  <c:v>17.495850000000001</c:v>
                </c:pt>
                <c:pt idx="583">
                  <c:v>8.2645531000000005</c:v>
                </c:pt>
                <c:pt idx="584">
                  <c:v>31.893792999999999</c:v>
                </c:pt>
                <c:pt idx="585">
                  <c:v>3.1525121</c:v>
                </c:pt>
                <c:pt idx="586">
                  <c:v>5.0688719999999998</c:v>
                </c:pt>
                <c:pt idx="587">
                  <c:v>6.7312330999999999</c:v>
                </c:pt>
                <c:pt idx="588">
                  <c:v>3.9272387000000002</c:v>
                </c:pt>
                <c:pt idx="589">
                  <c:v>4.5932902999999996</c:v>
                </c:pt>
                <c:pt idx="590">
                  <c:v>12.699437</c:v>
                </c:pt>
                <c:pt idx="591">
                  <c:v>4.5872760000000001</c:v>
                </c:pt>
                <c:pt idx="592">
                  <c:v>5.4754863</c:v>
                </c:pt>
                <c:pt idx="593">
                  <c:v>6.5462718000000004</c:v>
                </c:pt>
                <c:pt idx="594">
                  <c:v>2.8684683</c:v>
                </c:pt>
                <c:pt idx="595">
                  <c:v>5.8752798999999998</c:v>
                </c:pt>
                <c:pt idx="596">
                  <c:v>10.096105</c:v>
                </c:pt>
                <c:pt idx="597">
                  <c:v>6.4959635999999996</c:v>
                </c:pt>
                <c:pt idx="598">
                  <c:v>3.5137136</c:v>
                </c:pt>
                <c:pt idx="599">
                  <c:v>6.6028447000000003</c:v>
                </c:pt>
                <c:pt idx="600">
                  <c:v>9.0509395999999995</c:v>
                </c:pt>
                <c:pt idx="601">
                  <c:v>5.8835039</c:v>
                </c:pt>
                <c:pt idx="602">
                  <c:v>8.6616973999999995</c:v>
                </c:pt>
                <c:pt idx="603">
                  <c:v>8.2869185999999999</c:v>
                </c:pt>
                <c:pt idx="604">
                  <c:v>7.1677027000000004</c:v>
                </c:pt>
                <c:pt idx="605">
                  <c:v>7.9837069999999999</c:v>
                </c:pt>
                <c:pt idx="606">
                  <c:v>3.1312696999999998</c:v>
                </c:pt>
                <c:pt idx="607">
                  <c:v>20.588211000000001</c:v>
                </c:pt>
                <c:pt idx="608">
                  <c:v>5.1639771000000003</c:v>
                </c:pt>
                <c:pt idx="609">
                  <c:v>5.1140194000000001</c:v>
                </c:pt>
                <c:pt idx="610">
                  <c:v>10.543723</c:v>
                </c:pt>
                <c:pt idx="611">
                  <c:v>9.6529255000000003</c:v>
                </c:pt>
                <c:pt idx="612">
                  <c:v>6.1302003999999997</c:v>
                </c:pt>
                <c:pt idx="613">
                  <c:v>6.1181760000000001</c:v>
                </c:pt>
                <c:pt idx="614">
                  <c:v>28.001380999999999</c:v>
                </c:pt>
                <c:pt idx="615">
                  <c:v>10.910876999999999</c:v>
                </c:pt>
                <c:pt idx="616">
                  <c:v>10.222199</c:v>
                </c:pt>
                <c:pt idx="617">
                  <c:v>5.6664504999999998</c:v>
                </c:pt>
                <c:pt idx="618">
                  <c:v>17.623380999999998</c:v>
                </c:pt>
                <c:pt idx="619">
                  <c:v>12.322879</c:v>
                </c:pt>
                <c:pt idx="620">
                  <c:v>9.5024853</c:v>
                </c:pt>
                <c:pt idx="621">
                  <c:v>4.7720102999999998</c:v>
                </c:pt>
                <c:pt idx="622">
                  <c:v>6.7531691</c:v>
                </c:pt>
                <c:pt idx="623">
                  <c:v>9.8910350999999999</c:v>
                </c:pt>
                <c:pt idx="624">
                  <c:v>7.6111002000000001</c:v>
                </c:pt>
                <c:pt idx="625">
                  <c:v>4.756094</c:v>
                </c:pt>
                <c:pt idx="626">
                  <c:v>5.8748573999999998</c:v>
                </c:pt>
                <c:pt idx="627">
                  <c:v>13.516560999999999</c:v>
                </c:pt>
                <c:pt idx="628">
                  <c:v>8.3449820999999993</c:v>
                </c:pt>
                <c:pt idx="629">
                  <c:v>7.7357440000000004</c:v>
                </c:pt>
                <c:pt idx="630">
                  <c:v>5.5950221999999998</c:v>
                </c:pt>
                <c:pt idx="631">
                  <c:v>4.9236794000000002</c:v>
                </c:pt>
                <c:pt idx="632">
                  <c:v>15.079901</c:v>
                </c:pt>
                <c:pt idx="633">
                  <c:v>7.6825422999999997</c:v>
                </c:pt>
                <c:pt idx="634">
                  <c:v>3.6054472999999998</c:v>
                </c:pt>
                <c:pt idx="635">
                  <c:v>3.7870954999999999</c:v>
                </c:pt>
                <c:pt idx="636">
                  <c:v>4.8893747000000003</c:v>
                </c:pt>
                <c:pt idx="637">
                  <c:v>9.6550168999999997</c:v>
                </c:pt>
                <c:pt idx="638">
                  <c:v>7.3788533000000003</c:v>
                </c:pt>
                <c:pt idx="639">
                  <c:v>6.4205160000000001</c:v>
                </c:pt>
                <c:pt idx="640">
                  <c:v>11.373046</c:v>
                </c:pt>
                <c:pt idx="641">
                  <c:v>6.9760584999999997</c:v>
                </c:pt>
                <c:pt idx="642">
                  <c:v>4.3737320999999998</c:v>
                </c:pt>
                <c:pt idx="643">
                  <c:v>35.256515999999998</c:v>
                </c:pt>
                <c:pt idx="644">
                  <c:v>6.4892878999999999</c:v>
                </c:pt>
                <c:pt idx="645">
                  <c:v>10.090327</c:v>
                </c:pt>
                <c:pt idx="646">
                  <c:v>4.4847355000000002</c:v>
                </c:pt>
                <c:pt idx="647">
                  <c:v>4.7024736000000003</c:v>
                </c:pt>
                <c:pt idx="648">
                  <c:v>4.6340952</c:v>
                </c:pt>
                <c:pt idx="649">
                  <c:v>6.0727091</c:v>
                </c:pt>
                <c:pt idx="650">
                  <c:v>3.3914095999999998</c:v>
                </c:pt>
                <c:pt idx="651">
                  <c:v>9.0011168000000001</c:v>
                </c:pt>
                <c:pt idx="652">
                  <c:v>5.9579692</c:v>
                </c:pt>
                <c:pt idx="653">
                  <c:v>5.0117992999999998</c:v>
                </c:pt>
                <c:pt idx="654">
                  <c:v>13.784988999999999</c:v>
                </c:pt>
                <c:pt idx="655">
                  <c:v>4.1145243999999996</c:v>
                </c:pt>
                <c:pt idx="656">
                  <c:v>9.9666938999999992</c:v>
                </c:pt>
                <c:pt idx="657">
                  <c:v>7.3835373000000004</c:v>
                </c:pt>
                <c:pt idx="658">
                  <c:v>5.3078007999999999</c:v>
                </c:pt>
                <c:pt idx="659">
                  <c:v>11.998915</c:v>
                </c:pt>
                <c:pt idx="660">
                  <c:v>3.3205740000000001</c:v>
                </c:pt>
                <c:pt idx="661">
                  <c:v>15.535042000000001</c:v>
                </c:pt>
                <c:pt idx="662">
                  <c:v>6.6530652000000003</c:v>
                </c:pt>
                <c:pt idx="663">
                  <c:v>4.4979310000000003</c:v>
                </c:pt>
                <c:pt idx="664">
                  <c:v>6.4948902000000004</c:v>
                </c:pt>
                <c:pt idx="665">
                  <c:v>4.8073949999999996</c:v>
                </c:pt>
                <c:pt idx="666">
                  <c:v>3.9406270999999999</c:v>
                </c:pt>
                <c:pt idx="667">
                  <c:v>13.102926</c:v>
                </c:pt>
                <c:pt idx="668">
                  <c:v>6.4119830000000002</c:v>
                </c:pt>
                <c:pt idx="669">
                  <c:v>12.804703999999999</c:v>
                </c:pt>
                <c:pt idx="670">
                  <c:v>13.333451999999999</c:v>
                </c:pt>
                <c:pt idx="671">
                  <c:v>8.8197489000000004</c:v>
                </c:pt>
                <c:pt idx="672">
                  <c:v>3.4568813</c:v>
                </c:pt>
                <c:pt idx="673">
                  <c:v>20.727978</c:v>
                </c:pt>
                <c:pt idx="674">
                  <c:v>5.6338572999999998</c:v>
                </c:pt>
                <c:pt idx="675">
                  <c:v>5.0678286999999997</c:v>
                </c:pt>
                <c:pt idx="676">
                  <c:v>13.5021</c:v>
                </c:pt>
                <c:pt idx="677">
                  <c:v>9.0871247999999998</c:v>
                </c:pt>
                <c:pt idx="678">
                  <c:v>4.2147183000000004</c:v>
                </c:pt>
                <c:pt idx="679">
                  <c:v>6.5330887000000004</c:v>
                </c:pt>
                <c:pt idx="680">
                  <c:v>4.7092638000000004</c:v>
                </c:pt>
                <c:pt idx="681">
                  <c:v>4.6872591999999997</c:v>
                </c:pt>
                <c:pt idx="682">
                  <c:v>12.713490999999999</c:v>
                </c:pt>
                <c:pt idx="683">
                  <c:v>14.085454</c:v>
                </c:pt>
                <c:pt idx="684">
                  <c:v>11.184900000000001</c:v>
                </c:pt>
                <c:pt idx="685">
                  <c:v>2.7858174</c:v>
                </c:pt>
                <c:pt idx="686">
                  <c:v>8.8970079000000002</c:v>
                </c:pt>
                <c:pt idx="687">
                  <c:v>26.851262999999999</c:v>
                </c:pt>
                <c:pt idx="688">
                  <c:v>9.1978436000000006</c:v>
                </c:pt>
                <c:pt idx="689">
                  <c:v>9.3659353000000003</c:v>
                </c:pt>
                <c:pt idx="690">
                  <c:v>7.1676425999999998</c:v>
                </c:pt>
                <c:pt idx="691">
                  <c:v>6.4722910000000002</c:v>
                </c:pt>
                <c:pt idx="692">
                  <c:v>10.306915</c:v>
                </c:pt>
                <c:pt idx="693">
                  <c:v>9.3061904999999996</c:v>
                </c:pt>
                <c:pt idx="694">
                  <c:v>8.4213448</c:v>
                </c:pt>
                <c:pt idx="695">
                  <c:v>14.308093</c:v>
                </c:pt>
                <c:pt idx="696">
                  <c:v>7.6551580000000001</c:v>
                </c:pt>
                <c:pt idx="697">
                  <c:v>30.660443999999998</c:v>
                </c:pt>
                <c:pt idx="698">
                  <c:v>5.024559</c:v>
                </c:pt>
                <c:pt idx="699">
                  <c:v>23.651513999999999</c:v>
                </c:pt>
                <c:pt idx="700">
                  <c:v>5.8400011000000003</c:v>
                </c:pt>
                <c:pt idx="701">
                  <c:v>9.0290537000000004</c:v>
                </c:pt>
                <c:pt idx="702">
                  <c:v>4.0353918000000002</c:v>
                </c:pt>
                <c:pt idx="703">
                  <c:v>3.9766306999999999</c:v>
                </c:pt>
                <c:pt idx="704">
                  <c:v>14.912630999999999</c:v>
                </c:pt>
                <c:pt idx="705">
                  <c:v>8.8761892000000007</c:v>
                </c:pt>
                <c:pt idx="706">
                  <c:v>6.5569625</c:v>
                </c:pt>
                <c:pt idx="707">
                  <c:v>6.7110224000000001</c:v>
                </c:pt>
                <c:pt idx="708">
                  <c:v>14.348197000000001</c:v>
                </c:pt>
                <c:pt idx="709">
                  <c:v>4.4043922000000002</c:v>
                </c:pt>
                <c:pt idx="710">
                  <c:v>14.718456</c:v>
                </c:pt>
                <c:pt idx="711">
                  <c:v>3.3380735000000001</c:v>
                </c:pt>
                <c:pt idx="712">
                  <c:v>32.359211000000002</c:v>
                </c:pt>
                <c:pt idx="713">
                  <c:v>2.4385824</c:v>
                </c:pt>
                <c:pt idx="714">
                  <c:v>13.375214</c:v>
                </c:pt>
                <c:pt idx="715">
                  <c:v>15.715286000000001</c:v>
                </c:pt>
                <c:pt idx="716">
                  <c:v>9.3943577000000005</c:v>
                </c:pt>
                <c:pt idx="717">
                  <c:v>4.9734363999999998</c:v>
                </c:pt>
                <c:pt idx="718">
                  <c:v>5.3536505999999999</c:v>
                </c:pt>
                <c:pt idx="719">
                  <c:v>5.7591318999999999</c:v>
                </c:pt>
                <c:pt idx="720">
                  <c:v>7.4326753999999999</c:v>
                </c:pt>
                <c:pt idx="721">
                  <c:v>8.6761923000000003</c:v>
                </c:pt>
                <c:pt idx="722">
                  <c:v>5.1063719000000001</c:v>
                </c:pt>
                <c:pt idx="723">
                  <c:v>5.7862887000000001</c:v>
                </c:pt>
                <c:pt idx="724">
                  <c:v>10.617213</c:v>
                </c:pt>
                <c:pt idx="725">
                  <c:v>9.0629968999999999</c:v>
                </c:pt>
                <c:pt idx="726">
                  <c:v>5.0972742999999996</c:v>
                </c:pt>
                <c:pt idx="727">
                  <c:v>2.4616365</c:v>
                </c:pt>
                <c:pt idx="728">
                  <c:v>5.0670542999999997</c:v>
                </c:pt>
                <c:pt idx="729">
                  <c:v>2.8484463999999998</c:v>
                </c:pt>
                <c:pt idx="730">
                  <c:v>7.6165146999999997</c:v>
                </c:pt>
                <c:pt idx="731">
                  <c:v>12.749578</c:v>
                </c:pt>
                <c:pt idx="732">
                  <c:v>5.9180831999999999</c:v>
                </c:pt>
                <c:pt idx="733">
                  <c:v>13.572988</c:v>
                </c:pt>
                <c:pt idx="734">
                  <c:v>3.0979123</c:v>
                </c:pt>
                <c:pt idx="735">
                  <c:v>26.318241</c:v>
                </c:pt>
                <c:pt idx="736">
                  <c:v>18.132534</c:v>
                </c:pt>
                <c:pt idx="737">
                  <c:v>18.29908</c:v>
                </c:pt>
                <c:pt idx="738">
                  <c:v>15.397835000000001</c:v>
                </c:pt>
                <c:pt idx="739">
                  <c:v>8.1431197999999991</c:v>
                </c:pt>
                <c:pt idx="740">
                  <c:v>6.8104056999999996</c:v>
                </c:pt>
                <c:pt idx="741">
                  <c:v>4.4491605999999999</c:v>
                </c:pt>
                <c:pt idx="742">
                  <c:v>12.48451</c:v>
                </c:pt>
                <c:pt idx="743">
                  <c:v>7.40482</c:v>
                </c:pt>
                <c:pt idx="744">
                  <c:v>6.4393324999999999</c:v>
                </c:pt>
                <c:pt idx="745">
                  <c:v>8.7925415000000005</c:v>
                </c:pt>
                <c:pt idx="746">
                  <c:v>27.447081000000001</c:v>
                </c:pt>
                <c:pt idx="747">
                  <c:v>8.2739028999999995</c:v>
                </c:pt>
                <c:pt idx="748">
                  <c:v>11.808811</c:v>
                </c:pt>
                <c:pt idx="749">
                  <c:v>7.1854310000000003</c:v>
                </c:pt>
                <c:pt idx="750">
                  <c:v>7.0655865999999996</c:v>
                </c:pt>
                <c:pt idx="751">
                  <c:v>5.9073352999999997</c:v>
                </c:pt>
                <c:pt idx="752">
                  <c:v>27.616358000000002</c:v>
                </c:pt>
                <c:pt idx="753">
                  <c:v>3.0722051000000001</c:v>
                </c:pt>
                <c:pt idx="754">
                  <c:v>6.9819293</c:v>
                </c:pt>
                <c:pt idx="755">
                  <c:v>11.994018000000001</c:v>
                </c:pt>
                <c:pt idx="756">
                  <c:v>25.405338</c:v>
                </c:pt>
                <c:pt idx="757">
                  <c:v>7.0339932000000003</c:v>
                </c:pt>
                <c:pt idx="758">
                  <c:v>4.9985862000000001</c:v>
                </c:pt>
                <c:pt idx="759">
                  <c:v>16.203935999999999</c:v>
                </c:pt>
                <c:pt idx="760">
                  <c:v>13.607913</c:v>
                </c:pt>
                <c:pt idx="761">
                  <c:v>12.205757</c:v>
                </c:pt>
                <c:pt idx="762">
                  <c:v>10.710855</c:v>
                </c:pt>
                <c:pt idx="763">
                  <c:v>10.390026000000001</c:v>
                </c:pt>
                <c:pt idx="764">
                  <c:v>7.7346453999999998</c:v>
                </c:pt>
                <c:pt idx="765">
                  <c:v>7.7891054000000004</c:v>
                </c:pt>
                <c:pt idx="766">
                  <c:v>18.072001</c:v>
                </c:pt>
                <c:pt idx="767">
                  <c:v>16.317603999999999</c:v>
                </c:pt>
                <c:pt idx="768">
                  <c:v>11.069468000000001</c:v>
                </c:pt>
                <c:pt idx="769">
                  <c:v>6.9336995999999997</c:v>
                </c:pt>
                <c:pt idx="770">
                  <c:v>6.1223663999999998</c:v>
                </c:pt>
                <c:pt idx="771">
                  <c:v>7.8882174000000003</c:v>
                </c:pt>
                <c:pt idx="772">
                  <c:v>11.157076</c:v>
                </c:pt>
                <c:pt idx="773">
                  <c:v>5.2310490999999999</c:v>
                </c:pt>
                <c:pt idx="774">
                  <c:v>7.7254744000000004</c:v>
                </c:pt>
                <c:pt idx="775">
                  <c:v>4.3335347000000004</c:v>
                </c:pt>
                <c:pt idx="776">
                  <c:v>7.2003044999999997</c:v>
                </c:pt>
                <c:pt idx="777">
                  <c:v>3.7649441000000001</c:v>
                </c:pt>
                <c:pt idx="778">
                  <c:v>5.6805152999999997</c:v>
                </c:pt>
                <c:pt idx="779">
                  <c:v>3.6034856</c:v>
                </c:pt>
                <c:pt idx="780">
                  <c:v>5.9030665999999998</c:v>
                </c:pt>
                <c:pt idx="781">
                  <c:v>11.958838</c:v>
                </c:pt>
                <c:pt idx="782">
                  <c:v>10.496195999999999</c:v>
                </c:pt>
                <c:pt idx="783">
                  <c:v>8.7002134000000009</c:v>
                </c:pt>
                <c:pt idx="784">
                  <c:v>6.3569240999999996</c:v>
                </c:pt>
                <c:pt idx="785">
                  <c:v>24.772984000000001</c:v>
                </c:pt>
                <c:pt idx="786">
                  <c:v>20.639191</c:v>
                </c:pt>
                <c:pt idx="787">
                  <c:v>4.3887377000000001</c:v>
                </c:pt>
                <c:pt idx="788">
                  <c:v>6.1773848999999998</c:v>
                </c:pt>
                <c:pt idx="789">
                  <c:v>4.1673346000000002</c:v>
                </c:pt>
                <c:pt idx="790">
                  <c:v>7.6347836999999998</c:v>
                </c:pt>
                <c:pt idx="791">
                  <c:v>14.213049</c:v>
                </c:pt>
                <c:pt idx="792">
                  <c:v>9.9265127</c:v>
                </c:pt>
                <c:pt idx="793">
                  <c:v>13.466993</c:v>
                </c:pt>
                <c:pt idx="794">
                  <c:v>3.5116892000000002</c:v>
                </c:pt>
                <c:pt idx="795">
                  <c:v>27.576022999999999</c:v>
                </c:pt>
                <c:pt idx="796">
                  <c:v>4.6444092000000001</c:v>
                </c:pt>
                <c:pt idx="797">
                  <c:v>19.217538999999999</c:v>
                </c:pt>
                <c:pt idx="798">
                  <c:v>6.0957799000000001</c:v>
                </c:pt>
                <c:pt idx="799">
                  <c:v>4.9956851000000002</c:v>
                </c:pt>
                <c:pt idx="800">
                  <c:v>4.7357902999999997</c:v>
                </c:pt>
                <c:pt idx="801">
                  <c:v>6.1002644999999998</c:v>
                </c:pt>
                <c:pt idx="802">
                  <c:v>6.0815377000000002</c:v>
                </c:pt>
                <c:pt idx="803">
                  <c:v>12.792899999999999</c:v>
                </c:pt>
                <c:pt idx="804">
                  <c:v>9.5909376000000002</c:v>
                </c:pt>
                <c:pt idx="805">
                  <c:v>12.377005</c:v>
                </c:pt>
                <c:pt idx="806">
                  <c:v>40.302402000000001</c:v>
                </c:pt>
                <c:pt idx="807">
                  <c:v>6.7475490999999996</c:v>
                </c:pt>
                <c:pt idx="808">
                  <c:v>2.9190464</c:v>
                </c:pt>
                <c:pt idx="809">
                  <c:v>10.891716000000001</c:v>
                </c:pt>
                <c:pt idx="810">
                  <c:v>38.702601999999999</c:v>
                </c:pt>
                <c:pt idx="811">
                  <c:v>7.8433298999999996</c:v>
                </c:pt>
                <c:pt idx="812">
                  <c:v>3.6087096000000001</c:v>
                </c:pt>
                <c:pt idx="813">
                  <c:v>15.953134</c:v>
                </c:pt>
                <c:pt idx="814">
                  <c:v>22.042318000000002</c:v>
                </c:pt>
                <c:pt idx="815">
                  <c:v>12.964211000000001</c:v>
                </c:pt>
                <c:pt idx="816">
                  <c:v>21.289909000000002</c:v>
                </c:pt>
                <c:pt idx="817">
                  <c:v>18.398703000000001</c:v>
                </c:pt>
                <c:pt idx="818">
                  <c:v>6.2969222</c:v>
                </c:pt>
                <c:pt idx="819">
                  <c:v>11.972666</c:v>
                </c:pt>
                <c:pt idx="820">
                  <c:v>3.6679510999999998</c:v>
                </c:pt>
                <c:pt idx="821">
                  <c:v>4.2634224999999999</c:v>
                </c:pt>
                <c:pt idx="822">
                  <c:v>7.4415244999999999</c:v>
                </c:pt>
                <c:pt idx="823">
                  <c:v>24.282091000000001</c:v>
                </c:pt>
                <c:pt idx="824">
                  <c:v>6.7540474000000001</c:v>
                </c:pt>
                <c:pt idx="825">
                  <c:v>10.33121</c:v>
                </c:pt>
                <c:pt idx="826">
                  <c:v>3.3273168000000002</c:v>
                </c:pt>
                <c:pt idx="827">
                  <c:v>11.091972</c:v>
                </c:pt>
                <c:pt idx="828">
                  <c:v>14.577154999999999</c:v>
                </c:pt>
                <c:pt idx="829">
                  <c:v>12.600835999999999</c:v>
                </c:pt>
                <c:pt idx="830">
                  <c:v>8.6741524000000005</c:v>
                </c:pt>
                <c:pt idx="831">
                  <c:v>8.7949228000000002</c:v>
                </c:pt>
                <c:pt idx="832">
                  <c:v>6.1542443999999996</c:v>
                </c:pt>
                <c:pt idx="833">
                  <c:v>11.236469</c:v>
                </c:pt>
                <c:pt idx="834">
                  <c:v>9.0323905999999994</c:v>
                </c:pt>
                <c:pt idx="835">
                  <c:v>22.690757999999999</c:v>
                </c:pt>
                <c:pt idx="836">
                  <c:v>9.4731178000000007</c:v>
                </c:pt>
                <c:pt idx="837">
                  <c:v>8.4000359000000007</c:v>
                </c:pt>
                <c:pt idx="838">
                  <c:v>20.836932999999998</c:v>
                </c:pt>
                <c:pt idx="839">
                  <c:v>15.518421999999999</c:v>
                </c:pt>
                <c:pt idx="840">
                  <c:v>7.7854828999999999</c:v>
                </c:pt>
                <c:pt idx="841">
                  <c:v>7.8621521000000003</c:v>
                </c:pt>
                <c:pt idx="842">
                  <c:v>5.7647561999999999</c:v>
                </c:pt>
                <c:pt idx="843">
                  <c:v>7.8206644000000001</c:v>
                </c:pt>
                <c:pt idx="844">
                  <c:v>10.816110999999999</c:v>
                </c:pt>
                <c:pt idx="845">
                  <c:v>3.5594914000000002</c:v>
                </c:pt>
                <c:pt idx="846">
                  <c:v>13.186677</c:v>
                </c:pt>
                <c:pt idx="847">
                  <c:v>6.8703741999999997</c:v>
                </c:pt>
                <c:pt idx="848">
                  <c:v>9.23034</c:v>
                </c:pt>
                <c:pt idx="849">
                  <c:v>10.919309999999999</c:v>
                </c:pt>
                <c:pt idx="850">
                  <c:v>5.2225251000000004</c:v>
                </c:pt>
                <c:pt idx="851">
                  <c:v>8.0150041999999999</c:v>
                </c:pt>
                <c:pt idx="852">
                  <c:v>18.977495000000001</c:v>
                </c:pt>
                <c:pt idx="853">
                  <c:v>13.317076999999999</c:v>
                </c:pt>
                <c:pt idx="854">
                  <c:v>19.599943</c:v>
                </c:pt>
                <c:pt idx="855">
                  <c:v>8.8269900999999997</c:v>
                </c:pt>
                <c:pt idx="856">
                  <c:v>15.408872000000001</c:v>
                </c:pt>
                <c:pt idx="857">
                  <c:v>16.421403999999999</c:v>
                </c:pt>
                <c:pt idx="858">
                  <c:v>6.8834280999999997</c:v>
                </c:pt>
                <c:pt idx="859">
                  <c:v>9.2373133000000003</c:v>
                </c:pt>
                <c:pt idx="860">
                  <c:v>12.820392</c:v>
                </c:pt>
                <c:pt idx="861">
                  <c:v>6.1472072999999998</c:v>
                </c:pt>
                <c:pt idx="862">
                  <c:v>19.1098</c:v>
                </c:pt>
                <c:pt idx="863">
                  <c:v>16.425104000000001</c:v>
                </c:pt>
                <c:pt idx="864">
                  <c:v>13.119617</c:v>
                </c:pt>
                <c:pt idx="865">
                  <c:v>6.8387789999999997</c:v>
                </c:pt>
                <c:pt idx="866">
                  <c:v>6.2089604999999999</c:v>
                </c:pt>
                <c:pt idx="867">
                  <c:v>8.9580698000000005</c:v>
                </c:pt>
                <c:pt idx="868">
                  <c:v>8.4367943000000007</c:v>
                </c:pt>
                <c:pt idx="869">
                  <c:v>5.7179235999999998</c:v>
                </c:pt>
                <c:pt idx="870">
                  <c:v>8.4483298999999992</c:v>
                </c:pt>
                <c:pt idx="871">
                  <c:v>5.2151956999999998</c:v>
                </c:pt>
                <c:pt idx="872">
                  <c:v>10.60483</c:v>
                </c:pt>
                <c:pt idx="873">
                  <c:v>9.8327521999999998</c:v>
                </c:pt>
                <c:pt idx="874">
                  <c:v>17.408611000000001</c:v>
                </c:pt>
                <c:pt idx="875">
                  <c:v>3.5503290000000001</c:v>
                </c:pt>
                <c:pt idx="876">
                  <c:v>8.2088546999999998</c:v>
                </c:pt>
                <c:pt idx="877">
                  <c:v>15.255252</c:v>
                </c:pt>
                <c:pt idx="878">
                  <c:v>7.2559155999999998</c:v>
                </c:pt>
                <c:pt idx="879">
                  <c:v>7.149292</c:v>
                </c:pt>
                <c:pt idx="880">
                  <c:v>9.9515171000000002</c:v>
                </c:pt>
                <c:pt idx="881">
                  <c:v>19.454643000000001</c:v>
                </c:pt>
                <c:pt idx="882">
                  <c:v>7.1568117000000004</c:v>
                </c:pt>
                <c:pt idx="883">
                  <c:v>3.9980921999999999</c:v>
                </c:pt>
                <c:pt idx="884">
                  <c:v>6.7847729000000001</c:v>
                </c:pt>
                <c:pt idx="885">
                  <c:v>9.6530761999999992</c:v>
                </c:pt>
                <c:pt idx="886">
                  <c:v>4.6681556999999998</c:v>
                </c:pt>
                <c:pt idx="887">
                  <c:v>5.4100055999999999</c:v>
                </c:pt>
                <c:pt idx="888">
                  <c:v>9.7965745999999996</c:v>
                </c:pt>
                <c:pt idx="889">
                  <c:v>5.9250755000000002</c:v>
                </c:pt>
                <c:pt idx="890">
                  <c:v>6.1025929000000003</c:v>
                </c:pt>
                <c:pt idx="891">
                  <c:v>9.1469401999999995</c:v>
                </c:pt>
                <c:pt idx="892">
                  <c:v>6.5652752000000003</c:v>
                </c:pt>
                <c:pt idx="893">
                  <c:v>4.9795851999999998</c:v>
                </c:pt>
                <c:pt idx="894">
                  <c:v>6.1524744</c:v>
                </c:pt>
                <c:pt idx="895">
                  <c:v>16.552917000000001</c:v>
                </c:pt>
                <c:pt idx="896">
                  <c:v>12.546828</c:v>
                </c:pt>
                <c:pt idx="897">
                  <c:v>17.830929000000001</c:v>
                </c:pt>
                <c:pt idx="898">
                  <c:v>17.934622000000001</c:v>
                </c:pt>
                <c:pt idx="899">
                  <c:v>6.5730003999999997</c:v>
                </c:pt>
                <c:pt idx="900">
                  <c:v>14.55442</c:v>
                </c:pt>
                <c:pt idx="901">
                  <c:v>17.545877000000001</c:v>
                </c:pt>
                <c:pt idx="902">
                  <c:v>10.758088000000001</c:v>
                </c:pt>
                <c:pt idx="903">
                  <c:v>10.578897</c:v>
                </c:pt>
                <c:pt idx="904">
                  <c:v>18.924633</c:v>
                </c:pt>
                <c:pt idx="905">
                  <c:v>8.8256043999999996</c:v>
                </c:pt>
                <c:pt idx="906">
                  <c:v>6.1830802</c:v>
                </c:pt>
                <c:pt idx="907">
                  <c:v>27.106010000000001</c:v>
                </c:pt>
                <c:pt idx="908">
                  <c:v>17.666834000000001</c:v>
                </c:pt>
                <c:pt idx="909">
                  <c:v>8.5614156999999995</c:v>
                </c:pt>
                <c:pt idx="910">
                  <c:v>5.719481</c:v>
                </c:pt>
                <c:pt idx="911">
                  <c:v>16.578572999999999</c:v>
                </c:pt>
                <c:pt idx="912">
                  <c:v>11.007941000000001</c:v>
                </c:pt>
                <c:pt idx="913">
                  <c:v>5.7753911000000002</c:v>
                </c:pt>
                <c:pt idx="914">
                  <c:v>9.6791763</c:v>
                </c:pt>
                <c:pt idx="915">
                  <c:v>4.1382079000000003</c:v>
                </c:pt>
                <c:pt idx="916">
                  <c:v>7.6472987999999997</c:v>
                </c:pt>
                <c:pt idx="917">
                  <c:v>11.967288999999999</c:v>
                </c:pt>
                <c:pt idx="918">
                  <c:v>5.9223986000000002</c:v>
                </c:pt>
                <c:pt idx="919">
                  <c:v>5.3601928000000001</c:v>
                </c:pt>
                <c:pt idx="920">
                  <c:v>11.666122</c:v>
                </c:pt>
                <c:pt idx="921">
                  <c:v>6.8655609999999996</c:v>
                </c:pt>
                <c:pt idx="922">
                  <c:v>13.526306999999999</c:v>
                </c:pt>
                <c:pt idx="923">
                  <c:v>20.35144</c:v>
                </c:pt>
                <c:pt idx="924">
                  <c:v>10.266733</c:v>
                </c:pt>
                <c:pt idx="925">
                  <c:v>7.5052222999999998</c:v>
                </c:pt>
                <c:pt idx="926">
                  <c:v>9.3693408999999992</c:v>
                </c:pt>
                <c:pt idx="927">
                  <c:v>9.7083454000000007</c:v>
                </c:pt>
                <c:pt idx="928">
                  <c:v>10.774391</c:v>
                </c:pt>
                <c:pt idx="929">
                  <c:v>11.976120999999999</c:v>
                </c:pt>
                <c:pt idx="930">
                  <c:v>11.944084999999999</c:v>
                </c:pt>
                <c:pt idx="931">
                  <c:v>14.916778000000001</c:v>
                </c:pt>
                <c:pt idx="932">
                  <c:v>8.2583113000000008</c:v>
                </c:pt>
                <c:pt idx="933">
                  <c:v>8.7940167999999996</c:v>
                </c:pt>
                <c:pt idx="934">
                  <c:v>19.235935000000001</c:v>
                </c:pt>
                <c:pt idx="935">
                  <c:v>5.8901091000000001</c:v>
                </c:pt>
                <c:pt idx="936">
                  <c:v>12.792821</c:v>
                </c:pt>
                <c:pt idx="937">
                  <c:v>5.3851918999999997</c:v>
                </c:pt>
                <c:pt idx="938">
                  <c:v>13.540597</c:v>
                </c:pt>
                <c:pt idx="939">
                  <c:v>17.891995999999999</c:v>
                </c:pt>
                <c:pt idx="940">
                  <c:v>21.898758000000001</c:v>
                </c:pt>
                <c:pt idx="941">
                  <c:v>11.085213</c:v>
                </c:pt>
                <c:pt idx="942">
                  <c:v>15.730708999999999</c:v>
                </c:pt>
                <c:pt idx="943">
                  <c:v>8.1016320999999998</c:v>
                </c:pt>
                <c:pt idx="944">
                  <c:v>11.904278</c:v>
                </c:pt>
                <c:pt idx="945">
                  <c:v>41.312564999999999</c:v>
                </c:pt>
                <c:pt idx="946">
                  <c:v>15.033281000000001</c:v>
                </c:pt>
                <c:pt idx="947">
                  <c:v>8.0211792000000006</c:v>
                </c:pt>
                <c:pt idx="948">
                  <c:v>16.697123999999999</c:v>
                </c:pt>
                <c:pt idx="949">
                  <c:v>31.601172999999999</c:v>
                </c:pt>
                <c:pt idx="950">
                  <c:v>11.757648</c:v>
                </c:pt>
                <c:pt idx="951">
                  <c:v>14.982035</c:v>
                </c:pt>
                <c:pt idx="952">
                  <c:v>7.5436167999999997</c:v>
                </c:pt>
                <c:pt idx="953">
                  <c:v>19.020721000000002</c:v>
                </c:pt>
                <c:pt idx="954">
                  <c:v>9.4283552000000004</c:v>
                </c:pt>
                <c:pt idx="955">
                  <c:v>6.2238498</c:v>
                </c:pt>
                <c:pt idx="956">
                  <c:v>8.7637433999999992</c:v>
                </c:pt>
                <c:pt idx="957">
                  <c:v>17.962790999999999</c:v>
                </c:pt>
                <c:pt idx="958">
                  <c:v>10.85148</c:v>
                </c:pt>
                <c:pt idx="959">
                  <c:v>35.075352000000002</c:v>
                </c:pt>
                <c:pt idx="960">
                  <c:v>9.3524236999999992</c:v>
                </c:pt>
                <c:pt idx="961">
                  <c:v>6.9825210999999996</c:v>
                </c:pt>
                <c:pt idx="962">
                  <c:v>11.645994</c:v>
                </c:pt>
                <c:pt idx="963">
                  <c:v>15.268545</c:v>
                </c:pt>
                <c:pt idx="964">
                  <c:v>16.568729000000001</c:v>
                </c:pt>
                <c:pt idx="965">
                  <c:v>22.266489</c:v>
                </c:pt>
                <c:pt idx="966">
                  <c:v>5.2903256000000001</c:v>
                </c:pt>
                <c:pt idx="967">
                  <c:v>5.2737160000000003</c:v>
                </c:pt>
                <c:pt idx="968">
                  <c:v>11.226148</c:v>
                </c:pt>
                <c:pt idx="969">
                  <c:v>10.020569</c:v>
                </c:pt>
                <c:pt idx="970">
                  <c:v>24.598879</c:v>
                </c:pt>
                <c:pt idx="971">
                  <c:v>6.4957199000000001</c:v>
                </c:pt>
                <c:pt idx="972">
                  <c:v>24.356117000000001</c:v>
                </c:pt>
                <c:pt idx="973">
                  <c:v>6.18431</c:v>
                </c:pt>
                <c:pt idx="974">
                  <c:v>3.1823223</c:v>
                </c:pt>
                <c:pt idx="975">
                  <c:v>6.0675502000000003</c:v>
                </c:pt>
                <c:pt idx="976">
                  <c:v>18.364094000000001</c:v>
                </c:pt>
                <c:pt idx="977">
                  <c:v>7.5513139000000002</c:v>
                </c:pt>
                <c:pt idx="978">
                  <c:v>27.937716000000002</c:v>
                </c:pt>
                <c:pt idx="979">
                  <c:v>17.239675999999999</c:v>
                </c:pt>
                <c:pt idx="980">
                  <c:v>5.2423754000000002</c:v>
                </c:pt>
                <c:pt idx="981">
                  <c:v>4.093502</c:v>
                </c:pt>
                <c:pt idx="982">
                  <c:v>3.4027311999999998</c:v>
                </c:pt>
                <c:pt idx="983">
                  <c:v>5.5919042000000001</c:v>
                </c:pt>
                <c:pt idx="984">
                  <c:v>8.7119645999999999</c:v>
                </c:pt>
                <c:pt idx="985">
                  <c:v>7.4792608999999999</c:v>
                </c:pt>
                <c:pt idx="986">
                  <c:v>7.7550321000000002</c:v>
                </c:pt>
                <c:pt idx="987">
                  <c:v>4.5373359000000004</c:v>
                </c:pt>
                <c:pt idx="988">
                  <c:v>6.4635819999999997</c:v>
                </c:pt>
                <c:pt idx="989">
                  <c:v>9.4203338999999993</c:v>
                </c:pt>
                <c:pt idx="990">
                  <c:v>5.5762996999999999</c:v>
                </c:pt>
                <c:pt idx="991">
                  <c:v>8.4188642999999992</c:v>
                </c:pt>
                <c:pt idx="992">
                  <c:v>6.9196596000000001</c:v>
                </c:pt>
                <c:pt idx="993">
                  <c:v>7.1082501000000002</c:v>
                </c:pt>
                <c:pt idx="994">
                  <c:v>3.6558275</c:v>
                </c:pt>
                <c:pt idx="995">
                  <c:v>9.1885270999999999</c:v>
                </c:pt>
                <c:pt idx="996">
                  <c:v>12.525315000000001</c:v>
                </c:pt>
                <c:pt idx="997">
                  <c:v>9.3080949999999998</c:v>
                </c:pt>
                <c:pt idx="998">
                  <c:v>10.673183999999999</c:v>
                </c:pt>
                <c:pt idx="999">
                  <c:v>12.657895999999999</c:v>
                </c:pt>
                <c:pt idx="1000">
                  <c:v>5.0378708999999997</c:v>
                </c:pt>
                <c:pt idx="1001">
                  <c:v>11.734048</c:v>
                </c:pt>
                <c:pt idx="1002">
                  <c:v>12.156185000000001</c:v>
                </c:pt>
                <c:pt idx="1003">
                  <c:v>3.8503441999999999</c:v>
                </c:pt>
                <c:pt idx="1004">
                  <c:v>7.4572143999999998</c:v>
                </c:pt>
                <c:pt idx="1005">
                  <c:v>12.217592</c:v>
                </c:pt>
                <c:pt idx="1006">
                  <c:v>9.2919216000000002</c:v>
                </c:pt>
                <c:pt idx="1007">
                  <c:v>5.0092077000000002</c:v>
                </c:pt>
                <c:pt idx="1008">
                  <c:v>8.6514521000000002</c:v>
                </c:pt>
                <c:pt idx="1009">
                  <c:v>3.6046790999999998</c:v>
                </c:pt>
                <c:pt idx="1010">
                  <c:v>11.727148</c:v>
                </c:pt>
                <c:pt idx="1011">
                  <c:v>20.608868000000001</c:v>
                </c:pt>
                <c:pt idx="1012">
                  <c:v>17.644911</c:v>
                </c:pt>
                <c:pt idx="1013">
                  <c:v>4.6605696999999999</c:v>
                </c:pt>
                <c:pt idx="1014">
                  <c:v>10.63613</c:v>
                </c:pt>
                <c:pt idx="1015">
                  <c:v>26.87678</c:v>
                </c:pt>
                <c:pt idx="1016">
                  <c:v>17.636351000000001</c:v>
                </c:pt>
                <c:pt idx="1017">
                  <c:v>8.5638980999999994</c:v>
                </c:pt>
                <c:pt idx="1018">
                  <c:v>7.9546479999999997</c:v>
                </c:pt>
                <c:pt idx="1019">
                  <c:v>9.7167206000000004</c:v>
                </c:pt>
                <c:pt idx="1020">
                  <c:v>10.397141</c:v>
                </c:pt>
                <c:pt idx="1021">
                  <c:v>6.7824349000000002</c:v>
                </c:pt>
                <c:pt idx="1022">
                  <c:v>18.898329</c:v>
                </c:pt>
                <c:pt idx="1023">
                  <c:v>10.458976</c:v>
                </c:pt>
                <c:pt idx="1024">
                  <c:v>5.1035069999999996</c:v>
                </c:pt>
                <c:pt idx="1025">
                  <c:v>9.0004377000000009</c:v>
                </c:pt>
                <c:pt idx="1026">
                  <c:v>2.5576184</c:v>
                </c:pt>
                <c:pt idx="1027">
                  <c:v>15.97264</c:v>
                </c:pt>
                <c:pt idx="1028">
                  <c:v>30.484687999999998</c:v>
                </c:pt>
                <c:pt idx="1029">
                  <c:v>10.780430000000001</c:v>
                </c:pt>
                <c:pt idx="1030">
                  <c:v>8.8813762999999994</c:v>
                </c:pt>
                <c:pt idx="1031">
                  <c:v>8.7404709</c:v>
                </c:pt>
                <c:pt idx="1032">
                  <c:v>7.7942276000000001</c:v>
                </c:pt>
                <c:pt idx="1033">
                  <c:v>5.7288364999999999</c:v>
                </c:pt>
                <c:pt idx="1034">
                  <c:v>17.367225999999999</c:v>
                </c:pt>
                <c:pt idx="1035">
                  <c:v>7.4549478999999996</c:v>
                </c:pt>
                <c:pt idx="1036">
                  <c:v>7.0234059999999996</c:v>
                </c:pt>
                <c:pt idx="1037">
                  <c:v>9.9417667000000005</c:v>
                </c:pt>
                <c:pt idx="1038">
                  <c:v>36.779636000000004</c:v>
                </c:pt>
                <c:pt idx="1039">
                  <c:v>8.8503208000000004</c:v>
                </c:pt>
                <c:pt idx="1040">
                  <c:v>4.8723688000000003</c:v>
                </c:pt>
                <c:pt idx="1041">
                  <c:v>6.6900282000000004</c:v>
                </c:pt>
                <c:pt idx="1042">
                  <c:v>11.168692999999999</c:v>
                </c:pt>
                <c:pt idx="1043">
                  <c:v>5.9629935999999999</c:v>
                </c:pt>
                <c:pt idx="1044">
                  <c:v>22.380438000000002</c:v>
                </c:pt>
                <c:pt idx="1045">
                  <c:v>12.728192</c:v>
                </c:pt>
                <c:pt idx="1046">
                  <c:v>11.397042000000001</c:v>
                </c:pt>
                <c:pt idx="1047">
                  <c:v>20.852246999999998</c:v>
                </c:pt>
                <c:pt idx="1048">
                  <c:v>9.2134427999999993</c:v>
                </c:pt>
                <c:pt idx="1049">
                  <c:v>20.534586000000001</c:v>
                </c:pt>
                <c:pt idx="1050">
                  <c:v>7.3298192000000002</c:v>
                </c:pt>
                <c:pt idx="1051">
                  <c:v>24.721367000000001</c:v>
                </c:pt>
                <c:pt idx="1052">
                  <c:v>22.076452</c:v>
                </c:pt>
                <c:pt idx="1053">
                  <c:v>4.7088618000000002</c:v>
                </c:pt>
                <c:pt idx="1054">
                  <c:v>7.8739404999999998</c:v>
                </c:pt>
                <c:pt idx="1055">
                  <c:v>7.7693194999999999</c:v>
                </c:pt>
                <c:pt idx="1056">
                  <c:v>10.804315000000001</c:v>
                </c:pt>
                <c:pt idx="1057">
                  <c:v>10.032527999999999</c:v>
                </c:pt>
                <c:pt idx="1058">
                  <c:v>12.018879999999999</c:v>
                </c:pt>
                <c:pt idx="1059">
                  <c:v>18.183444999999999</c:v>
                </c:pt>
                <c:pt idx="1060">
                  <c:v>9.4424876999999992</c:v>
                </c:pt>
                <c:pt idx="1061">
                  <c:v>3.0818748</c:v>
                </c:pt>
                <c:pt idx="1062">
                  <c:v>10.428528999999999</c:v>
                </c:pt>
                <c:pt idx="1063">
                  <c:v>6.3909067999999998</c:v>
                </c:pt>
                <c:pt idx="1064">
                  <c:v>3.7686419</c:v>
                </c:pt>
                <c:pt idx="1065">
                  <c:v>7.6488418999999999</c:v>
                </c:pt>
                <c:pt idx="1066">
                  <c:v>15.828723999999999</c:v>
                </c:pt>
                <c:pt idx="1067">
                  <c:v>8.0228442999999992</c:v>
                </c:pt>
                <c:pt idx="1068">
                  <c:v>16.525846000000001</c:v>
                </c:pt>
                <c:pt idx="1069">
                  <c:v>5.3356070999999998</c:v>
                </c:pt>
                <c:pt idx="1070">
                  <c:v>14.344189999999999</c:v>
                </c:pt>
                <c:pt idx="1071">
                  <c:v>13.342734999999999</c:v>
                </c:pt>
                <c:pt idx="1072">
                  <c:v>6.5756411999999997</c:v>
                </c:pt>
                <c:pt idx="1073">
                  <c:v>21.610005999999998</c:v>
                </c:pt>
                <c:pt idx="1074">
                  <c:v>14.039106</c:v>
                </c:pt>
                <c:pt idx="1075">
                  <c:v>6.7021550999999997</c:v>
                </c:pt>
                <c:pt idx="1076">
                  <c:v>8.7761393000000005</c:v>
                </c:pt>
                <c:pt idx="1077">
                  <c:v>28.582836</c:v>
                </c:pt>
                <c:pt idx="1078">
                  <c:v>6.2615027000000003</c:v>
                </c:pt>
                <c:pt idx="1079">
                  <c:v>8.5252351999999991</c:v>
                </c:pt>
                <c:pt idx="1080">
                  <c:v>20.821583</c:v>
                </c:pt>
                <c:pt idx="1081">
                  <c:v>8.2456750999999997</c:v>
                </c:pt>
                <c:pt idx="1082">
                  <c:v>2.7987962</c:v>
                </c:pt>
                <c:pt idx="1083">
                  <c:v>4.4532069999999999</c:v>
                </c:pt>
                <c:pt idx="1084">
                  <c:v>6.5327710999999997</c:v>
                </c:pt>
                <c:pt idx="1085">
                  <c:v>18.150911000000001</c:v>
                </c:pt>
                <c:pt idx="1086">
                  <c:v>17.100090000000002</c:v>
                </c:pt>
                <c:pt idx="1087">
                  <c:v>7.9248133000000003</c:v>
                </c:pt>
                <c:pt idx="1088">
                  <c:v>6.8991689999999997</c:v>
                </c:pt>
                <c:pt idx="1089">
                  <c:v>4.1364136</c:v>
                </c:pt>
                <c:pt idx="1090">
                  <c:v>8.7992620000000006</c:v>
                </c:pt>
                <c:pt idx="1091">
                  <c:v>12.235296999999999</c:v>
                </c:pt>
                <c:pt idx="1092">
                  <c:v>5.7620639999999996</c:v>
                </c:pt>
                <c:pt idx="1093">
                  <c:v>8.0985545999999999</c:v>
                </c:pt>
                <c:pt idx="1094">
                  <c:v>7.032896</c:v>
                </c:pt>
                <c:pt idx="1095">
                  <c:v>8.7299451999999995</c:v>
                </c:pt>
                <c:pt idx="1096">
                  <c:v>17.229799</c:v>
                </c:pt>
                <c:pt idx="1097">
                  <c:v>7.6337999999999999</c:v>
                </c:pt>
                <c:pt idx="1098">
                  <c:v>22.385522999999999</c:v>
                </c:pt>
                <c:pt idx="1099">
                  <c:v>7.8219108999999998</c:v>
                </c:pt>
                <c:pt idx="1100">
                  <c:v>6.0760287999999996</c:v>
                </c:pt>
                <c:pt idx="1101">
                  <c:v>8.4555778999999998</c:v>
                </c:pt>
                <c:pt idx="1102">
                  <c:v>13.475391999999999</c:v>
                </c:pt>
                <c:pt idx="1103">
                  <c:v>8.7445765000000009</c:v>
                </c:pt>
                <c:pt idx="1104">
                  <c:v>12.073207999999999</c:v>
                </c:pt>
                <c:pt idx="1105">
                  <c:v>10.46481</c:v>
                </c:pt>
                <c:pt idx="1106">
                  <c:v>10.320207999999999</c:v>
                </c:pt>
                <c:pt idx="1107">
                  <c:v>5.3990893</c:v>
                </c:pt>
                <c:pt idx="1108">
                  <c:v>7.3824047999999998</c:v>
                </c:pt>
                <c:pt idx="1109">
                  <c:v>9.8921986000000004</c:v>
                </c:pt>
                <c:pt idx="1110">
                  <c:v>17.821079000000001</c:v>
                </c:pt>
                <c:pt idx="1111">
                  <c:v>11.738681</c:v>
                </c:pt>
                <c:pt idx="1112">
                  <c:v>9.2783765999999996</c:v>
                </c:pt>
                <c:pt idx="1113">
                  <c:v>13.950105000000001</c:v>
                </c:pt>
                <c:pt idx="1114">
                  <c:v>10.901017</c:v>
                </c:pt>
                <c:pt idx="1115">
                  <c:v>43.076659999999997</c:v>
                </c:pt>
                <c:pt idx="1116">
                  <c:v>7.7974825000000001</c:v>
                </c:pt>
                <c:pt idx="1117">
                  <c:v>6.5674329</c:v>
                </c:pt>
                <c:pt idx="1118">
                  <c:v>17.469495999999999</c:v>
                </c:pt>
                <c:pt idx="1119">
                  <c:v>8.4313106999999992</c:v>
                </c:pt>
                <c:pt idx="1120">
                  <c:v>11.510088</c:v>
                </c:pt>
                <c:pt idx="1121">
                  <c:v>43.691811000000001</c:v>
                </c:pt>
                <c:pt idx="1122">
                  <c:v>6.7513560999999997</c:v>
                </c:pt>
                <c:pt idx="1123">
                  <c:v>12.017737</c:v>
                </c:pt>
                <c:pt idx="1124">
                  <c:v>19.686426000000001</c:v>
                </c:pt>
                <c:pt idx="1125">
                  <c:v>5.6638001999999998</c:v>
                </c:pt>
                <c:pt idx="1126">
                  <c:v>14.470831</c:v>
                </c:pt>
                <c:pt idx="1127">
                  <c:v>18.121919999999999</c:v>
                </c:pt>
                <c:pt idx="1128">
                  <c:v>8.0179062000000005</c:v>
                </c:pt>
                <c:pt idx="1129">
                  <c:v>24.706467</c:v>
                </c:pt>
                <c:pt idx="1130">
                  <c:v>6.4875350000000003</c:v>
                </c:pt>
                <c:pt idx="1131">
                  <c:v>13.103683999999999</c:v>
                </c:pt>
                <c:pt idx="1132">
                  <c:v>12.420161</c:v>
                </c:pt>
                <c:pt idx="1133">
                  <c:v>22.689423000000001</c:v>
                </c:pt>
                <c:pt idx="1134">
                  <c:v>5.9900703000000002</c:v>
                </c:pt>
                <c:pt idx="1135">
                  <c:v>6.4376888000000001</c:v>
                </c:pt>
                <c:pt idx="1136">
                  <c:v>17.298912000000001</c:v>
                </c:pt>
                <c:pt idx="1137">
                  <c:v>3.5452352</c:v>
                </c:pt>
                <c:pt idx="1138">
                  <c:v>12.718341000000001</c:v>
                </c:pt>
                <c:pt idx="1139">
                  <c:v>15.262705</c:v>
                </c:pt>
                <c:pt idx="1140">
                  <c:v>5.1085257999999998</c:v>
                </c:pt>
                <c:pt idx="1141">
                  <c:v>9.4523639999999993</c:v>
                </c:pt>
                <c:pt idx="1142">
                  <c:v>6.9060911999999997</c:v>
                </c:pt>
                <c:pt idx="1143">
                  <c:v>11.808619</c:v>
                </c:pt>
                <c:pt idx="1144">
                  <c:v>15.588654</c:v>
                </c:pt>
                <c:pt idx="1145">
                  <c:v>3.6533825000000002</c:v>
                </c:pt>
                <c:pt idx="1146">
                  <c:v>10.325623999999999</c:v>
                </c:pt>
                <c:pt idx="1147">
                  <c:v>19.122995</c:v>
                </c:pt>
                <c:pt idx="1148">
                  <c:v>7.3102483999999999</c:v>
                </c:pt>
                <c:pt idx="1149">
                  <c:v>11.92876</c:v>
                </c:pt>
                <c:pt idx="1150">
                  <c:v>6.8141179000000003</c:v>
                </c:pt>
                <c:pt idx="1151">
                  <c:v>13.179299</c:v>
                </c:pt>
                <c:pt idx="1152">
                  <c:v>10.379833</c:v>
                </c:pt>
                <c:pt idx="1153">
                  <c:v>13.551674999999999</c:v>
                </c:pt>
                <c:pt idx="1154">
                  <c:v>7.3590220999999998</c:v>
                </c:pt>
                <c:pt idx="1155">
                  <c:v>5.5705847999999998</c:v>
                </c:pt>
                <c:pt idx="1156">
                  <c:v>15.505877</c:v>
                </c:pt>
                <c:pt idx="1157">
                  <c:v>12.577263</c:v>
                </c:pt>
                <c:pt idx="1158">
                  <c:v>19.784144999999999</c:v>
                </c:pt>
                <c:pt idx="1159">
                  <c:v>12.211747000000001</c:v>
                </c:pt>
                <c:pt idx="1160">
                  <c:v>11.588706</c:v>
                </c:pt>
                <c:pt idx="1161">
                  <c:v>11.893584000000001</c:v>
                </c:pt>
                <c:pt idx="1162">
                  <c:v>18.032533999999998</c:v>
                </c:pt>
                <c:pt idx="1163">
                  <c:v>5.4974685000000001</c:v>
                </c:pt>
                <c:pt idx="1164">
                  <c:v>4.5272350000000001</c:v>
                </c:pt>
                <c:pt idx="1165">
                  <c:v>8.7068166999999992</c:v>
                </c:pt>
                <c:pt idx="1166">
                  <c:v>18.218278999999999</c:v>
                </c:pt>
                <c:pt idx="1167">
                  <c:v>15.929385999999999</c:v>
                </c:pt>
                <c:pt idx="1168">
                  <c:v>10.86647</c:v>
                </c:pt>
                <c:pt idx="1169">
                  <c:v>11.529408999999999</c:v>
                </c:pt>
                <c:pt idx="1170">
                  <c:v>8.4834289999999992</c:v>
                </c:pt>
                <c:pt idx="1171">
                  <c:v>6.5962033</c:v>
                </c:pt>
                <c:pt idx="1172">
                  <c:v>6.3178763</c:v>
                </c:pt>
                <c:pt idx="1173">
                  <c:v>5.2782526000000001</c:v>
                </c:pt>
                <c:pt idx="1174">
                  <c:v>4.2069239999999999</c:v>
                </c:pt>
                <c:pt idx="1175">
                  <c:v>11.661103000000001</c:v>
                </c:pt>
                <c:pt idx="1176">
                  <c:v>10.289052999999999</c:v>
                </c:pt>
                <c:pt idx="1177">
                  <c:v>11.937841000000001</c:v>
                </c:pt>
                <c:pt idx="1178">
                  <c:v>5.4833531000000004</c:v>
                </c:pt>
                <c:pt idx="1179">
                  <c:v>13.668558000000001</c:v>
                </c:pt>
                <c:pt idx="1180">
                  <c:v>17.143034</c:v>
                </c:pt>
                <c:pt idx="1181">
                  <c:v>13.390734999999999</c:v>
                </c:pt>
                <c:pt idx="1182">
                  <c:v>11.775727</c:v>
                </c:pt>
                <c:pt idx="1183">
                  <c:v>13.050967</c:v>
                </c:pt>
                <c:pt idx="1184">
                  <c:v>5.1814736999999997</c:v>
                </c:pt>
                <c:pt idx="1185">
                  <c:v>31.510421999999998</c:v>
                </c:pt>
                <c:pt idx="1186">
                  <c:v>5.4846611000000003</c:v>
                </c:pt>
                <c:pt idx="1187">
                  <c:v>8.7870369000000004</c:v>
                </c:pt>
                <c:pt idx="1188">
                  <c:v>5.7515596999999996</c:v>
                </c:pt>
                <c:pt idx="1189">
                  <c:v>12.922439000000001</c:v>
                </c:pt>
                <c:pt idx="1190">
                  <c:v>21.175609999999999</c:v>
                </c:pt>
                <c:pt idx="1191">
                  <c:v>15.430868</c:v>
                </c:pt>
                <c:pt idx="1192">
                  <c:v>5.7081628000000002</c:v>
                </c:pt>
                <c:pt idx="1193">
                  <c:v>14.061030000000001</c:v>
                </c:pt>
                <c:pt idx="1194">
                  <c:v>9.4415101999999997</c:v>
                </c:pt>
                <c:pt idx="1195">
                  <c:v>10.348190000000001</c:v>
                </c:pt>
                <c:pt idx="1196">
                  <c:v>14.471367000000001</c:v>
                </c:pt>
                <c:pt idx="1197">
                  <c:v>7.8339109000000002</c:v>
                </c:pt>
                <c:pt idx="1198">
                  <c:v>6.8545179000000003</c:v>
                </c:pt>
                <c:pt idx="1199">
                  <c:v>21.012121</c:v>
                </c:pt>
                <c:pt idx="1200">
                  <c:v>15.435266</c:v>
                </c:pt>
                <c:pt idx="1201">
                  <c:v>18.634378000000002</c:v>
                </c:pt>
                <c:pt idx="1202">
                  <c:v>6.5365232999999998</c:v>
                </c:pt>
                <c:pt idx="1203">
                  <c:v>40.972701999999998</c:v>
                </c:pt>
                <c:pt idx="1204">
                  <c:v>9.3525419000000003</c:v>
                </c:pt>
                <c:pt idx="1205">
                  <c:v>9.7396364000000002</c:v>
                </c:pt>
                <c:pt idx="1206">
                  <c:v>28.322422</c:v>
                </c:pt>
                <c:pt idx="1207">
                  <c:v>12.495281</c:v>
                </c:pt>
                <c:pt idx="1208">
                  <c:v>8.4329567000000001</c:v>
                </c:pt>
                <c:pt idx="1209">
                  <c:v>10.603443</c:v>
                </c:pt>
                <c:pt idx="1210">
                  <c:v>10.852973</c:v>
                </c:pt>
                <c:pt idx="1211">
                  <c:v>6.7093924999999999</c:v>
                </c:pt>
                <c:pt idx="1212">
                  <c:v>11.681075</c:v>
                </c:pt>
                <c:pt idx="1213">
                  <c:v>11.282829</c:v>
                </c:pt>
                <c:pt idx="1214">
                  <c:v>43.211060000000003</c:v>
                </c:pt>
                <c:pt idx="1215">
                  <c:v>6.0822114999999997</c:v>
                </c:pt>
                <c:pt idx="1216">
                  <c:v>12.875249</c:v>
                </c:pt>
                <c:pt idx="1217">
                  <c:v>21.975967000000001</c:v>
                </c:pt>
                <c:pt idx="1218">
                  <c:v>7.1889647999999999</c:v>
                </c:pt>
                <c:pt idx="1219">
                  <c:v>45.826003999999998</c:v>
                </c:pt>
                <c:pt idx="1220">
                  <c:v>5.9168601000000001</c:v>
                </c:pt>
                <c:pt idx="1221">
                  <c:v>19.551701999999999</c:v>
                </c:pt>
                <c:pt idx="1222">
                  <c:v>15.452711000000001</c:v>
                </c:pt>
                <c:pt idx="1223">
                  <c:v>23.391293000000001</c:v>
                </c:pt>
                <c:pt idx="1224">
                  <c:v>10.276013000000001</c:v>
                </c:pt>
                <c:pt idx="1225">
                  <c:v>6.6254616000000004</c:v>
                </c:pt>
                <c:pt idx="1226">
                  <c:v>10.914198000000001</c:v>
                </c:pt>
                <c:pt idx="1227">
                  <c:v>10.691411</c:v>
                </c:pt>
                <c:pt idx="1228">
                  <c:v>15.996877</c:v>
                </c:pt>
                <c:pt idx="1229">
                  <c:v>6.8848447999999998</c:v>
                </c:pt>
                <c:pt idx="1230">
                  <c:v>6.3360162000000004</c:v>
                </c:pt>
                <c:pt idx="1231">
                  <c:v>6.0231829000000001</c:v>
                </c:pt>
                <c:pt idx="1232">
                  <c:v>11.530239999999999</c:v>
                </c:pt>
                <c:pt idx="1233">
                  <c:v>47.349705</c:v>
                </c:pt>
                <c:pt idx="1234">
                  <c:v>8.5361471000000009</c:v>
                </c:pt>
                <c:pt idx="1235">
                  <c:v>7.5402564999999999</c:v>
                </c:pt>
                <c:pt idx="1236">
                  <c:v>6.8726777999999999</c:v>
                </c:pt>
                <c:pt idx="1237">
                  <c:v>11.790532000000001</c:v>
                </c:pt>
                <c:pt idx="1238">
                  <c:v>5.7326240999999998</c:v>
                </c:pt>
                <c:pt idx="1239">
                  <c:v>34.119484</c:v>
                </c:pt>
                <c:pt idx="1240">
                  <c:v>7.5623177999999998</c:v>
                </c:pt>
                <c:pt idx="1241">
                  <c:v>14.025079</c:v>
                </c:pt>
                <c:pt idx="1242">
                  <c:v>10.71303</c:v>
                </c:pt>
                <c:pt idx="1243">
                  <c:v>31.241489000000001</c:v>
                </c:pt>
                <c:pt idx="1244">
                  <c:v>6.9633178999999998</c:v>
                </c:pt>
                <c:pt idx="1245">
                  <c:v>13.242981</c:v>
                </c:pt>
                <c:pt idx="1246">
                  <c:v>3.8989251</c:v>
                </c:pt>
                <c:pt idx="1247">
                  <c:v>15.930955000000001</c:v>
                </c:pt>
                <c:pt idx="1248">
                  <c:v>11.296272</c:v>
                </c:pt>
                <c:pt idx="1249">
                  <c:v>14.598457</c:v>
                </c:pt>
                <c:pt idx="1250">
                  <c:v>14.08916</c:v>
                </c:pt>
                <c:pt idx="1251">
                  <c:v>16.261434999999999</c:v>
                </c:pt>
                <c:pt idx="1252">
                  <c:v>10.621342</c:v>
                </c:pt>
                <c:pt idx="1253">
                  <c:v>15.430664999999999</c:v>
                </c:pt>
                <c:pt idx="1254">
                  <c:v>8.5124884000000005</c:v>
                </c:pt>
                <c:pt idx="1255">
                  <c:v>28.458994000000001</c:v>
                </c:pt>
                <c:pt idx="1256">
                  <c:v>15.082945</c:v>
                </c:pt>
                <c:pt idx="1257">
                  <c:v>6.9530238999999998</c:v>
                </c:pt>
                <c:pt idx="1258">
                  <c:v>14.949626</c:v>
                </c:pt>
                <c:pt idx="1259">
                  <c:v>6.8185948999999999</c:v>
                </c:pt>
                <c:pt idx="1260">
                  <c:v>10.512459</c:v>
                </c:pt>
                <c:pt idx="1261">
                  <c:v>6.0558890999999999</c:v>
                </c:pt>
                <c:pt idx="1262">
                  <c:v>13.118115</c:v>
                </c:pt>
                <c:pt idx="1263">
                  <c:v>18.134975000000001</c:v>
                </c:pt>
                <c:pt idx="1264">
                  <c:v>10.346772</c:v>
                </c:pt>
                <c:pt idx="1265">
                  <c:v>18.245932</c:v>
                </c:pt>
                <c:pt idx="1266">
                  <c:v>24.16667</c:v>
                </c:pt>
                <c:pt idx="1267">
                  <c:v>17.013390000000001</c:v>
                </c:pt>
                <c:pt idx="1268">
                  <c:v>7.9303597999999997</c:v>
                </c:pt>
                <c:pt idx="1269">
                  <c:v>10.951409999999999</c:v>
                </c:pt>
                <c:pt idx="1270">
                  <c:v>6.2704654</c:v>
                </c:pt>
                <c:pt idx="1271">
                  <c:v>15.688421</c:v>
                </c:pt>
                <c:pt idx="1272">
                  <c:v>25.964409</c:v>
                </c:pt>
                <c:pt idx="1273">
                  <c:v>10.337527</c:v>
                </c:pt>
                <c:pt idx="1274">
                  <c:v>9.4685296999999995</c:v>
                </c:pt>
                <c:pt idx="1275">
                  <c:v>8.7681141</c:v>
                </c:pt>
                <c:pt idx="1276">
                  <c:v>10.633958</c:v>
                </c:pt>
                <c:pt idx="1277">
                  <c:v>18.513245000000001</c:v>
                </c:pt>
                <c:pt idx="1278">
                  <c:v>3.6984176999999998</c:v>
                </c:pt>
                <c:pt idx="1279">
                  <c:v>5.2718629999999997</c:v>
                </c:pt>
                <c:pt idx="1280">
                  <c:v>7.5429773000000004</c:v>
                </c:pt>
                <c:pt idx="1281">
                  <c:v>12.620264000000001</c:v>
                </c:pt>
                <c:pt idx="1282">
                  <c:v>7.3035679</c:v>
                </c:pt>
                <c:pt idx="1283">
                  <c:v>14.775846</c:v>
                </c:pt>
                <c:pt idx="1284">
                  <c:v>5.7614608</c:v>
                </c:pt>
                <c:pt idx="1285">
                  <c:v>13.621354</c:v>
                </c:pt>
                <c:pt idx="1286">
                  <c:v>15.107430000000001</c:v>
                </c:pt>
                <c:pt idx="1287">
                  <c:v>8.8939141999999993</c:v>
                </c:pt>
                <c:pt idx="1288">
                  <c:v>7.0961245999999996</c:v>
                </c:pt>
                <c:pt idx="1289">
                  <c:v>6.8165674000000003</c:v>
                </c:pt>
                <c:pt idx="1290">
                  <c:v>12.081306</c:v>
                </c:pt>
                <c:pt idx="1291">
                  <c:v>15.196209</c:v>
                </c:pt>
                <c:pt idx="1292">
                  <c:v>9.3142490000000002</c:v>
                </c:pt>
                <c:pt idx="1293">
                  <c:v>21.139999</c:v>
                </c:pt>
                <c:pt idx="1294">
                  <c:v>34.357506000000001</c:v>
                </c:pt>
                <c:pt idx="1295">
                  <c:v>35.884326999999999</c:v>
                </c:pt>
                <c:pt idx="1296">
                  <c:v>14.780179</c:v>
                </c:pt>
                <c:pt idx="1297">
                  <c:v>9.5110501999999997</c:v>
                </c:pt>
                <c:pt idx="1298">
                  <c:v>23.116116999999999</c:v>
                </c:pt>
                <c:pt idx="1299">
                  <c:v>20.838663</c:v>
                </c:pt>
                <c:pt idx="1300">
                  <c:v>15.445296000000001</c:v>
                </c:pt>
                <c:pt idx="1301">
                  <c:v>13.870798000000001</c:v>
                </c:pt>
                <c:pt idx="1302">
                  <c:v>42.978164999999997</c:v>
                </c:pt>
                <c:pt idx="1303">
                  <c:v>15.143770999999999</c:v>
                </c:pt>
                <c:pt idx="1304">
                  <c:v>8.4670886999999997</c:v>
                </c:pt>
                <c:pt idx="1305">
                  <c:v>18.908470000000001</c:v>
                </c:pt>
                <c:pt idx="1306">
                  <c:v>6.0364256000000003</c:v>
                </c:pt>
                <c:pt idx="1307">
                  <c:v>16.912642000000002</c:v>
                </c:pt>
                <c:pt idx="1308">
                  <c:v>8.3080063000000006</c:v>
                </c:pt>
                <c:pt idx="1309">
                  <c:v>11.66567</c:v>
                </c:pt>
                <c:pt idx="1310">
                  <c:v>4.5012007000000001</c:v>
                </c:pt>
                <c:pt idx="1311">
                  <c:v>18.641794000000001</c:v>
                </c:pt>
                <c:pt idx="1312">
                  <c:v>52.360695</c:v>
                </c:pt>
                <c:pt idx="1313">
                  <c:v>22.349018000000001</c:v>
                </c:pt>
                <c:pt idx="1314">
                  <c:v>4.9041895999999996</c:v>
                </c:pt>
                <c:pt idx="1315">
                  <c:v>9.6004000000000005</c:v>
                </c:pt>
                <c:pt idx="1316">
                  <c:v>19.574379</c:v>
                </c:pt>
                <c:pt idx="1317">
                  <c:v>5.2165160000000004</c:v>
                </c:pt>
                <c:pt idx="1318">
                  <c:v>15.239432000000001</c:v>
                </c:pt>
                <c:pt idx="1319">
                  <c:v>8.9148835999999996</c:v>
                </c:pt>
                <c:pt idx="1320">
                  <c:v>9.0870914000000003</c:v>
                </c:pt>
                <c:pt idx="1321">
                  <c:v>8.8228922000000001</c:v>
                </c:pt>
                <c:pt idx="1322">
                  <c:v>10.659318000000001</c:v>
                </c:pt>
                <c:pt idx="1323">
                  <c:v>20.166422000000001</c:v>
                </c:pt>
                <c:pt idx="1324">
                  <c:v>25.286118999999999</c:v>
                </c:pt>
                <c:pt idx="1325">
                  <c:v>24.684334</c:v>
                </c:pt>
                <c:pt idx="1326">
                  <c:v>35.539444000000003</c:v>
                </c:pt>
                <c:pt idx="1327">
                  <c:v>5.7154360000000004</c:v>
                </c:pt>
                <c:pt idx="1328">
                  <c:v>22.490618000000001</c:v>
                </c:pt>
                <c:pt idx="1329">
                  <c:v>6.7232976000000004</c:v>
                </c:pt>
                <c:pt idx="1330">
                  <c:v>14.136457</c:v>
                </c:pt>
                <c:pt idx="1331">
                  <c:v>7.2296313999999997</c:v>
                </c:pt>
                <c:pt idx="1332">
                  <c:v>20.884381999999999</c:v>
                </c:pt>
                <c:pt idx="1333">
                  <c:v>6.3089222999999999</c:v>
                </c:pt>
                <c:pt idx="1334">
                  <c:v>15.584023999999999</c:v>
                </c:pt>
                <c:pt idx="1335">
                  <c:v>12.293932</c:v>
                </c:pt>
                <c:pt idx="1336">
                  <c:v>13.263247</c:v>
                </c:pt>
                <c:pt idx="1337">
                  <c:v>13.352288</c:v>
                </c:pt>
                <c:pt idx="1338">
                  <c:v>4.9383416000000002</c:v>
                </c:pt>
                <c:pt idx="1339">
                  <c:v>22.092524999999998</c:v>
                </c:pt>
                <c:pt idx="1340">
                  <c:v>7.8910879999999999</c:v>
                </c:pt>
                <c:pt idx="1341">
                  <c:v>16.422865000000002</c:v>
                </c:pt>
                <c:pt idx="1342">
                  <c:v>6.5850010000000001</c:v>
                </c:pt>
                <c:pt idx="1343">
                  <c:v>14.246029999999999</c:v>
                </c:pt>
                <c:pt idx="1344">
                  <c:v>5.7322426000000002</c:v>
                </c:pt>
                <c:pt idx="1345">
                  <c:v>14.494021999999999</c:v>
                </c:pt>
                <c:pt idx="1346">
                  <c:v>8.4145555000000005</c:v>
                </c:pt>
                <c:pt idx="1347">
                  <c:v>13.429487999999999</c:v>
                </c:pt>
                <c:pt idx="1348">
                  <c:v>5.2830323999999997</c:v>
                </c:pt>
                <c:pt idx="1349">
                  <c:v>12.712028</c:v>
                </c:pt>
                <c:pt idx="1350">
                  <c:v>10.780267</c:v>
                </c:pt>
                <c:pt idx="1351">
                  <c:v>13.555699000000001</c:v>
                </c:pt>
                <c:pt idx="1352">
                  <c:v>6.5572619000000003</c:v>
                </c:pt>
                <c:pt idx="1353">
                  <c:v>7.7214660999999998</c:v>
                </c:pt>
                <c:pt idx="1354">
                  <c:v>6.6521224999999999</c:v>
                </c:pt>
                <c:pt idx="1355">
                  <c:v>7.8210873999999997</c:v>
                </c:pt>
                <c:pt idx="1356">
                  <c:v>18.575292999999999</c:v>
                </c:pt>
                <c:pt idx="1357">
                  <c:v>15.134592</c:v>
                </c:pt>
                <c:pt idx="1358">
                  <c:v>8.5311298000000004</c:v>
                </c:pt>
                <c:pt idx="1359">
                  <c:v>11.04374</c:v>
                </c:pt>
                <c:pt idx="1360">
                  <c:v>13.836558999999999</c:v>
                </c:pt>
                <c:pt idx="1361">
                  <c:v>14.185852000000001</c:v>
                </c:pt>
                <c:pt idx="1362">
                  <c:v>11.777587</c:v>
                </c:pt>
                <c:pt idx="1363">
                  <c:v>15.657393000000001</c:v>
                </c:pt>
                <c:pt idx="1364">
                  <c:v>8.1679028999999996</c:v>
                </c:pt>
                <c:pt idx="1365">
                  <c:v>14.728204</c:v>
                </c:pt>
                <c:pt idx="1366">
                  <c:v>12.047299000000001</c:v>
                </c:pt>
                <c:pt idx="1367">
                  <c:v>12.698648</c:v>
                </c:pt>
                <c:pt idx="1368">
                  <c:v>7.8344263999999999</c:v>
                </c:pt>
                <c:pt idx="1369">
                  <c:v>15.335971000000001</c:v>
                </c:pt>
                <c:pt idx="1370">
                  <c:v>19.660526000000001</c:v>
                </c:pt>
                <c:pt idx="1371">
                  <c:v>12.081274000000001</c:v>
                </c:pt>
                <c:pt idx="1372">
                  <c:v>16.730318</c:v>
                </c:pt>
                <c:pt idx="1373">
                  <c:v>12.447993</c:v>
                </c:pt>
                <c:pt idx="1374">
                  <c:v>9.7994193999999997</c:v>
                </c:pt>
                <c:pt idx="1375">
                  <c:v>8.0327491999999996</c:v>
                </c:pt>
                <c:pt idx="1376">
                  <c:v>15.701525</c:v>
                </c:pt>
                <c:pt idx="1377">
                  <c:v>8.1304703000000007</c:v>
                </c:pt>
                <c:pt idx="1378">
                  <c:v>5.6571832000000004</c:v>
                </c:pt>
                <c:pt idx="1379">
                  <c:v>10.40217</c:v>
                </c:pt>
                <c:pt idx="1380">
                  <c:v>6.8242678999999997</c:v>
                </c:pt>
                <c:pt idx="1381">
                  <c:v>14.195026</c:v>
                </c:pt>
                <c:pt idx="1382">
                  <c:v>14.413707</c:v>
                </c:pt>
                <c:pt idx="1383">
                  <c:v>13.131535</c:v>
                </c:pt>
                <c:pt idx="1384">
                  <c:v>5.5161223000000001</c:v>
                </c:pt>
                <c:pt idx="1385">
                  <c:v>17.717338999999999</c:v>
                </c:pt>
                <c:pt idx="1386">
                  <c:v>17.621155000000002</c:v>
                </c:pt>
                <c:pt idx="1387">
                  <c:v>10.180609</c:v>
                </c:pt>
                <c:pt idx="1388">
                  <c:v>9.1174420999999999</c:v>
                </c:pt>
                <c:pt idx="1389">
                  <c:v>14.824372</c:v>
                </c:pt>
                <c:pt idx="1390">
                  <c:v>28.281466000000002</c:v>
                </c:pt>
                <c:pt idx="1391">
                  <c:v>16.059484000000001</c:v>
                </c:pt>
                <c:pt idx="1392">
                  <c:v>4.8945755999999996</c:v>
                </c:pt>
                <c:pt idx="1393">
                  <c:v>11.228621</c:v>
                </c:pt>
                <c:pt idx="1394">
                  <c:v>14.582406000000001</c:v>
                </c:pt>
                <c:pt idx="1395">
                  <c:v>11.660809</c:v>
                </c:pt>
                <c:pt idx="1396">
                  <c:v>19.608747000000001</c:v>
                </c:pt>
                <c:pt idx="1397">
                  <c:v>19.369475999999999</c:v>
                </c:pt>
                <c:pt idx="1398">
                  <c:v>14.693485000000001</c:v>
                </c:pt>
                <c:pt idx="1399">
                  <c:v>13.267526</c:v>
                </c:pt>
                <c:pt idx="1400">
                  <c:v>17.720585</c:v>
                </c:pt>
                <c:pt idx="1401">
                  <c:v>32.103270999999999</c:v>
                </c:pt>
                <c:pt idx="1402">
                  <c:v>13.729217</c:v>
                </c:pt>
                <c:pt idx="1403">
                  <c:v>15.357054</c:v>
                </c:pt>
                <c:pt idx="1404">
                  <c:v>14.693554000000001</c:v>
                </c:pt>
                <c:pt idx="1405">
                  <c:v>22.814903000000001</c:v>
                </c:pt>
                <c:pt idx="1406">
                  <c:v>16.241900999999999</c:v>
                </c:pt>
                <c:pt idx="1407">
                  <c:v>22.418828999999999</c:v>
                </c:pt>
                <c:pt idx="1408">
                  <c:v>15.402278000000001</c:v>
                </c:pt>
                <c:pt idx="1409">
                  <c:v>16.229347000000001</c:v>
                </c:pt>
                <c:pt idx="1410">
                  <c:v>14.400798</c:v>
                </c:pt>
                <c:pt idx="1411">
                  <c:v>23.707380000000001</c:v>
                </c:pt>
                <c:pt idx="1412">
                  <c:v>21.010860000000001</c:v>
                </c:pt>
                <c:pt idx="1413">
                  <c:v>14.627684</c:v>
                </c:pt>
                <c:pt idx="1414">
                  <c:v>24.111799000000001</c:v>
                </c:pt>
                <c:pt idx="1415">
                  <c:v>13.474824</c:v>
                </c:pt>
                <c:pt idx="1416">
                  <c:v>11.487776</c:v>
                </c:pt>
                <c:pt idx="1417">
                  <c:v>12.722815000000001</c:v>
                </c:pt>
                <c:pt idx="1418">
                  <c:v>7.7616043000000001</c:v>
                </c:pt>
                <c:pt idx="1419">
                  <c:v>8.3583660000000002</c:v>
                </c:pt>
                <c:pt idx="1420">
                  <c:v>20.366848000000001</c:v>
                </c:pt>
                <c:pt idx="1421">
                  <c:v>11.552469</c:v>
                </c:pt>
                <c:pt idx="1422">
                  <c:v>14.442285</c:v>
                </c:pt>
                <c:pt idx="1423">
                  <c:v>24.111737999999999</c:v>
                </c:pt>
                <c:pt idx="1424">
                  <c:v>20.210163000000001</c:v>
                </c:pt>
                <c:pt idx="1425">
                  <c:v>60.977477999999998</c:v>
                </c:pt>
                <c:pt idx="1426">
                  <c:v>9.9833221000000005</c:v>
                </c:pt>
                <c:pt idx="1427">
                  <c:v>13.379996999999999</c:v>
                </c:pt>
                <c:pt idx="1428">
                  <c:v>8.0275687999999992</c:v>
                </c:pt>
                <c:pt idx="1429">
                  <c:v>16.401859000000002</c:v>
                </c:pt>
                <c:pt idx="1430">
                  <c:v>11.644681</c:v>
                </c:pt>
                <c:pt idx="1431">
                  <c:v>11.261027</c:v>
                </c:pt>
                <c:pt idx="1432">
                  <c:v>18.795791999999999</c:v>
                </c:pt>
                <c:pt idx="1433">
                  <c:v>19.400054999999998</c:v>
                </c:pt>
                <c:pt idx="1434">
                  <c:v>9.7364634999999993</c:v>
                </c:pt>
                <c:pt idx="1435">
                  <c:v>14.622973999999999</c:v>
                </c:pt>
                <c:pt idx="1436">
                  <c:v>5.7938518999999999</c:v>
                </c:pt>
                <c:pt idx="1437">
                  <c:v>40.920174000000003</c:v>
                </c:pt>
                <c:pt idx="1438">
                  <c:v>22.535126000000002</c:v>
                </c:pt>
                <c:pt idx="1439">
                  <c:v>19.409195</c:v>
                </c:pt>
                <c:pt idx="1440">
                  <c:v>14.062416000000001</c:v>
                </c:pt>
                <c:pt idx="1441">
                  <c:v>12.679707000000001</c:v>
                </c:pt>
                <c:pt idx="1442">
                  <c:v>21.755768</c:v>
                </c:pt>
                <c:pt idx="1443">
                  <c:v>14.857265999999999</c:v>
                </c:pt>
                <c:pt idx="1444">
                  <c:v>9.3963736999999998</c:v>
                </c:pt>
                <c:pt idx="1445">
                  <c:v>7.3559599000000002</c:v>
                </c:pt>
                <c:pt idx="1446">
                  <c:v>20.666222000000001</c:v>
                </c:pt>
                <c:pt idx="1447">
                  <c:v>6.9232779000000004</c:v>
                </c:pt>
                <c:pt idx="1448">
                  <c:v>9.4358187000000004</c:v>
                </c:pt>
                <c:pt idx="1449">
                  <c:v>9.6266526999999993</c:v>
                </c:pt>
                <c:pt idx="1450">
                  <c:v>4.8849330000000002</c:v>
                </c:pt>
                <c:pt idx="1451">
                  <c:v>20.398448999999999</c:v>
                </c:pt>
                <c:pt idx="1452">
                  <c:v>5.2586117000000003</c:v>
                </c:pt>
                <c:pt idx="1453">
                  <c:v>17.077572</c:v>
                </c:pt>
                <c:pt idx="1454">
                  <c:v>11.998721</c:v>
                </c:pt>
                <c:pt idx="1455">
                  <c:v>11.065168</c:v>
                </c:pt>
                <c:pt idx="1456">
                  <c:v>15.875215000000001</c:v>
                </c:pt>
                <c:pt idx="1457">
                  <c:v>10.642555</c:v>
                </c:pt>
                <c:pt idx="1458">
                  <c:v>13.382569</c:v>
                </c:pt>
                <c:pt idx="1459">
                  <c:v>13.642414</c:v>
                </c:pt>
                <c:pt idx="1460">
                  <c:v>6.7761921999999997</c:v>
                </c:pt>
                <c:pt idx="1461">
                  <c:v>8.9429464000000003</c:v>
                </c:pt>
                <c:pt idx="1462">
                  <c:v>13.748595999999999</c:v>
                </c:pt>
                <c:pt idx="1463">
                  <c:v>31.608564000000001</c:v>
                </c:pt>
                <c:pt idx="1464">
                  <c:v>17.009343999999999</c:v>
                </c:pt>
                <c:pt idx="1465">
                  <c:v>13.158196999999999</c:v>
                </c:pt>
                <c:pt idx="1466">
                  <c:v>10.305495000000001</c:v>
                </c:pt>
                <c:pt idx="1467">
                  <c:v>20.428453000000001</c:v>
                </c:pt>
                <c:pt idx="1468">
                  <c:v>16.455266999999999</c:v>
                </c:pt>
                <c:pt idx="1469">
                  <c:v>7.6569871999999997</c:v>
                </c:pt>
                <c:pt idx="1470">
                  <c:v>5.5091242999999999</c:v>
                </c:pt>
                <c:pt idx="1471">
                  <c:v>12.812673</c:v>
                </c:pt>
                <c:pt idx="1472">
                  <c:v>23.353476000000001</c:v>
                </c:pt>
                <c:pt idx="1473">
                  <c:v>10.921099</c:v>
                </c:pt>
                <c:pt idx="1474">
                  <c:v>9.8830232999999996</c:v>
                </c:pt>
                <c:pt idx="1475">
                  <c:v>24.719194000000002</c:v>
                </c:pt>
                <c:pt idx="1476">
                  <c:v>8.1021699999999992</c:v>
                </c:pt>
                <c:pt idx="1477">
                  <c:v>11.905647</c:v>
                </c:pt>
                <c:pt idx="1478">
                  <c:v>6.0932608000000004</c:v>
                </c:pt>
                <c:pt idx="1479">
                  <c:v>9.8761387000000003</c:v>
                </c:pt>
                <c:pt idx="1480">
                  <c:v>13.90433</c:v>
                </c:pt>
                <c:pt idx="1481">
                  <c:v>21.751642</c:v>
                </c:pt>
                <c:pt idx="1482">
                  <c:v>10.743838</c:v>
                </c:pt>
                <c:pt idx="1483">
                  <c:v>10.170622</c:v>
                </c:pt>
                <c:pt idx="1484">
                  <c:v>12.578649</c:v>
                </c:pt>
                <c:pt idx="1485">
                  <c:v>7.6292290999999999</c:v>
                </c:pt>
                <c:pt idx="1486">
                  <c:v>11.542479999999999</c:v>
                </c:pt>
                <c:pt idx="1487">
                  <c:v>14.293604</c:v>
                </c:pt>
                <c:pt idx="1488">
                  <c:v>8.7740402</c:v>
                </c:pt>
                <c:pt idx="1489">
                  <c:v>13.190046000000001</c:v>
                </c:pt>
                <c:pt idx="1490">
                  <c:v>11.547808</c:v>
                </c:pt>
                <c:pt idx="1491">
                  <c:v>16.405173999999999</c:v>
                </c:pt>
                <c:pt idx="1492">
                  <c:v>15.208188</c:v>
                </c:pt>
                <c:pt idx="1493">
                  <c:v>18.986471000000002</c:v>
                </c:pt>
                <c:pt idx="1494">
                  <c:v>17.846781</c:v>
                </c:pt>
                <c:pt idx="1495">
                  <c:v>8.2019844000000006</c:v>
                </c:pt>
                <c:pt idx="1496">
                  <c:v>11.019837000000001</c:v>
                </c:pt>
                <c:pt idx="1497">
                  <c:v>23.301081</c:v>
                </c:pt>
                <c:pt idx="1498">
                  <c:v>11.20102</c:v>
                </c:pt>
                <c:pt idx="1499">
                  <c:v>12.873239</c:v>
                </c:pt>
                <c:pt idx="1500">
                  <c:v>13.697609</c:v>
                </c:pt>
                <c:pt idx="1501">
                  <c:v>30.844814</c:v>
                </c:pt>
                <c:pt idx="1502">
                  <c:v>5.5242323999999998</c:v>
                </c:pt>
                <c:pt idx="1503">
                  <c:v>12.968643</c:v>
                </c:pt>
                <c:pt idx="1504">
                  <c:v>7.0790709999999999</c:v>
                </c:pt>
                <c:pt idx="1505">
                  <c:v>18.689361999999999</c:v>
                </c:pt>
                <c:pt idx="1506">
                  <c:v>15.181823</c:v>
                </c:pt>
                <c:pt idx="1507">
                  <c:v>7.7750893000000003</c:v>
                </c:pt>
                <c:pt idx="1508">
                  <c:v>18.190564999999999</c:v>
                </c:pt>
                <c:pt idx="1509">
                  <c:v>36.264918999999999</c:v>
                </c:pt>
                <c:pt idx="1510">
                  <c:v>9.4194344999999995</c:v>
                </c:pt>
                <c:pt idx="1511">
                  <c:v>20.629695999999999</c:v>
                </c:pt>
                <c:pt idx="1512">
                  <c:v>16.308281000000001</c:v>
                </c:pt>
                <c:pt idx="1513">
                  <c:v>12.042068</c:v>
                </c:pt>
                <c:pt idx="1514">
                  <c:v>13.123419999999999</c:v>
                </c:pt>
                <c:pt idx="1515">
                  <c:v>14.090839000000001</c:v>
                </c:pt>
                <c:pt idx="1516">
                  <c:v>13.637572</c:v>
                </c:pt>
                <c:pt idx="1517">
                  <c:v>26.645309000000001</c:v>
                </c:pt>
                <c:pt idx="1518">
                  <c:v>11.62115</c:v>
                </c:pt>
                <c:pt idx="1519">
                  <c:v>16.684823999999999</c:v>
                </c:pt>
                <c:pt idx="1520">
                  <c:v>4.8052029999999997</c:v>
                </c:pt>
                <c:pt idx="1521">
                  <c:v>24.759533000000001</c:v>
                </c:pt>
                <c:pt idx="1522">
                  <c:v>12.505362999999999</c:v>
                </c:pt>
                <c:pt idx="1523">
                  <c:v>16.82085</c:v>
                </c:pt>
                <c:pt idx="1524">
                  <c:v>4.2095875999999999</c:v>
                </c:pt>
                <c:pt idx="1525">
                  <c:v>22.163830000000001</c:v>
                </c:pt>
                <c:pt idx="1526">
                  <c:v>14.272831</c:v>
                </c:pt>
                <c:pt idx="1527">
                  <c:v>13.433078</c:v>
                </c:pt>
                <c:pt idx="1528">
                  <c:v>15.650648</c:v>
                </c:pt>
                <c:pt idx="1529">
                  <c:v>8.8206805999999993</c:v>
                </c:pt>
                <c:pt idx="1530">
                  <c:v>19.770063</c:v>
                </c:pt>
                <c:pt idx="1531">
                  <c:v>13.913014</c:v>
                </c:pt>
                <c:pt idx="1532">
                  <c:v>14.080455000000001</c:v>
                </c:pt>
                <c:pt idx="1533">
                  <c:v>7.7071756999999996</c:v>
                </c:pt>
                <c:pt idx="1534">
                  <c:v>15.837218999999999</c:v>
                </c:pt>
                <c:pt idx="1535">
                  <c:v>11.202067</c:v>
                </c:pt>
                <c:pt idx="1536">
                  <c:v>28.728708000000001</c:v>
                </c:pt>
                <c:pt idx="1537">
                  <c:v>19.091159999999999</c:v>
                </c:pt>
                <c:pt idx="1538">
                  <c:v>26.003281000000001</c:v>
                </c:pt>
                <c:pt idx="1539">
                  <c:v>9.4035206000000002</c:v>
                </c:pt>
                <c:pt idx="1540">
                  <c:v>11.866968999999999</c:v>
                </c:pt>
                <c:pt idx="1541">
                  <c:v>24.446348</c:v>
                </c:pt>
                <c:pt idx="1542">
                  <c:v>9.2716484000000001</c:v>
                </c:pt>
                <c:pt idx="1543">
                  <c:v>18.195710999999999</c:v>
                </c:pt>
                <c:pt idx="1544">
                  <c:v>10.030961</c:v>
                </c:pt>
                <c:pt idx="1545">
                  <c:v>14.849774</c:v>
                </c:pt>
                <c:pt idx="1546">
                  <c:v>19.131513999999999</c:v>
                </c:pt>
                <c:pt idx="1547">
                  <c:v>8.6093329999999995</c:v>
                </c:pt>
                <c:pt idx="1548">
                  <c:v>13.002007000000001</c:v>
                </c:pt>
                <c:pt idx="1549">
                  <c:v>5.5818896000000002</c:v>
                </c:pt>
                <c:pt idx="1550">
                  <c:v>15.839278999999999</c:v>
                </c:pt>
                <c:pt idx="1551">
                  <c:v>18.774162</c:v>
                </c:pt>
                <c:pt idx="1552">
                  <c:v>18.811121</c:v>
                </c:pt>
                <c:pt idx="1553">
                  <c:v>19.733506999999999</c:v>
                </c:pt>
                <c:pt idx="1554">
                  <c:v>24.232807000000001</c:v>
                </c:pt>
                <c:pt idx="1555">
                  <c:v>28.816744</c:v>
                </c:pt>
                <c:pt idx="1556">
                  <c:v>18.644136</c:v>
                </c:pt>
                <c:pt idx="1557">
                  <c:v>7.7094263999999999</c:v>
                </c:pt>
                <c:pt idx="1558">
                  <c:v>18.955449999999999</c:v>
                </c:pt>
                <c:pt idx="1559">
                  <c:v>29.389938000000001</c:v>
                </c:pt>
                <c:pt idx="1560">
                  <c:v>15.893533</c:v>
                </c:pt>
                <c:pt idx="1561">
                  <c:v>30.418410999999999</c:v>
                </c:pt>
                <c:pt idx="1562">
                  <c:v>12.134389000000001</c:v>
                </c:pt>
                <c:pt idx="1563">
                  <c:v>12.06156</c:v>
                </c:pt>
                <c:pt idx="1564">
                  <c:v>6.1657928999999996</c:v>
                </c:pt>
                <c:pt idx="1565">
                  <c:v>9.4580287999999992</c:v>
                </c:pt>
                <c:pt idx="1566">
                  <c:v>12.860688</c:v>
                </c:pt>
                <c:pt idx="1567">
                  <c:v>23.352008999999999</c:v>
                </c:pt>
                <c:pt idx="1568">
                  <c:v>12.68723</c:v>
                </c:pt>
                <c:pt idx="1569">
                  <c:v>13.592371</c:v>
                </c:pt>
                <c:pt idx="1570">
                  <c:v>10.918794999999999</c:v>
                </c:pt>
                <c:pt idx="1571">
                  <c:v>10.632455999999999</c:v>
                </c:pt>
                <c:pt idx="1572">
                  <c:v>14.137162</c:v>
                </c:pt>
                <c:pt idx="1573">
                  <c:v>11.653803</c:v>
                </c:pt>
                <c:pt idx="1574">
                  <c:v>11.042752</c:v>
                </c:pt>
                <c:pt idx="1575">
                  <c:v>4.5662421999999996</c:v>
                </c:pt>
                <c:pt idx="1576">
                  <c:v>16.004508999999999</c:v>
                </c:pt>
                <c:pt idx="1577">
                  <c:v>12.672192000000001</c:v>
                </c:pt>
                <c:pt idx="1578">
                  <c:v>18.082961999999998</c:v>
                </c:pt>
                <c:pt idx="1579">
                  <c:v>31.81024</c:v>
                </c:pt>
                <c:pt idx="1580">
                  <c:v>17.613765999999998</c:v>
                </c:pt>
                <c:pt idx="1581">
                  <c:v>24.423919999999999</c:v>
                </c:pt>
                <c:pt idx="1582">
                  <c:v>9.0844173000000001</c:v>
                </c:pt>
                <c:pt idx="1583">
                  <c:v>6.0712356999999999</c:v>
                </c:pt>
                <c:pt idx="1584">
                  <c:v>19.562695000000001</c:v>
                </c:pt>
                <c:pt idx="1585">
                  <c:v>6.8494349000000003</c:v>
                </c:pt>
                <c:pt idx="1586">
                  <c:v>10.402072</c:v>
                </c:pt>
                <c:pt idx="1587">
                  <c:v>13.832948</c:v>
                </c:pt>
                <c:pt idx="1588">
                  <c:v>24.661276000000001</c:v>
                </c:pt>
                <c:pt idx="1589">
                  <c:v>13.289244999999999</c:v>
                </c:pt>
                <c:pt idx="1590">
                  <c:v>4.3079162000000002</c:v>
                </c:pt>
                <c:pt idx="1591">
                  <c:v>8.9792556999999995</c:v>
                </c:pt>
                <c:pt idx="1592">
                  <c:v>9.1063250999999994</c:v>
                </c:pt>
                <c:pt idx="1593">
                  <c:v>14.239504</c:v>
                </c:pt>
                <c:pt idx="1594">
                  <c:v>8.9990158000000005</c:v>
                </c:pt>
                <c:pt idx="1595">
                  <c:v>26.033289</c:v>
                </c:pt>
                <c:pt idx="1596">
                  <c:v>6.2507910999999998</c:v>
                </c:pt>
                <c:pt idx="1597">
                  <c:v>11.951364999999999</c:v>
                </c:pt>
                <c:pt idx="1598">
                  <c:v>8.4936360999999998</c:v>
                </c:pt>
                <c:pt idx="1599">
                  <c:v>6.9714841999999999</c:v>
                </c:pt>
                <c:pt idx="1600">
                  <c:v>16.157105999999999</c:v>
                </c:pt>
                <c:pt idx="1601">
                  <c:v>18.94791</c:v>
                </c:pt>
                <c:pt idx="1602">
                  <c:v>25.652569</c:v>
                </c:pt>
                <c:pt idx="1603">
                  <c:v>14.6599</c:v>
                </c:pt>
                <c:pt idx="1604">
                  <c:v>25.470054999999999</c:v>
                </c:pt>
                <c:pt idx="1605">
                  <c:v>14.397456999999999</c:v>
                </c:pt>
                <c:pt idx="1606">
                  <c:v>6.2092413999999998</c:v>
                </c:pt>
                <c:pt idx="1607">
                  <c:v>16.150478</c:v>
                </c:pt>
                <c:pt idx="1608">
                  <c:v>18.624438999999999</c:v>
                </c:pt>
                <c:pt idx="1609">
                  <c:v>21.668657</c:v>
                </c:pt>
                <c:pt idx="1610">
                  <c:v>19.918741000000001</c:v>
                </c:pt>
                <c:pt idx="1611">
                  <c:v>12.521098</c:v>
                </c:pt>
                <c:pt idx="1612">
                  <c:v>18.892748000000001</c:v>
                </c:pt>
                <c:pt idx="1613">
                  <c:v>14.657028</c:v>
                </c:pt>
                <c:pt idx="1614">
                  <c:v>9.8598470999999996</c:v>
                </c:pt>
                <c:pt idx="1615">
                  <c:v>13.518418</c:v>
                </c:pt>
                <c:pt idx="1616">
                  <c:v>14.193307000000001</c:v>
                </c:pt>
                <c:pt idx="1617">
                  <c:v>27.733671000000001</c:v>
                </c:pt>
                <c:pt idx="1618">
                  <c:v>18.489557000000001</c:v>
                </c:pt>
                <c:pt idx="1619">
                  <c:v>14.520652999999999</c:v>
                </c:pt>
                <c:pt idx="1620">
                  <c:v>18.396315000000001</c:v>
                </c:pt>
                <c:pt idx="1621">
                  <c:v>10.266444999999999</c:v>
                </c:pt>
                <c:pt idx="1622">
                  <c:v>13.165775</c:v>
                </c:pt>
                <c:pt idx="1623">
                  <c:v>10.845382000000001</c:v>
                </c:pt>
                <c:pt idx="1624">
                  <c:v>19.945550999999998</c:v>
                </c:pt>
                <c:pt idx="1625">
                  <c:v>8.9666557000000005</c:v>
                </c:pt>
                <c:pt idx="1626">
                  <c:v>15.742569</c:v>
                </c:pt>
                <c:pt idx="1627">
                  <c:v>30.505579000000001</c:v>
                </c:pt>
                <c:pt idx="1628">
                  <c:v>14.861902000000001</c:v>
                </c:pt>
                <c:pt idx="1629">
                  <c:v>41.853999999999999</c:v>
                </c:pt>
                <c:pt idx="1630">
                  <c:v>33.179057999999998</c:v>
                </c:pt>
                <c:pt idx="1631">
                  <c:v>13.962171</c:v>
                </c:pt>
                <c:pt idx="1632">
                  <c:v>10.415753</c:v>
                </c:pt>
                <c:pt idx="1633">
                  <c:v>16.430081999999999</c:v>
                </c:pt>
                <c:pt idx="1634">
                  <c:v>16.793673999999999</c:v>
                </c:pt>
                <c:pt idx="1635">
                  <c:v>7.2931261000000003</c:v>
                </c:pt>
                <c:pt idx="1636">
                  <c:v>25.220098</c:v>
                </c:pt>
                <c:pt idx="1637">
                  <c:v>12.720069000000001</c:v>
                </c:pt>
                <c:pt idx="1638">
                  <c:v>7.9094829999999998</c:v>
                </c:pt>
                <c:pt idx="1639">
                  <c:v>22.531696</c:v>
                </c:pt>
                <c:pt idx="1640">
                  <c:v>15.455515999999999</c:v>
                </c:pt>
                <c:pt idx="1641">
                  <c:v>15.903665999999999</c:v>
                </c:pt>
                <c:pt idx="1642">
                  <c:v>28.75808</c:v>
                </c:pt>
                <c:pt idx="1643">
                  <c:v>6.5921240000000001</c:v>
                </c:pt>
                <c:pt idx="1644">
                  <c:v>22.382048000000001</c:v>
                </c:pt>
                <c:pt idx="1645">
                  <c:v>12.680697</c:v>
                </c:pt>
                <c:pt idx="1646">
                  <c:v>9.3802117999999997</c:v>
                </c:pt>
                <c:pt idx="1647">
                  <c:v>12.366497000000001</c:v>
                </c:pt>
                <c:pt idx="1648">
                  <c:v>14.717254000000001</c:v>
                </c:pt>
                <c:pt idx="1649">
                  <c:v>17.737400000000001</c:v>
                </c:pt>
                <c:pt idx="1650">
                  <c:v>14.014797</c:v>
                </c:pt>
                <c:pt idx="1651">
                  <c:v>13.87811</c:v>
                </c:pt>
                <c:pt idx="1652">
                  <c:v>23.999721999999998</c:v>
                </c:pt>
                <c:pt idx="1653">
                  <c:v>24.994206999999999</c:v>
                </c:pt>
                <c:pt idx="1654">
                  <c:v>37.862129000000003</c:v>
                </c:pt>
                <c:pt idx="1655">
                  <c:v>30.330680999999998</c:v>
                </c:pt>
                <c:pt idx="1656">
                  <c:v>11.986499</c:v>
                </c:pt>
                <c:pt idx="1657">
                  <c:v>13.535511</c:v>
                </c:pt>
                <c:pt idx="1658">
                  <c:v>22.633379000000001</c:v>
                </c:pt>
                <c:pt idx="1659">
                  <c:v>24.745939</c:v>
                </c:pt>
                <c:pt idx="1660">
                  <c:v>15.991968</c:v>
                </c:pt>
                <c:pt idx="1661">
                  <c:v>11.625132000000001</c:v>
                </c:pt>
                <c:pt idx="1662">
                  <c:v>10.345914</c:v>
                </c:pt>
                <c:pt idx="1663">
                  <c:v>13.103221</c:v>
                </c:pt>
                <c:pt idx="1664">
                  <c:v>4.5202422000000002</c:v>
                </c:pt>
                <c:pt idx="1665">
                  <c:v>22.807525999999999</c:v>
                </c:pt>
                <c:pt idx="1666">
                  <c:v>31.473413000000001</c:v>
                </c:pt>
                <c:pt idx="1667">
                  <c:v>10.548632</c:v>
                </c:pt>
                <c:pt idx="1668">
                  <c:v>11.28309</c:v>
                </c:pt>
                <c:pt idx="1669">
                  <c:v>9.8997554999999995</c:v>
                </c:pt>
                <c:pt idx="1670">
                  <c:v>18.939312000000001</c:v>
                </c:pt>
                <c:pt idx="1671">
                  <c:v>15.893093</c:v>
                </c:pt>
                <c:pt idx="1672">
                  <c:v>22.959557</c:v>
                </c:pt>
                <c:pt idx="1673">
                  <c:v>28.944212</c:v>
                </c:pt>
                <c:pt idx="1674">
                  <c:v>13.732438999999999</c:v>
                </c:pt>
                <c:pt idx="1675">
                  <c:v>5.2338958</c:v>
                </c:pt>
                <c:pt idx="1676">
                  <c:v>18.117073000000001</c:v>
                </c:pt>
                <c:pt idx="1677">
                  <c:v>11.479627000000001</c:v>
                </c:pt>
                <c:pt idx="1678">
                  <c:v>24.656441000000001</c:v>
                </c:pt>
                <c:pt idx="1679">
                  <c:v>9.3972777999999995</c:v>
                </c:pt>
                <c:pt idx="1680">
                  <c:v>23.405242999999999</c:v>
                </c:pt>
                <c:pt idx="1681">
                  <c:v>15.331045</c:v>
                </c:pt>
                <c:pt idx="1682">
                  <c:v>10.2898</c:v>
                </c:pt>
                <c:pt idx="1683">
                  <c:v>12.863873</c:v>
                </c:pt>
                <c:pt idx="1684">
                  <c:v>21.211887000000001</c:v>
                </c:pt>
                <c:pt idx="1685">
                  <c:v>8.2948198000000009</c:v>
                </c:pt>
                <c:pt idx="1686">
                  <c:v>10.36098</c:v>
                </c:pt>
                <c:pt idx="1687">
                  <c:v>12.483184</c:v>
                </c:pt>
                <c:pt idx="1688">
                  <c:v>16.775780000000001</c:v>
                </c:pt>
                <c:pt idx="1689">
                  <c:v>6.3338026999999997</c:v>
                </c:pt>
                <c:pt idx="1690">
                  <c:v>21.325842000000002</c:v>
                </c:pt>
                <c:pt idx="1691">
                  <c:v>8.8888005999999997</c:v>
                </c:pt>
                <c:pt idx="1692">
                  <c:v>10.256921999999999</c:v>
                </c:pt>
                <c:pt idx="1693">
                  <c:v>21.97381</c:v>
                </c:pt>
                <c:pt idx="1694">
                  <c:v>11.852233</c:v>
                </c:pt>
                <c:pt idx="1695">
                  <c:v>13.640115</c:v>
                </c:pt>
                <c:pt idx="1696">
                  <c:v>3.7580971999999999</c:v>
                </c:pt>
                <c:pt idx="1697">
                  <c:v>12.406409</c:v>
                </c:pt>
                <c:pt idx="1698">
                  <c:v>22.416376</c:v>
                </c:pt>
                <c:pt idx="1699">
                  <c:v>17.086839999999999</c:v>
                </c:pt>
                <c:pt idx="1700">
                  <c:v>11.280151999999999</c:v>
                </c:pt>
                <c:pt idx="1701">
                  <c:v>10.054461</c:v>
                </c:pt>
                <c:pt idx="1702">
                  <c:v>11.875201000000001</c:v>
                </c:pt>
                <c:pt idx="1703">
                  <c:v>13.501753000000001</c:v>
                </c:pt>
                <c:pt idx="1704">
                  <c:v>8.4647769999999998</c:v>
                </c:pt>
                <c:pt idx="1705">
                  <c:v>32.559699999999999</c:v>
                </c:pt>
                <c:pt idx="1706">
                  <c:v>13.457369999999999</c:v>
                </c:pt>
                <c:pt idx="1707">
                  <c:v>15.279491999999999</c:v>
                </c:pt>
                <c:pt idx="1708">
                  <c:v>21.807285</c:v>
                </c:pt>
                <c:pt idx="1709">
                  <c:v>9.1334362000000002</c:v>
                </c:pt>
                <c:pt idx="1710">
                  <c:v>14.573449</c:v>
                </c:pt>
                <c:pt idx="1711">
                  <c:v>8.4492969999999996</c:v>
                </c:pt>
                <c:pt idx="1712">
                  <c:v>10.411155000000001</c:v>
                </c:pt>
                <c:pt idx="1713">
                  <c:v>15.353462</c:v>
                </c:pt>
                <c:pt idx="1714">
                  <c:v>13.825664</c:v>
                </c:pt>
                <c:pt idx="1715">
                  <c:v>30.399054</c:v>
                </c:pt>
                <c:pt idx="1716">
                  <c:v>10.202144000000001</c:v>
                </c:pt>
                <c:pt idx="1717">
                  <c:v>17.309457999999999</c:v>
                </c:pt>
                <c:pt idx="1718">
                  <c:v>15.881800999999999</c:v>
                </c:pt>
                <c:pt idx="1719">
                  <c:v>27.479175999999999</c:v>
                </c:pt>
                <c:pt idx="1720">
                  <c:v>7.6562872000000004</c:v>
                </c:pt>
                <c:pt idx="1721">
                  <c:v>23.756598</c:v>
                </c:pt>
                <c:pt idx="1722">
                  <c:v>13.463691000000001</c:v>
                </c:pt>
                <c:pt idx="1723">
                  <c:v>9.6555394999999997</c:v>
                </c:pt>
                <c:pt idx="1724">
                  <c:v>13.033276000000001</c:v>
                </c:pt>
                <c:pt idx="1725">
                  <c:v>6.6563629999999998</c:v>
                </c:pt>
                <c:pt idx="1726">
                  <c:v>19.810991000000001</c:v>
                </c:pt>
                <c:pt idx="1727">
                  <c:v>14.910209999999999</c:v>
                </c:pt>
                <c:pt idx="1728">
                  <c:v>14.519116</c:v>
                </c:pt>
                <c:pt idx="1729">
                  <c:v>19.730598000000001</c:v>
                </c:pt>
                <c:pt idx="1730">
                  <c:v>9.9369812</c:v>
                </c:pt>
                <c:pt idx="1731">
                  <c:v>17.203071999999999</c:v>
                </c:pt>
                <c:pt idx="1732">
                  <c:v>26.211666000000001</c:v>
                </c:pt>
                <c:pt idx="1733">
                  <c:v>20.022525999999999</c:v>
                </c:pt>
                <c:pt idx="1734">
                  <c:v>32.268349000000001</c:v>
                </c:pt>
                <c:pt idx="1735">
                  <c:v>18.119841000000001</c:v>
                </c:pt>
                <c:pt idx="1736">
                  <c:v>43.616084999999998</c:v>
                </c:pt>
                <c:pt idx="1737">
                  <c:v>7.8901567000000004</c:v>
                </c:pt>
                <c:pt idx="1738">
                  <c:v>9.5145903000000001</c:v>
                </c:pt>
                <c:pt idx="1739">
                  <c:v>8.4948578000000001</c:v>
                </c:pt>
                <c:pt idx="1740">
                  <c:v>8.2334727999999995</c:v>
                </c:pt>
                <c:pt idx="1741">
                  <c:v>11.428819000000001</c:v>
                </c:pt>
                <c:pt idx="1742">
                  <c:v>19.480758999999999</c:v>
                </c:pt>
                <c:pt idx="1743">
                  <c:v>11.851851999999999</c:v>
                </c:pt>
                <c:pt idx="1744">
                  <c:v>21.66733</c:v>
                </c:pt>
                <c:pt idx="1745">
                  <c:v>45.458762999999998</c:v>
                </c:pt>
                <c:pt idx="1746">
                  <c:v>12.676841</c:v>
                </c:pt>
                <c:pt idx="1747">
                  <c:v>6.4911060000000003</c:v>
                </c:pt>
                <c:pt idx="1748">
                  <c:v>16.457712000000001</c:v>
                </c:pt>
                <c:pt idx="1749">
                  <c:v>17.682510000000001</c:v>
                </c:pt>
                <c:pt idx="1750">
                  <c:v>9.6104298000000004</c:v>
                </c:pt>
                <c:pt idx="1751">
                  <c:v>9.0564774999999997</c:v>
                </c:pt>
                <c:pt idx="1752">
                  <c:v>23.948643000000001</c:v>
                </c:pt>
                <c:pt idx="1753">
                  <c:v>11.966722000000001</c:v>
                </c:pt>
                <c:pt idx="1754">
                  <c:v>15.054027</c:v>
                </c:pt>
                <c:pt idx="1755">
                  <c:v>13.990190999999999</c:v>
                </c:pt>
                <c:pt idx="1756">
                  <c:v>9.6413554999999995</c:v>
                </c:pt>
                <c:pt idx="1757">
                  <c:v>10.476068</c:v>
                </c:pt>
                <c:pt idx="1758">
                  <c:v>11.316989</c:v>
                </c:pt>
                <c:pt idx="1759">
                  <c:v>4.1456531999999999</c:v>
                </c:pt>
                <c:pt idx="1760">
                  <c:v>8.8373594000000004</c:v>
                </c:pt>
                <c:pt idx="1761">
                  <c:v>15.476563000000001</c:v>
                </c:pt>
                <c:pt idx="1762">
                  <c:v>19.436831000000002</c:v>
                </c:pt>
                <c:pt idx="1763">
                  <c:v>7.1229243000000002</c:v>
                </c:pt>
                <c:pt idx="1764">
                  <c:v>11.678901</c:v>
                </c:pt>
                <c:pt idx="1765">
                  <c:v>30.573346999999998</c:v>
                </c:pt>
                <c:pt idx="1766">
                  <c:v>20.115341000000001</c:v>
                </c:pt>
                <c:pt idx="1767">
                  <c:v>12.642148000000001</c:v>
                </c:pt>
                <c:pt idx="1768">
                  <c:v>11.180320999999999</c:v>
                </c:pt>
                <c:pt idx="1769">
                  <c:v>8.9690971000000008</c:v>
                </c:pt>
                <c:pt idx="1770">
                  <c:v>7.7305250000000001</c:v>
                </c:pt>
                <c:pt idx="1771">
                  <c:v>14.462954</c:v>
                </c:pt>
                <c:pt idx="1772">
                  <c:v>10.150753</c:v>
                </c:pt>
                <c:pt idx="1773">
                  <c:v>7.7402325000000003</c:v>
                </c:pt>
                <c:pt idx="1774">
                  <c:v>5.4493708999999999</c:v>
                </c:pt>
                <c:pt idx="1775">
                  <c:v>16.081139</c:v>
                </c:pt>
                <c:pt idx="1776">
                  <c:v>21.799783999999999</c:v>
                </c:pt>
                <c:pt idx="1777">
                  <c:v>9.9125566000000003</c:v>
                </c:pt>
                <c:pt idx="1778">
                  <c:v>11.744399</c:v>
                </c:pt>
                <c:pt idx="1779">
                  <c:v>27.093050000000002</c:v>
                </c:pt>
                <c:pt idx="1780">
                  <c:v>23.593820999999998</c:v>
                </c:pt>
                <c:pt idx="1781">
                  <c:v>4.1185802999999996</c:v>
                </c:pt>
                <c:pt idx="1782">
                  <c:v>38.327796999999997</c:v>
                </c:pt>
                <c:pt idx="1783">
                  <c:v>15.158607999999999</c:v>
                </c:pt>
                <c:pt idx="1784">
                  <c:v>9.0701818000000003</c:v>
                </c:pt>
                <c:pt idx="1785">
                  <c:v>3.9505210000000002</c:v>
                </c:pt>
                <c:pt idx="1786">
                  <c:v>14.997766</c:v>
                </c:pt>
                <c:pt idx="1787">
                  <c:v>29.450026000000001</c:v>
                </c:pt>
                <c:pt idx="1788">
                  <c:v>19.552154999999999</c:v>
                </c:pt>
                <c:pt idx="1789">
                  <c:v>44.500973000000002</c:v>
                </c:pt>
                <c:pt idx="1790">
                  <c:v>14.266531000000001</c:v>
                </c:pt>
                <c:pt idx="1791">
                  <c:v>4.9927334999999999</c:v>
                </c:pt>
                <c:pt idx="1792">
                  <c:v>14.749363000000001</c:v>
                </c:pt>
                <c:pt idx="1793">
                  <c:v>10.590322</c:v>
                </c:pt>
                <c:pt idx="1794">
                  <c:v>6.1544499000000004</c:v>
                </c:pt>
                <c:pt idx="1795">
                  <c:v>11.723371</c:v>
                </c:pt>
                <c:pt idx="1796">
                  <c:v>6.2306179999999998</c:v>
                </c:pt>
                <c:pt idx="1797">
                  <c:v>11.933194</c:v>
                </c:pt>
                <c:pt idx="1798">
                  <c:v>19.760933000000001</c:v>
                </c:pt>
                <c:pt idx="1799">
                  <c:v>11.109529</c:v>
                </c:pt>
                <c:pt idx="1800">
                  <c:v>27.863061999999999</c:v>
                </c:pt>
                <c:pt idx="1801">
                  <c:v>14.796117000000001</c:v>
                </c:pt>
                <c:pt idx="1802">
                  <c:v>17.025509</c:v>
                </c:pt>
                <c:pt idx="1803">
                  <c:v>10.906810999999999</c:v>
                </c:pt>
                <c:pt idx="1804">
                  <c:v>18.316030999999999</c:v>
                </c:pt>
                <c:pt idx="1805">
                  <c:v>10.861122</c:v>
                </c:pt>
                <c:pt idx="1806">
                  <c:v>14.731147</c:v>
                </c:pt>
                <c:pt idx="1807">
                  <c:v>21.626379</c:v>
                </c:pt>
                <c:pt idx="1808">
                  <c:v>16.876051</c:v>
                </c:pt>
                <c:pt idx="1809">
                  <c:v>17.275091</c:v>
                </c:pt>
                <c:pt idx="1810">
                  <c:v>6.5208554000000003</c:v>
                </c:pt>
                <c:pt idx="1811">
                  <c:v>14.708339</c:v>
                </c:pt>
                <c:pt idx="1812">
                  <c:v>8.8708667999999999</c:v>
                </c:pt>
                <c:pt idx="1813">
                  <c:v>22.807444</c:v>
                </c:pt>
                <c:pt idx="1814">
                  <c:v>43.620117</c:v>
                </c:pt>
                <c:pt idx="1815">
                  <c:v>10.105523</c:v>
                </c:pt>
                <c:pt idx="1816">
                  <c:v>13.857174000000001</c:v>
                </c:pt>
                <c:pt idx="1817">
                  <c:v>31.662732999999999</c:v>
                </c:pt>
                <c:pt idx="1818">
                  <c:v>9.4538163999999991</c:v>
                </c:pt>
                <c:pt idx="1819">
                  <c:v>13.440970999999999</c:v>
                </c:pt>
                <c:pt idx="1820">
                  <c:v>10.642654</c:v>
                </c:pt>
                <c:pt idx="1821">
                  <c:v>5.2850852000000001</c:v>
                </c:pt>
                <c:pt idx="1822">
                  <c:v>11.806889</c:v>
                </c:pt>
                <c:pt idx="1823">
                  <c:v>12.490254</c:v>
                </c:pt>
                <c:pt idx="1824">
                  <c:v>34.789119999999997</c:v>
                </c:pt>
                <c:pt idx="1825">
                  <c:v>17.791499999999999</c:v>
                </c:pt>
                <c:pt idx="1826">
                  <c:v>14.478325999999999</c:v>
                </c:pt>
                <c:pt idx="1827">
                  <c:v>20.341426999999999</c:v>
                </c:pt>
                <c:pt idx="1828">
                  <c:v>20.492889000000002</c:v>
                </c:pt>
                <c:pt idx="1829">
                  <c:v>5.0282520999999996</c:v>
                </c:pt>
                <c:pt idx="1830">
                  <c:v>28.917555</c:v>
                </c:pt>
                <c:pt idx="1831">
                  <c:v>46.651519999999998</c:v>
                </c:pt>
                <c:pt idx="1832">
                  <c:v>17.159607000000001</c:v>
                </c:pt>
                <c:pt idx="1833">
                  <c:v>17.982717999999998</c:v>
                </c:pt>
                <c:pt idx="1834">
                  <c:v>17.755177</c:v>
                </c:pt>
                <c:pt idx="1835">
                  <c:v>6.6182417999999998</c:v>
                </c:pt>
                <c:pt idx="1836">
                  <c:v>8.2090712000000003</c:v>
                </c:pt>
                <c:pt idx="1837">
                  <c:v>17.193847999999999</c:v>
                </c:pt>
                <c:pt idx="1838">
                  <c:v>10.558002999999999</c:v>
                </c:pt>
                <c:pt idx="1839">
                  <c:v>20.491990999999999</c:v>
                </c:pt>
                <c:pt idx="1840">
                  <c:v>22.000612</c:v>
                </c:pt>
                <c:pt idx="1841">
                  <c:v>7.1046233000000001</c:v>
                </c:pt>
                <c:pt idx="1842">
                  <c:v>23.548165999999998</c:v>
                </c:pt>
                <c:pt idx="1843">
                  <c:v>22.605264999999999</c:v>
                </c:pt>
                <c:pt idx="1844">
                  <c:v>10.486931999999999</c:v>
                </c:pt>
                <c:pt idx="1845">
                  <c:v>18.301676</c:v>
                </c:pt>
                <c:pt idx="1846">
                  <c:v>18.040158999999999</c:v>
                </c:pt>
                <c:pt idx="1847">
                  <c:v>12.902353</c:v>
                </c:pt>
                <c:pt idx="1848">
                  <c:v>25.191858</c:v>
                </c:pt>
                <c:pt idx="1849">
                  <c:v>41.270695000000003</c:v>
                </c:pt>
                <c:pt idx="1850">
                  <c:v>18.767489999999999</c:v>
                </c:pt>
                <c:pt idx="1851">
                  <c:v>13.151332999999999</c:v>
                </c:pt>
                <c:pt idx="1852">
                  <c:v>47.105648000000002</c:v>
                </c:pt>
                <c:pt idx="1853">
                  <c:v>12.039075</c:v>
                </c:pt>
                <c:pt idx="1854">
                  <c:v>28.750584</c:v>
                </c:pt>
                <c:pt idx="1855">
                  <c:v>8.5245446999999999</c:v>
                </c:pt>
                <c:pt idx="1856">
                  <c:v>17.657923</c:v>
                </c:pt>
                <c:pt idx="1857">
                  <c:v>19.610479000000002</c:v>
                </c:pt>
                <c:pt idx="1858">
                  <c:v>22.749025</c:v>
                </c:pt>
                <c:pt idx="1859">
                  <c:v>13.201554</c:v>
                </c:pt>
                <c:pt idx="1860">
                  <c:v>6.4277182000000002</c:v>
                </c:pt>
                <c:pt idx="1861">
                  <c:v>14.59878</c:v>
                </c:pt>
                <c:pt idx="1862">
                  <c:v>16.561274999999998</c:v>
                </c:pt>
                <c:pt idx="1863">
                  <c:v>23.722721</c:v>
                </c:pt>
                <c:pt idx="1864">
                  <c:v>17.610392000000001</c:v>
                </c:pt>
                <c:pt idx="1865">
                  <c:v>20.136934</c:v>
                </c:pt>
                <c:pt idx="1866">
                  <c:v>21.860142</c:v>
                </c:pt>
                <c:pt idx="1867">
                  <c:v>13.90253</c:v>
                </c:pt>
                <c:pt idx="1868">
                  <c:v>12.285538000000001</c:v>
                </c:pt>
                <c:pt idx="1869">
                  <c:v>18.339510000000001</c:v>
                </c:pt>
                <c:pt idx="1870">
                  <c:v>7.4892855000000003</c:v>
                </c:pt>
                <c:pt idx="1871">
                  <c:v>15.149243999999999</c:v>
                </c:pt>
                <c:pt idx="1872">
                  <c:v>27.282232</c:v>
                </c:pt>
                <c:pt idx="1873">
                  <c:v>13.043497</c:v>
                </c:pt>
                <c:pt idx="1874">
                  <c:v>27.294142000000001</c:v>
                </c:pt>
                <c:pt idx="1875">
                  <c:v>12.492699999999999</c:v>
                </c:pt>
                <c:pt idx="1876">
                  <c:v>21.113291</c:v>
                </c:pt>
                <c:pt idx="1877">
                  <c:v>20.315418000000001</c:v>
                </c:pt>
                <c:pt idx="1878">
                  <c:v>14.788185</c:v>
                </c:pt>
                <c:pt idx="1879">
                  <c:v>14.178184999999999</c:v>
                </c:pt>
                <c:pt idx="1880">
                  <c:v>27.70327</c:v>
                </c:pt>
                <c:pt idx="1881">
                  <c:v>13.406292000000001</c:v>
                </c:pt>
                <c:pt idx="1882">
                  <c:v>8.1789626999999996</c:v>
                </c:pt>
                <c:pt idx="1883">
                  <c:v>24.197271000000001</c:v>
                </c:pt>
                <c:pt idx="1884">
                  <c:v>7.7160091</c:v>
                </c:pt>
                <c:pt idx="1885">
                  <c:v>7.1625991000000004</c:v>
                </c:pt>
                <c:pt idx="1886">
                  <c:v>11.962216</c:v>
                </c:pt>
                <c:pt idx="1887">
                  <c:v>14.091855000000001</c:v>
                </c:pt>
                <c:pt idx="1888">
                  <c:v>17.122982</c:v>
                </c:pt>
                <c:pt idx="1889">
                  <c:v>12.194675</c:v>
                </c:pt>
                <c:pt idx="1890">
                  <c:v>38.964942999999998</c:v>
                </c:pt>
                <c:pt idx="1891">
                  <c:v>24.452605999999999</c:v>
                </c:pt>
                <c:pt idx="1892">
                  <c:v>17.471700999999999</c:v>
                </c:pt>
                <c:pt idx="1893">
                  <c:v>21.306757000000001</c:v>
                </c:pt>
                <c:pt idx="1894">
                  <c:v>12.835333</c:v>
                </c:pt>
                <c:pt idx="1895">
                  <c:v>19.285115999999999</c:v>
                </c:pt>
                <c:pt idx="1896">
                  <c:v>37.020294</c:v>
                </c:pt>
                <c:pt idx="1897">
                  <c:v>11.572461000000001</c:v>
                </c:pt>
                <c:pt idx="1898">
                  <c:v>14.923367000000001</c:v>
                </c:pt>
                <c:pt idx="1899">
                  <c:v>25.540393999999999</c:v>
                </c:pt>
                <c:pt idx="1900">
                  <c:v>14.585254000000001</c:v>
                </c:pt>
                <c:pt idx="1901">
                  <c:v>27.233093</c:v>
                </c:pt>
                <c:pt idx="1902">
                  <c:v>15.881727</c:v>
                </c:pt>
                <c:pt idx="1903">
                  <c:v>30.951981</c:v>
                </c:pt>
                <c:pt idx="1904">
                  <c:v>13.01207</c:v>
                </c:pt>
                <c:pt idx="1905">
                  <c:v>26.413273</c:v>
                </c:pt>
                <c:pt idx="1906">
                  <c:v>29.319191</c:v>
                </c:pt>
                <c:pt idx="1907">
                  <c:v>13.48293</c:v>
                </c:pt>
                <c:pt idx="1908">
                  <c:v>30.075237000000001</c:v>
                </c:pt>
                <c:pt idx="1909">
                  <c:v>16.667162000000001</c:v>
                </c:pt>
                <c:pt idx="1910">
                  <c:v>13.933393000000001</c:v>
                </c:pt>
                <c:pt idx="1911">
                  <c:v>16.673318999999999</c:v>
                </c:pt>
                <c:pt idx="1912">
                  <c:v>16.480404</c:v>
                </c:pt>
                <c:pt idx="1913">
                  <c:v>11.854203</c:v>
                </c:pt>
                <c:pt idx="1914">
                  <c:v>15.415058999999999</c:v>
                </c:pt>
                <c:pt idx="1915">
                  <c:v>15.632856</c:v>
                </c:pt>
                <c:pt idx="1916">
                  <c:v>26.944928999999998</c:v>
                </c:pt>
                <c:pt idx="1917">
                  <c:v>28.596041</c:v>
                </c:pt>
                <c:pt idx="1918">
                  <c:v>6.5569934999999999</c:v>
                </c:pt>
                <c:pt idx="1919">
                  <c:v>36.564762000000002</c:v>
                </c:pt>
                <c:pt idx="1920">
                  <c:v>4.3951634999999998</c:v>
                </c:pt>
                <c:pt idx="1921">
                  <c:v>35.506019999999999</c:v>
                </c:pt>
                <c:pt idx="1922">
                  <c:v>11.482605</c:v>
                </c:pt>
                <c:pt idx="1923">
                  <c:v>11.50939</c:v>
                </c:pt>
                <c:pt idx="1924">
                  <c:v>20.128626000000001</c:v>
                </c:pt>
                <c:pt idx="1925">
                  <c:v>11.838694</c:v>
                </c:pt>
                <c:pt idx="1926">
                  <c:v>13.049450999999999</c:v>
                </c:pt>
                <c:pt idx="1927">
                  <c:v>21.354727</c:v>
                </c:pt>
                <c:pt idx="1928">
                  <c:v>17.860945000000001</c:v>
                </c:pt>
                <c:pt idx="1929">
                  <c:v>18.389631000000001</c:v>
                </c:pt>
                <c:pt idx="1930">
                  <c:v>23.964210999999999</c:v>
                </c:pt>
                <c:pt idx="1931">
                  <c:v>21.464956000000001</c:v>
                </c:pt>
                <c:pt idx="1932">
                  <c:v>9.1100034999999995</c:v>
                </c:pt>
                <c:pt idx="1933">
                  <c:v>27.393356000000001</c:v>
                </c:pt>
                <c:pt idx="1934">
                  <c:v>12.730539</c:v>
                </c:pt>
                <c:pt idx="1935">
                  <c:v>14.193609</c:v>
                </c:pt>
                <c:pt idx="1936">
                  <c:v>14.711546999999999</c:v>
                </c:pt>
                <c:pt idx="1937">
                  <c:v>25.281815999999999</c:v>
                </c:pt>
                <c:pt idx="1938">
                  <c:v>18.398105999999999</c:v>
                </c:pt>
                <c:pt idx="1939">
                  <c:v>12.845675</c:v>
                </c:pt>
                <c:pt idx="1940">
                  <c:v>24.289311999999999</c:v>
                </c:pt>
                <c:pt idx="1941">
                  <c:v>5.1301351000000004</c:v>
                </c:pt>
                <c:pt idx="1942">
                  <c:v>16.178944000000001</c:v>
                </c:pt>
                <c:pt idx="1943">
                  <c:v>18.147964000000002</c:v>
                </c:pt>
                <c:pt idx="1944">
                  <c:v>20.949515999999999</c:v>
                </c:pt>
                <c:pt idx="1945">
                  <c:v>10.964057</c:v>
                </c:pt>
                <c:pt idx="1946">
                  <c:v>24.620090000000001</c:v>
                </c:pt>
                <c:pt idx="1947">
                  <c:v>16.968952000000002</c:v>
                </c:pt>
                <c:pt idx="1948">
                  <c:v>21.225586</c:v>
                </c:pt>
                <c:pt idx="1949">
                  <c:v>23.416257999999999</c:v>
                </c:pt>
                <c:pt idx="1950">
                  <c:v>30.816421999999999</c:v>
                </c:pt>
                <c:pt idx="1951">
                  <c:v>18.055681</c:v>
                </c:pt>
                <c:pt idx="1952">
                  <c:v>10.462377999999999</c:v>
                </c:pt>
                <c:pt idx="1953">
                  <c:v>37.032307000000003</c:v>
                </c:pt>
                <c:pt idx="1954">
                  <c:v>11.880222</c:v>
                </c:pt>
                <c:pt idx="1955">
                  <c:v>4.6395679000000003</c:v>
                </c:pt>
                <c:pt idx="1956">
                  <c:v>39.672375000000002</c:v>
                </c:pt>
                <c:pt idx="1957">
                  <c:v>16.253283</c:v>
                </c:pt>
                <c:pt idx="1958">
                  <c:v>29.838460999999999</c:v>
                </c:pt>
                <c:pt idx="1959">
                  <c:v>20.412642000000002</c:v>
                </c:pt>
                <c:pt idx="1960">
                  <c:v>24.746866000000001</c:v>
                </c:pt>
                <c:pt idx="1961">
                  <c:v>17.583347</c:v>
                </c:pt>
                <c:pt idx="1962">
                  <c:v>13.399538</c:v>
                </c:pt>
                <c:pt idx="1963">
                  <c:v>26.741658999999999</c:v>
                </c:pt>
                <c:pt idx="1964">
                  <c:v>30.857503999999999</c:v>
                </c:pt>
                <c:pt idx="1965">
                  <c:v>27.108843</c:v>
                </c:pt>
                <c:pt idx="1966">
                  <c:v>28.642420000000001</c:v>
                </c:pt>
                <c:pt idx="1967">
                  <c:v>13.264789</c:v>
                </c:pt>
                <c:pt idx="1968">
                  <c:v>20.973600000000001</c:v>
                </c:pt>
                <c:pt idx="1969">
                  <c:v>25.769711000000001</c:v>
                </c:pt>
                <c:pt idx="1970">
                  <c:v>9.2644023999999998</c:v>
                </c:pt>
                <c:pt idx="1971">
                  <c:v>14.68197</c:v>
                </c:pt>
                <c:pt idx="1972">
                  <c:v>20.456305</c:v>
                </c:pt>
                <c:pt idx="1973">
                  <c:v>25.216055000000001</c:v>
                </c:pt>
                <c:pt idx="1974">
                  <c:v>10.04285</c:v>
                </c:pt>
                <c:pt idx="1975">
                  <c:v>33.329287999999998</c:v>
                </c:pt>
                <c:pt idx="1976">
                  <c:v>36.673824000000003</c:v>
                </c:pt>
                <c:pt idx="1977">
                  <c:v>12.63378</c:v>
                </c:pt>
                <c:pt idx="1978">
                  <c:v>5.6847738999999997</c:v>
                </c:pt>
                <c:pt idx="1979">
                  <c:v>24.921607999999999</c:v>
                </c:pt>
                <c:pt idx="1980">
                  <c:v>11.707708</c:v>
                </c:pt>
                <c:pt idx="1981">
                  <c:v>32.922759999999997</c:v>
                </c:pt>
                <c:pt idx="1982">
                  <c:v>27.762053999999999</c:v>
                </c:pt>
                <c:pt idx="1983">
                  <c:v>10.455439999999999</c:v>
                </c:pt>
                <c:pt idx="1984">
                  <c:v>30.391607</c:v>
                </c:pt>
                <c:pt idx="1985">
                  <c:v>30.77692</c:v>
                </c:pt>
                <c:pt idx="1986">
                  <c:v>32.824939999999998</c:v>
                </c:pt>
                <c:pt idx="1987">
                  <c:v>11.736682999999999</c:v>
                </c:pt>
                <c:pt idx="1988">
                  <c:v>34.596859000000002</c:v>
                </c:pt>
                <c:pt idx="1989">
                  <c:v>19.288440999999999</c:v>
                </c:pt>
                <c:pt idx="1990">
                  <c:v>6.5313844999999997</c:v>
                </c:pt>
                <c:pt idx="1991">
                  <c:v>12.702496999999999</c:v>
                </c:pt>
                <c:pt idx="1992">
                  <c:v>11.279654000000001</c:v>
                </c:pt>
                <c:pt idx="1993">
                  <c:v>17.952957000000001</c:v>
                </c:pt>
                <c:pt idx="1994">
                  <c:v>17.290641999999998</c:v>
                </c:pt>
                <c:pt idx="1995">
                  <c:v>16.631768999999998</c:v>
                </c:pt>
                <c:pt idx="1996">
                  <c:v>23.519335000000002</c:v>
                </c:pt>
                <c:pt idx="1997">
                  <c:v>13.436407000000001</c:v>
                </c:pt>
                <c:pt idx="1998">
                  <c:v>23.893004999999999</c:v>
                </c:pt>
                <c:pt idx="1999">
                  <c:v>31.386398</c:v>
                </c:pt>
                <c:pt idx="2000">
                  <c:v>40.879359999999998</c:v>
                </c:pt>
                <c:pt idx="2001">
                  <c:v>23.458113000000001</c:v>
                </c:pt>
                <c:pt idx="2002">
                  <c:v>24.873813999999999</c:v>
                </c:pt>
                <c:pt idx="2003">
                  <c:v>18.232771</c:v>
                </c:pt>
                <c:pt idx="2004">
                  <c:v>17.251747000000002</c:v>
                </c:pt>
                <c:pt idx="2005">
                  <c:v>24.932859000000001</c:v>
                </c:pt>
                <c:pt idx="2006">
                  <c:v>12.10416</c:v>
                </c:pt>
                <c:pt idx="2007">
                  <c:v>13.9335</c:v>
                </c:pt>
                <c:pt idx="2008">
                  <c:v>25.633018</c:v>
                </c:pt>
                <c:pt idx="2009">
                  <c:v>27.596340000000001</c:v>
                </c:pt>
                <c:pt idx="2010">
                  <c:v>10.376383000000001</c:v>
                </c:pt>
                <c:pt idx="2011">
                  <c:v>24.266953999999998</c:v>
                </c:pt>
                <c:pt idx="2012">
                  <c:v>16.952463000000002</c:v>
                </c:pt>
                <c:pt idx="2013">
                  <c:v>19.236383</c:v>
                </c:pt>
                <c:pt idx="2014">
                  <c:v>42.369816</c:v>
                </c:pt>
                <c:pt idx="2015">
                  <c:v>16.4041</c:v>
                </c:pt>
                <c:pt idx="2016">
                  <c:v>23.465465999999999</c:v>
                </c:pt>
                <c:pt idx="2017">
                  <c:v>25.930278999999999</c:v>
                </c:pt>
                <c:pt idx="2018">
                  <c:v>27.874915999999999</c:v>
                </c:pt>
                <c:pt idx="2019">
                  <c:v>26.990497999999999</c:v>
                </c:pt>
                <c:pt idx="2020">
                  <c:v>32.546596999999998</c:v>
                </c:pt>
                <c:pt idx="2021">
                  <c:v>11.959387</c:v>
                </c:pt>
                <c:pt idx="2022">
                  <c:v>24.309835</c:v>
                </c:pt>
                <c:pt idx="2023">
                  <c:v>14.004035</c:v>
                </c:pt>
                <c:pt idx="2024">
                  <c:v>2.9008986999999999</c:v>
                </c:pt>
                <c:pt idx="2025">
                  <c:v>12.882262000000001</c:v>
                </c:pt>
                <c:pt idx="2026">
                  <c:v>26.634315000000001</c:v>
                </c:pt>
                <c:pt idx="2027">
                  <c:v>16.924216999999999</c:v>
                </c:pt>
                <c:pt idx="2028">
                  <c:v>10.979949</c:v>
                </c:pt>
                <c:pt idx="2029">
                  <c:v>24.564378999999999</c:v>
                </c:pt>
                <c:pt idx="2030">
                  <c:v>17.113344000000001</c:v>
                </c:pt>
                <c:pt idx="2031">
                  <c:v>26.849910999999999</c:v>
                </c:pt>
                <c:pt idx="2032">
                  <c:v>18.263527</c:v>
                </c:pt>
                <c:pt idx="2033">
                  <c:v>15.946486</c:v>
                </c:pt>
                <c:pt idx="2034">
                  <c:v>17.846043000000002</c:v>
                </c:pt>
                <c:pt idx="2035">
                  <c:v>11.05644</c:v>
                </c:pt>
                <c:pt idx="2036">
                  <c:v>32.756332</c:v>
                </c:pt>
                <c:pt idx="2037">
                  <c:v>26.990732000000001</c:v>
                </c:pt>
                <c:pt idx="2038">
                  <c:v>16.237929999999999</c:v>
                </c:pt>
                <c:pt idx="2039">
                  <c:v>27.081097</c:v>
                </c:pt>
                <c:pt idx="2040">
                  <c:v>5.0809902999999998</c:v>
                </c:pt>
                <c:pt idx="2041">
                  <c:v>20.309564999999999</c:v>
                </c:pt>
                <c:pt idx="2042">
                  <c:v>18.131716000000001</c:v>
                </c:pt>
                <c:pt idx="2043">
                  <c:v>17.745438</c:v>
                </c:pt>
                <c:pt idx="2044">
                  <c:v>41.461433</c:v>
                </c:pt>
                <c:pt idx="2045">
                  <c:v>20.553111999999999</c:v>
                </c:pt>
                <c:pt idx="2046">
                  <c:v>14.342722</c:v>
                </c:pt>
                <c:pt idx="2047">
                  <c:v>29.622326000000001</c:v>
                </c:pt>
                <c:pt idx="2048">
                  <c:v>23.560676999999998</c:v>
                </c:pt>
                <c:pt idx="2049">
                  <c:v>11.952283</c:v>
                </c:pt>
                <c:pt idx="2050">
                  <c:v>13.551086</c:v>
                </c:pt>
                <c:pt idx="2051">
                  <c:v>30.121289999999998</c:v>
                </c:pt>
                <c:pt idx="2052">
                  <c:v>16.014446</c:v>
                </c:pt>
                <c:pt idx="2053">
                  <c:v>9.3483725</c:v>
                </c:pt>
                <c:pt idx="2054">
                  <c:v>34.441161999999998</c:v>
                </c:pt>
                <c:pt idx="2055">
                  <c:v>44.357517000000001</c:v>
                </c:pt>
                <c:pt idx="2056">
                  <c:v>16.234960999999998</c:v>
                </c:pt>
                <c:pt idx="2057">
                  <c:v>30.542013000000001</c:v>
                </c:pt>
                <c:pt idx="2058">
                  <c:v>16.254694000000001</c:v>
                </c:pt>
                <c:pt idx="2059">
                  <c:v>20.306678999999999</c:v>
                </c:pt>
                <c:pt idx="2060">
                  <c:v>13.185442999999999</c:v>
                </c:pt>
                <c:pt idx="2061">
                  <c:v>38.550536999999998</c:v>
                </c:pt>
                <c:pt idx="2062">
                  <c:v>49.979461999999998</c:v>
                </c:pt>
                <c:pt idx="2063">
                  <c:v>29.896608000000001</c:v>
                </c:pt>
                <c:pt idx="2064">
                  <c:v>23.135164</c:v>
                </c:pt>
                <c:pt idx="2065">
                  <c:v>36.769367000000003</c:v>
                </c:pt>
                <c:pt idx="2066">
                  <c:v>24.832293</c:v>
                </c:pt>
                <c:pt idx="2067">
                  <c:v>33.353141999999998</c:v>
                </c:pt>
                <c:pt idx="2068">
                  <c:v>16.603237</c:v>
                </c:pt>
                <c:pt idx="2069">
                  <c:v>34.405360999999999</c:v>
                </c:pt>
                <c:pt idx="2070">
                  <c:v>23.831306000000001</c:v>
                </c:pt>
                <c:pt idx="2071">
                  <c:v>18.235668</c:v>
                </c:pt>
                <c:pt idx="2072">
                  <c:v>20.017375999999999</c:v>
                </c:pt>
                <c:pt idx="2073">
                  <c:v>15.506712</c:v>
                </c:pt>
                <c:pt idx="2074">
                  <c:v>36.170394999999999</c:v>
                </c:pt>
                <c:pt idx="2075">
                  <c:v>9.8716021000000005</c:v>
                </c:pt>
                <c:pt idx="2076">
                  <c:v>25.968101999999998</c:v>
                </c:pt>
                <c:pt idx="2077">
                  <c:v>26.611944000000001</c:v>
                </c:pt>
                <c:pt idx="2078">
                  <c:v>14.090469000000001</c:v>
                </c:pt>
                <c:pt idx="2079">
                  <c:v>38.912917999999998</c:v>
                </c:pt>
                <c:pt idx="2080">
                  <c:v>20.092472000000001</c:v>
                </c:pt>
                <c:pt idx="2081">
                  <c:v>35.970024000000002</c:v>
                </c:pt>
                <c:pt idx="2082">
                  <c:v>14.346779</c:v>
                </c:pt>
                <c:pt idx="2083">
                  <c:v>21.384508</c:v>
                </c:pt>
                <c:pt idx="2084">
                  <c:v>43.360264000000001</c:v>
                </c:pt>
                <c:pt idx="2085">
                  <c:v>34.111496000000002</c:v>
                </c:pt>
                <c:pt idx="2086">
                  <c:v>13.071287999999999</c:v>
                </c:pt>
                <c:pt idx="2087">
                  <c:v>34.511451999999998</c:v>
                </c:pt>
                <c:pt idx="2088">
                  <c:v>8.0635653000000005</c:v>
                </c:pt>
                <c:pt idx="2089">
                  <c:v>25.937097999999999</c:v>
                </c:pt>
                <c:pt idx="2090">
                  <c:v>8.3520842000000002</c:v>
                </c:pt>
                <c:pt idx="2091">
                  <c:v>9.4810084999999997</c:v>
                </c:pt>
                <c:pt idx="2092">
                  <c:v>27.657212999999999</c:v>
                </c:pt>
                <c:pt idx="2093">
                  <c:v>36.924666999999999</c:v>
                </c:pt>
                <c:pt idx="2094">
                  <c:v>14.158376000000001</c:v>
                </c:pt>
                <c:pt idx="2095">
                  <c:v>24.189851999999998</c:v>
                </c:pt>
                <c:pt idx="2096">
                  <c:v>12.287741</c:v>
                </c:pt>
                <c:pt idx="2097">
                  <c:v>27.205006000000001</c:v>
                </c:pt>
                <c:pt idx="2098">
                  <c:v>11.073136999999999</c:v>
                </c:pt>
                <c:pt idx="2099">
                  <c:v>43.463160999999999</c:v>
                </c:pt>
                <c:pt idx="2100">
                  <c:v>36.871085999999998</c:v>
                </c:pt>
                <c:pt idx="2101">
                  <c:v>35.985484999999997</c:v>
                </c:pt>
                <c:pt idx="2102">
                  <c:v>32.667788999999999</c:v>
                </c:pt>
                <c:pt idx="2103">
                  <c:v>38.512340999999999</c:v>
                </c:pt>
                <c:pt idx="2104">
                  <c:v>25.379759</c:v>
                </c:pt>
                <c:pt idx="2105">
                  <c:v>36.277641000000003</c:v>
                </c:pt>
                <c:pt idx="2106">
                  <c:v>5.0858487999999999</c:v>
                </c:pt>
                <c:pt idx="2107">
                  <c:v>13.409744</c:v>
                </c:pt>
                <c:pt idx="2108">
                  <c:v>29.305914000000001</c:v>
                </c:pt>
                <c:pt idx="2109">
                  <c:v>33.776015999999998</c:v>
                </c:pt>
                <c:pt idx="2110">
                  <c:v>32.777752</c:v>
                </c:pt>
                <c:pt idx="2111">
                  <c:v>44.530650999999999</c:v>
                </c:pt>
                <c:pt idx="2112">
                  <c:v>8.8216105000000002</c:v>
                </c:pt>
                <c:pt idx="2113">
                  <c:v>15.152165</c:v>
                </c:pt>
                <c:pt idx="2114">
                  <c:v>26.411942</c:v>
                </c:pt>
                <c:pt idx="2115">
                  <c:v>26.603285</c:v>
                </c:pt>
                <c:pt idx="2116">
                  <c:v>25.395589999999999</c:v>
                </c:pt>
                <c:pt idx="2117">
                  <c:v>46.426375999999998</c:v>
                </c:pt>
                <c:pt idx="2118">
                  <c:v>22.251684000000001</c:v>
                </c:pt>
                <c:pt idx="2119">
                  <c:v>19.975767000000001</c:v>
                </c:pt>
                <c:pt idx="2120">
                  <c:v>35.123336999999999</c:v>
                </c:pt>
                <c:pt idx="2121">
                  <c:v>35.311774999999997</c:v>
                </c:pt>
                <c:pt idx="2122">
                  <c:v>16.971281000000001</c:v>
                </c:pt>
                <c:pt idx="2123">
                  <c:v>17.776806000000001</c:v>
                </c:pt>
                <c:pt idx="2124">
                  <c:v>42.773963999999999</c:v>
                </c:pt>
                <c:pt idx="2125">
                  <c:v>46.069682999999998</c:v>
                </c:pt>
                <c:pt idx="2126">
                  <c:v>5.7901049000000002</c:v>
                </c:pt>
                <c:pt idx="2127">
                  <c:v>12.364993</c:v>
                </c:pt>
                <c:pt idx="2128">
                  <c:v>39.385162000000001</c:v>
                </c:pt>
                <c:pt idx="2129">
                  <c:v>33.771908000000003</c:v>
                </c:pt>
                <c:pt idx="2130">
                  <c:v>6.7412190000000001</c:v>
                </c:pt>
                <c:pt idx="2131">
                  <c:v>36.186619</c:v>
                </c:pt>
                <c:pt idx="2132">
                  <c:v>13.802942</c:v>
                </c:pt>
                <c:pt idx="2133">
                  <c:v>21.967047000000001</c:v>
                </c:pt>
                <c:pt idx="2134">
                  <c:v>19.427855000000001</c:v>
                </c:pt>
                <c:pt idx="2135">
                  <c:v>21.916224</c:v>
                </c:pt>
                <c:pt idx="2136">
                  <c:v>28.684000000000001</c:v>
                </c:pt>
                <c:pt idx="2137">
                  <c:v>20.859172999999998</c:v>
                </c:pt>
                <c:pt idx="2138">
                  <c:v>13.646386</c:v>
                </c:pt>
                <c:pt idx="2139">
                  <c:v>28.016748</c:v>
                </c:pt>
                <c:pt idx="2140">
                  <c:v>30.698633000000001</c:v>
                </c:pt>
                <c:pt idx="2141">
                  <c:v>30.423603</c:v>
                </c:pt>
                <c:pt idx="2142">
                  <c:v>27.534182000000001</c:v>
                </c:pt>
                <c:pt idx="2143">
                  <c:v>29.403099000000001</c:v>
                </c:pt>
                <c:pt idx="2144">
                  <c:v>21.489429000000001</c:v>
                </c:pt>
                <c:pt idx="2145">
                  <c:v>11.088269</c:v>
                </c:pt>
                <c:pt idx="2146">
                  <c:v>27.648672000000001</c:v>
                </c:pt>
                <c:pt idx="2147">
                  <c:v>30.501656000000001</c:v>
                </c:pt>
                <c:pt idx="2148">
                  <c:v>28.171602</c:v>
                </c:pt>
                <c:pt idx="2149">
                  <c:v>19.926960000000001</c:v>
                </c:pt>
                <c:pt idx="2150">
                  <c:v>24.312878000000001</c:v>
                </c:pt>
                <c:pt idx="2151">
                  <c:v>28.87154</c:v>
                </c:pt>
                <c:pt idx="2152">
                  <c:v>9.1675348000000003</c:v>
                </c:pt>
                <c:pt idx="2153">
                  <c:v>6.6442595000000004</c:v>
                </c:pt>
                <c:pt idx="2154">
                  <c:v>20.053820000000002</c:v>
                </c:pt>
                <c:pt idx="2155">
                  <c:v>22.491512</c:v>
                </c:pt>
                <c:pt idx="2156">
                  <c:v>24.415569000000001</c:v>
                </c:pt>
                <c:pt idx="2157">
                  <c:v>30.384060000000002</c:v>
                </c:pt>
                <c:pt idx="2158">
                  <c:v>11.83475</c:v>
                </c:pt>
                <c:pt idx="2159">
                  <c:v>41.119553000000003</c:v>
                </c:pt>
                <c:pt idx="2160">
                  <c:v>42.113822999999996</c:v>
                </c:pt>
                <c:pt idx="2161">
                  <c:v>3.3618624000000001</c:v>
                </c:pt>
                <c:pt idx="2162">
                  <c:v>4.0714869</c:v>
                </c:pt>
                <c:pt idx="2163">
                  <c:v>33.804099999999998</c:v>
                </c:pt>
                <c:pt idx="2164">
                  <c:v>20.994506999999999</c:v>
                </c:pt>
                <c:pt idx="2165">
                  <c:v>27.297705000000001</c:v>
                </c:pt>
                <c:pt idx="2166">
                  <c:v>40.457523000000002</c:v>
                </c:pt>
                <c:pt idx="2167">
                  <c:v>16.816572000000001</c:v>
                </c:pt>
                <c:pt idx="2168">
                  <c:v>9.2986345000000004</c:v>
                </c:pt>
                <c:pt idx="2169">
                  <c:v>25.77515</c:v>
                </c:pt>
                <c:pt idx="2170">
                  <c:v>8.5807438000000005</c:v>
                </c:pt>
                <c:pt idx="2171">
                  <c:v>22.952992999999999</c:v>
                </c:pt>
                <c:pt idx="2172">
                  <c:v>7.4696750999999999</c:v>
                </c:pt>
                <c:pt idx="2173">
                  <c:v>14.94955</c:v>
                </c:pt>
                <c:pt idx="2174">
                  <c:v>8.2780085000000003</c:v>
                </c:pt>
                <c:pt idx="2175">
                  <c:v>8.3857327000000002</c:v>
                </c:pt>
                <c:pt idx="2176">
                  <c:v>5.9675412000000003</c:v>
                </c:pt>
                <c:pt idx="2177">
                  <c:v>20.162210000000002</c:v>
                </c:pt>
                <c:pt idx="2178">
                  <c:v>22.166903999999999</c:v>
                </c:pt>
                <c:pt idx="2179">
                  <c:v>8.7379227000000004</c:v>
                </c:pt>
                <c:pt idx="2180">
                  <c:v>7.8288077999999999</c:v>
                </c:pt>
                <c:pt idx="2181">
                  <c:v>27.978601000000001</c:v>
                </c:pt>
                <c:pt idx="2182">
                  <c:v>3.8717706000000001</c:v>
                </c:pt>
                <c:pt idx="2183">
                  <c:v>2.6890589999999999</c:v>
                </c:pt>
                <c:pt idx="2184">
                  <c:v>8.5227012999999996</c:v>
                </c:pt>
                <c:pt idx="2185">
                  <c:v>5.4501042000000002</c:v>
                </c:pt>
                <c:pt idx="2186">
                  <c:v>21.827776</c:v>
                </c:pt>
                <c:pt idx="2187">
                  <c:v>26.970231999999999</c:v>
                </c:pt>
                <c:pt idx="2188">
                  <c:v>21.503703999999999</c:v>
                </c:pt>
                <c:pt idx="2189">
                  <c:v>37.570076</c:v>
                </c:pt>
                <c:pt idx="2190">
                  <c:v>13.678578999999999</c:v>
                </c:pt>
                <c:pt idx="2191">
                  <c:v>3.173054</c:v>
                </c:pt>
                <c:pt idx="2192">
                  <c:v>31.265207</c:v>
                </c:pt>
                <c:pt idx="2193">
                  <c:v>10.138923</c:v>
                </c:pt>
                <c:pt idx="2194">
                  <c:v>18.323869999999999</c:v>
                </c:pt>
                <c:pt idx="2195">
                  <c:v>5.3890184999999997</c:v>
                </c:pt>
                <c:pt idx="2196">
                  <c:v>7.9205556000000001</c:v>
                </c:pt>
                <c:pt idx="2197">
                  <c:v>9.4288510999999993</c:v>
                </c:pt>
                <c:pt idx="2198">
                  <c:v>10.07141</c:v>
                </c:pt>
                <c:pt idx="2199">
                  <c:v>11.658612</c:v>
                </c:pt>
                <c:pt idx="2200">
                  <c:v>25.747425</c:v>
                </c:pt>
                <c:pt idx="2201">
                  <c:v>32.546474000000003</c:v>
                </c:pt>
              </c:numCache>
            </c:numRef>
          </c:xVal>
          <c:yVal>
            <c:numRef>
              <c:f>Braven!$C$2:$C$2203</c:f>
              <c:numCache>
                <c:formatCode>General</c:formatCode>
                <c:ptCount val="2202"/>
                <c:pt idx="0">
                  <c:v>91.929314000000005</c:v>
                </c:pt>
                <c:pt idx="1">
                  <c:v>91.293564000000003</c:v>
                </c:pt>
                <c:pt idx="2">
                  <c:v>85.208884999999995</c:v>
                </c:pt>
                <c:pt idx="3">
                  <c:v>84.974731000000006</c:v>
                </c:pt>
                <c:pt idx="4">
                  <c:v>78.208527000000004</c:v>
                </c:pt>
                <c:pt idx="5">
                  <c:v>77.881293999999997</c:v>
                </c:pt>
                <c:pt idx="6">
                  <c:v>74.689376999999993</c:v>
                </c:pt>
                <c:pt idx="7">
                  <c:v>74.350357000000002</c:v>
                </c:pt>
                <c:pt idx="8">
                  <c:v>68.282814000000002</c:v>
                </c:pt>
                <c:pt idx="9">
                  <c:v>68.151627000000005</c:v>
                </c:pt>
                <c:pt idx="10">
                  <c:v>67.571967999999998</c:v>
                </c:pt>
                <c:pt idx="11">
                  <c:v>66.528678999999997</c:v>
                </c:pt>
                <c:pt idx="12">
                  <c:v>66.062186999999994</c:v>
                </c:pt>
                <c:pt idx="13">
                  <c:v>65.865234000000001</c:v>
                </c:pt>
                <c:pt idx="14">
                  <c:v>64.620743000000004</c:v>
                </c:pt>
                <c:pt idx="15">
                  <c:v>64.041259999999994</c:v>
                </c:pt>
                <c:pt idx="16">
                  <c:v>63.790905000000002</c:v>
                </c:pt>
                <c:pt idx="17">
                  <c:v>63.194358999999999</c:v>
                </c:pt>
                <c:pt idx="18">
                  <c:v>62.914597000000001</c:v>
                </c:pt>
                <c:pt idx="19">
                  <c:v>62.739227</c:v>
                </c:pt>
                <c:pt idx="20">
                  <c:v>62.638950000000001</c:v>
                </c:pt>
                <c:pt idx="21">
                  <c:v>62.470393999999999</c:v>
                </c:pt>
                <c:pt idx="22">
                  <c:v>62.399189</c:v>
                </c:pt>
                <c:pt idx="23">
                  <c:v>62.166511999999997</c:v>
                </c:pt>
                <c:pt idx="24">
                  <c:v>62.036003000000001</c:v>
                </c:pt>
                <c:pt idx="25">
                  <c:v>61.262118999999998</c:v>
                </c:pt>
                <c:pt idx="26">
                  <c:v>61.217044999999999</c:v>
                </c:pt>
                <c:pt idx="27">
                  <c:v>61.020271000000001</c:v>
                </c:pt>
                <c:pt idx="28">
                  <c:v>60.828105999999998</c:v>
                </c:pt>
                <c:pt idx="29">
                  <c:v>60.731059999999999</c:v>
                </c:pt>
                <c:pt idx="30">
                  <c:v>60.582417</c:v>
                </c:pt>
                <c:pt idx="31">
                  <c:v>60.558743</c:v>
                </c:pt>
                <c:pt idx="32">
                  <c:v>59.781792000000003</c:v>
                </c:pt>
                <c:pt idx="33">
                  <c:v>59.354370000000003</c:v>
                </c:pt>
                <c:pt idx="34">
                  <c:v>59.296081999999998</c:v>
                </c:pt>
                <c:pt idx="35">
                  <c:v>58.879513000000003</c:v>
                </c:pt>
                <c:pt idx="36">
                  <c:v>58.615566000000001</c:v>
                </c:pt>
                <c:pt idx="37">
                  <c:v>58.545597000000001</c:v>
                </c:pt>
                <c:pt idx="38">
                  <c:v>58.056877</c:v>
                </c:pt>
                <c:pt idx="39">
                  <c:v>58.039921</c:v>
                </c:pt>
                <c:pt idx="40">
                  <c:v>57.892882999999998</c:v>
                </c:pt>
                <c:pt idx="41">
                  <c:v>57.741692</c:v>
                </c:pt>
                <c:pt idx="42">
                  <c:v>57.458832000000001</c:v>
                </c:pt>
                <c:pt idx="43">
                  <c:v>57.303077999999999</c:v>
                </c:pt>
                <c:pt idx="44">
                  <c:v>57.026767999999997</c:v>
                </c:pt>
                <c:pt idx="45">
                  <c:v>56.508552999999999</c:v>
                </c:pt>
                <c:pt idx="46">
                  <c:v>56.465912000000003</c:v>
                </c:pt>
                <c:pt idx="47">
                  <c:v>56.210754000000001</c:v>
                </c:pt>
                <c:pt idx="48">
                  <c:v>55.575592</c:v>
                </c:pt>
                <c:pt idx="49">
                  <c:v>55.264693999999999</c:v>
                </c:pt>
                <c:pt idx="50">
                  <c:v>55.246651</c:v>
                </c:pt>
                <c:pt idx="51">
                  <c:v>55.186343999999998</c:v>
                </c:pt>
                <c:pt idx="52">
                  <c:v>55.149799000000002</c:v>
                </c:pt>
                <c:pt idx="53">
                  <c:v>55.060004999999997</c:v>
                </c:pt>
                <c:pt idx="54">
                  <c:v>54.677315</c:v>
                </c:pt>
                <c:pt idx="55">
                  <c:v>54.636555000000001</c:v>
                </c:pt>
                <c:pt idx="56">
                  <c:v>54.600014000000002</c:v>
                </c:pt>
                <c:pt idx="57">
                  <c:v>54.563170999999997</c:v>
                </c:pt>
                <c:pt idx="58">
                  <c:v>54.554592</c:v>
                </c:pt>
                <c:pt idx="59">
                  <c:v>53.980750999999998</c:v>
                </c:pt>
                <c:pt idx="60">
                  <c:v>53.978476999999998</c:v>
                </c:pt>
                <c:pt idx="61">
                  <c:v>53.914982000000002</c:v>
                </c:pt>
                <c:pt idx="62">
                  <c:v>53.712643</c:v>
                </c:pt>
                <c:pt idx="63">
                  <c:v>53.568725999999998</c:v>
                </c:pt>
                <c:pt idx="64">
                  <c:v>53.508262999999999</c:v>
                </c:pt>
                <c:pt idx="65">
                  <c:v>53.443874000000001</c:v>
                </c:pt>
                <c:pt idx="66">
                  <c:v>53.203963999999999</c:v>
                </c:pt>
                <c:pt idx="67">
                  <c:v>53.072048000000002</c:v>
                </c:pt>
                <c:pt idx="68">
                  <c:v>52.994030000000002</c:v>
                </c:pt>
                <c:pt idx="69">
                  <c:v>52.981017999999999</c:v>
                </c:pt>
                <c:pt idx="70">
                  <c:v>52.945464999999999</c:v>
                </c:pt>
                <c:pt idx="71">
                  <c:v>52.820205999999999</c:v>
                </c:pt>
                <c:pt idx="72">
                  <c:v>52.819980999999999</c:v>
                </c:pt>
                <c:pt idx="73">
                  <c:v>52.676445000000001</c:v>
                </c:pt>
                <c:pt idx="74">
                  <c:v>52.672905</c:v>
                </c:pt>
                <c:pt idx="75">
                  <c:v>52.419452999999997</c:v>
                </c:pt>
                <c:pt idx="76">
                  <c:v>52.332180000000001</c:v>
                </c:pt>
                <c:pt idx="77">
                  <c:v>52.27713</c:v>
                </c:pt>
                <c:pt idx="78">
                  <c:v>52.099303999999997</c:v>
                </c:pt>
                <c:pt idx="79">
                  <c:v>52.093887000000002</c:v>
                </c:pt>
                <c:pt idx="80">
                  <c:v>51.817711000000003</c:v>
                </c:pt>
                <c:pt idx="81">
                  <c:v>51.769852</c:v>
                </c:pt>
                <c:pt idx="82">
                  <c:v>51.700190999999997</c:v>
                </c:pt>
                <c:pt idx="83">
                  <c:v>51.646568000000002</c:v>
                </c:pt>
                <c:pt idx="84">
                  <c:v>51.621825999999999</c:v>
                </c:pt>
                <c:pt idx="85">
                  <c:v>51.558951999999998</c:v>
                </c:pt>
                <c:pt idx="86">
                  <c:v>51.245296000000003</c:v>
                </c:pt>
                <c:pt idx="87">
                  <c:v>51.167529999999999</c:v>
                </c:pt>
                <c:pt idx="88">
                  <c:v>51.023060000000001</c:v>
                </c:pt>
                <c:pt idx="89">
                  <c:v>50.940468000000003</c:v>
                </c:pt>
                <c:pt idx="90">
                  <c:v>50.867634000000002</c:v>
                </c:pt>
                <c:pt idx="91">
                  <c:v>50.435001</c:v>
                </c:pt>
                <c:pt idx="92">
                  <c:v>50.391167000000003</c:v>
                </c:pt>
                <c:pt idx="93">
                  <c:v>50.350071</c:v>
                </c:pt>
                <c:pt idx="94">
                  <c:v>50.281109000000001</c:v>
                </c:pt>
                <c:pt idx="95">
                  <c:v>50.07732</c:v>
                </c:pt>
                <c:pt idx="96">
                  <c:v>49.876358000000003</c:v>
                </c:pt>
                <c:pt idx="97">
                  <c:v>49.851115999999998</c:v>
                </c:pt>
                <c:pt idx="98">
                  <c:v>49.739421999999998</c:v>
                </c:pt>
                <c:pt idx="99">
                  <c:v>49.659542000000002</c:v>
                </c:pt>
                <c:pt idx="100">
                  <c:v>49.589874000000002</c:v>
                </c:pt>
                <c:pt idx="101">
                  <c:v>49.512096</c:v>
                </c:pt>
                <c:pt idx="102">
                  <c:v>49.203570999999997</c:v>
                </c:pt>
                <c:pt idx="103">
                  <c:v>49.148784999999997</c:v>
                </c:pt>
                <c:pt idx="104">
                  <c:v>49.128494000000003</c:v>
                </c:pt>
                <c:pt idx="105">
                  <c:v>49.030472000000003</c:v>
                </c:pt>
                <c:pt idx="106">
                  <c:v>48.731720000000003</c:v>
                </c:pt>
                <c:pt idx="107">
                  <c:v>48.680103000000003</c:v>
                </c:pt>
                <c:pt idx="108">
                  <c:v>48.528472999999998</c:v>
                </c:pt>
                <c:pt idx="109">
                  <c:v>48.482379999999999</c:v>
                </c:pt>
                <c:pt idx="110">
                  <c:v>48.201897000000002</c:v>
                </c:pt>
                <c:pt idx="111">
                  <c:v>48.158755999999997</c:v>
                </c:pt>
                <c:pt idx="112">
                  <c:v>48.050930000000001</c:v>
                </c:pt>
                <c:pt idx="113">
                  <c:v>47.987312000000003</c:v>
                </c:pt>
                <c:pt idx="114">
                  <c:v>47.852004999999998</c:v>
                </c:pt>
                <c:pt idx="115">
                  <c:v>47.799686000000001</c:v>
                </c:pt>
                <c:pt idx="116">
                  <c:v>47.796207000000003</c:v>
                </c:pt>
                <c:pt idx="117">
                  <c:v>47.678165</c:v>
                </c:pt>
                <c:pt idx="118">
                  <c:v>47.676830000000002</c:v>
                </c:pt>
                <c:pt idx="119">
                  <c:v>47.658901</c:v>
                </c:pt>
                <c:pt idx="120">
                  <c:v>47.554188000000003</c:v>
                </c:pt>
                <c:pt idx="121">
                  <c:v>47.529105999999999</c:v>
                </c:pt>
                <c:pt idx="122">
                  <c:v>47.519272000000001</c:v>
                </c:pt>
                <c:pt idx="123">
                  <c:v>47.379466999999998</c:v>
                </c:pt>
                <c:pt idx="124">
                  <c:v>47.367035000000001</c:v>
                </c:pt>
                <c:pt idx="125">
                  <c:v>47.344627000000003</c:v>
                </c:pt>
                <c:pt idx="126">
                  <c:v>47.039307000000001</c:v>
                </c:pt>
                <c:pt idx="127">
                  <c:v>46.925240000000002</c:v>
                </c:pt>
                <c:pt idx="128">
                  <c:v>46.824233999999997</c:v>
                </c:pt>
                <c:pt idx="129">
                  <c:v>46.800719999999998</c:v>
                </c:pt>
                <c:pt idx="130">
                  <c:v>46.784790000000001</c:v>
                </c:pt>
                <c:pt idx="131">
                  <c:v>46.769913000000003</c:v>
                </c:pt>
                <c:pt idx="132">
                  <c:v>46.681933999999998</c:v>
                </c:pt>
                <c:pt idx="133">
                  <c:v>46.548000000000002</c:v>
                </c:pt>
                <c:pt idx="134">
                  <c:v>46.467812000000002</c:v>
                </c:pt>
                <c:pt idx="135">
                  <c:v>46.463970000000003</c:v>
                </c:pt>
                <c:pt idx="136">
                  <c:v>46.176670000000001</c:v>
                </c:pt>
                <c:pt idx="137">
                  <c:v>45.875202000000002</c:v>
                </c:pt>
                <c:pt idx="138">
                  <c:v>45.770480999999997</c:v>
                </c:pt>
                <c:pt idx="139">
                  <c:v>45.608269</c:v>
                </c:pt>
                <c:pt idx="140">
                  <c:v>45.585971999999998</c:v>
                </c:pt>
                <c:pt idx="141">
                  <c:v>45.554988999999999</c:v>
                </c:pt>
                <c:pt idx="142">
                  <c:v>45.270583999999999</c:v>
                </c:pt>
                <c:pt idx="143">
                  <c:v>45.086745999999998</c:v>
                </c:pt>
                <c:pt idx="144">
                  <c:v>45.066921000000001</c:v>
                </c:pt>
                <c:pt idx="145">
                  <c:v>44.965881000000003</c:v>
                </c:pt>
                <c:pt idx="146">
                  <c:v>44.843544000000001</c:v>
                </c:pt>
                <c:pt idx="147">
                  <c:v>44.827796999999997</c:v>
                </c:pt>
                <c:pt idx="148">
                  <c:v>44.662106000000001</c:v>
                </c:pt>
                <c:pt idx="149">
                  <c:v>44.659301999999997</c:v>
                </c:pt>
                <c:pt idx="150">
                  <c:v>44.460583</c:v>
                </c:pt>
                <c:pt idx="151">
                  <c:v>44.459251000000002</c:v>
                </c:pt>
                <c:pt idx="152">
                  <c:v>44.408653000000001</c:v>
                </c:pt>
                <c:pt idx="153">
                  <c:v>44.038939999999997</c:v>
                </c:pt>
                <c:pt idx="154">
                  <c:v>43.979919000000002</c:v>
                </c:pt>
                <c:pt idx="155">
                  <c:v>43.804008000000003</c:v>
                </c:pt>
                <c:pt idx="156">
                  <c:v>43.728405000000002</c:v>
                </c:pt>
                <c:pt idx="157">
                  <c:v>43.610973000000001</c:v>
                </c:pt>
                <c:pt idx="158">
                  <c:v>43.560065999999999</c:v>
                </c:pt>
                <c:pt idx="159">
                  <c:v>43.535389000000002</c:v>
                </c:pt>
                <c:pt idx="160">
                  <c:v>43.444026999999998</c:v>
                </c:pt>
                <c:pt idx="161">
                  <c:v>43.392699999999998</c:v>
                </c:pt>
                <c:pt idx="162">
                  <c:v>43.327759</c:v>
                </c:pt>
                <c:pt idx="163">
                  <c:v>43.250098999999999</c:v>
                </c:pt>
                <c:pt idx="164">
                  <c:v>43.098838999999998</c:v>
                </c:pt>
                <c:pt idx="165">
                  <c:v>43.017569999999999</c:v>
                </c:pt>
                <c:pt idx="166">
                  <c:v>43.016272999999998</c:v>
                </c:pt>
                <c:pt idx="167">
                  <c:v>42.906726999999997</c:v>
                </c:pt>
                <c:pt idx="168">
                  <c:v>42.789828999999997</c:v>
                </c:pt>
                <c:pt idx="169">
                  <c:v>42.786751000000002</c:v>
                </c:pt>
                <c:pt idx="170">
                  <c:v>42.71978</c:v>
                </c:pt>
                <c:pt idx="171">
                  <c:v>42.654263</c:v>
                </c:pt>
                <c:pt idx="172">
                  <c:v>42.605381000000001</c:v>
                </c:pt>
                <c:pt idx="173">
                  <c:v>42.551867999999999</c:v>
                </c:pt>
                <c:pt idx="174">
                  <c:v>42.539482</c:v>
                </c:pt>
                <c:pt idx="175">
                  <c:v>42.535400000000003</c:v>
                </c:pt>
                <c:pt idx="176">
                  <c:v>42.464649000000001</c:v>
                </c:pt>
                <c:pt idx="177">
                  <c:v>42.450488999999997</c:v>
                </c:pt>
                <c:pt idx="178">
                  <c:v>42.433891000000003</c:v>
                </c:pt>
                <c:pt idx="179">
                  <c:v>42.251812000000001</c:v>
                </c:pt>
                <c:pt idx="180">
                  <c:v>42.224032999999999</c:v>
                </c:pt>
                <c:pt idx="181">
                  <c:v>42.187793999999997</c:v>
                </c:pt>
                <c:pt idx="182">
                  <c:v>42.174487999999997</c:v>
                </c:pt>
                <c:pt idx="183">
                  <c:v>42.130096000000002</c:v>
                </c:pt>
                <c:pt idx="184">
                  <c:v>42.036186000000001</c:v>
                </c:pt>
                <c:pt idx="185">
                  <c:v>41.679428000000001</c:v>
                </c:pt>
                <c:pt idx="186">
                  <c:v>41.659236999999997</c:v>
                </c:pt>
                <c:pt idx="187">
                  <c:v>41.631222000000001</c:v>
                </c:pt>
                <c:pt idx="188">
                  <c:v>41.605750999999998</c:v>
                </c:pt>
                <c:pt idx="189">
                  <c:v>41.532085000000002</c:v>
                </c:pt>
                <c:pt idx="190">
                  <c:v>41.392406000000001</c:v>
                </c:pt>
                <c:pt idx="191">
                  <c:v>41.347484999999999</c:v>
                </c:pt>
                <c:pt idx="192">
                  <c:v>41.292965000000002</c:v>
                </c:pt>
                <c:pt idx="193">
                  <c:v>41.290084999999998</c:v>
                </c:pt>
                <c:pt idx="194">
                  <c:v>41.248950999999998</c:v>
                </c:pt>
                <c:pt idx="195">
                  <c:v>41.236834999999999</c:v>
                </c:pt>
                <c:pt idx="196">
                  <c:v>41.188454</c:v>
                </c:pt>
                <c:pt idx="197">
                  <c:v>41.126987</c:v>
                </c:pt>
                <c:pt idx="198">
                  <c:v>41.020812999999997</c:v>
                </c:pt>
                <c:pt idx="199">
                  <c:v>40.932896</c:v>
                </c:pt>
                <c:pt idx="200">
                  <c:v>40.861747999999999</c:v>
                </c:pt>
                <c:pt idx="201">
                  <c:v>40.824547000000003</c:v>
                </c:pt>
                <c:pt idx="202">
                  <c:v>40.784129999999998</c:v>
                </c:pt>
                <c:pt idx="203">
                  <c:v>40.631397</c:v>
                </c:pt>
                <c:pt idx="204">
                  <c:v>40.629916999999999</c:v>
                </c:pt>
                <c:pt idx="205">
                  <c:v>40.459980000000002</c:v>
                </c:pt>
                <c:pt idx="206">
                  <c:v>40.409702000000003</c:v>
                </c:pt>
                <c:pt idx="207">
                  <c:v>40.375689999999999</c:v>
                </c:pt>
                <c:pt idx="208">
                  <c:v>40.344776000000003</c:v>
                </c:pt>
                <c:pt idx="209">
                  <c:v>40.272156000000003</c:v>
                </c:pt>
                <c:pt idx="210">
                  <c:v>40.253020999999997</c:v>
                </c:pt>
                <c:pt idx="211">
                  <c:v>40.180756000000002</c:v>
                </c:pt>
                <c:pt idx="212">
                  <c:v>40.163651000000002</c:v>
                </c:pt>
                <c:pt idx="213">
                  <c:v>39.971699000000001</c:v>
                </c:pt>
                <c:pt idx="214">
                  <c:v>39.832901</c:v>
                </c:pt>
                <c:pt idx="215">
                  <c:v>39.801780999999998</c:v>
                </c:pt>
                <c:pt idx="216">
                  <c:v>39.727454999999999</c:v>
                </c:pt>
                <c:pt idx="217">
                  <c:v>39.682274</c:v>
                </c:pt>
                <c:pt idx="218">
                  <c:v>39.637408999999998</c:v>
                </c:pt>
                <c:pt idx="219">
                  <c:v>39.610576999999999</c:v>
                </c:pt>
                <c:pt idx="220">
                  <c:v>39.560169000000002</c:v>
                </c:pt>
                <c:pt idx="221">
                  <c:v>39.551239000000002</c:v>
                </c:pt>
                <c:pt idx="222">
                  <c:v>39.357574</c:v>
                </c:pt>
                <c:pt idx="223">
                  <c:v>39.321911</c:v>
                </c:pt>
                <c:pt idx="224">
                  <c:v>39.170802999999999</c:v>
                </c:pt>
                <c:pt idx="225">
                  <c:v>39.154659000000002</c:v>
                </c:pt>
                <c:pt idx="226">
                  <c:v>39.126663000000001</c:v>
                </c:pt>
                <c:pt idx="227">
                  <c:v>39.073475000000002</c:v>
                </c:pt>
                <c:pt idx="228">
                  <c:v>38.987904</c:v>
                </c:pt>
                <c:pt idx="229">
                  <c:v>38.931629000000001</c:v>
                </c:pt>
                <c:pt idx="230">
                  <c:v>38.898665999999999</c:v>
                </c:pt>
                <c:pt idx="231">
                  <c:v>38.822139999999997</c:v>
                </c:pt>
                <c:pt idx="232">
                  <c:v>38.398269999999997</c:v>
                </c:pt>
                <c:pt idx="233">
                  <c:v>38.386386999999999</c:v>
                </c:pt>
                <c:pt idx="234">
                  <c:v>38.360474000000004</c:v>
                </c:pt>
                <c:pt idx="235">
                  <c:v>38.294907000000002</c:v>
                </c:pt>
                <c:pt idx="236">
                  <c:v>38.238022000000001</c:v>
                </c:pt>
                <c:pt idx="237">
                  <c:v>38.175956999999997</c:v>
                </c:pt>
                <c:pt idx="238">
                  <c:v>38.116149999999998</c:v>
                </c:pt>
                <c:pt idx="239">
                  <c:v>38.043517999999999</c:v>
                </c:pt>
                <c:pt idx="240">
                  <c:v>38.036057</c:v>
                </c:pt>
                <c:pt idx="241">
                  <c:v>38.024120000000003</c:v>
                </c:pt>
                <c:pt idx="242">
                  <c:v>38.006293999999997</c:v>
                </c:pt>
                <c:pt idx="243">
                  <c:v>37.989376</c:v>
                </c:pt>
                <c:pt idx="244">
                  <c:v>37.920540000000003</c:v>
                </c:pt>
                <c:pt idx="245">
                  <c:v>37.904152000000003</c:v>
                </c:pt>
                <c:pt idx="246">
                  <c:v>37.885078</c:v>
                </c:pt>
                <c:pt idx="247">
                  <c:v>37.842731000000001</c:v>
                </c:pt>
                <c:pt idx="248">
                  <c:v>37.757083999999999</c:v>
                </c:pt>
                <c:pt idx="249">
                  <c:v>37.753185000000002</c:v>
                </c:pt>
                <c:pt idx="250">
                  <c:v>37.643313999999997</c:v>
                </c:pt>
                <c:pt idx="251">
                  <c:v>37.633071999999999</c:v>
                </c:pt>
                <c:pt idx="252">
                  <c:v>37.559620000000002</c:v>
                </c:pt>
                <c:pt idx="253">
                  <c:v>37.492297999999998</c:v>
                </c:pt>
                <c:pt idx="254">
                  <c:v>37.487513999999997</c:v>
                </c:pt>
                <c:pt idx="255">
                  <c:v>37.443565</c:v>
                </c:pt>
                <c:pt idx="256">
                  <c:v>37.433441000000002</c:v>
                </c:pt>
                <c:pt idx="257">
                  <c:v>37.425933999999998</c:v>
                </c:pt>
                <c:pt idx="258">
                  <c:v>37.385463999999999</c:v>
                </c:pt>
                <c:pt idx="259">
                  <c:v>37.273387999999997</c:v>
                </c:pt>
                <c:pt idx="260">
                  <c:v>37.249184</c:v>
                </c:pt>
                <c:pt idx="261">
                  <c:v>37.098278000000001</c:v>
                </c:pt>
                <c:pt idx="262">
                  <c:v>36.996113000000001</c:v>
                </c:pt>
                <c:pt idx="263">
                  <c:v>36.985092000000002</c:v>
                </c:pt>
                <c:pt idx="264">
                  <c:v>36.957123000000003</c:v>
                </c:pt>
                <c:pt idx="265">
                  <c:v>36.892947999999997</c:v>
                </c:pt>
                <c:pt idx="266">
                  <c:v>36.603157000000003</c:v>
                </c:pt>
                <c:pt idx="267">
                  <c:v>36.538235</c:v>
                </c:pt>
                <c:pt idx="268">
                  <c:v>36.535690000000002</c:v>
                </c:pt>
                <c:pt idx="269">
                  <c:v>36.511398</c:v>
                </c:pt>
                <c:pt idx="270">
                  <c:v>36.491436</c:v>
                </c:pt>
                <c:pt idx="271">
                  <c:v>36.409615000000002</c:v>
                </c:pt>
                <c:pt idx="272">
                  <c:v>36.376553000000001</c:v>
                </c:pt>
                <c:pt idx="273">
                  <c:v>36.357143000000001</c:v>
                </c:pt>
                <c:pt idx="274">
                  <c:v>36.247653999999997</c:v>
                </c:pt>
                <c:pt idx="275">
                  <c:v>36.243996000000003</c:v>
                </c:pt>
                <c:pt idx="276">
                  <c:v>36.129776</c:v>
                </c:pt>
                <c:pt idx="277">
                  <c:v>36.084667000000003</c:v>
                </c:pt>
                <c:pt idx="278">
                  <c:v>35.997512999999998</c:v>
                </c:pt>
                <c:pt idx="279">
                  <c:v>35.995387999999998</c:v>
                </c:pt>
                <c:pt idx="280">
                  <c:v>35.939036999999999</c:v>
                </c:pt>
                <c:pt idx="281">
                  <c:v>35.887568999999999</c:v>
                </c:pt>
                <c:pt idx="282">
                  <c:v>35.877097999999997</c:v>
                </c:pt>
                <c:pt idx="283">
                  <c:v>35.809593</c:v>
                </c:pt>
                <c:pt idx="284">
                  <c:v>35.684139000000002</c:v>
                </c:pt>
                <c:pt idx="285">
                  <c:v>35.636645999999999</c:v>
                </c:pt>
                <c:pt idx="286">
                  <c:v>35.593597000000003</c:v>
                </c:pt>
                <c:pt idx="287">
                  <c:v>35.569321000000002</c:v>
                </c:pt>
                <c:pt idx="288">
                  <c:v>35.480967999999997</c:v>
                </c:pt>
                <c:pt idx="289">
                  <c:v>35.478164999999997</c:v>
                </c:pt>
                <c:pt idx="290">
                  <c:v>35.451275000000003</c:v>
                </c:pt>
                <c:pt idx="291">
                  <c:v>35.438400000000001</c:v>
                </c:pt>
                <c:pt idx="292">
                  <c:v>35.422451000000002</c:v>
                </c:pt>
                <c:pt idx="293">
                  <c:v>35.416266999999998</c:v>
                </c:pt>
                <c:pt idx="294">
                  <c:v>35.344940000000001</c:v>
                </c:pt>
                <c:pt idx="295">
                  <c:v>35.243763000000001</c:v>
                </c:pt>
                <c:pt idx="296">
                  <c:v>35.230739999999997</c:v>
                </c:pt>
                <c:pt idx="297">
                  <c:v>35.203152000000003</c:v>
                </c:pt>
                <c:pt idx="298">
                  <c:v>35.119694000000003</c:v>
                </c:pt>
                <c:pt idx="299">
                  <c:v>34.991135</c:v>
                </c:pt>
                <c:pt idx="300">
                  <c:v>34.968952000000002</c:v>
                </c:pt>
                <c:pt idx="301">
                  <c:v>34.961708000000002</c:v>
                </c:pt>
                <c:pt idx="302">
                  <c:v>34.902512000000002</c:v>
                </c:pt>
                <c:pt idx="303">
                  <c:v>34.801067000000003</c:v>
                </c:pt>
                <c:pt idx="304">
                  <c:v>34.775790999999998</c:v>
                </c:pt>
                <c:pt idx="305">
                  <c:v>34.696300999999998</c:v>
                </c:pt>
                <c:pt idx="306">
                  <c:v>34.690586000000003</c:v>
                </c:pt>
                <c:pt idx="307">
                  <c:v>34.625529999999998</c:v>
                </c:pt>
                <c:pt idx="308">
                  <c:v>34.591056999999999</c:v>
                </c:pt>
                <c:pt idx="309">
                  <c:v>34.540999999999997</c:v>
                </c:pt>
                <c:pt idx="310">
                  <c:v>34.470641999999998</c:v>
                </c:pt>
                <c:pt idx="311">
                  <c:v>34.432831</c:v>
                </c:pt>
                <c:pt idx="312">
                  <c:v>34.427979000000001</c:v>
                </c:pt>
                <c:pt idx="313">
                  <c:v>34.390391999999999</c:v>
                </c:pt>
                <c:pt idx="314">
                  <c:v>34.193100000000001</c:v>
                </c:pt>
                <c:pt idx="315">
                  <c:v>34.165894000000002</c:v>
                </c:pt>
                <c:pt idx="316">
                  <c:v>34.073711000000003</c:v>
                </c:pt>
                <c:pt idx="317">
                  <c:v>34.051167</c:v>
                </c:pt>
                <c:pt idx="318">
                  <c:v>34.037269999999999</c:v>
                </c:pt>
                <c:pt idx="319">
                  <c:v>34.036777000000001</c:v>
                </c:pt>
                <c:pt idx="320">
                  <c:v>33.920273000000002</c:v>
                </c:pt>
                <c:pt idx="321">
                  <c:v>33.896056999999999</c:v>
                </c:pt>
                <c:pt idx="322">
                  <c:v>33.853335999999999</c:v>
                </c:pt>
                <c:pt idx="323">
                  <c:v>33.799889</c:v>
                </c:pt>
                <c:pt idx="324">
                  <c:v>33.745037000000004</c:v>
                </c:pt>
                <c:pt idx="325">
                  <c:v>33.735152999999997</c:v>
                </c:pt>
                <c:pt idx="326">
                  <c:v>33.602927999999999</c:v>
                </c:pt>
                <c:pt idx="327">
                  <c:v>33.517989999999998</c:v>
                </c:pt>
                <c:pt idx="328">
                  <c:v>33.458621999999998</c:v>
                </c:pt>
                <c:pt idx="329">
                  <c:v>33.394779</c:v>
                </c:pt>
                <c:pt idx="330">
                  <c:v>33.356513999999997</c:v>
                </c:pt>
                <c:pt idx="331">
                  <c:v>33.300896000000002</c:v>
                </c:pt>
                <c:pt idx="332">
                  <c:v>33.261913</c:v>
                </c:pt>
                <c:pt idx="333">
                  <c:v>33.165863000000002</c:v>
                </c:pt>
                <c:pt idx="334">
                  <c:v>33.117989000000001</c:v>
                </c:pt>
                <c:pt idx="335">
                  <c:v>33.110137999999999</c:v>
                </c:pt>
                <c:pt idx="336">
                  <c:v>33.054512000000003</c:v>
                </c:pt>
                <c:pt idx="337">
                  <c:v>32.867420000000003</c:v>
                </c:pt>
                <c:pt idx="338">
                  <c:v>32.862625000000001</c:v>
                </c:pt>
                <c:pt idx="339">
                  <c:v>32.860934999999998</c:v>
                </c:pt>
                <c:pt idx="340">
                  <c:v>32.840190999999997</c:v>
                </c:pt>
                <c:pt idx="341">
                  <c:v>32.811771</c:v>
                </c:pt>
                <c:pt idx="342">
                  <c:v>32.778927000000003</c:v>
                </c:pt>
                <c:pt idx="343">
                  <c:v>32.759681999999998</c:v>
                </c:pt>
                <c:pt idx="344">
                  <c:v>32.703476000000002</c:v>
                </c:pt>
                <c:pt idx="345">
                  <c:v>32.675651999999999</c:v>
                </c:pt>
                <c:pt idx="346">
                  <c:v>32.608727000000002</c:v>
                </c:pt>
                <c:pt idx="347">
                  <c:v>32.593243000000001</c:v>
                </c:pt>
                <c:pt idx="348">
                  <c:v>32.580359999999999</c:v>
                </c:pt>
                <c:pt idx="349">
                  <c:v>32.551945000000003</c:v>
                </c:pt>
                <c:pt idx="350">
                  <c:v>32.432071999999998</c:v>
                </c:pt>
                <c:pt idx="351">
                  <c:v>32.399647000000002</c:v>
                </c:pt>
                <c:pt idx="352">
                  <c:v>32.362385000000003</c:v>
                </c:pt>
                <c:pt idx="353">
                  <c:v>32.349212999999999</c:v>
                </c:pt>
                <c:pt idx="354">
                  <c:v>32.343268999999999</c:v>
                </c:pt>
                <c:pt idx="355">
                  <c:v>32.342236</c:v>
                </c:pt>
                <c:pt idx="356">
                  <c:v>32.289608000000001</c:v>
                </c:pt>
                <c:pt idx="357">
                  <c:v>32.266463999999999</c:v>
                </c:pt>
                <c:pt idx="358">
                  <c:v>32.257378000000003</c:v>
                </c:pt>
                <c:pt idx="359">
                  <c:v>32.196533000000002</c:v>
                </c:pt>
                <c:pt idx="360">
                  <c:v>32.180683000000002</c:v>
                </c:pt>
                <c:pt idx="361">
                  <c:v>32.175682000000002</c:v>
                </c:pt>
                <c:pt idx="362">
                  <c:v>32.132877000000001</c:v>
                </c:pt>
                <c:pt idx="363">
                  <c:v>32.127139999999997</c:v>
                </c:pt>
                <c:pt idx="364">
                  <c:v>32.031002000000001</c:v>
                </c:pt>
                <c:pt idx="365">
                  <c:v>32.008980000000001</c:v>
                </c:pt>
                <c:pt idx="366">
                  <c:v>31.986362</c:v>
                </c:pt>
                <c:pt idx="367">
                  <c:v>31.967227999999999</c:v>
                </c:pt>
                <c:pt idx="368">
                  <c:v>31.953251000000002</c:v>
                </c:pt>
                <c:pt idx="369">
                  <c:v>31.888157</c:v>
                </c:pt>
                <c:pt idx="370">
                  <c:v>31.884398999999998</c:v>
                </c:pt>
                <c:pt idx="371">
                  <c:v>31.874393000000001</c:v>
                </c:pt>
                <c:pt idx="372">
                  <c:v>31.857845000000001</c:v>
                </c:pt>
                <c:pt idx="373">
                  <c:v>31.817222999999998</c:v>
                </c:pt>
                <c:pt idx="374">
                  <c:v>31.806882999999999</c:v>
                </c:pt>
                <c:pt idx="375">
                  <c:v>31.757792999999999</c:v>
                </c:pt>
                <c:pt idx="376">
                  <c:v>31.75666</c:v>
                </c:pt>
                <c:pt idx="377">
                  <c:v>31.746281</c:v>
                </c:pt>
                <c:pt idx="378">
                  <c:v>31.680515</c:v>
                </c:pt>
                <c:pt idx="379">
                  <c:v>31.674675000000001</c:v>
                </c:pt>
                <c:pt idx="380">
                  <c:v>31.672625</c:v>
                </c:pt>
                <c:pt idx="381">
                  <c:v>31.640619000000001</c:v>
                </c:pt>
                <c:pt idx="382">
                  <c:v>31.616137999999999</c:v>
                </c:pt>
                <c:pt idx="383">
                  <c:v>31.538108999999999</c:v>
                </c:pt>
                <c:pt idx="384">
                  <c:v>31.521225000000001</c:v>
                </c:pt>
                <c:pt idx="385">
                  <c:v>31.517246</c:v>
                </c:pt>
                <c:pt idx="386">
                  <c:v>31.467257</c:v>
                </c:pt>
                <c:pt idx="387">
                  <c:v>31.462702</c:v>
                </c:pt>
                <c:pt idx="388">
                  <c:v>31.45187</c:v>
                </c:pt>
                <c:pt idx="389">
                  <c:v>31.443565</c:v>
                </c:pt>
                <c:pt idx="390">
                  <c:v>31.418081000000001</c:v>
                </c:pt>
                <c:pt idx="391">
                  <c:v>31.393677</c:v>
                </c:pt>
                <c:pt idx="392">
                  <c:v>31.382666</c:v>
                </c:pt>
                <c:pt idx="393">
                  <c:v>31.309266999999998</c:v>
                </c:pt>
                <c:pt idx="394">
                  <c:v>31.265174999999999</c:v>
                </c:pt>
                <c:pt idx="395">
                  <c:v>31.238102000000001</c:v>
                </c:pt>
                <c:pt idx="396">
                  <c:v>31.228262000000001</c:v>
                </c:pt>
                <c:pt idx="397">
                  <c:v>31.199646000000001</c:v>
                </c:pt>
                <c:pt idx="398">
                  <c:v>31.198097000000001</c:v>
                </c:pt>
                <c:pt idx="399">
                  <c:v>31.147055000000002</c:v>
                </c:pt>
                <c:pt idx="400">
                  <c:v>31.143436000000001</c:v>
                </c:pt>
                <c:pt idx="401">
                  <c:v>31.020375999999999</c:v>
                </c:pt>
                <c:pt idx="402">
                  <c:v>30.952389</c:v>
                </c:pt>
                <c:pt idx="403">
                  <c:v>30.945088999999999</c:v>
                </c:pt>
                <c:pt idx="404">
                  <c:v>30.910992</c:v>
                </c:pt>
                <c:pt idx="405">
                  <c:v>30.907478000000001</c:v>
                </c:pt>
                <c:pt idx="406">
                  <c:v>30.897442000000002</c:v>
                </c:pt>
                <c:pt idx="407">
                  <c:v>30.893567999999998</c:v>
                </c:pt>
                <c:pt idx="408">
                  <c:v>30.870003000000001</c:v>
                </c:pt>
                <c:pt idx="409">
                  <c:v>30.853525000000001</c:v>
                </c:pt>
                <c:pt idx="410">
                  <c:v>30.834982</c:v>
                </c:pt>
                <c:pt idx="411">
                  <c:v>30.801348000000001</c:v>
                </c:pt>
                <c:pt idx="412">
                  <c:v>30.775074</c:v>
                </c:pt>
                <c:pt idx="413">
                  <c:v>30.736792000000001</c:v>
                </c:pt>
                <c:pt idx="414">
                  <c:v>30.686914000000002</c:v>
                </c:pt>
                <c:pt idx="415">
                  <c:v>30.677685</c:v>
                </c:pt>
                <c:pt idx="416">
                  <c:v>30.658579</c:v>
                </c:pt>
                <c:pt idx="417">
                  <c:v>30.598773999999999</c:v>
                </c:pt>
                <c:pt idx="418">
                  <c:v>30.534064999999998</c:v>
                </c:pt>
                <c:pt idx="419">
                  <c:v>30.522155999999999</c:v>
                </c:pt>
                <c:pt idx="420">
                  <c:v>30.463149999999999</c:v>
                </c:pt>
                <c:pt idx="421">
                  <c:v>30.455606</c:v>
                </c:pt>
                <c:pt idx="422">
                  <c:v>30.326214</c:v>
                </c:pt>
                <c:pt idx="423">
                  <c:v>30.325464</c:v>
                </c:pt>
                <c:pt idx="424">
                  <c:v>30.296284</c:v>
                </c:pt>
                <c:pt idx="425">
                  <c:v>30.249639999999999</c:v>
                </c:pt>
                <c:pt idx="426">
                  <c:v>30.207222000000002</c:v>
                </c:pt>
                <c:pt idx="427">
                  <c:v>30.202293000000001</c:v>
                </c:pt>
                <c:pt idx="428">
                  <c:v>30.201096</c:v>
                </c:pt>
                <c:pt idx="429">
                  <c:v>30.148468000000001</c:v>
                </c:pt>
                <c:pt idx="430">
                  <c:v>30.078994999999999</c:v>
                </c:pt>
                <c:pt idx="431">
                  <c:v>30.077224999999999</c:v>
                </c:pt>
                <c:pt idx="432">
                  <c:v>30.048824</c:v>
                </c:pt>
                <c:pt idx="433">
                  <c:v>30.042874999999999</c:v>
                </c:pt>
                <c:pt idx="434">
                  <c:v>30.038504</c:v>
                </c:pt>
                <c:pt idx="435">
                  <c:v>30.017569999999999</c:v>
                </c:pt>
                <c:pt idx="436">
                  <c:v>29.988538999999999</c:v>
                </c:pt>
                <c:pt idx="437">
                  <c:v>29.949804</c:v>
                </c:pt>
                <c:pt idx="438">
                  <c:v>29.896694</c:v>
                </c:pt>
                <c:pt idx="439">
                  <c:v>29.863447000000001</c:v>
                </c:pt>
                <c:pt idx="440">
                  <c:v>29.844391000000002</c:v>
                </c:pt>
                <c:pt idx="441">
                  <c:v>29.786560000000001</c:v>
                </c:pt>
                <c:pt idx="442">
                  <c:v>29.783770000000001</c:v>
                </c:pt>
                <c:pt idx="443">
                  <c:v>29.769798000000002</c:v>
                </c:pt>
                <c:pt idx="444">
                  <c:v>29.743155999999999</c:v>
                </c:pt>
                <c:pt idx="445">
                  <c:v>29.727905</c:v>
                </c:pt>
                <c:pt idx="446">
                  <c:v>29.688521999999999</c:v>
                </c:pt>
                <c:pt idx="447">
                  <c:v>29.661633999999999</c:v>
                </c:pt>
                <c:pt idx="448">
                  <c:v>29.661570000000001</c:v>
                </c:pt>
                <c:pt idx="449">
                  <c:v>29.634115000000001</c:v>
                </c:pt>
                <c:pt idx="450">
                  <c:v>29.620242999999999</c:v>
                </c:pt>
                <c:pt idx="451">
                  <c:v>29.576512999999998</c:v>
                </c:pt>
                <c:pt idx="452">
                  <c:v>29.567872999999999</c:v>
                </c:pt>
                <c:pt idx="453">
                  <c:v>29.488029000000001</c:v>
                </c:pt>
                <c:pt idx="454">
                  <c:v>29.474357999999999</c:v>
                </c:pt>
                <c:pt idx="455">
                  <c:v>29.378492000000001</c:v>
                </c:pt>
                <c:pt idx="456">
                  <c:v>29.336680999999999</c:v>
                </c:pt>
                <c:pt idx="457">
                  <c:v>29.331381</c:v>
                </c:pt>
                <c:pt idx="458">
                  <c:v>29.286674000000001</c:v>
                </c:pt>
                <c:pt idx="459">
                  <c:v>29.281271</c:v>
                </c:pt>
                <c:pt idx="460">
                  <c:v>29.231086999999999</c:v>
                </c:pt>
                <c:pt idx="461">
                  <c:v>29.210349999999998</c:v>
                </c:pt>
                <c:pt idx="462">
                  <c:v>29.177337999999999</c:v>
                </c:pt>
                <c:pt idx="463">
                  <c:v>29.115107999999999</c:v>
                </c:pt>
                <c:pt idx="464">
                  <c:v>29.114985999999998</c:v>
                </c:pt>
                <c:pt idx="465">
                  <c:v>29.021626999999999</c:v>
                </c:pt>
                <c:pt idx="466">
                  <c:v>29.00564</c:v>
                </c:pt>
                <c:pt idx="467">
                  <c:v>28.984283000000001</c:v>
                </c:pt>
                <c:pt idx="468">
                  <c:v>28.965288000000001</c:v>
                </c:pt>
                <c:pt idx="469">
                  <c:v>28.893378999999999</c:v>
                </c:pt>
                <c:pt idx="470">
                  <c:v>28.875419999999998</c:v>
                </c:pt>
                <c:pt idx="471">
                  <c:v>28.863849999999999</c:v>
                </c:pt>
                <c:pt idx="472">
                  <c:v>28.835830999999999</c:v>
                </c:pt>
                <c:pt idx="473">
                  <c:v>28.830632999999999</c:v>
                </c:pt>
                <c:pt idx="474">
                  <c:v>28.800872999999999</c:v>
                </c:pt>
                <c:pt idx="475">
                  <c:v>28.787019999999998</c:v>
                </c:pt>
                <c:pt idx="476">
                  <c:v>28.771574000000001</c:v>
                </c:pt>
                <c:pt idx="477">
                  <c:v>28.755945000000001</c:v>
                </c:pt>
                <c:pt idx="478">
                  <c:v>28.733142999999998</c:v>
                </c:pt>
                <c:pt idx="479">
                  <c:v>28.670185</c:v>
                </c:pt>
                <c:pt idx="480">
                  <c:v>28.642537999999998</c:v>
                </c:pt>
                <c:pt idx="481">
                  <c:v>28.593617999999999</c:v>
                </c:pt>
                <c:pt idx="482">
                  <c:v>28.556961000000001</c:v>
                </c:pt>
                <c:pt idx="483">
                  <c:v>28.547768000000001</c:v>
                </c:pt>
                <c:pt idx="484">
                  <c:v>28.516677999999999</c:v>
                </c:pt>
                <c:pt idx="485">
                  <c:v>28.514662000000001</c:v>
                </c:pt>
                <c:pt idx="486">
                  <c:v>28.507059000000002</c:v>
                </c:pt>
                <c:pt idx="487">
                  <c:v>28.479485</c:v>
                </c:pt>
                <c:pt idx="488">
                  <c:v>28.479258999999999</c:v>
                </c:pt>
                <c:pt idx="489">
                  <c:v>28.444174</c:v>
                </c:pt>
                <c:pt idx="490">
                  <c:v>28.413311</c:v>
                </c:pt>
                <c:pt idx="491">
                  <c:v>28.390446000000001</c:v>
                </c:pt>
                <c:pt idx="492">
                  <c:v>28.359838</c:v>
                </c:pt>
                <c:pt idx="493">
                  <c:v>28.311861</c:v>
                </c:pt>
                <c:pt idx="494">
                  <c:v>28.291515</c:v>
                </c:pt>
                <c:pt idx="495">
                  <c:v>28.285672999999999</c:v>
                </c:pt>
                <c:pt idx="496">
                  <c:v>28.200077</c:v>
                </c:pt>
                <c:pt idx="497">
                  <c:v>28.165593999999999</c:v>
                </c:pt>
                <c:pt idx="498">
                  <c:v>28.144955</c:v>
                </c:pt>
                <c:pt idx="499">
                  <c:v>28.117836</c:v>
                </c:pt>
                <c:pt idx="500">
                  <c:v>28.109832999999998</c:v>
                </c:pt>
                <c:pt idx="501">
                  <c:v>28.048244</c:v>
                </c:pt>
                <c:pt idx="502">
                  <c:v>28.022749000000001</c:v>
                </c:pt>
                <c:pt idx="503">
                  <c:v>28.011109999999999</c:v>
                </c:pt>
                <c:pt idx="504">
                  <c:v>28.010505999999999</c:v>
                </c:pt>
                <c:pt idx="505">
                  <c:v>28.004847000000002</c:v>
                </c:pt>
                <c:pt idx="506">
                  <c:v>27.980357999999999</c:v>
                </c:pt>
                <c:pt idx="507">
                  <c:v>27.958611000000001</c:v>
                </c:pt>
                <c:pt idx="508">
                  <c:v>27.918157999999998</c:v>
                </c:pt>
                <c:pt idx="509">
                  <c:v>27.882967000000001</c:v>
                </c:pt>
                <c:pt idx="510">
                  <c:v>27.874506</c:v>
                </c:pt>
                <c:pt idx="511">
                  <c:v>27.867349999999998</c:v>
                </c:pt>
                <c:pt idx="512">
                  <c:v>27.766918</c:v>
                </c:pt>
                <c:pt idx="513">
                  <c:v>27.74192</c:v>
                </c:pt>
                <c:pt idx="514">
                  <c:v>27.616548999999999</c:v>
                </c:pt>
                <c:pt idx="515">
                  <c:v>27.604317000000002</c:v>
                </c:pt>
                <c:pt idx="516">
                  <c:v>27.571062000000001</c:v>
                </c:pt>
                <c:pt idx="517">
                  <c:v>27.556312999999999</c:v>
                </c:pt>
                <c:pt idx="518">
                  <c:v>27.520583999999999</c:v>
                </c:pt>
                <c:pt idx="519">
                  <c:v>27.489666</c:v>
                </c:pt>
                <c:pt idx="520">
                  <c:v>27.449680000000001</c:v>
                </c:pt>
                <c:pt idx="521">
                  <c:v>27.390284000000001</c:v>
                </c:pt>
                <c:pt idx="522">
                  <c:v>27.388355000000001</c:v>
                </c:pt>
                <c:pt idx="523">
                  <c:v>27.377473999999999</c:v>
                </c:pt>
                <c:pt idx="524">
                  <c:v>27.310541000000001</c:v>
                </c:pt>
                <c:pt idx="525">
                  <c:v>27.295356999999999</c:v>
                </c:pt>
                <c:pt idx="526">
                  <c:v>27.280875999999999</c:v>
                </c:pt>
                <c:pt idx="527">
                  <c:v>27.260954000000002</c:v>
                </c:pt>
                <c:pt idx="528">
                  <c:v>27.256021</c:v>
                </c:pt>
                <c:pt idx="529">
                  <c:v>27.209076</c:v>
                </c:pt>
                <c:pt idx="530">
                  <c:v>27.187660000000001</c:v>
                </c:pt>
                <c:pt idx="531">
                  <c:v>27.164321999999999</c:v>
                </c:pt>
                <c:pt idx="532">
                  <c:v>27.161657000000002</c:v>
                </c:pt>
                <c:pt idx="533">
                  <c:v>27.120611</c:v>
                </c:pt>
                <c:pt idx="534">
                  <c:v>27.058346</c:v>
                </c:pt>
                <c:pt idx="535">
                  <c:v>26.984860999999999</c:v>
                </c:pt>
                <c:pt idx="536">
                  <c:v>26.94219</c:v>
                </c:pt>
                <c:pt idx="537">
                  <c:v>26.930109000000002</c:v>
                </c:pt>
                <c:pt idx="538">
                  <c:v>26.902988000000001</c:v>
                </c:pt>
                <c:pt idx="539">
                  <c:v>26.892084000000001</c:v>
                </c:pt>
                <c:pt idx="540">
                  <c:v>26.857880000000002</c:v>
                </c:pt>
                <c:pt idx="541">
                  <c:v>26.831087</c:v>
                </c:pt>
                <c:pt idx="542">
                  <c:v>26.808371999999999</c:v>
                </c:pt>
                <c:pt idx="543">
                  <c:v>26.657406000000002</c:v>
                </c:pt>
                <c:pt idx="544">
                  <c:v>26.647335000000002</c:v>
                </c:pt>
                <c:pt idx="545">
                  <c:v>26.630831000000001</c:v>
                </c:pt>
                <c:pt idx="546">
                  <c:v>26.625897999999999</c:v>
                </c:pt>
                <c:pt idx="547">
                  <c:v>26.605146000000001</c:v>
                </c:pt>
                <c:pt idx="548">
                  <c:v>26.594560999999999</c:v>
                </c:pt>
                <c:pt idx="549">
                  <c:v>26.508507000000002</c:v>
                </c:pt>
                <c:pt idx="550">
                  <c:v>26.414555</c:v>
                </c:pt>
                <c:pt idx="551">
                  <c:v>26.373449000000001</c:v>
                </c:pt>
                <c:pt idx="552">
                  <c:v>26.298957999999999</c:v>
                </c:pt>
                <c:pt idx="553">
                  <c:v>26.240528000000001</c:v>
                </c:pt>
                <c:pt idx="554">
                  <c:v>26.223236</c:v>
                </c:pt>
                <c:pt idx="555">
                  <c:v>26.215876000000002</c:v>
                </c:pt>
                <c:pt idx="556">
                  <c:v>26.214737</c:v>
                </c:pt>
                <c:pt idx="557">
                  <c:v>26.139921000000001</c:v>
                </c:pt>
                <c:pt idx="558">
                  <c:v>26.123947000000001</c:v>
                </c:pt>
                <c:pt idx="559">
                  <c:v>26.075399000000001</c:v>
                </c:pt>
                <c:pt idx="560">
                  <c:v>26.058468000000001</c:v>
                </c:pt>
                <c:pt idx="561">
                  <c:v>26.036009</c:v>
                </c:pt>
                <c:pt idx="562">
                  <c:v>26.016012</c:v>
                </c:pt>
                <c:pt idx="563">
                  <c:v>25.974060000000001</c:v>
                </c:pt>
                <c:pt idx="564">
                  <c:v>25.972121999999999</c:v>
                </c:pt>
                <c:pt idx="565">
                  <c:v>25.938499</c:v>
                </c:pt>
                <c:pt idx="566">
                  <c:v>25.921467</c:v>
                </c:pt>
                <c:pt idx="567">
                  <c:v>25.889879000000001</c:v>
                </c:pt>
                <c:pt idx="568">
                  <c:v>25.801897</c:v>
                </c:pt>
                <c:pt idx="569">
                  <c:v>25.748760000000001</c:v>
                </c:pt>
                <c:pt idx="570">
                  <c:v>25.741064000000001</c:v>
                </c:pt>
                <c:pt idx="571">
                  <c:v>25.738012000000001</c:v>
                </c:pt>
                <c:pt idx="572">
                  <c:v>25.704639</c:v>
                </c:pt>
                <c:pt idx="573">
                  <c:v>25.701423999999999</c:v>
                </c:pt>
                <c:pt idx="574">
                  <c:v>25.686364999999999</c:v>
                </c:pt>
                <c:pt idx="575">
                  <c:v>25.685894000000001</c:v>
                </c:pt>
                <c:pt idx="576">
                  <c:v>25.672609000000001</c:v>
                </c:pt>
                <c:pt idx="577">
                  <c:v>25.669155</c:v>
                </c:pt>
                <c:pt idx="578">
                  <c:v>25.620491000000001</c:v>
                </c:pt>
                <c:pt idx="579">
                  <c:v>25.555240999999999</c:v>
                </c:pt>
                <c:pt idx="580">
                  <c:v>25.537230999999998</c:v>
                </c:pt>
                <c:pt idx="581">
                  <c:v>25.466785000000002</c:v>
                </c:pt>
                <c:pt idx="582">
                  <c:v>25.422829</c:v>
                </c:pt>
                <c:pt idx="583">
                  <c:v>25.419872000000002</c:v>
                </c:pt>
                <c:pt idx="584">
                  <c:v>25.357272999999999</c:v>
                </c:pt>
                <c:pt idx="585">
                  <c:v>25.323993999999999</c:v>
                </c:pt>
                <c:pt idx="586">
                  <c:v>25.292572</c:v>
                </c:pt>
                <c:pt idx="587">
                  <c:v>25.283505999999999</c:v>
                </c:pt>
                <c:pt idx="588">
                  <c:v>25.267395</c:v>
                </c:pt>
                <c:pt idx="589">
                  <c:v>25.249613</c:v>
                </c:pt>
                <c:pt idx="590">
                  <c:v>25.175015999999999</c:v>
                </c:pt>
                <c:pt idx="591">
                  <c:v>25.143771999999998</c:v>
                </c:pt>
                <c:pt idx="592">
                  <c:v>25.142043999999999</c:v>
                </c:pt>
                <c:pt idx="593">
                  <c:v>25.022473999999999</c:v>
                </c:pt>
                <c:pt idx="594">
                  <c:v>24.988703000000001</c:v>
                </c:pt>
                <c:pt idx="595">
                  <c:v>24.956876999999999</c:v>
                </c:pt>
                <c:pt idx="596">
                  <c:v>24.954948000000002</c:v>
                </c:pt>
                <c:pt idx="597">
                  <c:v>24.877769000000001</c:v>
                </c:pt>
                <c:pt idx="598">
                  <c:v>24.787064000000001</c:v>
                </c:pt>
                <c:pt idx="599">
                  <c:v>24.779823</c:v>
                </c:pt>
                <c:pt idx="600">
                  <c:v>24.74972</c:v>
                </c:pt>
                <c:pt idx="601">
                  <c:v>24.703393999999999</c:v>
                </c:pt>
                <c:pt idx="602">
                  <c:v>24.682886</c:v>
                </c:pt>
                <c:pt idx="603">
                  <c:v>24.627199000000001</c:v>
                </c:pt>
                <c:pt idx="604">
                  <c:v>24.596661000000001</c:v>
                </c:pt>
                <c:pt idx="605">
                  <c:v>24.581136999999998</c:v>
                </c:pt>
                <c:pt idx="606">
                  <c:v>24.524328000000001</c:v>
                </c:pt>
                <c:pt idx="607">
                  <c:v>24.483013</c:v>
                </c:pt>
                <c:pt idx="608">
                  <c:v>24.447082999999999</c:v>
                </c:pt>
                <c:pt idx="609">
                  <c:v>24.442205000000001</c:v>
                </c:pt>
                <c:pt idx="610">
                  <c:v>24.438568</c:v>
                </c:pt>
                <c:pt idx="611">
                  <c:v>24.421946999999999</c:v>
                </c:pt>
                <c:pt idx="612">
                  <c:v>24.392247999999999</c:v>
                </c:pt>
                <c:pt idx="613">
                  <c:v>24.389081999999998</c:v>
                </c:pt>
                <c:pt idx="614">
                  <c:v>24.358623999999999</c:v>
                </c:pt>
                <c:pt idx="615">
                  <c:v>24.351561</c:v>
                </c:pt>
                <c:pt idx="616">
                  <c:v>24.315037</c:v>
                </c:pt>
                <c:pt idx="617">
                  <c:v>24.284927</c:v>
                </c:pt>
                <c:pt idx="618">
                  <c:v>24.265957</c:v>
                </c:pt>
                <c:pt idx="619">
                  <c:v>24.249383999999999</c:v>
                </c:pt>
                <c:pt idx="620">
                  <c:v>24.221772999999999</c:v>
                </c:pt>
                <c:pt idx="621">
                  <c:v>24.19943</c:v>
                </c:pt>
                <c:pt idx="622">
                  <c:v>24.167542000000001</c:v>
                </c:pt>
                <c:pt idx="623">
                  <c:v>24.165019999999998</c:v>
                </c:pt>
                <c:pt idx="624">
                  <c:v>24.162361000000001</c:v>
                </c:pt>
                <c:pt idx="625">
                  <c:v>24.144746999999999</c:v>
                </c:pt>
                <c:pt idx="626">
                  <c:v>24.13167</c:v>
                </c:pt>
                <c:pt idx="627">
                  <c:v>24.109715000000001</c:v>
                </c:pt>
                <c:pt idx="628">
                  <c:v>24.099758000000001</c:v>
                </c:pt>
                <c:pt idx="629">
                  <c:v>24.092614999999999</c:v>
                </c:pt>
                <c:pt idx="630">
                  <c:v>23.999109000000001</c:v>
                </c:pt>
                <c:pt idx="631">
                  <c:v>23.945043999999999</c:v>
                </c:pt>
                <c:pt idx="632">
                  <c:v>23.936848000000001</c:v>
                </c:pt>
                <c:pt idx="633">
                  <c:v>23.906970999999999</c:v>
                </c:pt>
                <c:pt idx="634">
                  <c:v>23.89518</c:v>
                </c:pt>
                <c:pt idx="635">
                  <c:v>23.815231000000001</c:v>
                </c:pt>
                <c:pt idx="636">
                  <c:v>23.814195999999999</c:v>
                </c:pt>
                <c:pt idx="637">
                  <c:v>23.78828</c:v>
                </c:pt>
                <c:pt idx="638">
                  <c:v>23.778980000000001</c:v>
                </c:pt>
                <c:pt idx="639">
                  <c:v>23.754057</c:v>
                </c:pt>
                <c:pt idx="640">
                  <c:v>23.750885</c:v>
                </c:pt>
                <c:pt idx="641">
                  <c:v>23.683475000000001</c:v>
                </c:pt>
                <c:pt idx="642">
                  <c:v>23.642451999999999</c:v>
                </c:pt>
                <c:pt idx="643">
                  <c:v>23.638399</c:v>
                </c:pt>
                <c:pt idx="644">
                  <c:v>23.605846</c:v>
                </c:pt>
                <c:pt idx="645">
                  <c:v>23.602777</c:v>
                </c:pt>
                <c:pt idx="646">
                  <c:v>23.564015999999999</c:v>
                </c:pt>
                <c:pt idx="647">
                  <c:v>23.477528</c:v>
                </c:pt>
                <c:pt idx="648">
                  <c:v>23.420441</c:v>
                </c:pt>
                <c:pt idx="649">
                  <c:v>23.377237000000001</c:v>
                </c:pt>
                <c:pt idx="650">
                  <c:v>23.312944000000002</c:v>
                </c:pt>
                <c:pt idx="651">
                  <c:v>23.293790999999999</c:v>
                </c:pt>
                <c:pt idx="652">
                  <c:v>23.263926999999999</c:v>
                </c:pt>
                <c:pt idx="653">
                  <c:v>23.263311000000002</c:v>
                </c:pt>
                <c:pt idx="654">
                  <c:v>23.239635</c:v>
                </c:pt>
                <c:pt idx="655">
                  <c:v>23.138069000000002</c:v>
                </c:pt>
                <c:pt idx="656">
                  <c:v>23.113316000000001</c:v>
                </c:pt>
                <c:pt idx="657">
                  <c:v>23.094801</c:v>
                </c:pt>
                <c:pt idx="658">
                  <c:v>23.048795999999999</c:v>
                </c:pt>
                <c:pt idx="659">
                  <c:v>23.015651999999999</c:v>
                </c:pt>
                <c:pt idx="660">
                  <c:v>23.009654999999999</c:v>
                </c:pt>
                <c:pt idx="661">
                  <c:v>22.995251</c:v>
                </c:pt>
                <c:pt idx="662">
                  <c:v>22.991796000000001</c:v>
                </c:pt>
                <c:pt idx="663">
                  <c:v>22.962229000000001</c:v>
                </c:pt>
                <c:pt idx="664">
                  <c:v>22.948789999999999</c:v>
                </c:pt>
                <c:pt idx="665">
                  <c:v>22.868169999999999</c:v>
                </c:pt>
                <c:pt idx="666">
                  <c:v>22.829440999999999</c:v>
                </c:pt>
                <c:pt idx="667">
                  <c:v>22.806723000000002</c:v>
                </c:pt>
                <c:pt idx="668">
                  <c:v>22.800844000000001</c:v>
                </c:pt>
                <c:pt idx="669">
                  <c:v>22.793123000000001</c:v>
                </c:pt>
                <c:pt idx="670">
                  <c:v>22.764513000000001</c:v>
                </c:pt>
                <c:pt idx="671">
                  <c:v>22.757121999999999</c:v>
                </c:pt>
                <c:pt idx="672">
                  <c:v>22.743697999999998</c:v>
                </c:pt>
                <c:pt idx="673">
                  <c:v>22.722612000000002</c:v>
                </c:pt>
                <c:pt idx="674">
                  <c:v>22.720666999999999</c:v>
                </c:pt>
                <c:pt idx="675">
                  <c:v>22.705172000000001</c:v>
                </c:pt>
                <c:pt idx="676">
                  <c:v>22.634359</c:v>
                </c:pt>
                <c:pt idx="677">
                  <c:v>22.619585000000001</c:v>
                </c:pt>
                <c:pt idx="678">
                  <c:v>22.615728000000001</c:v>
                </c:pt>
                <c:pt idx="679">
                  <c:v>22.609418999999999</c:v>
                </c:pt>
                <c:pt idx="680">
                  <c:v>22.588467000000001</c:v>
                </c:pt>
                <c:pt idx="681">
                  <c:v>22.559715000000001</c:v>
                </c:pt>
                <c:pt idx="682">
                  <c:v>22.558363</c:v>
                </c:pt>
                <c:pt idx="683">
                  <c:v>22.551323</c:v>
                </c:pt>
                <c:pt idx="684">
                  <c:v>22.536097000000002</c:v>
                </c:pt>
                <c:pt idx="685">
                  <c:v>22.509875999999998</c:v>
                </c:pt>
                <c:pt idx="686">
                  <c:v>22.497574</c:v>
                </c:pt>
                <c:pt idx="687">
                  <c:v>22.484524</c:v>
                </c:pt>
                <c:pt idx="688">
                  <c:v>22.480277999999998</c:v>
                </c:pt>
                <c:pt idx="689">
                  <c:v>22.464931</c:v>
                </c:pt>
                <c:pt idx="690">
                  <c:v>22.442807999999999</c:v>
                </c:pt>
                <c:pt idx="691">
                  <c:v>22.438168000000001</c:v>
                </c:pt>
                <c:pt idx="692">
                  <c:v>22.335519999999999</c:v>
                </c:pt>
                <c:pt idx="693">
                  <c:v>22.334484</c:v>
                </c:pt>
                <c:pt idx="694">
                  <c:v>22.297191999999999</c:v>
                </c:pt>
                <c:pt idx="695">
                  <c:v>22.285026999999999</c:v>
                </c:pt>
                <c:pt idx="696">
                  <c:v>22.270838000000001</c:v>
                </c:pt>
                <c:pt idx="697">
                  <c:v>22.242035000000001</c:v>
                </c:pt>
                <c:pt idx="698">
                  <c:v>22.225687000000001</c:v>
                </c:pt>
                <c:pt idx="699">
                  <c:v>22.195349</c:v>
                </c:pt>
                <c:pt idx="700">
                  <c:v>22.187859</c:v>
                </c:pt>
                <c:pt idx="701">
                  <c:v>22.184702000000001</c:v>
                </c:pt>
                <c:pt idx="702">
                  <c:v>22.181757000000001</c:v>
                </c:pt>
                <c:pt idx="703">
                  <c:v>22.125526000000001</c:v>
                </c:pt>
                <c:pt idx="704">
                  <c:v>22.05706</c:v>
                </c:pt>
                <c:pt idx="705">
                  <c:v>22.030519000000002</c:v>
                </c:pt>
                <c:pt idx="706">
                  <c:v>22.027743999999998</c:v>
                </c:pt>
                <c:pt idx="707">
                  <c:v>22.013926000000001</c:v>
                </c:pt>
                <c:pt idx="708">
                  <c:v>21.976085999999999</c:v>
                </c:pt>
                <c:pt idx="709">
                  <c:v>21.964860999999999</c:v>
                </c:pt>
                <c:pt idx="710">
                  <c:v>21.930895</c:v>
                </c:pt>
                <c:pt idx="711">
                  <c:v>21.895475000000001</c:v>
                </c:pt>
                <c:pt idx="712">
                  <c:v>21.885973</c:v>
                </c:pt>
                <c:pt idx="713">
                  <c:v>21.879035999999999</c:v>
                </c:pt>
                <c:pt idx="714">
                  <c:v>21.854538000000002</c:v>
                </c:pt>
                <c:pt idx="715">
                  <c:v>21.801207999999999</c:v>
                </c:pt>
                <c:pt idx="716">
                  <c:v>21.798105</c:v>
                </c:pt>
                <c:pt idx="717">
                  <c:v>21.768623000000002</c:v>
                </c:pt>
                <c:pt idx="718">
                  <c:v>21.755447</c:v>
                </c:pt>
                <c:pt idx="719">
                  <c:v>21.742612999999999</c:v>
                </c:pt>
                <c:pt idx="720">
                  <c:v>21.739958000000001</c:v>
                </c:pt>
                <c:pt idx="721">
                  <c:v>21.699392</c:v>
                </c:pt>
                <c:pt idx="722">
                  <c:v>21.671816</c:v>
                </c:pt>
                <c:pt idx="723">
                  <c:v>21.63822</c:v>
                </c:pt>
                <c:pt idx="724">
                  <c:v>21.635952</c:v>
                </c:pt>
                <c:pt idx="725">
                  <c:v>21.635370000000002</c:v>
                </c:pt>
                <c:pt idx="726">
                  <c:v>21.626646000000001</c:v>
                </c:pt>
                <c:pt idx="727">
                  <c:v>21.618286000000001</c:v>
                </c:pt>
                <c:pt idx="728">
                  <c:v>21.576803000000002</c:v>
                </c:pt>
                <c:pt idx="729">
                  <c:v>21.575741000000001</c:v>
                </c:pt>
                <c:pt idx="730">
                  <c:v>21.485952000000001</c:v>
                </c:pt>
                <c:pt idx="731">
                  <c:v>21.464055999999999</c:v>
                </c:pt>
                <c:pt idx="732">
                  <c:v>21.427233000000001</c:v>
                </c:pt>
                <c:pt idx="733">
                  <c:v>21.367563000000001</c:v>
                </c:pt>
                <c:pt idx="734">
                  <c:v>21.304131999999999</c:v>
                </c:pt>
                <c:pt idx="735">
                  <c:v>21.281728999999999</c:v>
                </c:pt>
                <c:pt idx="736">
                  <c:v>21.250485999999999</c:v>
                </c:pt>
                <c:pt idx="737">
                  <c:v>21.229876999999998</c:v>
                </c:pt>
                <c:pt idx="738">
                  <c:v>21.212914000000001</c:v>
                </c:pt>
                <c:pt idx="739">
                  <c:v>21.164375</c:v>
                </c:pt>
                <c:pt idx="740">
                  <c:v>21.148835999999999</c:v>
                </c:pt>
                <c:pt idx="741">
                  <c:v>21.140695999999998</c:v>
                </c:pt>
                <c:pt idx="742">
                  <c:v>21.093433000000001</c:v>
                </c:pt>
                <c:pt idx="743">
                  <c:v>21.080763000000001</c:v>
                </c:pt>
                <c:pt idx="744">
                  <c:v>21.069405</c:v>
                </c:pt>
                <c:pt idx="745">
                  <c:v>21.063607999999999</c:v>
                </c:pt>
                <c:pt idx="746">
                  <c:v>21.035693999999999</c:v>
                </c:pt>
                <c:pt idx="747">
                  <c:v>21.018473</c:v>
                </c:pt>
                <c:pt idx="748">
                  <c:v>20.940083999999999</c:v>
                </c:pt>
                <c:pt idx="749">
                  <c:v>20.924412</c:v>
                </c:pt>
                <c:pt idx="750">
                  <c:v>20.916021000000001</c:v>
                </c:pt>
                <c:pt idx="751">
                  <c:v>20.91234</c:v>
                </c:pt>
                <c:pt idx="752">
                  <c:v>20.878515</c:v>
                </c:pt>
                <c:pt idx="753">
                  <c:v>20.873795999999999</c:v>
                </c:pt>
                <c:pt idx="754">
                  <c:v>20.873477999999999</c:v>
                </c:pt>
                <c:pt idx="755">
                  <c:v>20.866561999999998</c:v>
                </c:pt>
                <c:pt idx="756">
                  <c:v>20.836183999999999</c:v>
                </c:pt>
                <c:pt idx="757">
                  <c:v>20.821027999999998</c:v>
                </c:pt>
                <c:pt idx="758">
                  <c:v>20.786394000000001</c:v>
                </c:pt>
                <c:pt idx="759">
                  <c:v>20.759322999999998</c:v>
                </c:pt>
                <c:pt idx="760">
                  <c:v>20.742398999999999</c:v>
                </c:pt>
                <c:pt idx="761">
                  <c:v>20.735068999999999</c:v>
                </c:pt>
                <c:pt idx="762">
                  <c:v>20.734024000000002</c:v>
                </c:pt>
                <c:pt idx="763">
                  <c:v>20.727841999999999</c:v>
                </c:pt>
                <c:pt idx="764">
                  <c:v>20.708138999999999</c:v>
                </c:pt>
                <c:pt idx="765">
                  <c:v>20.681213</c:v>
                </c:pt>
                <c:pt idx="766">
                  <c:v>20.677118</c:v>
                </c:pt>
                <c:pt idx="767">
                  <c:v>20.628342</c:v>
                </c:pt>
                <c:pt idx="768">
                  <c:v>20.585322999999999</c:v>
                </c:pt>
                <c:pt idx="769">
                  <c:v>20.565111000000002</c:v>
                </c:pt>
                <c:pt idx="770">
                  <c:v>20.564335</c:v>
                </c:pt>
                <c:pt idx="771">
                  <c:v>20.560368</c:v>
                </c:pt>
                <c:pt idx="772">
                  <c:v>20.509347999999999</c:v>
                </c:pt>
                <c:pt idx="773">
                  <c:v>20.504045000000001</c:v>
                </c:pt>
                <c:pt idx="774">
                  <c:v>20.493607000000001</c:v>
                </c:pt>
                <c:pt idx="775">
                  <c:v>20.478684999999999</c:v>
                </c:pt>
                <c:pt idx="776">
                  <c:v>20.477132999999998</c:v>
                </c:pt>
                <c:pt idx="777">
                  <c:v>20.422498999999998</c:v>
                </c:pt>
                <c:pt idx="778">
                  <c:v>20.385542000000001</c:v>
                </c:pt>
                <c:pt idx="779">
                  <c:v>20.360081000000001</c:v>
                </c:pt>
                <c:pt idx="780">
                  <c:v>20.346454999999999</c:v>
                </c:pt>
                <c:pt idx="781">
                  <c:v>20.339300000000001</c:v>
                </c:pt>
                <c:pt idx="782">
                  <c:v>20.33717</c:v>
                </c:pt>
                <c:pt idx="783">
                  <c:v>20.326965000000001</c:v>
                </c:pt>
                <c:pt idx="784">
                  <c:v>20.318138000000001</c:v>
                </c:pt>
                <c:pt idx="785">
                  <c:v>20.298244</c:v>
                </c:pt>
                <c:pt idx="786">
                  <c:v>20.282461000000001</c:v>
                </c:pt>
                <c:pt idx="787">
                  <c:v>20.277504</c:v>
                </c:pt>
                <c:pt idx="788">
                  <c:v>20.258167</c:v>
                </c:pt>
                <c:pt idx="789">
                  <c:v>20.236183</c:v>
                </c:pt>
                <c:pt idx="790">
                  <c:v>20.223158000000002</c:v>
                </c:pt>
                <c:pt idx="791">
                  <c:v>20.191721000000001</c:v>
                </c:pt>
                <c:pt idx="792">
                  <c:v>20.159502</c:v>
                </c:pt>
                <c:pt idx="793">
                  <c:v>20.143944000000001</c:v>
                </c:pt>
                <c:pt idx="794">
                  <c:v>20.136040000000001</c:v>
                </c:pt>
                <c:pt idx="795">
                  <c:v>20.115632999999999</c:v>
                </c:pt>
                <c:pt idx="796">
                  <c:v>20.099336999999998</c:v>
                </c:pt>
                <c:pt idx="797">
                  <c:v>20.060772</c:v>
                </c:pt>
                <c:pt idx="798">
                  <c:v>20.047722</c:v>
                </c:pt>
                <c:pt idx="799">
                  <c:v>20.033042999999999</c:v>
                </c:pt>
                <c:pt idx="800">
                  <c:v>20.029591</c:v>
                </c:pt>
                <c:pt idx="801">
                  <c:v>20.016490999999998</c:v>
                </c:pt>
                <c:pt idx="802">
                  <c:v>20.007221000000001</c:v>
                </c:pt>
                <c:pt idx="803">
                  <c:v>19.987112</c:v>
                </c:pt>
                <c:pt idx="804">
                  <c:v>19.904640000000001</c:v>
                </c:pt>
                <c:pt idx="805">
                  <c:v>19.849512000000001</c:v>
                </c:pt>
                <c:pt idx="806">
                  <c:v>19.843748000000001</c:v>
                </c:pt>
                <c:pt idx="807">
                  <c:v>19.808651000000001</c:v>
                </c:pt>
                <c:pt idx="808">
                  <c:v>19.804945</c:v>
                </c:pt>
                <c:pt idx="809">
                  <c:v>19.781749999999999</c:v>
                </c:pt>
                <c:pt idx="810">
                  <c:v>19.763010000000001</c:v>
                </c:pt>
                <c:pt idx="811">
                  <c:v>19.751664999999999</c:v>
                </c:pt>
                <c:pt idx="812">
                  <c:v>19.721117</c:v>
                </c:pt>
                <c:pt idx="813">
                  <c:v>19.706887999999999</c:v>
                </c:pt>
                <c:pt idx="814">
                  <c:v>19.683868</c:v>
                </c:pt>
                <c:pt idx="815">
                  <c:v>19.676553999999999</c:v>
                </c:pt>
                <c:pt idx="816">
                  <c:v>19.669069</c:v>
                </c:pt>
                <c:pt idx="817">
                  <c:v>19.634426000000001</c:v>
                </c:pt>
                <c:pt idx="818">
                  <c:v>19.617637999999999</c:v>
                </c:pt>
                <c:pt idx="819">
                  <c:v>19.612674999999999</c:v>
                </c:pt>
                <c:pt idx="820">
                  <c:v>19.59132</c:v>
                </c:pt>
                <c:pt idx="821">
                  <c:v>19.557051000000001</c:v>
                </c:pt>
                <c:pt idx="822">
                  <c:v>19.506875999999998</c:v>
                </c:pt>
                <c:pt idx="823">
                  <c:v>19.470011</c:v>
                </c:pt>
                <c:pt idx="824">
                  <c:v>19.463996999999999</c:v>
                </c:pt>
                <c:pt idx="825">
                  <c:v>19.440708000000001</c:v>
                </c:pt>
                <c:pt idx="826">
                  <c:v>19.426825000000001</c:v>
                </c:pt>
                <c:pt idx="827">
                  <c:v>19.425087000000001</c:v>
                </c:pt>
                <c:pt idx="828">
                  <c:v>19.424225</c:v>
                </c:pt>
                <c:pt idx="829">
                  <c:v>19.422808</c:v>
                </c:pt>
                <c:pt idx="830">
                  <c:v>19.402908</c:v>
                </c:pt>
                <c:pt idx="831">
                  <c:v>19.398883999999999</c:v>
                </c:pt>
                <c:pt idx="832">
                  <c:v>19.389063</c:v>
                </c:pt>
                <c:pt idx="833">
                  <c:v>19.337433000000001</c:v>
                </c:pt>
                <c:pt idx="834">
                  <c:v>19.335484999999998</c:v>
                </c:pt>
                <c:pt idx="835">
                  <c:v>19.325551999999998</c:v>
                </c:pt>
                <c:pt idx="836">
                  <c:v>19.289159999999999</c:v>
                </c:pt>
                <c:pt idx="837">
                  <c:v>19.285920999999998</c:v>
                </c:pt>
                <c:pt idx="838">
                  <c:v>19.284175999999999</c:v>
                </c:pt>
                <c:pt idx="839">
                  <c:v>19.276036999999999</c:v>
                </c:pt>
                <c:pt idx="840">
                  <c:v>19.257947999999999</c:v>
                </c:pt>
                <c:pt idx="841">
                  <c:v>19.250613999999999</c:v>
                </c:pt>
                <c:pt idx="842">
                  <c:v>19.250349</c:v>
                </c:pt>
                <c:pt idx="843">
                  <c:v>19.243369999999999</c:v>
                </c:pt>
                <c:pt idx="844">
                  <c:v>19.241962000000001</c:v>
                </c:pt>
                <c:pt idx="845">
                  <c:v>19.232120999999999</c:v>
                </c:pt>
                <c:pt idx="846">
                  <c:v>19.226037999999999</c:v>
                </c:pt>
                <c:pt idx="847">
                  <c:v>19.220746999999999</c:v>
                </c:pt>
                <c:pt idx="848">
                  <c:v>19.214379999999998</c:v>
                </c:pt>
                <c:pt idx="849">
                  <c:v>19.174250000000001</c:v>
                </c:pt>
                <c:pt idx="850">
                  <c:v>19.171816</c:v>
                </c:pt>
                <c:pt idx="851">
                  <c:v>19.167325999999999</c:v>
                </c:pt>
                <c:pt idx="852">
                  <c:v>19.150831</c:v>
                </c:pt>
                <c:pt idx="853">
                  <c:v>19.129223</c:v>
                </c:pt>
                <c:pt idx="854">
                  <c:v>19.0961</c:v>
                </c:pt>
                <c:pt idx="855">
                  <c:v>19.090240000000001</c:v>
                </c:pt>
                <c:pt idx="856">
                  <c:v>19.080919000000002</c:v>
                </c:pt>
                <c:pt idx="857">
                  <c:v>19.073608</c:v>
                </c:pt>
                <c:pt idx="858">
                  <c:v>19.058308</c:v>
                </c:pt>
                <c:pt idx="859">
                  <c:v>19.023636</c:v>
                </c:pt>
                <c:pt idx="860">
                  <c:v>19.016152999999999</c:v>
                </c:pt>
                <c:pt idx="861">
                  <c:v>19.011199999999999</c:v>
                </c:pt>
                <c:pt idx="862">
                  <c:v>18.984327</c:v>
                </c:pt>
                <c:pt idx="863">
                  <c:v>18.974011999999998</c:v>
                </c:pt>
                <c:pt idx="864">
                  <c:v>18.955352999999999</c:v>
                </c:pt>
                <c:pt idx="865">
                  <c:v>18.945806999999999</c:v>
                </c:pt>
                <c:pt idx="866">
                  <c:v>18.942039000000001</c:v>
                </c:pt>
                <c:pt idx="867">
                  <c:v>18.936598</c:v>
                </c:pt>
                <c:pt idx="868">
                  <c:v>18.934176999999998</c:v>
                </c:pt>
                <c:pt idx="869">
                  <c:v>18.918887999999999</c:v>
                </c:pt>
                <c:pt idx="870">
                  <c:v>18.885071</c:v>
                </c:pt>
                <c:pt idx="871">
                  <c:v>18.872762999999999</c:v>
                </c:pt>
                <c:pt idx="872">
                  <c:v>18.848959000000001</c:v>
                </c:pt>
                <c:pt idx="873">
                  <c:v>18.837868</c:v>
                </c:pt>
                <c:pt idx="874">
                  <c:v>18.803709000000001</c:v>
                </c:pt>
                <c:pt idx="875">
                  <c:v>18.783072000000001</c:v>
                </c:pt>
                <c:pt idx="876">
                  <c:v>18.768934000000002</c:v>
                </c:pt>
                <c:pt idx="877">
                  <c:v>18.731112</c:v>
                </c:pt>
                <c:pt idx="878">
                  <c:v>18.722491999999999</c:v>
                </c:pt>
                <c:pt idx="879">
                  <c:v>18.699221000000001</c:v>
                </c:pt>
                <c:pt idx="880">
                  <c:v>18.686976999999999</c:v>
                </c:pt>
                <c:pt idx="881">
                  <c:v>18.680420000000002</c:v>
                </c:pt>
                <c:pt idx="882">
                  <c:v>18.671285999999998</c:v>
                </c:pt>
                <c:pt idx="883">
                  <c:v>18.666861999999998</c:v>
                </c:pt>
                <c:pt idx="884">
                  <c:v>18.644908999999998</c:v>
                </c:pt>
                <c:pt idx="885">
                  <c:v>18.642537999999998</c:v>
                </c:pt>
                <c:pt idx="886">
                  <c:v>18.641897</c:v>
                </c:pt>
                <c:pt idx="887">
                  <c:v>18.62764</c:v>
                </c:pt>
                <c:pt idx="888">
                  <c:v>18.609445999999998</c:v>
                </c:pt>
                <c:pt idx="889">
                  <c:v>18.5854</c:v>
                </c:pt>
                <c:pt idx="890">
                  <c:v>18.577459000000001</c:v>
                </c:pt>
                <c:pt idx="891">
                  <c:v>18.554924</c:v>
                </c:pt>
                <c:pt idx="892">
                  <c:v>18.554525000000002</c:v>
                </c:pt>
                <c:pt idx="893">
                  <c:v>18.545399</c:v>
                </c:pt>
                <c:pt idx="894">
                  <c:v>18.521915</c:v>
                </c:pt>
                <c:pt idx="895">
                  <c:v>18.520807000000001</c:v>
                </c:pt>
                <c:pt idx="896">
                  <c:v>18.512995</c:v>
                </c:pt>
                <c:pt idx="897">
                  <c:v>18.507406</c:v>
                </c:pt>
                <c:pt idx="898">
                  <c:v>18.49605</c:v>
                </c:pt>
                <c:pt idx="899">
                  <c:v>18.494271999999999</c:v>
                </c:pt>
                <c:pt idx="900">
                  <c:v>18.479863999999999</c:v>
                </c:pt>
                <c:pt idx="901">
                  <c:v>18.455850999999999</c:v>
                </c:pt>
                <c:pt idx="902">
                  <c:v>18.446148000000001</c:v>
                </c:pt>
                <c:pt idx="903">
                  <c:v>18.438559000000001</c:v>
                </c:pt>
                <c:pt idx="904">
                  <c:v>18.435741</c:v>
                </c:pt>
                <c:pt idx="905">
                  <c:v>18.423893</c:v>
                </c:pt>
                <c:pt idx="906">
                  <c:v>18.362363999999999</c:v>
                </c:pt>
                <c:pt idx="907">
                  <c:v>18.359835</c:v>
                </c:pt>
                <c:pt idx="908">
                  <c:v>18.335132999999999</c:v>
                </c:pt>
                <c:pt idx="909">
                  <c:v>18.326477000000001</c:v>
                </c:pt>
                <c:pt idx="910">
                  <c:v>18.317848000000001</c:v>
                </c:pt>
                <c:pt idx="911">
                  <c:v>18.299643</c:v>
                </c:pt>
                <c:pt idx="912">
                  <c:v>18.289239999999999</c:v>
                </c:pt>
                <c:pt idx="913">
                  <c:v>18.237427</c:v>
                </c:pt>
                <c:pt idx="914">
                  <c:v>18.21537</c:v>
                </c:pt>
                <c:pt idx="915">
                  <c:v>18.205636999999999</c:v>
                </c:pt>
                <c:pt idx="916">
                  <c:v>18.161321999999998</c:v>
                </c:pt>
                <c:pt idx="917">
                  <c:v>18.140442</c:v>
                </c:pt>
                <c:pt idx="918">
                  <c:v>18.09675</c:v>
                </c:pt>
                <c:pt idx="919">
                  <c:v>18.083642999999999</c:v>
                </c:pt>
                <c:pt idx="920">
                  <c:v>18.082207</c:v>
                </c:pt>
                <c:pt idx="921">
                  <c:v>18.071833000000002</c:v>
                </c:pt>
                <c:pt idx="922">
                  <c:v>18.042749000000001</c:v>
                </c:pt>
                <c:pt idx="923">
                  <c:v>17.991071999999999</c:v>
                </c:pt>
                <c:pt idx="924">
                  <c:v>17.964051999999999</c:v>
                </c:pt>
                <c:pt idx="925">
                  <c:v>17.960902999999998</c:v>
                </c:pt>
                <c:pt idx="926">
                  <c:v>17.960169</c:v>
                </c:pt>
                <c:pt idx="927">
                  <c:v>17.918614999999999</c:v>
                </c:pt>
                <c:pt idx="928">
                  <c:v>17.915272000000002</c:v>
                </c:pt>
                <c:pt idx="929">
                  <c:v>17.914542999999998</c:v>
                </c:pt>
                <c:pt idx="930">
                  <c:v>17.906593000000001</c:v>
                </c:pt>
                <c:pt idx="931">
                  <c:v>17.903638999999998</c:v>
                </c:pt>
                <c:pt idx="932">
                  <c:v>17.863465999999999</c:v>
                </c:pt>
                <c:pt idx="933">
                  <c:v>17.851658</c:v>
                </c:pt>
                <c:pt idx="934">
                  <c:v>17.847628</c:v>
                </c:pt>
                <c:pt idx="935">
                  <c:v>17.83371</c:v>
                </c:pt>
                <c:pt idx="936">
                  <c:v>17.823955999999999</c:v>
                </c:pt>
                <c:pt idx="937">
                  <c:v>17.814857</c:v>
                </c:pt>
                <c:pt idx="938">
                  <c:v>17.786570000000001</c:v>
                </c:pt>
                <c:pt idx="939">
                  <c:v>17.780607</c:v>
                </c:pt>
                <c:pt idx="940">
                  <c:v>17.777588000000002</c:v>
                </c:pt>
                <c:pt idx="941">
                  <c:v>17.739048</c:v>
                </c:pt>
                <c:pt idx="942">
                  <c:v>17.722201999999999</c:v>
                </c:pt>
                <c:pt idx="943">
                  <c:v>17.707079</c:v>
                </c:pt>
                <c:pt idx="944">
                  <c:v>17.706802</c:v>
                </c:pt>
                <c:pt idx="945">
                  <c:v>17.706721999999999</c:v>
                </c:pt>
                <c:pt idx="946">
                  <c:v>17.699276000000001</c:v>
                </c:pt>
                <c:pt idx="947">
                  <c:v>17.690580000000001</c:v>
                </c:pt>
                <c:pt idx="948">
                  <c:v>17.686419000000001</c:v>
                </c:pt>
                <c:pt idx="949">
                  <c:v>17.677213999999999</c:v>
                </c:pt>
                <c:pt idx="950">
                  <c:v>17.672207</c:v>
                </c:pt>
                <c:pt idx="951">
                  <c:v>17.650659999999998</c:v>
                </c:pt>
                <c:pt idx="952">
                  <c:v>17.625319999999999</c:v>
                </c:pt>
                <c:pt idx="953">
                  <c:v>17.613865000000001</c:v>
                </c:pt>
                <c:pt idx="954">
                  <c:v>17.601807000000001</c:v>
                </c:pt>
                <c:pt idx="955">
                  <c:v>17.576715</c:v>
                </c:pt>
                <c:pt idx="956">
                  <c:v>17.573056999999999</c:v>
                </c:pt>
                <c:pt idx="957">
                  <c:v>17.562684999999998</c:v>
                </c:pt>
                <c:pt idx="958">
                  <c:v>17.532999</c:v>
                </c:pt>
                <c:pt idx="959">
                  <c:v>17.514887000000002</c:v>
                </c:pt>
                <c:pt idx="960">
                  <c:v>17.490002</c:v>
                </c:pt>
                <c:pt idx="961">
                  <c:v>17.472338000000001</c:v>
                </c:pt>
                <c:pt idx="962">
                  <c:v>17.467226</c:v>
                </c:pt>
                <c:pt idx="963">
                  <c:v>17.457346000000001</c:v>
                </c:pt>
                <c:pt idx="964">
                  <c:v>17.455002</c:v>
                </c:pt>
                <c:pt idx="965">
                  <c:v>17.435397999999999</c:v>
                </c:pt>
                <c:pt idx="966">
                  <c:v>17.423254</c:v>
                </c:pt>
                <c:pt idx="967">
                  <c:v>17.410316000000002</c:v>
                </c:pt>
                <c:pt idx="968">
                  <c:v>17.408328999999998</c:v>
                </c:pt>
                <c:pt idx="969">
                  <c:v>17.398721999999999</c:v>
                </c:pt>
                <c:pt idx="970">
                  <c:v>17.389258999999999</c:v>
                </c:pt>
                <c:pt idx="971">
                  <c:v>17.338557999999999</c:v>
                </c:pt>
                <c:pt idx="972">
                  <c:v>17.323408000000001</c:v>
                </c:pt>
                <c:pt idx="973">
                  <c:v>17.311983000000001</c:v>
                </c:pt>
                <c:pt idx="974">
                  <c:v>17.305251999999999</c:v>
                </c:pt>
                <c:pt idx="975">
                  <c:v>17.29834</c:v>
                </c:pt>
                <c:pt idx="976">
                  <c:v>17.297632</c:v>
                </c:pt>
                <c:pt idx="977">
                  <c:v>17.268063000000001</c:v>
                </c:pt>
                <c:pt idx="978">
                  <c:v>17.234069999999999</c:v>
                </c:pt>
                <c:pt idx="979">
                  <c:v>17.229517000000001</c:v>
                </c:pt>
                <c:pt idx="980">
                  <c:v>17.199072000000001</c:v>
                </c:pt>
                <c:pt idx="981">
                  <c:v>17.163689000000002</c:v>
                </c:pt>
                <c:pt idx="982">
                  <c:v>17.162970000000001</c:v>
                </c:pt>
                <c:pt idx="983">
                  <c:v>17.160032000000001</c:v>
                </c:pt>
                <c:pt idx="984">
                  <c:v>17.088571999999999</c:v>
                </c:pt>
                <c:pt idx="985">
                  <c:v>17.081921000000001</c:v>
                </c:pt>
                <c:pt idx="986">
                  <c:v>17.066033999999998</c:v>
                </c:pt>
                <c:pt idx="987">
                  <c:v>17.064112000000002</c:v>
                </c:pt>
                <c:pt idx="988">
                  <c:v>17.062111000000002</c:v>
                </c:pt>
                <c:pt idx="989">
                  <c:v>17.051228999999999</c:v>
                </c:pt>
                <c:pt idx="990">
                  <c:v>17.036686</c:v>
                </c:pt>
                <c:pt idx="991">
                  <c:v>17.036342999999999</c:v>
                </c:pt>
                <c:pt idx="992">
                  <c:v>17.028531999999998</c:v>
                </c:pt>
                <c:pt idx="993">
                  <c:v>17.011161999999999</c:v>
                </c:pt>
                <c:pt idx="994">
                  <c:v>17.000710999999999</c:v>
                </c:pt>
                <c:pt idx="995">
                  <c:v>16.987470999999999</c:v>
                </c:pt>
                <c:pt idx="996">
                  <c:v>16.977716000000001</c:v>
                </c:pt>
                <c:pt idx="997">
                  <c:v>16.967331000000001</c:v>
                </c:pt>
                <c:pt idx="998">
                  <c:v>16.946182</c:v>
                </c:pt>
                <c:pt idx="999">
                  <c:v>16.938165999999999</c:v>
                </c:pt>
                <c:pt idx="1000">
                  <c:v>16.928591000000001</c:v>
                </c:pt>
                <c:pt idx="1001">
                  <c:v>16.928061</c:v>
                </c:pt>
                <c:pt idx="1002">
                  <c:v>16.908048999999998</c:v>
                </c:pt>
                <c:pt idx="1003">
                  <c:v>16.843841999999999</c:v>
                </c:pt>
                <c:pt idx="1004">
                  <c:v>16.800830999999999</c:v>
                </c:pt>
                <c:pt idx="1005">
                  <c:v>16.763774999999999</c:v>
                </c:pt>
                <c:pt idx="1006">
                  <c:v>16.760674000000002</c:v>
                </c:pt>
                <c:pt idx="1007">
                  <c:v>16.722640999999999</c:v>
                </c:pt>
                <c:pt idx="1008">
                  <c:v>16.719204000000001</c:v>
                </c:pt>
                <c:pt idx="1009">
                  <c:v>16.718717999999999</c:v>
                </c:pt>
                <c:pt idx="1010">
                  <c:v>16.714404999999999</c:v>
                </c:pt>
                <c:pt idx="1011">
                  <c:v>16.711348999999998</c:v>
                </c:pt>
                <c:pt idx="1012">
                  <c:v>16.703848000000001</c:v>
                </c:pt>
                <c:pt idx="1013">
                  <c:v>16.685538999999999</c:v>
                </c:pt>
                <c:pt idx="1014">
                  <c:v>16.665659000000002</c:v>
                </c:pt>
                <c:pt idx="1015">
                  <c:v>16.656300999999999</c:v>
                </c:pt>
                <c:pt idx="1016">
                  <c:v>16.6541</c:v>
                </c:pt>
                <c:pt idx="1017">
                  <c:v>16.624455999999999</c:v>
                </c:pt>
                <c:pt idx="1018">
                  <c:v>16.619413000000002</c:v>
                </c:pt>
                <c:pt idx="1019">
                  <c:v>16.609698999999999</c:v>
                </c:pt>
                <c:pt idx="1020">
                  <c:v>16.60961</c:v>
                </c:pt>
                <c:pt idx="1021">
                  <c:v>16.606449000000001</c:v>
                </c:pt>
                <c:pt idx="1022">
                  <c:v>16.600491999999999</c:v>
                </c:pt>
                <c:pt idx="1023">
                  <c:v>16.600052000000002</c:v>
                </c:pt>
                <c:pt idx="1024">
                  <c:v>16.584059</c:v>
                </c:pt>
                <c:pt idx="1025">
                  <c:v>16.576563</c:v>
                </c:pt>
                <c:pt idx="1026">
                  <c:v>16.568850999999999</c:v>
                </c:pt>
                <c:pt idx="1027">
                  <c:v>16.563599</c:v>
                </c:pt>
                <c:pt idx="1028">
                  <c:v>16.558720000000001</c:v>
                </c:pt>
                <c:pt idx="1029">
                  <c:v>16.551189000000001</c:v>
                </c:pt>
                <c:pt idx="1030">
                  <c:v>16.550626999999999</c:v>
                </c:pt>
                <c:pt idx="1031">
                  <c:v>16.538443000000001</c:v>
                </c:pt>
                <c:pt idx="1032">
                  <c:v>16.524249999999999</c:v>
                </c:pt>
                <c:pt idx="1033">
                  <c:v>16.512363000000001</c:v>
                </c:pt>
                <c:pt idx="1034">
                  <c:v>16.504201999999999</c:v>
                </c:pt>
                <c:pt idx="1035">
                  <c:v>16.502936999999999</c:v>
                </c:pt>
                <c:pt idx="1036">
                  <c:v>16.493496</c:v>
                </c:pt>
                <c:pt idx="1037">
                  <c:v>16.492439000000001</c:v>
                </c:pt>
                <c:pt idx="1038">
                  <c:v>16.46369</c:v>
                </c:pt>
                <c:pt idx="1039">
                  <c:v>16.462889000000001</c:v>
                </c:pt>
                <c:pt idx="1040">
                  <c:v>16.450659000000002</c:v>
                </c:pt>
                <c:pt idx="1041">
                  <c:v>16.424586999999999</c:v>
                </c:pt>
                <c:pt idx="1042">
                  <c:v>16.417622000000001</c:v>
                </c:pt>
                <c:pt idx="1043">
                  <c:v>16.413923</c:v>
                </c:pt>
                <c:pt idx="1044">
                  <c:v>16.410892</c:v>
                </c:pt>
                <c:pt idx="1045">
                  <c:v>16.408425999999999</c:v>
                </c:pt>
                <c:pt idx="1046">
                  <c:v>16.396694</c:v>
                </c:pt>
                <c:pt idx="1047">
                  <c:v>16.393827000000002</c:v>
                </c:pt>
                <c:pt idx="1048">
                  <c:v>16.376242000000001</c:v>
                </c:pt>
                <c:pt idx="1049">
                  <c:v>16.346291999999998</c:v>
                </c:pt>
                <c:pt idx="1050">
                  <c:v>16.338685999999999</c:v>
                </c:pt>
                <c:pt idx="1051">
                  <c:v>16.327090999999999</c:v>
                </c:pt>
                <c:pt idx="1052">
                  <c:v>16.320995</c:v>
                </c:pt>
                <c:pt idx="1053">
                  <c:v>16.293009000000001</c:v>
                </c:pt>
                <c:pt idx="1054">
                  <c:v>16.281217999999999</c:v>
                </c:pt>
                <c:pt idx="1055">
                  <c:v>16.269442000000002</c:v>
                </c:pt>
                <c:pt idx="1056">
                  <c:v>16.251456999999998</c:v>
                </c:pt>
                <c:pt idx="1057">
                  <c:v>16.221188999999999</c:v>
                </c:pt>
                <c:pt idx="1058">
                  <c:v>16.192426999999999</c:v>
                </c:pt>
                <c:pt idx="1059">
                  <c:v>16.189986999999999</c:v>
                </c:pt>
                <c:pt idx="1060">
                  <c:v>16.182943000000002</c:v>
                </c:pt>
                <c:pt idx="1061">
                  <c:v>16.158011999999999</c:v>
                </c:pt>
                <c:pt idx="1062">
                  <c:v>16.151233999999999</c:v>
                </c:pt>
                <c:pt idx="1063">
                  <c:v>16.146315000000001</c:v>
                </c:pt>
                <c:pt idx="1064">
                  <c:v>16.141254</c:v>
                </c:pt>
                <c:pt idx="1065">
                  <c:v>16.141020000000001</c:v>
                </c:pt>
                <c:pt idx="1066">
                  <c:v>16.128451999999999</c:v>
                </c:pt>
                <c:pt idx="1067">
                  <c:v>16.104966999999998</c:v>
                </c:pt>
                <c:pt idx="1068">
                  <c:v>16.040220000000001</c:v>
                </c:pt>
                <c:pt idx="1069">
                  <c:v>16.034502</c:v>
                </c:pt>
                <c:pt idx="1070">
                  <c:v>16.028936000000002</c:v>
                </c:pt>
                <c:pt idx="1071">
                  <c:v>16.012710999999999</c:v>
                </c:pt>
                <c:pt idx="1072">
                  <c:v>15.989481</c:v>
                </c:pt>
                <c:pt idx="1073">
                  <c:v>15.979915</c:v>
                </c:pt>
                <c:pt idx="1074">
                  <c:v>15.960564</c:v>
                </c:pt>
                <c:pt idx="1075">
                  <c:v>15.953011</c:v>
                </c:pt>
                <c:pt idx="1076">
                  <c:v>15.941401000000001</c:v>
                </c:pt>
                <c:pt idx="1077">
                  <c:v>15.930745</c:v>
                </c:pt>
                <c:pt idx="1078">
                  <c:v>15.927974000000001</c:v>
                </c:pt>
                <c:pt idx="1079">
                  <c:v>15.920615</c:v>
                </c:pt>
                <c:pt idx="1080">
                  <c:v>15.914714999999999</c:v>
                </c:pt>
                <c:pt idx="1081">
                  <c:v>15.897449</c:v>
                </c:pt>
                <c:pt idx="1082">
                  <c:v>15.881130000000001</c:v>
                </c:pt>
                <c:pt idx="1083">
                  <c:v>15.875813000000001</c:v>
                </c:pt>
                <c:pt idx="1084">
                  <c:v>15.863742</c:v>
                </c:pt>
                <c:pt idx="1085">
                  <c:v>15.843681999999999</c:v>
                </c:pt>
                <c:pt idx="1086">
                  <c:v>15.835603000000001</c:v>
                </c:pt>
                <c:pt idx="1087">
                  <c:v>15.827456</c:v>
                </c:pt>
                <c:pt idx="1088">
                  <c:v>15.81981</c:v>
                </c:pt>
                <c:pt idx="1089">
                  <c:v>15.815020000000001</c:v>
                </c:pt>
                <c:pt idx="1090">
                  <c:v>15.804185</c:v>
                </c:pt>
                <c:pt idx="1091">
                  <c:v>15.800713999999999</c:v>
                </c:pt>
                <c:pt idx="1092">
                  <c:v>15.793184999999999</c:v>
                </c:pt>
                <c:pt idx="1093">
                  <c:v>15.793151</c:v>
                </c:pt>
                <c:pt idx="1094">
                  <c:v>15.790118</c:v>
                </c:pt>
                <c:pt idx="1095">
                  <c:v>15.779286000000001</c:v>
                </c:pt>
                <c:pt idx="1096">
                  <c:v>15.756985999999999</c:v>
                </c:pt>
                <c:pt idx="1097">
                  <c:v>15.756506</c:v>
                </c:pt>
                <c:pt idx="1098">
                  <c:v>15.746563999999999</c:v>
                </c:pt>
                <c:pt idx="1099">
                  <c:v>15.743536000000001</c:v>
                </c:pt>
                <c:pt idx="1100">
                  <c:v>15.741579</c:v>
                </c:pt>
                <c:pt idx="1101">
                  <c:v>15.736084999999999</c:v>
                </c:pt>
                <c:pt idx="1102">
                  <c:v>15.711418999999999</c:v>
                </c:pt>
                <c:pt idx="1103">
                  <c:v>15.68712</c:v>
                </c:pt>
                <c:pt idx="1104">
                  <c:v>15.682397999999999</c:v>
                </c:pt>
                <c:pt idx="1105">
                  <c:v>15.633656999999999</c:v>
                </c:pt>
                <c:pt idx="1106">
                  <c:v>15.623480000000001</c:v>
                </c:pt>
                <c:pt idx="1107">
                  <c:v>15.622316</c:v>
                </c:pt>
                <c:pt idx="1108">
                  <c:v>15.620634000000001</c:v>
                </c:pt>
                <c:pt idx="1109">
                  <c:v>15.617856</c:v>
                </c:pt>
                <c:pt idx="1110">
                  <c:v>15.602726000000001</c:v>
                </c:pt>
                <c:pt idx="1111">
                  <c:v>15.598872</c:v>
                </c:pt>
                <c:pt idx="1112">
                  <c:v>15.597521</c:v>
                </c:pt>
                <c:pt idx="1113">
                  <c:v>15.591809</c:v>
                </c:pt>
                <c:pt idx="1114">
                  <c:v>15.582024000000001</c:v>
                </c:pt>
                <c:pt idx="1115">
                  <c:v>15.581796000000001</c:v>
                </c:pt>
                <c:pt idx="1116">
                  <c:v>15.471541999999999</c:v>
                </c:pt>
                <c:pt idx="1117">
                  <c:v>15.464150999999999</c:v>
                </c:pt>
                <c:pt idx="1118">
                  <c:v>15.460963</c:v>
                </c:pt>
                <c:pt idx="1119">
                  <c:v>15.452980999999999</c:v>
                </c:pt>
                <c:pt idx="1120">
                  <c:v>15.418596000000001</c:v>
                </c:pt>
                <c:pt idx="1121">
                  <c:v>15.413422000000001</c:v>
                </c:pt>
                <c:pt idx="1122">
                  <c:v>15.412566999999999</c:v>
                </c:pt>
                <c:pt idx="1123">
                  <c:v>15.399929999999999</c:v>
                </c:pt>
                <c:pt idx="1124">
                  <c:v>15.385731</c:v>
                </c:pt>
                <c:pt idx="1125">
                  <c:v>15.377114000000001</c:v>
                </c:pt>
                <c:pt idx="1126">
                  <c:v>15.367831000000001</c:v>
                </c:pt>
                <c:pt idx="1127">
                  <c:v>15.351831000000001</c:v>
                </c:pt>
                <c:pt idx="1128">
                  <c:v>15.339428</c:v>
                </c:pt>
                <c:pt idx="1129">
                  <c:v>15.2951</c:v>
                </c:pt>
                <c:pt idx="1130">
                  <c:v>15.279812</c:v>
                </c:pt>
                <c:pt idx="1131">
                  <c:v>15.279172000000001</c:v>
                </c:pt>
                <c:pt idx="1132">
                  <c:v>15.265644999999999</c:v>
                </c:pt>
                <c:pt idx="1133">
                  <c:v>15.256781999999999</c:v>
                </c:pt>
                <c:pt idx="1134">
                  <c:v>15.255288999999999</c:v>
                </c:pt>
                <c:pt idx="1135">
                  <c:v>15.239573</c:v>
                </c:pt>
                <c:pt idx="1136">
                  <c:v>15.233892000000001</c:v>
                </c:pt>
                <c:pt idx="1137">
                  <c:v>15.233072</c:v>
                </c:pt>
                <c:pt idx="1138">
                  <c:v>15.219336999999999</c:v>
                </c:pt>
                <c:pt idx="1139">
                  <c:v>15.215078999999999</c:v>
                </c:pt>
                <c:pt idx="1140">
                  <c:v>15.213552999999999</c:v>
                </c:pt>
                <c:pt idx="1141">
                  <c:v>15.178794999999999</c:v>
                </c:pt>
                <c:pt idx="1142">
                  <c:v>15.177208</c:v>
                </c:pt>
                <c:pt idx="1143">
                  <c:v>15.147556</c:v>
                </c:pt>
                <c:pt idx="1144">
                  <c:v>15.143027999999999</c:v>
                </c:pt>
                <c:pt idx="1145">
                  <c:v>15.133664</c:v>
                </c:pt>
                <c:pt idx="1146">
                  <c:v>15.124556999999999</c:v>
                </c:pt>
                <c:pt idx="1147">
                  <c:v>15.113788</c:v>
                </c:pt>
                <c:pt idx="1148">
                  <c:v>15.099537</c:v>
                </c:pt>
                <c:pt idx="1149">
                  <c:v>15.097837999999999</c:v>
                </c:pt>
                <c:pt idx="1150">
                  <c:v>15.076516</c:v>
                </c:pt>
                <c:pt idx="1151">
                  <c:v>15.052963999999999</c:v>
                </c:pt>
                <c:pt idx="1152">
                  <c:v>15.038169999999999</c:v>
                </c:pt>
                <c:pt idx="1153">
                  <c:v>15.026551</c:v>
                </c:pt>
                <c:pt idx="1154">
                  <c:v>15.014251</c:v>
                </c:pt>
                <c:pt idx="1155">
                  <c:v>15.001098000000001</c:v>
                </c:pt>
                <c:pt idx="1156">
                  <c:v>14.999034999999999</c:v>
                </c:pt>
                <c:pt idx="1157">
                  <c:v>14.992773</c:v>
                </c:pt>
                <c:pt idx="1158">
                  <c:v>14.984408</c:v>
                </c:pt>
                <c:pt idx="1159">
                  <c:v>14.968285</c:v>
                </c:pt>
                <c:pt idx="1160">
                  <c:v>14.943091000000001</c:v>
                </c:pt>
                <c:pt idx="1161">
                  <c:v>14.924989999999999</c:v>
                </c:pt>
                <c:pt idx="1162">
                  <c:v>14.905502</c:v>
                </c:pt>
                <c:pt idx="1163">
                  <c:v>14.889068999999999</c:v>
                </c:pt>
                <c:pt idx="1164">
                  <c:v>14.871888</c:v>
                </c:pt>
                <c:pt idx="1165">
                  <c:v>14.825794999999999</c:v>
                </c:pt>
                <c:pt idx="1166">
                  <c:v>14.804323</c:v>
                </c:pt>
                <c:pt idx="1167">
                  <c:v>14.797317</c:v>
                </c:pt>
                <c:pt idx="1168">
                  <c:v>14.791093999999999</c:v>
                </c:pt>
                <c:pt idx="1169">
                  <c:v>14.777495</c:v>
                </c:pt>
                <c:pt idx="1170">
                  <c:v>14.772187000000001</c:v>
                </c:pt>
                <c:pt idx="1171">
                  <c:v>14.770441999999999</c:v>
                </c:pt>
                <c:pt idx="1172">
                  <c:v>14.764174000000001</c:v>
                </c:pt>
                <c:pt idx="1173">
                  <c:v>14.749024</c:v>
                </c:pt>
                <c:pt idx="1174">
                  <c:v>14.726995000000001</c:v>
                </c:pt>
                <c:pt idx="1175">
                  <c:v>14.720592999999999</c:v>
                </c:pt>
                <c:pt idx="1176">
                  <c:v>14.718495000000001</c:v>
                </c:pt>
                <c:pt idx="1177">
                  <c:v>14.712717</c:v>
                </c:pt>
                <c:pt idx="1178">
                  <c:v>14.705814</c:v>
                </c:pt>
                <c:pt idx="1179">
                  <c:v>14.668319</c:v>
                </c:pt>
                <c:pt idx="1180">
                  <c:v>14.659974</c:v>
                </c:pt>
                <c:pt idx="1181">
                  <c:v>14.639647999999999</c:v>
                </c:pt>
                <c:pt idx="1182">
                  <c:v>14.63888</c:v>
                </c:pt>
                <c:pt idx="1183">
                  <c:v>14.635338000000001</c:v>
                </c:pt>
                <c:pt idx="1184">
                  <c:v>14.6341</c:v>
                </c:pt>
                <c:pt idx="1185">
                  <c:v>14.626253</c:v>
                </c:pt>
                <c:pt idx="1186">
                  <c:v>14.622521000000001</c:v>
                </c:pt>
                <c:pt idx="1187">
                  <c:v>14.617175</c:v>
                </c:pt>
                <c:pt idx="1188">
                  <c:v>14.608510000000001</c:v>
                </c:pt>
                <c:pt idx="1189">
                  <c:v>14.582914000000001</c:v>
                </c:pt>
                <c:pt idx="1190">
                  <c:v>14.582239</c:v>
                </c:pt>
                <c:pt idx="1191">
                  <c:v>14.563565000000001</c:v>
                </c:pt>
                <c:pt idx="1192">
                  <c:v>14.546010000000001</c:v>
                </c:pt>
                <c:pt idx="1193">
                  <c:v>14.537412</c:v>
                </c:pt>
                <c:pt idx="1194">
                  <c:v>14.488808000000001</c:v>
                </c:pt>
                <c:pt idx="1195">
                  <c:v>14.482710000000001</c:v>
                </c:pt>
                <c:pt idx="1196">
                  <c:v>14.479492</c:v>
                </c:pt>
                <c:pt idx="1197">
                  <c:v>14.4704</c:v>
                </c:pt>
                <c:pt idx="1198">
                  <c:v>14.446453999999999</c:v>
                </c:pt>
                <c:pt idx="1199">
                  <c:v>14.410923</c:v>
                </c:pt>
                <c:pt idx="1200">
                  <c:v>14.377602</c:v>
                </c:pt>
                <c:pt idx="1201">
                  <c:v>14.374884</c:v>
                </c:pt>
                <c:pt idx="1202">
                  <c:v>14.358181999999999</c:v>
                </c:pt>
                <c:pt idx="1203">
                  <c:v>14.355651</c:v>
                </c:pt>
                <c:pt idx="1204">
                  <c:v>14.348566</c:v>
                </c:pt>
                <c:pt idx="1205">
                  <c:v>14.330045999999999</c:v>
                </c:pt>
                <c:pt idx="1206">
                  <c:v>14.326668</c:v>
                </c:pt>
                <c:pt idx="1207">
                  <c:v>14.307536000000001</c:v>
                </c:pt>
                <c:pt idx="1208">
                  <c:v>14.299823999999999</c:v>
                </c:pt>
                <c:pt idx="1209">
                  <c:v>14.297665</c:v>
                </c:pt>
                <c:pt idx="1210">
                  <c:v>14.272385999999999</c:v>
                </c:pt>
                <c:pt idx="1211">
                  <c:v>14.262077</c:v>
                </c:pt>
                <c:pt idx="1212">
                  <c:v>14.241833</c:v>
                </c:pt>
                <c:pt idx="1213">
                  <c:v>14.24159</c:v>
                </c:pt>
                <c:pt idx="1214">
                  <c:v>14.214651</c:v>
                </c:pt>
                <c:pt idx="1215">
                  <c:v>14.211413</c:v>
                </c:pt>
                <c:pt idx="1216">
                  <c:v>14.210148</c:v>
                </c:pt>
                <c:pt idx="1217">
                  <c:v>14.19317</c:v>
                </c:pt>
                <c:pt idx="1218">
                  <c:v>14.188242000000001</c:v>
                </c:pt>
                <c:pt idx="1219">
                  <c:v>14.185498000000001</c:v>
                </c:pt>
                <c:pt idx="1220">
                  <c:v>14.174305</c:v>
                </c:pt>
                <c:pt idx="1221">
                  <c:v>14.160496</c:v>
                </c:pt>
                <c:pt idx="1222">
                  <c:v>14.1599</c:v>
                </c:pt>
                <c:pt idx="1223">
                  <c:v>14.123659999999999</c:v>
                </c:pt>
                <c:pt idx="1224">
                  <c:v>14.111606999999999</c:v>
                </c:pt>
                <c:pt idx="1225">
                  <c:v>14.105314</c:v>
                </c:pt>
                <c:pt idx="1226">
                  <c:v>14.102403000000001</c:v>
                </c:pt>
                <c:pt idx="1227">
                  <c:v>14.101165999999999</c:v>
                </c:pt>
                <c:pt idx="1228">
                  <c:v>14.093438000000001</c:v>
                </c:pt>
                <c:pt idx="1229">
                  <c:v>14.091574</c:v>
                </c:pt>
                <c:pt idx="1230">
                  <c:v>14.083107</c:v>
                </c:pt>
                <c:pt idx="1231">
                  <c:v>14.080359</c:v>
                </c:pt>
                <c:pt idx="1232">
                  <c:v>14.077631</c:v>
                </c:pt>
                <c:pt idx="1233">
                  <c:v>14.033644000000001</c:v>
                </c:pt>
                <c:pt idx="1234">
                  <c:v>14.020873999999999</c:v>
                </c:pt>
                <c:pt idx="1235">
                  <c:v>14.001968</c:v>
                </c:pt>
                <c:pt idx="1236">
                  <c:v>13.990106000000001</c:v>
                </c:pt>
                <c:pt idx="1237">
                  <c:v>13.984437</c:v>
                </c:pt>
                <c:pt idx="1238">
                  <c:v>13.960819000000001</c:v>
                </c:pt>
                <c:pt idx="1239">
                  <c:v>13.939927000000001</c:v>
                </c:pt>
                <c:pt idx="1240">
                  <c:v>13.912766</c:v>
                </c:pt>
                <c:pt idx="1241">
                  <c:v>13.902290000000001</c:v>
                </c:pt>
                <c:pt idx="1242">
                  <c:v>13.898809</c:v>
                </c:pt>
                <c:pt idx="1243">
                  <c:v>13.88679</c:v>
                </c:pt>
                <c:pt idx="1244">
                  <c:v>13.872509000000001</c:v>
                </c:pt>
                <c:pt idx="1245">
                  <c:v>13.870592</c:v>
                </c:pt>
                <c:pt idx="1246">
                  <c:v>13.862456</c:v>
                </c:pt>
                <c:pt idx="1247">
                  <c:v>13.838103</c:v>
                </c:pt>
                <c:pt idx="1248">
                  <c:v>13.825029000000001</c:v>
                </c:pt>
                <c:pt idx="1249">
                  <c:v>13.815785999999999</c:v>
                </c:pt>
                <c:pt idx="1250">
                  <c:v>13.81499</c:v>
                </c:pt>
                <c:pt idx="1251">
                  <c:v>13.811942999999999</c:v>
                </c:pt>
                <c:pt idx="1252">
                  <c:v>13.799018</c:v>
                </c:pt>
                <c:pt idx="1253">
                  <c:v>13.790234999999999</c:v>
                </c:pt>
                <c:pt idx="1254">
                  <c:v>13.787399000000001</c:v>
                </c:pt>
                <c:pt idx="1255">
                  <c:v>13.785735000000001</c:v>
                </c:pt>
                <c:pt idx="1256">
                  <c:v>13.755139</c:v>
                </c:pt>
                <c:pt idx="1257">
                  <c:v>13.752186</c:v>
                </c:pt>
                <c:pt idx="1258">
                  <c:v>13.749084</c:v>
                </c:pt>
                <c:pt idx="1259">
                  <c:v>13.730235</c:v>
                </c:pt>
                <c:pt idx="1260">
                  <c:v>13.729362999999999</c:v>
                </c:pt>
                <c:pt idx="1261">
                  <c:v>13.721609000000001</c:v>
                </c:pt>
                <c:pt idx="1262">
                  <c:v>13.720844</c:v>
                </c:pt>
                <c:pt idx="1263">
                  <c:v>13.718484</c:v>
                </c:pt>
                <c:pt idx="1264">
                  <c:v>13.685827</c:v>
                </c:pt>
                <c:pt idx="1265">
                  <c:v>13.685821000000001</c:v>
                </c:pt>
                <c:pt idx="1266">
                  <c:v>13.679748</c:v>
                </c:pt>
                <c:pt idx="1267">
                  <c:v>13.671246999999999</c:v>
                </c:pt>
                <c:pt idx="1268">
                  <c:v>13.654976</c:v>
                </c:pt>
                <c:pt idx="1269">
                  <c:v>13.631656</c:v>
                </c:pt>
                <c:pt idx="1270">
                  <c:v>13.6275</c:v>
                </c:pt>
                <c:pt idx="1271">
                  <c:v>13.627250999999999</c:v>
                </c:pt>
                <c:pt idx="1272">
                  <c:v>13.625627</c:v>
                </c:pt>
                <c:pt idx="1273">
                  <c:v>13.611117</c:v>
                </c:pt>
                <c:pt idx="1274">
                  <c:v>13.609722</c:v>
                </c:pt>
                <c:pt idx="1275">
                  <c:v>13.604297000000001</c:v>
                </c:pt>
                <c:pt idx="1276">
                  <c:v>13.601978000000001</c:v>
                </c:pt>
                <c:pt idx="1277">
                  <c:v>13.580913000000001</c:v>
                </c:pt>
                <c:pt idx="1278">
                  <c:v>13.569644</c:v>
                </c:pt>
                <c:pt idx="1279">
                  <c:v>13.535394</c:v>
                </c:pt>
                <c:pt idx="1280">
                  <c:v>13.531354</c:v>
                </c:pt>
                <c:pt idx="1281">
                  <c:v>13.524293999999999</c:v>
                </c:pt>
                <c:pt idx="1282">
                  <c:v>13.523801000000001</c:v>
                </c:pt>
                <c:pt idx="1283">
                  <c:v>13.504115000000001</c:v>
                </c:pt>
                <c:pt idx="1284">
                  <c:v>13.497197999999999</c:v>
                </c:pt>
                <c:pt idx="1285">
                  <c:v>13.488859</c:v>
                </c:pt>
                <c:pt idx="1286">
                  <c:v>13.485063999999999</c:v>
                </c:pt>
                <c:pt idx="1287">
                  <c:v>13.473190000000001</c:v>
                </c:pt>
                <c:pt idx="1288">
                  <c:v>13.465818000000001</c:v>
                </c:pt>
                <c:pt idx="1289">
                  <c:v>13.460872</c:v>
                </c:pt>
                <c:pt idx="1290">
                  <c:v>13.457558000000001</c:v>
                </c:pt>
                <c:pt idx="1291">
                  <c:v>13.451708999999999</c:v>
                </c:pt>
                <c:pt idx="1292">
                  <c:v>13.443334999999999</c:v>
                </c:pt>
                <c:pt idx="1293">
                  <c:v>13.439994</c:v>
                </c:pt>
                <c:pt idx="1294">
                  <c:v>13.437594000000001</c:v>
                </c:pt>
                <c:pt idx="1295">
                  <c:v>13.431495999999999</c:v>
                </c:pt>
                <c:pt idx="1296">
                  <c:v>13.383134999999999</c:v>
                </c:pt>
                <c:pt idx="1297">
                  <c:v>13.374622</c:v>
                </c:pt>
                <c:pt idx="1298">
                  <c:v>13.372534999999999</c:v>
                </c:pt>
                <c:pt idx="1299">
                  <c:v>13.357229</c:v>
                </c:pt>
                <c:pt idx="1300">
                  <c:v>13.343059</c:v>
                </c:pt>
                <c:pt idx="1301">
                  <c:v>13.339546</c:v>
                </c:pt>
                <c:pt idx="1302">
                  <c:v>13.336743</c:v>
                </c:pt>
                <c:pt idx="1303">
                  <c:v>13.313685</c:v>
                </c:pt>
                <c:pt idx="1304">
                  <c:v>13.294758</c:v>
                </c:pt>
                <c:pt idx="1305">
                  <c:v>13.293253</c:v>
                </c:pt>
                <c:pt idx="1306">
                  <c:v>13.288739</c:v>
                </c:pt>
                <c:pt idx="1307">
                  <c:v>13.255001999999999</c:v>
                </c:pt>
                <c:pt idx="1308">
                  <c:v>13.252533</c:v>
                </c:pt>
                <c:pt idx="1309">
                  <c:v>13.248139</c:v>
                </c:pt>
                <c:pt idx="1310">
                  <c:v>13.238474999999999</c:v>
                </c:pt>
                <c:pt idx="1311">
                  <c:v>13.210656999999999</c:v>
                </c:pt>
                <c:pt idx="1312">
                  <c:v>13.195425</c:v>
                </c:pt>
                <c:pt idx="1313">
                  <c:v>13.187445</c:v>
                </c:pt>
                <c:pt idx="1314">
                  <c:v>13.170852</c:v>
                </c:pt>
                <c:pt idx="1315">
                  <c:v>13.170688</c:v>
                </c:pt>
                <c:pt idx="1316">
                  <c:v>13.145322</c:v>
                </c:pt>
                <c:pt idx="1317">
                  <c:v>13.125109999999999</c:v>
                </c:pt>
                <c:pt idx="1318">
                  <c:v>13.098610000000001</c:v>
                </c:pt>
                <c:pt idx="1319">
                  <c:v>13.096671000000001</c:v>
                </c:pt>
                <c:pt idx="1320">
                  <c:v>13.093394999999999</c:v>
                </c:pt>
                <c:pt idx="1321">
                  <c:v>13.077586999999999</c:v>
                </c:pt>
                <c:pt idx="1322">
                  <c:v>13.036889</c:v>
                </c:pt>
                <c:pt idx="1323">
                  <c:v>13.033827</c:v>
                </c:pt>
                <c:pt idx="1324">
                  <c:v>13.015045000000001</c:v>
                </c:pt>
                <c:pt idx="1325">
                  <c:v>13.013612999999999</c:v>
                </c:pt>
                <c:pt idx="1326">
                  <c:v>13.001621</c:v>
                </c:pt>
                <c:pt idx="1327">
                  <c:v>12.976642</c:v>
                </c:pt>
                <c:pt idx="1328">
                  <c:v>12.931953</c:v>
                </c:pt>
                <c:pt idx="1329">
                  <c:v>12.906219</c:v>
                </c:pt>
                <c:pt idx="1330">
                  <c:v>12.905701000000001</c:v>
                </c:pt>
                <c:pt idx="1331">
                  <c:v>12.904579999999999</c:v>
                </c:pt>
                <c:pt idx="1332">
                  <c:v>12.889101</c:v>
                </c:pt>
                <c:pt idx="1333">
                  <c:v>12.884817999999999</c:v>
                </c:pt>
                <c:pt idx="1334">
                  <c:v>12.883759</c:v>
                </c:pt>
                <c:pt idx="1335">
                  <c:v>12.835205999999999</c:v>
                </c:pt>
                <c:pt idx="1336">
                  <c:v>12.833940999999999</c:v>
                </c:pt>
                <c:pt idx="1337">
                  <c:v>12.822803</c:v>
                </c:pt>
                <c:pt idx="1338">
                  <c:v>12.81978</c:v>
                </c:pt>
                <c:pt idx="1339">
                  <c:v>12.801845999999999</c:v>
                </c:pt>
                <c:pt idx="1340">
                  <c:v>12.794622</c:v>
                </c:pt>
                <c:pt idx="1341">
                  <c:v>12.787554</c:v>
                </c:pt>
                <c:pt idx="1342">
                  <c:v>12.779684</c:v>
                </c:pt>
                <c:pt idx="1343">
                  <c:v>12.770579</c:v>
                </c:pt>
                <c:pt idx="1344">
                  <c:v>12.76732</c:v>
                </c:pt>
                <c:pt idx="1345">
                  <c:v>12.760897</c:v>
                </c:pt>
                <c:pt idx="1346">
                  <c:v>12.733775</c:v>
                </c:pt>
                <c:pt idx="1347">
                  <c:v>12.729129</c:v>
                </c:pt>
                <c:pt idx="1348">
                  <c:v>12.723027999999999</c:v>
                </c:pt>
                <c:pt idx="1349">
                  <c:v>12.694518</c:v>
                </c:pt>
                <c:pt idx="1350">
                  <c:v>12.692385</c:v>
                </c:pt>
                <c:pt idx="1351">
                  <c:v>12.689109</c:v>
                </c:pt>
                <c:pt idx="1352">
                  <c:v>12.671094</c:v>
                </c:pt>
                <c:pt idx="1353">
                  <c:v>12.658836000000001</c:v>
                </c:pt>
                <c:pt idx="1354">
                  <c:v>12.657391000000001</c:v>
                </c:pt>
                <c:pt idx="1355">
                  <c:v>12.651467</c:v>
                </c:pt>
                <c:pt idx="1356">
                  <c:v>12.650410000000001</c:v>
                </c:pt>
                <c:pt idx="1357">
                  <c:v>12.637995</c:v>
                </c:pt>
                <c:pt idx="1358">
                  <c:v>12.634274</c:v>
                </c:pt>
                <c:pt idx="1359">
                  <c:v>12.607491</c:v>
                </c:pt>
                <c:pt idx="1360">
                  <c:v>12.573892000000001</c:v>
                </c:pt>
                <c:pt idx="1361">
                  <c:v>12.572495</c:v>
                </c:pt>
                <c:pt idx="1362">
                  <c:v>12.568191000000001</c:v>
                </c:pt>
                <c:pt idx="1363">
                  <c:v>12.547563</c:v>
                </c:pt>
                <c:pt idx="1364">
                  <c:v>12.540380000000001</c:v>
                </c:pt>
                <c:pt idx="1365">
                  <c:v>12.529852999999999</c:v>
                </c:pt>
                <c:pt idx="1366">
                  <c:v>12.529078</c:v>
                </c:pt>
                <c:pt idx="1367">
                  <c:v>12.528335999999999</c:v>
                </c:pt>
                <c:pt idx="1368">
                  <c:v>12.518478999999999</c:v>
                </c:pt>
                <c:pt idx="1369">
                  <c:v>12.477012</c:v>
                </c:pt>
                <c:pt idx="1370">
                  <c:v>12.475056</c:v>
                </c:pt>
                <c:pt idx="1371">
                  <c:v>12.433700999999999</c:v>
                </c:pt>
                <c:pt idx="1372">
                  <c:v>12.424182</c:v>
                </c:pt>
                <c:pt idx="1373">
                  <c:v>12.419805999999999</c:v>
                </c:pt>
                <c:pt idx="1374">
                  <c:v>12.419473999999999</c:v>
                </c:pt>
                <c:pt idx="1375">
                  <c:v>12.416214999999999</c:v>
                </c:pt>
                <c:pt idx="1376">
                  <c:v>12.415858</c:v>
                </c:pt>
                <c:pt idx="1377">
                  <c:v>12.415309000000001</c:v>
                </c:pt>
                <c:pt idx="1378">
                  <c:v>12.412782999999999</c:v>
                </c:pt>
                <c:pt idx="1379">
                  <c:v>12.347483</c:v>
                </c:pt>
                <c:pt idx="1380">
                  <c:v>12.325122</c:v>
                </c:pt>
                <c:pt idx="1381">
                  <c:v>12.321246</c:v>
                </c:pt>
                <c:pt idx="1382">
                  <c:v>12.319188</c:v>
                </c:pt>
                <c:pt idx="1383">
                  <c:v>12.303696</c:v>
                </c:pt>
                <c:pt idx="1384">
                  <c:v>12.274143</c:v>
                </c:pt>
                <c:pt idx="1385">
                  <c:v>12.263534999999999</c:v>
                </c:pt>
                <c:pt idx="1386">
                  <c:v>12.26271</c:v>
                </c:pt>
                <c:pt idx="1387">
                  <c:v>12.260769</c:v>
                </c:pt>
                <c:pt idx="1388">
                  <c:v>12.226362999999999</c:v>
                </c:pt>
                <c:pt idx="1389">
                  <c:v>12.219151999999999</c:v>
                </c:pt>
                <c:pt idx="1390">
                  <c:v>12.203151999999999</c:v>
                </c:pt>
                <c:pt idx="1391">
                  <c:v>12.189632</c:v>
                </c:pt>
                <c:pt idx="1392">
                  <c:v>12.188573</c:v>
                </c:pt>
                <c:pt idx="1393">
                  <c:v>12.17271</c:v>
                </c:pt>
                <c:pt idx="1394">
                  <c:v>12.163906000000001</c:v>
                </c:pt>
                <c:pt idx="1395">
                  <c:v>12.156487</c:v>
                </c:pt>
                <c:pt idx="1396">
                  <c:v>12.153184</c:v>
                </c:pt>
                <c:pt idx="1397">
                  <c:v>12.122305000000001</c:v>
                </c:pt>
                <c:pt idx="1398">
                  <c:v>12.103301</c:v>
                </c:pt>
                <c:pt idx="1399">
                  <c:v>12.08764</c:v>
                </c:pt>
                <c:pt idx="1400">
                  <c:v>12.079613</c:v>
                </c:pt>
                <c:pt idx="1401">
                  <c:v>12.077756000000001</c:v>
                </c:pt>
                <c:pt idx="1402">
                  <c:v>12.061685000000001</c:v>
                </c:pt>
                <c:pt idx="1403">
                  <c:v>12.052735</c:v>
                </c:pt>
                <c:pt idx="1404">
                  <c:v>12.037171000000001</c:v>
                </c:pt>
                <c:pt idx="1405">
                  <c:v>12.035831</c:v>
                </c:pt>
                <c:pt idx="1406">
                  <c:v>12.019881</c:v>
                </c:pt>
                <c:pt idx="1407">
                  <c:v>12.009859000000001</c:v>
                </c:pt>
                <c:pt idx="1408">
                  <c:v>11.970140000000001</c:v>
                </c:pt>
                <c:pt idx="1409">
                  <c:v>11.95711</c:v>
                </c:pt>
                <c:pt idx="1410">
                  <c:v>11.945039</c:v>
                </c:pt>
                <c:pt idx="1411">
                  <c:v>11.927225</c:v>
                </c:pt>
                <c:pt idx="1412">
                  <c:v>11.906148999999999</c:v>
                </c:pt>
                <c:pt idx="1413">
                  <c:v>11.892681</c:v>
                </c:pt>
                <c:pt idx="1414">
                  <c:v>11.891632</c:v>
                </c:pt>
                <c:pt idx="1415">
                  <c:v>11.871827</c:v>
                </c:pt>
                <c:pt idx="1416">
                  <c:v>11.870188000000001</c:v>
                </c:pt>
                <c:pt idx="1417">
                  <c:v>11.854537000000001</c:v>
                </c:pt>
                <c:pt idx="1418">
                  <c:v>11.83896</c:v>
                </c:pt>
                <c:pt idx="1419">
                  <c:v>11.837852</c:v>
                </c:pt>
                <c:pt idx="1420">
                  <c:v>11.813594</c:v>
                </c:pt>
                <c:pt idx="1421">
                  <c:v>11.810188999999999</c:v>
                </c:pt>
                <c:pt idx="1422">
                  <c:v>11.808116</c:v>
                </c:pt>
                <c:pt idx="1423">
                  <c:v>11.805481</c:v>
                </c:pt>
                <c:pt idx="1424">
                  <c:v>11.78523</c:v>
                </c:pt>
                <c:pt idx="1425">
                  <c:v>11.770001000000001</c:v>
                </c:pt>
                <c:pt idx="1426">
                  <c:v>11.764533999999999</c:v>
                </c:pt>
                <c:pt idx="1427">
                  <c:v>11.757546</c:v>
                </c:pt>
                <c:pt idx="1428">
                  <c:v>11.756861000000001</c:v>
                </c:pt>
                <c:pt idx="1429">
                  <c:v>11.755011</c:v>
                </c:pt>
                <c:pt idx="1430">
                  <c:v>11.749043</c:v>
                </c:pt>
                <c:pt idx="1431">
                  <c:v>11.742464</c:v>
                </c:pt>
                <c:pt idx="1432">
                  <c:v>11.737081</c:v>
                </c:pt>
                <c:pt idx="1433">
                  <c:v>11.721686</c:v>
                </c:pt>
                <c:pt idx="1434">
                  <c:v>11.708506</c:v>
                </c:pt>
                <c:pt idx="1435">
                  <c:v>11.691926</c:v>
                </c:pt>
                <c:pt idx="1436">
                  <c:v>11.67961</c:v>
                </c:pt>
                <c:pt idx="1437">
                  <c:v>11.668072</c:v>
                </c:pt>
                <c:pt idx="1438">
                  <c:v>11.652232</c:v>
                </c:pt>
                <c:pt idx="1439">
                  <c:v>11.651235</c:v>
                </c:pt>
                <c:pt idx="1440">
                  <c:v>11.650084</c:v>
                </c:pt>
                <c:pt idx="1441">
                  <c:v>11.627254000000001</c:v>
                </c:pt>
                <c:pt idx="1442">
                  <c:v>11.627212999999999</c:v>
                </c:pt>
                <c:pt idx="1443">
                  <c:v>11.602062999999999</c:v>
                </c:pt>
                <c:pt idx="1444">
                  <c:v>11.600466000000001</c:v>
                </c:pt>
                <c:pt idx="1445">
                  <c:v>11.589441000000001</c:v>
                </c:pt>
                <c:pt idx="1446">
                  <c:v>11.578711999999999</c:v>
                </c:pt>
                <c:pt idx="1447">
                  <c:v>11.577529999999999</c:v>
                </c:pt>
                <c:pt idx="1448">
                  <c:v>11.560017999999999</c:v>
                </c:pt>
                <c:pt idx="1449">
                  <c:v>11.551579</c:v>
                </c:pt>
                <c:pt idx="1450">
                  <c:v>11.541358000000001</c:v>
                </c:pt>
                <c:pt idx="1451">
                  <c:v>11.534951</c:v>
                </c:pt>
                <c:pt idx="1452">
                  <c:v>11.51862</c:v>
                </c:pt>
                <c:pt idx="1453">
                  <c:v>11.472678</c:v>
                </c:pt>
                <c:pt idx="1454">
                  <c:v>11.463448</c:v>
                </c:pt>
                <c:pt idx="1455">
                  <c:v>11.462402000000001</c:v>
                </c:pt>
                <c:pt idx="1456">
                  <c:v>11.462292</c:v>
                </c:pt>
                <c:pt idx="1457">
                  <c:v>11.458282000000001</c:v>
                </c:pt>
                <c:pt idx="1458">
                  <c:v>11.450441</c:v>
                </c:pt>
                <c:pt idx="1459">
                  <c:v>11.426024999999999</c:v>
                </c:pt>
                <c:pt idx="1460">
                  <c:v>11.394878</c:v>
                </c:pt>
                <c:pt idx="1461">
                  <c:v>11.390643000000001</c:v>
                </c:pt>
                <c:pt idx="1462">
                  <c:v>11.365197999999999</c:v>
                </c:pt>
                <c:pt idx="1463">
                  <c:v>11.363832</c:v>
                </c:pt>
                <c:pt idx="1464">
                  <c:v>11.362895999999999</c:v>
                </c:pt>
                <c:pt idx="1465">
                  <c:v>11.358954000000001</c:v>
                </c:pt>
                <c:pt idx="1466">
                  <c:v>11.358675</c:v>
                </c:pt>
                <c:pt idx="1467">
                  <c:v>11.358314999999999</c:v>
                </c:pt>
                <c:pt idx="1468">
                  <c:v>11.353285</c:v>
                </c:pt>
                <c:pt idx="1469">
                  <c:v>11.352907</c:v>
                </c:pt>
                <c:pt idx="1470">
                  <c:v>11.347080999999999</c:v>
                </c:pt>
                <c:pt idx="1471">
                  <c:v>11.319712000000001</c:v>
                </c:pt>
                <c:pt idx="1472">
                  <c:v>11.310689999999999</c:v>
                </c:pt>
                <c:pt idx="1473">
                  <c:v>11.288071</c:v>
                </c:pt>
                <c:pt idx="1474">
                  <c:v>11.282149</c:v>
                </c:pt>
                <c:pt idx="1475">
                  <c:v>11.260821</c:v>
                </c:pt>
                <c:pt idx="1476">
                  <c:v>11.260071</c:v>
                </c:pt>
                <c:pt idx="1477">
                  <c:v>11.259876999999999</c:v>
                </c:pt>
                <c:pt idx="1478">
                  <c:v>11.250123</c:v>
                </c:pt>
                <c:pt idx="1479">
                  <c:v>11.246574000000001</c:v>
                </c:pt>
                <c:pt idx="1480">
                  <c:v>11.22481</c:v>
                </c:pt>
                <c:pt idx="1481">
                  <c:v>11.221429000000001</c:v>
                </c:pt>
                <c:pt idx="1482">
                  <c:v>11.217999000000001</c:v>
                </c:pt>
                <c:pt idx="1483">
                  <c:v>11.181894</c:v>
                </c:pt>
                <c:pt idx="1484">
                  <c:v>11.179119999999999</c:v>
                </c:pt>
                <c:pt idx="1485">
                  <c:v>11.162072999999999</c:v>
                </c:pt>
                <c:pt idx="1486">
                  <c:v>11.158182</c:v>
                </c:pt>
                <c:pt idx="1487">
                  <c:v>11.151636</c:v>
                </c:pt>
                <c:pt idx="1488">
                  <c:v>11.151362000000001</c:v>
                </c:pt>
                <c:pt idx="1489">
                  <c:v>11.149248999999999</c:v>
                </c:pt>
                <c:pt idx="1490">
                  <c:v>11.148501</c:v>
                </c:pt>
                <c:pt idx="1491">
                  <c:v>11.117476999999999</c:v>
                </c:pt>
                <c:pt idx="1492">
                  <c:v>11.098428</c:v>
                </c:pt>
                <c:pt idx="1493">
                  <c:v>11.094049</c:v>
                </c:pt>
                <c:pt idx="1494">
                  <c:v>11.08004</c:v>
                </c:pt>
                <c:pt idx="1495">
                  <c:v>11.078239999999999</c:v>
                </c:pt>
                <c:pt idx="1496">
                  <c:v>11.072533</c:v>
                </c:pt>
                <c:pt idx="1497">
                  <c:v>11.070277000000001</c:v>
                </c:pt>
                <c:pt idx="1498">
                  <c:v>11.064582</c:v>
                </c:pt>
                <c:pt idx="1499">
                  <c:v>11.062877</c:v>
                </c:pt>
                <c:pt idx="1500">
                  <c:v>11.060851</c:v>
                </c:pt>
                <c:pt idx="1501">
                  <c:v>11.051506</c:v>
                </c:pt>
                <c:pt idx="1502">
                  <c:v>11.049942</c:v>
                </c:pt>
                <c:pt idx="1503">
                  <c:v>11.049538</c:v>
                </c:pt>
                <c:pt idx="1504">
                  <c:v>11.043462</c:v>
                </c:pt>
                <c:pt idx="1505">
                  <c:v>11.021737999999999</c:v>
                </c:pt>
                <c:pt idx="1506">
                  <c:v>11.018017</c:v>
                </c:pt>
                <c:pt idx="1507">
                  <c:v>11.008562</c:v>
                </c:pt>
                <c:pt idx="1508">
                  <c:v>11.000311999999999</c:v>
                </c:pt>
                <c:pt idx="1509">
                  <c:v>10.998089</c:v>
                </c:pt>
                <c:pt idx="1510">
                  <c:v>10.992315</c:v>
                </c:pt>
                <c:pt idx="1511">
                  <c:v>10.983221</c:v>
                </c:pt>
                <c:pt idx="1512">
                  <c:v>10.980478</c:v>
                </c:pt>
                <c:pt idx="1513">
                  <c:v>10.975349</c:v>
                </c:pt>
                <c:pt idx="1514">
                  <c:v>10.973812000000001</c:v>
                </c:pt>
                <c:pt idx="1515">
                  <c:v>10.971869</c:v>
                </c:pt>
                <c:pt idx="1516">
                  <c:v>10.962901</c:v>
                </c:pt>
                <c:pt idx="1517">
                  <c:v>10.95682</c:v>
                </c:pt>
                <c:pt idx="1518">
                  <c:v>10.935053999999999</c:v>
                </c:pt>
                <c:pt idx="1519">
                  <c:v>10.922311000000001</c:v>
                </c:pt>
                <c:pt idx="1520">
                  <c:v>10.906696999999999</c:v>
                </c:pt>
                <c:pt idx="1521">
                  <c:v>10.888323</c:v>
                </c:pt>
                <c:pt idx="1522">
                  <c:v>10.885451</c:v>
                </c:pt>
                <c:pt idx="1523">
                  <c:v>10.876950000000001</c:v>
                </c:pt>
                <c:pt idx="1524">
                  <c:v>10.872484</c:v>
                </c:pt>
                <c:pt idx="1525">
                  <c:v>10.865207</c:v>
                </c:pt>
                <c:pt idx="1526">
                  <c:v>10.864457</c:v>
                </c:pt>
                <c:pt idx="1527">
                  <c:v>10.848883000000001</c:v>
                </c:pt>
                <c:pt idx="1528">
                  <c:v>10.824676</c:v>
                </c:pt>
                <c:pt idx="1529">
                  <c:v>10.82137</c:v>
                </c:pt>
                <c:pt idx="1530">
                  <c:v>10.817116</c:v>
                </c:pt>
                <c:pt idx="1531">
                  <c:v>10.814601</c:v>
                </c:pt>
                <c:pt idx="1532">
                  <c:v>10.801895</c:v>
                </c:pt>
                <c:pt idx="1533">
                  <c:v>10.791954</c:v>
                </c:pt>
                <c:pt idx="1534">
                  <c:v>10.783715000000001</c:v>
                </c:pt>
                <c:pt idx="1535">
                  <c:v>10.775931999999999</c:v>
                </c:pt>
                <c:pt idx="1536">
                  <c:v>10.761069000000001</c:v>
                </c:pt>
                <c:pt idx="1537">
                  <c:v>10.744457000000001</c:v>
                </c:pt>
                <c:pt idx="1538">
                  <c:v>10.738597</c:v>
                </c:pt>
                <c:pt idx="1539">
                  <c:v>10.734465999999999</c:v>
                </c:pt>
                <c:pt idx="1540">
                  <c:v>10.684205</c:v>
                </c:pt>
                <c:pt idx="1541">
                  <c:v>10.662801</c:v>
                </c:pt>
                <c:pt idx="1542">
                  <c:v>10.652435000000001</c:v>
                </c:pt>
                <c:pt idx="1543">
                  <c:v>10.643188</c:v>
                </c:pt>
                <c:pt idx="1544">
                  <c:v>10.639421</c:v>
                </c:pt>
                <c:pt idx="1545">
                  <c:v>10.633044</c:v>
                </c:pt>
                <c:pt idx="1546">
                  <c:v>10.591385000000001</c:v>
                </c:pt>
                <c:pt idx="1547">
                  <c:v>10.575177999999999</c:v>
                </c:pt>
                <c:pt idx="1548">
                  <c:v>10.573786</c:v>
                </c:pt>
                <c:pt idx="1549">
                  <c:v>10.560632999999999</c:v>
                </c:pt>
                <c:pt idx="1550">
                  <c:v>10.545629999999999</c:v>
                </c:pt>
                <c:pt idx="1551">
                  <c:v>10.545317000000001</c:v>
                </c:pt>
                <c:pt idx="1552">
                  <c:v>10.533329</c:v>
                </c:pt>
                <c:pt idx="1553">
                  <c:v>10.525183999999999</c:v>
                </c:pt>
                <c:pt idx="1554">
                  <c:v>10.522532999999999</c:v>
                </c:pt>
                <c:pt idx="1555">
                  <c:v>10.516911</c:v>
                </c:pt>
                <c:pt idx="1556">
                  <c:v>10.500698</c:v>
                </c:pt>
                <c:pt idx="1557">
                  <c:v>10.489418000000001</c:v>
                </c:pt>
                <c:pt idx="1558">
                  <c:v>10.478047999999999</c:v>
                </c:pt>
                <c:pt idx="1559">
                  <c:v>10.472322</c:v>
                </c:pt>
                <c:pt idx="1560">
                  <c:v>10.458909999999999</c:v>
                </c:pt>
                <c:pt idx="1561">
                  <c:v>10.455142</c:v>
                </c:pt>
                <c:pt idx="1562">
                  <c:v>10.450538999999999</c:v>
                </c:pt>
                <c:pt idx="1563">
                  <c:v>10.443832</c:v>
                </c:pt>
                <c:pt idx="1564">
                  <c:v>10.422791</c:v>
                </c:pt>
                <c:pt idx="1565">
                  <c:v>10.41888</c:v>
                </c:pt>
                <c:pt idx="1566">
                  <c:v>10.407632</c:v>
                </c:pt>
                <c:pt idx="1567">
                  <c:v>10.403577</c:v>
                </c:pt>
                <c:pt idx="1568">
                  <c:v>10.377236999999999</c:v>
                </c:pt>
                <c:pt idx="1569">
                  <c:v>10.365845</c:v>
                </c:pt>
                <c:pt idx="1570">
                  <c:v>10.36337</c:v>
                </c:pt>
                <c:pt idx="1571">
                  <c:v>10.357492000000001</c:v>
                </c:pt>
                <c:pt idx="1572">
                  <c:v>10.357449000000001</c:v>
                </c:pt>
                <c:pt idx="1573">
                  <c:v>10.342196</c:v>
                </c:pt>
                <c:pt idx="1574">
                  <c:v>10.340104</c:v>
                </c:pt>
                <c:pt idx="1575">
                  <c:v>10.328754</c:v>
                </c:pt>
                <c:pt idx="1576">
                  <c:v>10.328576999999999</c:v>
                </c:pt>
                <c:pt idx="1577">
                  <c:v>10.316857000000001</c:v>
                </c:pt>
                <c:pt idx="1578">
                  <c:v>10.314717</c:v>
                </c:pt>
                <c:pt idx="1579">
                  <c:v>10.296646000000001</c:v>
                </c:pt>
                <c:pt idx="1580">
                  <c:v>10.295617</c:v>
                </c:pt>
                <c:pt idx="1581">
                  <c:v>10.290526</c:v>
                </c:pt>
                <c:pt idx="1582">
                  <c:v>10.288629999999999</c:v>
                </c:pt>
                <c:pt idx="1583">
                  <c:v>10.283015000000001</c:v>
                </c:pt>
                <c:pt idx="1584">
                  <c:v>10.273649000000001</c:v>
                </c:pt>
                <c:pt idx="1585">
                  <c:v>10.258131000000001</c:v>
                </c:pt>
                <c:pt idx="1586">
                  <c:v>10.251339</c:v>
                </c:pt>
                <c:pt idx="1587">
                  <c:v>10.245644</c:v>
                </c:pt>
                <c:pt idx="1588">
                  <c:v>10.244994</c:v>
                </c:pt>
                <c:pt idx="1589">
                  <c:v>10.226660000000001</c:v>
                </c:pt>
                <c:pt idx="1590">
                  <c:v>10.223660000000001</c:v>
                </c:pt>
                <c:pt idx="1591">
                  <c:v>10.20214</c:v>
                </c:pt>
                <c:pt idx="1592">
                  <c:v>10.174942</c:v>
                </c:pt>
                <c:pt idx="1593">
                  <c:v>10.170019</c:v>
                </c:pt>
                <c:pt idx="1594">
                  <c:v>10.132466000000001</c:v>
                </c:pt>
                <c:pt idx="1595">
                  <c:v>10.127345</c:v>
                </c:pt>
                <c:pt idx="1596">
                  <c:v>10.122754</c:v>
                </c:pt>
                <c:pt idx="1597">
                  <c:v>10.1023</c:v>
                </c:pt>
                <c:pt idx="1598">
                  <c:v>10.099698999999999</c:v>
                </c:pt>
                <c:pt idx="1599">
                  <c:v>10.098865</c:v>
                </c:pt>
                <c:pt idx="1600">
                  <c:v>10.076511999999999</c:v>
                </c:pt>
                <c:pt idx="1601">
                  <c:v>10.075696000000001</c:v>
                </c:pt>
                <c:pt idx="1602">
                  <c:v>10.064665</c:v>
                </c:pt>
                <c:pt idx="1603">
                  <c:v>10.042323</c:v>
                </c:pt>
                <c:pt idx="1604">
                  <c:v>10.041587</c:v>
                </c:pt>
                <c:pt idx="1605">
                  <c:v>10.033163999999999</c:v>
                </c:pt>
                <c:pt idx="1606">
                  <c:v>10.028872</c:v>
                </c:pt>
                <c:pt idx="1607">
                  <c:v>10.005264</c:v>
                </c:pt>
                <c:pt idx="1608">
                  <c:v>9.9899816999999995</c:v>
                </c:pt>
                <c:pt idx="1609">
                  <c:v>9.9544715999999998</c:v>
                </c:pt>
                <c:pt idx="1610">
                  <c:v>9.9499931000000004</c:v>
                </c:pt>
                <c:pt idx="1611">
                  <c:v>9.8788443000000008</c:v>
                </c:pt>
                <c:pt idx="1612">
                  <c:v>9.8787804000000001</c:v>
                </c:pt>
                <c:pt idx="1613">
                  <c:v>9.8721999999999994</c:v>
                </c:pt>
                <c:pt idx="1614">
                  <c:v>9.8663644999999995</c:v>
                </c:pt>
                <c:pt idx="1615">
                  <c:v>9.8468981000000007</c:v>
                </c:pt>
                <c:pt idx="1616">
                  <c:v>9.8390874999999998</c:v>
                </c:pt>
                <c:pt idx="1617">
                  <c:v>9.8268184999999999</c:v>
                </c:pt>
                <c:pt idx="1618">
                  <c:v>9.8240528000000005</c:v>
                </c:pt>
                <c:pt idx="1619">
                  <c:v>9.8124970999999999</c:v>
                </c:pt>
                <c:pt idx="1620">
                  <c:v>9.7990359999999992</c:v>
                </c:pt>
                <c:pt idx="1621">
                  <c:v>9.7838516000000002</c:v>
                </c:pt>
                <c:pt idx="1622">
                  <c:v>9.7777214000000008</c:v>
                </c:pt>
                <c:pt idx="1623">
                  <c:v>9.7758903999999998</c:v>
                </c:pt>
                <c:pt idx="1624">
                  <c:v>9.7694139</c:v>
                </c:pt>
                <c:pt idx="1625">
                  <c:v>9.7587051000000002</c:v>
                </c:pt>
                <c:pt idx="1626">
                  <c:v>9.7449255000000008</c:v>
                </c:pt>
                <c:pt idx="1627">
                  <c:v>9.7448329999999999</c:v>
                </c:pt>
                <c:pt idx="1628">
                  <c:v>9.7103538999999994</c:v>
                </c:pt>
                <c:pt idx="1629">
                  <c:v>9.7010193000000005</c:v>
                </c:pt>
                <c:pt idx="1630">
                  <c:v>9.6935377000000003</c:v>
                </c:pt>
                <c:pt idx="1631">
                  <c:v>9.6917609999999996</c:v>
                </c:pt>
                <c:pt idx="1632">
                  <c:v>9.6843739000000006</c:v>
                </c:pt>
                <c:pt idx="1633">
                  <c:v>9.6672934999999995</c:v>
                </c:pt>
                <c:pt idx="1634">
                  <c:v>9.6651764</c:v>
                </c:pt>
                <c:pt idx="1635">
                  <c:v>9.6442318</c:v>
                </c:pt>
                <c:pt idx="1636">
                  <c:v>9.6434212000000006</c:v>
                </c:pt>
                <c:pt idx="1637">
                  <c:v>9.642004</c:v>
                </c:pt>
                <c:pt idx="1638">
                  <c:v>9.6334505000000004</c:v>
                </c:pt>
                <c:pt idx="1639">
                  <c:v>9.6303377000000001</c:v>
                </c:pt>
                <c:pt idx="1640">
                  <c:v>9.6129665000000006</c:v>
                </c:pt>
                <c:pt idx="1641">
                  <c:v>9.6057673000000001</c:v>
                </c:pt>
                <c:pt idx="1642">
                  <c:v>9.5950012000000005</c:v>
                </c:pt>
                <c:pt idx="1643">
                  <c:v>9.5885086000000008</c:v>
                </c:pt>
                <c:pt idx="1644">
                  <c:v>9.5608930999999995</c:v>
                </c:pt>
                <c:pt idx="1645">
                  <c:v>9.5598431000000001</c:v>
                </c:pt>
                <c:pt idx="1646">
                  <c:v>9.5494356000000007</c:v>
                </c:pt>
                <c:pt idx="1647">
                  <c:v>9.5473108</c:v>
                </c:pt>
                <c:pt idx="1648">
                  <c:v>9.5143614000000003</c:v>
                </c:pt>
                <c:pt idx="1649">
                  <c:v>9.5073252000000004</c:v>
                </c:pt>
                <c:pt idx="1650">
                  <c:v>9.5012503000000006</c:v>
                </c:pt>
                <c:pt idx="1651">
                  <c:v>9.4899158000000003</c:v>
                </c:pt>
                <c:pt idx="1652">
                  <c:v>9.4891004999999993</c:v>
                </c:pt>
                <c:pt idx="1653">
                  <c:v>9.4823474999999995</c:v>
                </c:pt>
                <c:pt idx="1654">
                  <c:v>9.4593533999999995</c:v>
                </c:pt>
                <c:pt idx="1655">
                  <c:v>9.4543867000000006</c:v>
                </c:pt>
                <c:pt idx="1656">
                  <c:v>9.4420128000000005</c:v>
                </c:pt>
                <c:pt idx="1657">
                  <c:v>9.4353522999999999</c:v>
                </c:pt>
                <c:pt idx="1658">
                  <c:v>9.4232750000000003</c:v>
                </c:pt>
                <c:pt idx="1659">
                  <c:v>9.4192523999999995</c:v>
                </c:pt>
                <c:pt idx="1660">
                  <c:v>9.4187774999999991</c:v>
                </c:pt>
                <c:pt idx="1661">
                  <c:v>9.4172440000000002</c:v>
                </c:pt>
                <c:pt idx="1662">
                  <c:v>9.4155549999999995</c:v>
                </c:pt>
                <c:pt idx="1663">
                  <c:v>9.4084663000000006</c:v>
                </c:pt>
                <c:pt idx="1664">
                  <c:v>9.4071808000000008</c:v>
                </c:pt>
                <c:pt idx="1665">
                  <c:v>9.3885479000000007</c:v>
                </c:pt>
                <c:pt idx="1666">
                  <c:v>9.3669262</c:v>
                </c:pt>
                <c:pt idx="1667">
                  <c:v>9.3668537000000001</c:v>
                </c:pt>
                <c:pt idx="1668">
                  <c:v>9.3637294999999998</c:v>
                </c:pt>
                <c:pt idx="1669">
                  <c:v>9.3579711999999997</c:v>
                </c:pt>
                <c:pt idx="1670">
                  <c:v>9.3556270999999995</c:v>
                </c:pt>
                <c:pt idx="1671">
                  <c:v>9.3501682000000006</c:v>
                </c:pt>
                <c:pt idx="1672">
                  <c:v>9.3500595000000004</c:v>
                </c:pt>
                <c:pt idx="1673">
                  <c:v>9.3464326999999994</c:v>
                </c:pt>
                <c:pt idx="1674">
                  <c:v>9.2958745999999994</c:v>
                </c:pt>
                <c:pt idx="1675">
                  <c:v>9.2943505999999996</c:v>
                </c:pt>
                <c:pt idx="1676">
                  <c:v>9.2926921999999994</c:v>
                </c:pt>
                <c:pt idx="1677">
                  <c:v>9.2887850000000007</c:v>
                </c:pt>
                <c:pt idx="1678">
                  <c:v>9.2869872999999998</c:v>
                </c:pt>
                <c:pt idx="1679">
                  <c:v>9.2636871000000003</c:v>
                </c:pt>
                <c:pt idx="1680">
                  <c:v>9.2442578999999991</c:v>
                </c:pt>
                <c:pt idx="1681">
                  <c:v>9.2420559000000004</c:v>
                </c:pt>
                <c:pt idx="1682">
                  <c:v>9.2331714999999992</c:v>
                </c:pt>
                <c:pt idx="1683">
                  <c:v>9.2159033000000008</c:v>
                </c:pt>
                <c:pt idx="1684">
                  <c:v>9.2061595999999994</c:v>
                </c:pt>
                <c:pt idx="1685">
                  <c:v>9.1900492000000007</c:v>
                </c:pt>
                <c:pt idx="1686">
                  <c:v>9.1829786000000002</c:v>
                </c:pt>
                <c:pt idx="1687">
                  <c:v>9.1802224999999993</c:v>
                </c:pt>
                <c:pt idx="1688">
                  <c:v>9.1699065999999991</c:v>
                </c:pt>
                <c:pt idx="1689">
                  <c:v>9.1698923000000008</c:v>
                </c:pt>
                <c:pt idx="1690">
                  <c:v>9.1669225999999995</c:v>
                </c:pt>
                <c:pt idx="1691">
                  <c:v>9.1482142999999994</c:v>
                </c:pt>
                <c:pt idx="1692">
                  <c:v>9.1340351000000002</c:v>
                </c:pt>
                <c:pt idx="1693">
                  <c:v>9.1252756000000002</c:v>
                </c:pt>
                <c:pt idx="1694">
                  <c:v>9.1177387000000003</c:v>
                </c:pt>
                <c:pt idx="1695">
                  <c:v>9.1120900999999996</c:v>
                </c:pt>
                <c:pt idx="1696">
                  <c:v>9.1108130999999997</c:v>
                </c:pt>
                <c:pt idx="1697">
                  <c:v>9.1024685000000005</c:v>
                </c:pt>
                <c:pt idx="1698">
                  <c:v>9.0950451000000001</c:v>
                </c:pt>
                <c:pt idx="1699">
                  <c:v>9.0835618999999994</c:v>
                </c:pt>
                <c:pt idx="1700">
                  <c:v>9.0642948000000008</c:v>
                </c:pt>
                <c:pt idx="1701">
                  <c:v>9.0602789000000001</c:v>
                </c:pt>
                <c:pt idx="1702">
                  <c:v>9.0577001999999993</c:v>
                </c:pt>
                <c:pt idx="1703">
                  <c:v>9.0368376000000001</c:v>
                </c:pt>
                <c:pt idx="1704">
                  <c:v>9.0053339000000001</c:v>
                </c:pt>
                <c:pt idx="1705">
                  <c:v>9.0032978000000004</c:v>
                </c:pt>
                <c:pt idx="1706">
                  <c:v>9.0031213999999995</c:v>
                </c:pt>
                <c:pt idx="1707">
                  <c:v>9.0016955999999997</c:v>
                </c:pt>
                <c:pt idx="1708">
                  <c:v>8.9989375999999996</c:v>
                </c:pt>
                <c:pt idx="1709">
                  <c:v>8.9702348999999995</c:v>
                </c:pt>
                <c:pt idx="1710">
                  <c:v>8.9701737999999995</c:v>
                </c:pt>
                <c:pt idx="1711">
                  <c:v>8.9674797000000002</c:v>
                </c:pt>
                <c:pt idx="1712">
                  <c:v>8.9671926000000006</c:v>
                </c:pt>
                <c:pt idx="1713">
                  <c:v>8.9618769</c:v>
                </c:pt>
                <c:pt idx="1714">
                  <c:v>8.9605598000000004</c:v>
                </c:pt>
                <c:pt idx="1715">
                  <c:v>8.9398727000000004</c:v>
                </c:pt>
                <c:pt idx="1716">
                  <c:v>8.9367914000000006</c:v>
                </c:pt>
                <c:pt idx="1717">
                  <c:v>8.9343661999999995</c:v>
                </c:pt>
                <c:pt idx="1718">
                  <c:v>8.9284592000000007</c:v>
                </c:pt>
                <c:pt idx="1719">
                  <c:v>8.9150238000000002</c:v>
                </c:pt>
                <c:pt idx="1720">
                  <c:v>8.9102820999999999</c:v>
                </c:pt>
                <c:pt idx="1721">
                  <c:v>8.8999185999999995</c:v>
                </c:pt>
                <c:pt idx="1722">
                  <c:v>8.8757342999999995</c:v>
                </c:pt>
                <c:pt idx="1723">
                  <c:v>8.8612164999999994</c:v>
                </c:pt>
                <c:pt idx="1724">
                  <c:v>8.8541135999999998</c:v>
                </c:pt>
                <c:pt idx="1725">
                  <c:v>8.8534679000000001</c:v>
                </c:pt>
                <c:pt idx="1726">
                  <c:v>8.8534403000000008</c:v>
                </c:pt>
                <c:pt idx="1727">
                  <c:v>8.8351535999999999</c:v>
                </c:pt>
                <c:pt idx="1728">
                  <c:v>8.8346481000000008</c:v>
                </c:pt>
                <c:pt idx="1729">
                  <c:v>8.8126906999999992</c:v>
                </c:pt>
                <c:pt idx="1730">
                  <c:v>8.7977886000000005</c:v>
                </c:pt>
                <c:pt idx="1731">
                  <c:v>8.7971343999999991</c:v>
                </c:pt>
                <c:pt idx="1732">
                  <c:v>8.7828455000000005</c:v>
                </c:pt>
                <c:pt idx="1733">
                  <c:v>8.7788562999999993</c:v>
                </c:pt>
                <c:pt idx="1734">
                  <c:v>8.7722034000000004</c:v>
                </c:pt>
                <c:pt idx="1735">
                  <c:v>8.7699794999999998</c:v>
                </c:pt>
                <c:pt idx="1736">
                  <c:v>8.7579583999999997</c:v>
                </c:pt>
                <c:pt idx="1737">
                  <c:v>8.7477540999999999</c:v>
                </c:pt>
                <c:pt idx="1738">
                  <c:v>8.7472191000000006</c:v>
                </c:pt>
                <c:pt idx="1739">
                  <c:v>8.7288837000000008</c:v>
                </c:pt>
                <c:pt idx="1740">
                  <c:v>8.7118749999999991</c:v>
                </c:pt>
                <c:pt idx="1741">
                  <c:v>8.6981257999999997</c:v>
                </c:pt>
                <c:pt idx="1742">
                  <c:v>8.6911086999999991</c:v>
                </c:pt>
                <c:pt idx="1743">
                  <c:v>8.6848173000000006</c:v>
                </c:pt>
                <c:pt idx="1744">
                  <c:v>8.6847037999999994</c:v>
                </c:pt>
                <c:pt idx="1745">
                  <c:v>8.6832457000000005</c:v>
                </c:pt>
                <c:pt idx="1746">
                  <c:v>8.6708431000000008</c:v>
                </c:pt>
                <c:pt idx="1747">
                  <c:v>8.6564093</c:v>
                </c:pt>
                <c:pt idx="1748">
                  <c:v>8.6505022</c:v>
                </c:pt>
                <c:pt idx="1749">
                  <c:v>8.6481285000000003</c:v>
                </c:pt>
                <c:pt idx="1750">
                  <c:v>8.6416053999999995</c:v>
                </c:pt>
                <c:pt idx="1751">
                  <c:v>8.6370229999999992</c:v>
                </c:pt>
                <c:pt idx="1752">
                  <c:v>8.6268262999999994</c:v>
                </c:pt>
                <c:pt idx="1753">
                  <c:v>8.6174288000000008</c:v>
                </c:pt>
                <c:pt idx="1754">
                  <c:v>8.6029634000000001</c:v>
                </c:pt>
                <c:pt idx="1755">
                  <c:v>8.5850124000000001</c:v>
                </c:pt>
                <c:pt idx="1756">
                  <c:v>8.5836047999999998</c:v>
                </c:pt>
                <c:pt idx="1757">
                  <c:v>8.5823975000000008</c:v>
                </c:pt>
                <c:pt idx="1758">
                  <c:v>8.5773066999999994</c:v>
                </c:pt>
                <c:pt idx="1759">
                  <c:v>8.5705098999999993</c:v>
                </c:pt>
                <c:pt idx="1760">
                  <c:v>8.5667086000000001</c:v>
                </c:pt>
                <c:pt idx="1761">
                  <c:v>8.5597581999999992</c:v>
                </c:pt>
                <c:pt idx="1762">
                  <c:v>8.5540190000000003</c:v>
                </c:pt>
                <c:pt idx="1763">
                  <c:v>8.5499430000000007</c:v>
                </c:pt>
                <c:pt idx="1764">
                  <c:v>8.5494088999999995</c:v>
                </c:pt>
                <c:pt idx="1765">
                  <c:v>8.5294904999999996</c:v>
                </c:pt>
                <c:pt idx="1766">
                  <c:v>8.5034866000000005</c:v>
                </c:pt>
                <c:pt idx="1767">
                  <c:v>8.4768857999999998</c:v>
                </c:pt>
                <c:pt idx="1768">
                  <c:v>8.4689406999999992</c:v>
                </c:pt>
                <c:pt idx="1769">
                  <c:v>8.4532471000000005</c:v>
                </c:pt>
                <c:pt idx="1770">
                  <c:v>8.4128380000000007</c:v>
                </c:pt>
                <c:pt idx="1771">
                  <c:v>8.4124832000000005</c:v>
                </c:pt>
                <c:pt idx="1772">
                  <c:v>8.4116297000000007</c:v>
                </c:pt>
                <c:pt idx="1773">
                  <c:v>8.4115982000000002</c:v>
                </c:pt>
                <c:pt idx="1774">
                  <c:v>8.3953629000000003</c:v>
                </c:pt>
                <c:pt idx="1775">
                  <c:v>8.3903961000000002</c:v>
                </c:pt>
                <c:pt idx="1776">
                  <c:v>8.3827753000000005</c:v>
                </c:pt>
                <c:pt idx="1777">
                  <c:v>8.3701095999999993</c:v>
                </c:pt>
                <c:pt idx="1778">
                  <c:v>8.3686179999999997</c:v>
                </c:pt>
                <c:pt idx="1779">
                  <c:v>8.3536768000000006</c:v>
                </c:pt>
                <c:pt idx="1780">
                  <c:v>8.3529110000000006</c:v>
                </c:pt>
                <c:pt idx="1781">
                  <c:v>8.3515786999999992</c:v>
                </c:pt>
                <c:pt idx="1782">
                  <c:v>8.3514146999999994</c:v>
                </c:pt>
                <c:pt idx="1783">
                  <c:v>8.3491344000000005</c:v>
                </c:pt>
                <c:pt idx="1784">
                  <c:v>8.3478373999999995</c:v>
                </c:pt>
                <c:pt idx="1785">
                  <c:v>8.3443947000000005</c:v>
                </c:pt>
                <c:pt idx="1786">
                  <c:v>8.3348341000000001</c:v>
                </c:pt>
                <c:pt idx="1787">
                  <c:v>8.3328676000000002</c:v>
                </c:pt>
                <c:pt idx="1788">
                  <c:v>8.3304138000000005</c:v>
                </c:pt>
                <c:pt idx="1789">
                  <c:v>8.3288878999999998</c:v>
                </c:pt>
                <c:pt idx="1790">
                  <c:v>8.3269882000000006</c:v>
                </c:pt>
                <c:pt idx="1791">
                  <c:v>8.3110169999999997</c:v>
                </c:pt>
                <c:pt idx="1792">
                  <c:v>8.3027400999999994</c:v>
                </c:pt>
                <c:pt idx="1793">
                  <c:v>8.2960233999999993</c:v>
                </c:pt>
                <c:pt idx="1794">
                  <c:v>8.2950257999999994</c:v>
                </c:pt>
                <c:pt idx="1795">
                  <c:v>8.2807264000000007</c:v>
                </c:pt>
                <c:pt idx="1796">
                  <c:v>8.2805909999999994</c:v>
                </c:pt>
                <c:pt idx="1797">
                  <c:v>8.2780503999999997</c:v>
                </c:pt>
                <c:pt idx="1798">
                  <c:v>8.2739305000000005</c:v>
                </c:pt>
                <c:pt idx="1799">
                  <c:v>8.2638759999999998</c:v>
                </c:pt>
                <c:pt idx="1800">
                  <c:v>8.2591581000000005</c:v>
                </c:pt>
                <c:pt idx="1801">
                  <c:v>8.2589387999999992</c:v>
                </c:pt>
                <c:pt idx="1802">
                  <c:v>8.2568035000000002</c:v>
                </c:pt>
                <c:pt idx="1803">
                  <c:v>8.219614</c:v>
                </c:pt>
                <c:pt idx="1804">
                  <c:v>8.1940021999999999</c:v>
                </c:pt>
                <c:pt idx="1805">
                  <c:v>8.1903038000000006</c:v>
                </c:pt>
                <c:pt idx="1806">
                  <c:v>8.1613007</c:v>
                </c:pt>
                <c:pt idx="1807">
                  <c:v>8.1588030000000007</c:v>
                </c:pt>
                <c:pt idx="1808">
                  <c:v>8.1089888000000006</c:v>
                </c:pt>
                <c:pt idx="1809">
                  <c:v>8.0763520999999994</c:v>
                </c:pt>
                <c:pt idx="1810">
                  <c:v>8.0605048999999998</c:v>
                </c:pt>
                <c:pt idx="1811">
                  <c:v>8.0498457000000005</c:v>
                </c:pt>
                <c:pt idx="1812">
                  <c:v>8.0397424999999991</c:v>
                </c:pt>
                <c:pt idx="1813">
                  <c:v>8.0396508999999998</c:v>
                </c:pt>
                <c:pt idx="1814">
                  <c:v>8.0230540999999995</c:v>
                </c:pt>
                <c:pt idx="1815">
                  <c:v>8.0157536999999994</c:v>
                </c:pt>
                <c:pt idx="1816">
                  <c:v>7.9921559999999996</c:v>
                </c:pt>
                <c:pt idx="1817">
                  <c:v>7.9887136999999999</c:v>
                </c:pt>
                <c:pt idx="1818">
                  <c:v>7.9854183000000001</c:v>
                </c:pt>
                <c:pt idx="1819">
                  <c:v>7.9720377999999998</c:v>
                </c:pt>
                <c:pt idx="1820">
                  <c:v>7.9701633000000003</c:v>
                </c:pt>
                <c:pt idx="1821">
                  <c:v>7.9531178000000002</c:v>
                </c:pt>
                <c:pt idx="1822">
                  <c:v>7.9452524000000002</c:v>
                </c:pt>
                <c:pt idx="1823">
                  <c:v>7.9389118999999999</c:v>
                </c:pt>
                <c:pt idx="1824">
                  <c:v>7.9249777999999997</c:v>
                </c:pt>
                <c:pt idx="1825">
                  <c:v>7.9148879000000001</c:v>
                </c:pt>
                <c:pt idx="1826">
                  <c:v>7.8823805</c:v>
                </c:pt>
                <c:pt idx="1827">
                  <c:v>7.8678384000000001</c:v>
                </c:pt>
                <c:pt idx="1828">
                  <c:v>7.8499850999999996</c:v>
                </c:pt>
                <c:pt idx="1829">
                  <c:v>7.8087425000000001</c:v>
                </c:pt>
                <c:pt idx="1830">
                  <c:v>7.7953367</c:v>
                </c:pt>
                <c:pt idx="1831">
                  <c:v>7.7926134999999999</c:v>
                </c:pt>
                <c:pt idx="1832">
                  <c:v>7.7923974999999999</c:v>
                </c:pt>
                <c:pt idx="1833">
                  <c:v>7.7830019000000004</c:v>
                </c:pt>
                <c:pt idx="1834">
                  <c:v>7.7785506</c:v>
                </c:pt>
                <c:pt idx="1835">
                  <c:v>7.7721453</c:v>
                </c:pt>
                <c:pt idx="1836">
                  <c:v>7.7708959999999996</c:v>
                </c:pt>
                <c:pt idx="1837">
                  <c:v>7.7546119999999998</c:v>
                </c:pt>
                <c:pt idx="1838">
                  <c:v>7.7318707</c:v>
                </c:pt>
                <c:pt idx="1839">
                  <c:v>7.7243114000000004</c:v>
                </c:pt>
                <c:pt idx="1840">
                  <c:v>7.7186083999999999</c:v>
                </c:pt>
                <c:pt idx="1841">
                  <c:v>7.7153935000000002</c:v>
                </c:pt>
                <c:pt idx="1842">
                  <c:v>7.7074156</c:v>
                </c:pt>
                <c:pt idx="1843">
                  <c:v>7.6797962000000002</c:v>
                </c:pt>
                <c:pt idx="1844">
                  <c:v>7.6432595000000001</c:v>
                </c:pt>
                <c:pt idx="1845">
                  <c:v>7.6140752000000003</c:v>
                </c:pt>
                <c:pt idx="1846">
                  <c:v>7.5952010000000003</c:v>
                </c:pt>
                <c:pt idx="1847">
                  <c:v>7.5569363000000003</c:v>
                </c:pt>
                <c:pt idx="1848">
                  <c:v>7.5423955999999999</c:v>
                </c:pt>
                <c:pt idx="1849">
                  <c:v>7.5240850000000004</c:v>
                </c:pt>
                <c:pt idx="1850">
                  <c:v>7.5167216999999997</c:v>
                </c:pt>
                <c:pt idx="1851">
                  <c:v>7.5057372999999998</c:v>
                </c:pt>
                <c:pt idx="1852">
                  <c:v>7.4901476000000002</c:v>
                </c:pt>
                <c:pt idx="1853">
                  <c:v>7.4870362000000004</c:v>
                </c:pt>
                <c:pt idx="1854">
                  <c:v>7.4676185000000004</c:v>
                </c:pt>
                <c:pt idx="1855">
                  <c:v>7.4025654999999997</c:v>
                </c:pt>
                <c:pt idx="1856">
                  <c:v>7.3485054999999999</c:v>
                </c:pt>
                <c:pt idx="1857">
                  <c:v>7.3481835999999996</c:v>
                </c:pt>
                <c:pt idx="1858">
                  <c:v>7.3455997000000002</c:v>
                </c:pt>
                <c:pt idx="1859">
                  <c:v>7.3219723999999999</c:v>
                </c:pt>
                <c:pt idx="1860">
                  <c:v>7.3148607999999999</c:v>
                </c:pt>
                <c:pt idx="1861">
                  <c:v>7.3146962999999996</c:v>
                </c:pt>
                <c:pt idx="1862">
                  <c:v>7.2908273000000001</c:v>
                </c:pt>
                <c:pt idx="1863">
                  <c:v>7.2858733999999998</c:v>
                </c:pt>
                <c:pt idx="1864">
                  <c:v>7.2762995000000004</c:v>
                </c:pt>
                <c:pt idx="1865">
                  <c:v>7.2759757</c:v>
                </c:pt>
                <c:pt idx="1866">
                  <c:v>7.2584499999999998</c:v>
                </c:pt>
                <c:pt idx="1867">
                  <c:v>7.2577701000000001</c:v>
                </c:pt>
                <c:pt idx="1868">
                  <c:v>7.2304950000000003</c:v>
                </c:pt>
                <c:pt idx="1869">
                  <c:v>7.2300801000000003</c:v>
                </c:pt>
                <c:pt idx="1870">
                  <c:v>7.2260856999999996</c:v>
                </c:pt>
                <c:pt idx="1871">
                  <c:v>7.2178234999999997</c:v>
                </c:pt>
                <c:pt idx="1872">
                  <c:v>7.2166739</c:v>
                </c:pt>
                <c:pt idx="1873">
                  <c:v>7.1839513999999998</c:v>
                </c:pt>
                <c:pt idx="1874">
                  <c:v>7.1751288999999998</c:v>
                </c:pt>
                <c:pt idx="1875">
                  <c:v>7.1716771000000001</c:v>
                </c:pt>
                <c:pt idx="1876">
                  <c:v>7.1624559999999997</c:v>
                </c:pt>
                <c:pt idx="1877">
                  <c:v>7.1560712000000004</c:v>
                </c:pt>
                <c:pt idx="1878">
                  <c:v>7.1239419000000002</c:v>
                </c:pt>
                <c:pt idx="1879">
                  <c:v>7.1194924999999998</c:v>
                </c:pt>
                <c:pt idx="1880">
                  <c:v>7.1103759000000002</c:v>
                </c:pt>
                <c:pt idx="1881">
                  <c:v>7.1096339000000004</c:v>
                </c:pt>
                <c:pt idx="1882">
                  <c:v>7.1058406999999999</c:v>
                </c:pt>
                <c:pt idx="1883">
                  <c:v>7.0932097000000001</c:v>
                </c:pt>
                <c:pt idx="1884">
                  <c:v>7.0813274000000002</c:v>
                </c:pt>
                <c:pt idx="1885">
                  <c:v>7.0694407999999997</c:v>
                </c:pt>
                <c:pt idx="1886">
                  <c:v>7.0604414999999996</c:v>
                </c:pt>
                <c:pt idx="1887">
                  <c:v>6.9993930000000004</c:v>
                </c:pt>
                <c:pt idx="1888">
                  <c:v>6.9943441999999996</c:v>
                </c:pt>
                <c:pt idx="1889">
                  <c:v>6.9786505999999999</c:v>
                </c:pt>
                <c:pt idx="1890">
                  <c:v>6.9678040000000001</c:v>
                </c:pt>
                <c:pt idx="1891">
                  <c:v>6.9643297000000004</c:v>
                </c:pt>
                <c:pt idx="1892">
                  <c:v>6.9591111999999997</c:v>
                </c:pt>
                <c:pt idx="1893">
                  <c:v>6.9461354999999996</c:v>
                </c:pt>
                <c:pt idx="1894">
                  <c:v>6.9427848000000001</c:v>
                </c:pt>
                <c:pt idx="1895">
                  <c:v>6.9334946000000004</c:v>
                </c:pt>
                <c:pt idx="1896">
                  <c:v>6.9250832000000004</c:v>
                </c:pt>
                <c:pt idx="1897">
                  <c:v>6.9101876999999998</c:v>
                </c:pt>
                <c:pt idx="1898">
                  <c:v>6.8935833000000004</c:v>
                </c:pt>
                <c:pt idx="1899">
                  <c:v>6.8533024999999999</c:v>
                </c:pt>
                <c:pt idx="1900">
                  <c:v>6.8485297999999997</c:v>
                </c:pt>
                <c:pt idx="1901">
                  <c:v>6.8481025999999998</c:v>
                </c:pt>
                <c:pt idx="1902">
                  <c:v>6.8409599999999999</c:v>
                </c:pt>
                <c:pt idx="1903">
                  <c:v>6.8282619000000002</c:v>
                </c:pt>
                <c:pt idx="1904">
                  <c:v>6.7954831000000002</c:v>
                </c:pt>
                <c:pt idx="1905">
                  <c:v>6.7768516999999999</c:v>
                </c:pt>
                <c:pt idx="1906">
                  <c:v>6.7743548999999996</c:v>
                </c:pt>
                <c:pt idx="1907">
                  <c:v>6.7721752999999998</c:v>
                </c:pt>
                <c:pt idx="1908">
                  <c:v>6.7691989000000001</c:v>
                </c:pt>
                <c:pt idx="1909">
                  <c:v>6.7655348999999996</c:v>
                </c:pt>
                <c:pt idx="1910">
                  <c:v>6.7605085000000003</c:v>
                </c:pt>
                <c:pt idx="1911">
                  <c:v>6.7103615000000003</c:v>
                </c:pt>
                <c:pt idx="1912">
                  <c:v>6.6671429</c:v>
                </c:pt>
                <c:pt idx="1913">
                  <c:v>6.6610731999999997</c:v>
                </c:pt>
                <c:pt idx="1914">
                  <c:v>6.6575103000000002</c:v>
                </c:pt>
                <c:pt idx="1915">
                  <c:v>6.6552372000000002</c:v>
                </c:pt>
                <c:pt idx="1916">
                  <c:v>6.6545949000000002</c:v>
                </c:pt>
                <c:pt idx="1917">
                  <c:v>6.6403613000000004</c:v>
                </c:pt>
                <c:pt idx="1918">
                  <c:v>6.6264243</c:v>
                </c:pt>
                <c:pt idx="1919">
                  <c:v>6.6135973999999997</c:v>
                </c:pt>
                <c:pt idx="1920">
                  <c:v>6.6115722999999997</c:v>
                </c:pt>
                <c:pt idx="1921">
                  <c:v>6.6104282999999997</c:v>
                </c:pt>
                <c:pt idx="1922">
                  <c:v>6.6066421999999996</c:v>
                </c:pt>
                <c:pt idx="1923">
                  <c:v>6.5991244</c:v>
                </c:pt>
                <c:pt idx="1924">
                  <c:v>6.5973749000000002</c:v>
                </c:pt>
                <c:pt idx="1925">
                  <c:v>6.5821319000000003</c:v>
                </c:pt>
                <c:pt idx="1926">
                  <c:v>6.5787687000000004</c:v>
                </c:pt>
                <c:pt idx="1927">
                  <c:v>6.5683661000000004</c:v>
                </c:pt>
                <c:pt idx="1928">
                  <c:v>6.5226240000000004</c:v>
                </c:pt>
                <c:pt idx="1929">
                  <c:v>6.5168166000000003</c:v>
                </c:pt>
                <c:pt idx="1930">
                  <c:v>6.4835719999999997</c:v>
                </c:pt>
                <c:pt idx="1931">
                  <c:v>6.4544915999999999</c:v>
                </c:pt>
                <c:pt idx="1932">
                  <c:v>6.4137616</c:v>
                </c:pt>
                <c:pt idx="1933">
                  <c:v>6.3969231000000004</c:v>
                </c:pt>
                <c:pt idx="1934">
                  <c:v>6.3909754999999997</c:v>
                </c:pt>
                <c:pt idx="1935">
                  <c:v>6.3686208999999998</c:v>
                </c:pt>
                <c:pt idx="1936">
                  <c:v>6.3595476</c:v>
                </c:pt>
                <c:pt idx="1937">
                  <c:v>6.3501148000000001</c:v>
                </c:pt>
                <c:pt idx="1938">
                  <c:v>6.3340610999999996</c:v>
                </c:pt>
                <c:pt idx="1939">
                  <c:v>6.3271341000000003</c:v>
                </c:pt>
                <c:pt idx="1940">
                  <c:v>6.2879996</c:v>
                </c:pt>
                <c:pt idx="1941">
                  <c:v>6.2825135999999997</c:v>
                </c:pt>
                <c:pt idx="1942">
                  <c:v>6.2701168000000003</c:v>
                </c:pt>
                <c:pt idx="1943">
                  <c:v>6.2451233999999998</c:v>
                </c:pt>
                <c:pt idx="1944">
                  <c:v>6.2186494000000003</c:v>
                </c:pt>
                <c:pt idx="1945">
                  <c:v>6.2021445999999996</c:v>
                </c:pt>
                <c:pt idx="1946">
                  <c:v>6.1993213000000003</c:v>
                </c:pt>
                <c:pt idx="1947">
                  <c:v>6.1954555999999998</c:v>
                </c:pt>
                <c:pt idx="1948">
                  <c:v>6.1893057999999996</c:v>
                </c:pt>
                <c:pt idx="1949">
                  <c:v>6.1836085000000001</c:v>
                </c:pt>
                <c:pt idx="1950">
                  <c:v>6.1740360000000001</c:v>
                </c:pt>
                <c:pt idx="1951">
                  <c:v>6.1724943999999997</c:v>
                </c:pt>
                <c:pt idx="1952">
                  <c:v>6.1690396999999999</c:v>
                </c:pt>
                <c:pt idx="1953">
                  <c:v>6.1545224000000003</c:v>
                </c:pt>
                <c:pt idx="1954">
                  <c:v>6.1391654000000004</c:v>
                </c:pt>
                <c:pt idx="1955">
                  <c:v>6.1370630000000004</c:v>
                </c:pt>
                <c:pt idx="1956">
                  <c:v>6.1111407</c:v>
                </c:pt>
                <c:pt idx="1957">
                  <c:v>6.1102585999999999</c:v>
                </c:pt>
                <c:pt idx="1958">
                  <c:v>6.1076527</c:v>
                </c:pt>
                <c:pt idx="1959">
                  <c:v>6.1021118000000003</c:v>
                </c:pt>
                <c:pt idx="1960">
                  <c:v>6.1016916999999999</c:v>
                </c:pt>
                <c:pt idx="1961">
                  <c:v>6.1005038999999996</c:v>
                </c:pt>
                <c:pt idx="1962">
                  <c:v>6.0661101000000004</c:v>
                </c:pt>
                <c:pt idx="1963">
                  <c:v>6.0640682999999997</c:v>
                </c:pt>
                <c:pt idx="1964">
                  <c:v>6.0594444000000003</c:v>
                </c:pt>
                <c:pt idx="1965">
                  <c:v>6.0353436</c:v>
                </c:pt>
                <c:pt idx="1966">
                  <c:v>6.0347413999999997</c:v>
                </c:pt>
                <c:pt idx="1967">
                  <c:v>6.0256661999999999</c:v>
                </c:pt>
                <c:pt idx="1968">
                  <c:v>6.0223364999999998</c:v>
                </c:pt>
                <c:pt idx="1969">
                  <c:v>6.0122099000000002</c:v>
                </c:pt>
                <c:pt idx="1970">
                  <c:v>6.0063424000000003</c:v>
                </c:pt>
                <c:pt idx="1971">
                  <c:v>5.9990310999999998</c:v>
                </c:pt>
                <c:pt idx="1972">
                  <c:v>5.9864797999999997</c:v>
                </c:pt>
                <c:pt idx="1973">
                  <c:v>5.9858631999999998</c:v>
                </c:pt>
                <c:pt idx="1974">
                  <c:v>5.9669714000000003</c:v>
                </c:pt>
                <c:pt idx="1975">
                  <c:v>5.9521221999999998</c:v>
                </c:pt>
                <c:pt idx="1976">
                  <c:v>5.9410261999999996</c:v>
                </c:pt>
                <c:pt idx="1977">
                  <c:v>5.9372062999999997</c:v>
                </c:pt>
                <c:pt idx="1978">
                  <c:v>5.9309554000000002</c:v>
                </c:pt>
                <c:pt idx="1979">
                  <c:v>5.8924909000000003</c:v>
                </c:pt>
                <c:pt idx="1980">
                  <c:v>5.8780736999999998</c:v>
                </c:pt>
                <c:pt idx="1981">
                  <c:v>5.8551807</c:v>
                </c:pt>
                <c:pt idx="1982">
                  <c:v>5.8359288999999999</c:v>
                </c:pt>
                <c:pt idx="1983">
                  <c:v>5.8335533000000002</c:v>
                </c:pt>
                <c:pt idx="1984">
                  <c:v>5.8306265000000002</c:v>
                </c:pt>
                <c:pt idx="1985">
                  <c:v>5.8292861</c:v>
                </c:pt>
                <c:pt idx="1986">
                  <c:v>5.8026099000000002</c:v>
                </c:pt>
                <c:pt idx="1987">
                  <c:v>5.7855258000000003</c:v>
                </c:pt>
                <c:pt idx="1988">
                  <c:v>5.7789979000000002</c:v>
                </c:pt>
                <c:pt idx="1989">
                  <c:v>5.7634620999999999</c:v>
                </c:pt>
                <c:pt idx="1990">
                  <c:v>5.7347983999999999</c:v>
                </c:pt>
                <c:pt idx="1991">
                  <c:v>5.7298675000000001</c:v>
                </c:pt>
                <c:pt idx="1992">
                  <c:v>5.7264929000000002</c:v>
                </c:pt>
                <c:pt idx="1993">
                  <c:v>5.7263970000000004</c:v>
                </c:pt>
                <c:pt idx="1994">
                  <c:v>5.7078271000000003</c:v>
                </c:pt>
                <c:pt idx="1995">
                  <c:v>5.6785354999999997</c:v>
                </c:pt>
                <c:pt idx="1996">
                  <c:v>5.6548604999999998</c:v>
                </c:pt>
                <c:pt idx="1997">
                  <c:v>5.6382680000000001</c:v>
                </c:pt>
                <c:pt idx="1998">
                  <c:v>5.6312531999999997</c:v>
                </c:pt>
                <c:pt idx="1999">
                  <c:v>5.5754108000000002</c:v>
                </c:pt>
                <c:pt idx="2000">
                  <c:v>5.5473074999999996</c:v>
                </c:pt>
                <c:pt idx="2001">
                  <c:v>5.5464777999999999</c:v>
                </c:pt>
                <c:pt idx="2002">
                  <c:v>5.5417204</c:v>
                </c:pt>
                <c:pt idx="2003">
                  <c:v>5.5077486000000002</c:v>
                </c:pt>
                <c:pt idx="2004">
                  <c:v>5.4994879000000001</c:v>
                </c:pt>
                <c:pt idx="2005">
                  <c:v>5.4655585000000002</c:v>
                </c:pt>
                <c:pt idx="2006">
                  <c:v>5.4371200000000002</c:v>
                </c:pt>
                <c:pt idx="2007">
                  <c:v>5.3779615999999999</c:v>
                </c:pt>
                <c:pt idx="2008">
                  <c:v>5.3459820999999996</c:v>
                </c:pt>
                <c:pt idx="2009">
                  <c:v>5.3210702000000003</c:v>
                </c:pt>
                <c:pt idx="2010">
                  <c:v>5.3176969999999999</c:v>
                </c:pt>
                <c:pt idx="2011">
                  <c:v>5.3107914999999997</c:v>
                </c:pt>
                <c:pt idx="2012">
                  <c:v>5.3038091999999999</c:v>
                </c:pt>
                <c:pt idx="2013">
                  <c:v>5.3007664999999999</c:v>
                </c:pt>
                <c:pt idx="2014">
                  <c:v>5.2857108000000004</c:v>
                </c:pt>
                <c:pt idx="2015">
                  <c:v>5.2623305</c:v>
                </c:pt>
                <c:pt idx="2016">
                  <c:v>5.2537737</c:v>
                </c:pt>
                <c:pt idx="2017">
                  <c:v>5.2114019000000003</c:v>
                </c:pt>
                <c:pt idx="2018">
                  <c:v>5.2062254000000001</c:v>
                </c:pt>
                <c:pt idx="2019">
                  <c:v>5.1997752000000004</c:v>
                </c:pt>
                <c:pt idx="2020">
                  <c:v>5.1881212999999997</c:v>
                </c:pt>
                <c:pt idx="2021">
                  <c:v>5.1868496000000004</c:v>
                </c:pt>
                <c:pt idx="2022">
                  <c:v>5.1826252999999998</c:v>
                </c:pt>
                <c:pt idx="2023">
                  <c:v>5.1782288999999997</c:v>
                </c:pt>
                <c:pt idx="2024">
                  <c:v>5.1751398999999996</c:v>
                </c:pt>
                <c:pt idx="2025">
                  <c:v>5.1714257999999997</c:v>
                </c:pt>
                <c:pt idx="2026">
                  <c:v>5.1063084999999999</c:v>
                </c:pt>
                <c:pt idx="2027">
                  <c:v>5.0952339000000002</c:v>
                </c:pt>
                <c:pt idx="2028">
                  <c:v>5.0886196999999997</c:v>
                </c:pt>
                <c:pt idx="2029">
                  <c:v>5.0525484000000001</c:v>
                </c:pt>
                <c:pt idx="2030">
                  <c:v>5.0302791999999998</c:v>
                </c:pt>
                <c:pt idx="2031">
                  <c:v>5.0085826000000004</c:v>
                </c:pt>
                <c:pt idx="2032">
                  <c:v>4.9578533</c:v>
                </c:pt>
                <c:pt idx="2033">
                  <c:v>4.9355025000000001</c:v>
                </c:pt>
                <c:pt idx="2034">
                  <c:v>4.9197043999999996</c:v>
                </c:pt>
                <c:pt idx="2035">
                  <c:v>4.9184713000000002</c:v>
                </c:pt>
                <c:pt idx="2036">
                  <c:v>4.8934993999999996</c:v>
                </c:pt>
                <c:pt idx="2037">
                  <c:v>4.8730935999999998</c:v>
                </c:pt>
                <c:pt idx="2038">
                  <c:v>4.8677153999999998</c:v>
                </c:pt>
                <c:pt idx="2039">
                  <c:v>4.8176398000000002</c:v>
                </c:pt>
                <c:pt idx="2040">
                  <c:v>4.8093976999999999</c:v>
                </c:pt>
                <c:pt idx="2041">
                  <c:v>4.7942204000000004</c:v>
                </c:pt>
                <c:pt idx="2042">
                  <c:v>4.7765560000000002</c:v>
                </c:pt>
                <c:pt idx="2043">
                  <c:v>4.7625237</c:v>
                </c:pt>
                <c:pt idx="2044">
                  <c:v>4.7621168999999997</c:v>
                </c:pt>
                <c:pt idx="2045">
                  <c:v>4.7563886999999996</c:v>
                </c:pt>
                <c:pt idx="2046">
                  <c:v>4.7549223999999999</c:v>
                </c:pt>
                <c:pt idx="2047">
                  <c:v>4.7497382000000004</c:v>
                </c:pt>
                <c:pt idx="2048">
                  <c:v>4.7423495999999998</c:v>
                </c:pt>
                <c:pt idx="2049">
                  <c:v>4.7306895000000004</c:v>
                </c:pt>
                <c:pt idx="2050">
                  <c:v>4.6823096</c:v>
                </c:pt>
                <c:pt idx="2051">
                  <c:v>4.6663413</c:v>
                </c:pt>
                <c:pt idx="2052">
                  <c:v>4.6587334</c:v>
                </c:pt>
                <c:pt idx="2053">
                  <c:v>4.6178312000000004</c:v>
                </c:pt>
                <c:pt idx="2054">
                  <c:v>4.5949273000000002</c:v>
                </c:pt>
                <c:pt idx="2055">
                  <c:v>4.5164714000000004</c:v>
                </c:pt>
                <c:pt idx="2056">
                  <c:v>4.4948645000000003</c:v>
                </c:pt>
                <c:pt idx="2057">
                  <c:v>4.4475904000000002</c:v>
                </c:pt>
                <c:pt idx="2058">
                  <c:v>4.4266367000000004</c:v>
                </c:pt>
                <c:pt idx="2059">
                  <c:v>4.3793249000000003</c:v>
                </c:pt>
                <c:pt idx="2060">
                  <c:v>4.3277983999999998</c:v>
                </c:pt>
                <c:pt idx="2061">
                  <c:v>4.3150877999999997</c:v>
                </c:pt>
                <c:pt idx="2062">
                  <c:v>4.3059801999999996</c:v>
                </c:pt>
                <c:pt idx="2063">
                  <c:v>4.3038626000000004</c:v>
                </c:pt>
                <c:pt idx="2064">
                  <c:v>4.2830443000000002</c:v>
                </c:pt>
                <c:pt idx="2065">
                  <c:v>4.2760414999999998</c:v>
                </c:pt>
                <c:pt idx="2066">
                  <c:v>4.2237185999999998</c:v>
                </c:pt>
                <c:pt idx="2067">
                  <c:v>4.2138080999999996</c:v>
                </c:pt>
                <c:pt idx="2068">
                  <c:v>4.1927899999999996</c:v>
                </c:pt>
                <c:pt idx="2069">
                  <c:v>4.1779871000000002</c:v>
                </c:pt>
                <c:pt idx="2070">
                  <c:v>4.1703996999999999</c:v>
                </c:pt>
                <c:pt idx="2071">
                  <c:v>4.1656842000000003</c:v>
                </c:pt>
                <c:pt idx="2072">
                  <c:v>4.1656246000000001</c:v>
                </c:pt>
                <c:pt idx="2073">
                  <c:v>4.1386789999999998</c:v>
                </c:pt>
                <c:pt idx="2074">
                  <c:v>4.1382380000000003</c:v>
                </c:pt>
                <c:pt idx="2075">
                  <c:v>4.1009606999999999</c:v>
                </c:pt>
                <c:pt idx="2076">
                  <c:v>4.0614648000000004</c:v>
                </c:pt>
                <c:pt idx="2077">
                  <c:v>4.0447435</c:v>
                </c:pt>
                <c:pt idx="2078">
                  <c:v>4.0273142000000002</c:v>
                </c:pt>
                <c:pt idx="2079">
                  <c:v>4.0131854999999996</c:v>
                </c:pt>
                <c:pt idx="2080">
                  <c:v>4.0103865000000001</c:v>
                </c:pt>
                <c:pt idx="2081">
                  <c:v>4.0012306999999998</c:v>
                </c:pt>
                <c:pt idx="2082">
                  <c:v>3.9802148000000002</c:v>
                </c:pt>
                <c:pt idx="2083">
                  <c:v>3.9313045</c:v>
                </c:pt>
                <c:pt idx="2084">
                  <c:v>3.8990377999999999</c:v>
                </c:pt>
                <c:pt idx="2085">
                  <c:v>3.8764172000000001</c:v>
                </c:pt>
                <c:pt idx="2086">
                  <c:v>3.8759815999999998</c:v>
                </c:pt>
                <c:pt idx="2087">
                  <c:v>3.8664081000000001</c:v>
                </c:pt>
                <c:pt idx="2088">
                  <c:v>3.8611721999999999</c:v>
                </c:pt>
                <c:pt idx="2089">
                  <c:v>3.8269261999999999</c:v>
                </c:pt>
                <c:pt idx="2090">
                  <c:v>3.8254956999999998</c:v>
                </c:pt>
                <c:pt idx="2091">
                  <c:v>3.8230890999999998</c:v>
                </c:pt>
                <c:pt idx="2092">
                  <c:v>3.8096918999999998</c:v>
                </c:pt>
                <c:pt idx="2093">
                  <c:v>3.7832219999999999</c:v>
                </c:pt>
                <c:pt idx="2094">
                  <c:v>3.7457015999999999</c:v>
                </c:pt>
                <c:pt idx="2095">
                  <c:v>3.6877803999999998</c:v>
                </c:pt>
                <c:pt idx="2096">
                  <c:v>3.6857030000000002</c:v>
                </c:pt>
                <c:pt idx="2097">
                  <c:v>3.6831691000000002</c:v>
                </c:pt>
                <c:pt idx="2098">
                  <c:v>3.6798715999999998</c:v>
                </c:pt>
                <c:pt idx="2099">
                  <c:v>3.6753019999999998</c:v>
                </c:pt>
                <c:pt idx="2100">
                  <c:v>3.663348</c:v>
                </c:pt>
                <c:pt idx="2101">
                  <c:v>3.6624291000000002</c:v>
                </c:pt>
                <c:pt idx="2102">
                  <c:v>3.6114161</c:v>
                </c:pt>
                <c:pt idx="2103">
                  <c:v>3.6031976000000001</c:v>
                </c:pt>
                <c:pt idx="2104">
                  <c:v>3.5334308000000001</c:v>
                </c:pt>
                <c:pt idx="2105">
                  <c:v>3.5162963999999999</c:v>
                </c:pt>
                <c:pt idx="2106">
                  <c:v>3.3788947999999999</c:v>
                </c:pt>
                <c:pt idx="2107">
                  <c:v>3.3365201999999998</c:v>
                </c:pt>
                <c:pt idx="2108">
                  <c:v>3.3071225000000002</c:v>
                </c:pt>
                <c:pt idx="2109">
                  <c:v>3.3016448</c:v>
                </c:pt>
                <c:pt idx="2110">
                  <c:v>3.2478712000000001</c:v>
                </c:pt>
                <c:pt idx="2111">
                  <c:v>3.2280397000000001</c:v>
                </c:pt>
                <c:pt idx="2112">
                  <c:v>3.2012621999999999</c:v>
                </c:pt>
                <c:pt idx="2113">
                  <c:v>3.1645829999999999</c:v>
                </c:pt>
                <c:pt idx="2114">
                  <c:v>2.9946448999999999</c:v>
                </c:pt>
                <c:pt idx="2115">
                  <c:v>2.9168457999999999</c:v>
                </c:pt>
                <c:pt idx="2116">
                  <c:v>2.8856117999999999</c:v>
                </c:pt>
                <c:pt idx="2117">
                  <c:v>2.8852500999999999</c:v>
                </c:pt>
                <c:pt idx="2118">
                  <c:v>2.8525399999999999</c:v>
                </c:pt>
                <c:pt idx="2119">
                  <c:v>2.8440930999999998</c:v>
                </c:pt>
                <c:pt idx="2120">
                  <c:v>2.8314750000000002</c:v>
                </c:pt>
                <c:pt idx="2121">
                  <c:v>2.8148479000000002</c:v>
                </c:pt>
                <c:pt idx="2122">
                  <c:v>2.8080482</c:v>
                </c:pt>
                <c:pt idx="2123">
                  <c:v>2.7647542999999999</c:v>
                </c:pt>
                <c:pt idx="2124">
                  <c:v>2.7610979000000002</c:v>
                </c:pt>
                <c:pt idx="2125">
                  <c:v>2.7495761000000001</c:v>
                </c:pt>
                <c:pt idx="2126">
                  <c:v>2.7072585</c:v>
                </c:pt>
                <c:pt idx="2127">
                  <c:v>2.6952448000000002</c:v>
                </c:pt>
                <c:pt idx="2128">
                  <c:v>2.6777739999999999</c:v>
                </c:pt>
                <c:pt idx="2129">
                  <c:v>2.6648551999999999</c:v>
                </c:pt>
                <c:pt idx="2130">
                  <c:v>2.5831056000000001</c:v>
                </c:pt>
                <c:pt idx="2131">
                  <c:v>2.5647487999999998</c:v>
                </c:pt>
                <c:pt idx="2132">
                  <c:v>2.5245975999999999</c:v>
                </c:pt>
                <c:pt idx="2133">
                  <c:v>2.5070961</c:v>
                </c:pt>
                <c:pt idx="2134">
                  <c:v>2.4978411</c:v>
                </c:pt>
                <c:pt idx="2135">
                  <c:v>2.4920627999999998</c:v>
                </c:pt>
                <c:pt idx="2136">
                  <c:v>2.4870326999999999</c:v>
                </c:pt>
                <c:pt idx="2137">
                  <c:v>2.4782012</c:v>
                </c:pt>
                <c:pt idx="2138">
                  <c:v>2.4012055000000001</c:v>
                </c:pt>
                <c:pt idx="2139">
                  <c:v>2.3623883999999999</c:v>
                </c:pt>
                <c:pt idx="2140">
                  <c:v>2.3322148</c:v>
                </c:pt>
                <c:pt idx="2141">
                  <c:v>2.3040818999999999</c:v>
                </c:pt>
                <c:pt idx="2142">
                  <c:v>2.2348018000000001</c:v>
                </c:pt>
                <c:pt idx="2143">
                  <c:v>2.1841564</c:v>
                </c:pt>
                <c:pt idx="2144">
                  <c:v>2.1083173999999998</c:v>
                </c:pt>
                <c:pt idx="2145">
                  <c:v>2.0711908000000001</c:v>
                </c:pt>
                <c:pt idx="2146">
                  <c:v>2.0443264999999999</c:v>
                </c:pt>
                <c:pt idx="2147">
                  <c:v>1.7273012000000001</c:v>
                </c:pt>
                <c:pt idx="2148">
                  <c:v>1.7209681999999999</c:v>
                </c:pt>
                <c:pt idx="2149">
                  <c:v>1.5830991000000001</c:v>
                </c:pt>
                <c:pt idx="2150">
                  <c:v>1.4704763000000001</c:v>
                </c:pt>
                <c:pt idx="2151">
                  <c:v>1.450183</c:v>
                </c:pt>
                <c:pt idx="2152">
                  <c:v>1.3542726</c:v>
                </c:pt>
                <c:pt idx="2153">
                  <c:v>1.2867546000000001</c:v>
                </c:pt>
                <c:pt idx="2154">
                  <c:v>1.2662237999999999</c:v>
                </c:pt>
                <c:pt idx="2155">
                  <c:v>1.2526181999999999</c:v>
                </c:pt>
                <c:pt idx="2156">
                  <c:v>1.2229954999999999</c:v>
                </c:pt>
                <c:pt idx="2157">
                  <c:v>1.1976296</c:v>
                </c:pt>
                <c:pt idx="2158">
                  <c:v>1.1908337</c:v>
                </c:pt>
                <c:pt idx="2159">
                  <c:v>1.1455981</c:v>
                </c:pt>
                <c:pt idx="2160">
                  <c:v>1.1360546</c:v>
                </c:pt>
                <c:pt idx="2161">
                  <c:v>1.122188</c:v>
                </c:pt>
                <c:pt idx="2162">
                  <c:v>1.1112679999999999</c:v>
                </c:pt>
                <c:pt idx="2163">
                  <c:v>1.1010909</c:v>
                </c:pt>
                <c:pt idx="2164">
                  <c:v>1.0948609</c:v>
                </c:pt>
                <c:pt idx="2165">
                  <c:v>1.0915630000000001</c:v>
                </c:pt>
                <c:pt idx="2166">
                  <c:v>1.0572653000000001</c:v>
                </c:pt>
                <c:pt idx="2167">
                  <c:v>0.95078777999999997</c:v>
                </c:pt>
                <c:pt idx="2168">
                  <c:v>0.80054879000000001</c:v>
                </c:pt>
                <c:pt idx="2169">
                  <c:v>0.64436126000000005</c:v>
                </c:pt>
                <c:pt idx="2170">
                  <c:v>0.61762046999999998</c:v>
                </c:pt>
                <c:pt idx="2171">
                  <c:v>0.56526600999999999</c:v>
                </c:pt>
                <c:pt idx="2172">
                  <c:v>0.46191373000000002</c:v>
                </c:pt>
                <c:pt idx="2173">
                  <c:v>0.43150582999999998</c:v>
                </c:pt>
                <c:pt idx="2174">
                  <c:v>0.35575952999999999</c:v>
                </c:pt>
                <c:pt idx="2175">
                  <c:v>0.30623949</c:v>
                </c:pt>
                <c:pt idx="2176">
                  <c:v>0.18582903000000001</c:v>
                </c:pt>
                <c:pt idx="2177">
                  <c:v>0.15632509999999999</c:v>
                </c:pt>
                <c:pt idx="2178">
                  <c:v>0.11776482000000001</c:v>
                </c:pt>
                <c:pt idx="2179">
                  <c:v>9.3946881999999995E-2</c:v>
                </c:pt>
                <c:pt idx="2180">
                  <c:v>0</c:v>
                </c:pt>
                <c:pt idx="2181">
                  <c:v>0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0</c:v>
                </c:pt>
                <c:pt idx="2189">
                  <c:v>0</c:v>
                </c:pt>
                <c:pt idx="2190">
                  <c:v>0</c:v>
                </c:pt>
                <c:pt idx="2191">
                  <c:v>0</c:v>
                </c:pt>
                <c:pt idx="2192">
                  <c:v>0</c:v>
                </c:pt>
                <c:pt idx="2193">
                  <c:v>0</c:v>
                </c:pt>
                <c:pt idx="2194">
                  <c:v>0</c:v>
                </c:pt>
                <c:pt idx="2195">
                  <c:v>30.334399999999999</c:v>
                </c:pt>
                <c:pt idx="2196">
                  <c:v>47.305751999999998</c:v>
                </c:pt>
                <c:pt idx="2197">
                  <c:v>34.880477999999997</c:v>
                </c:pt>
                <c:pt idx="2198">
                  <c:v>34.707272000000003</c:v>
                </c:pt>
                <c:pt idx="2199">
                  <c:v>46.557116999999998</c:v>
                </c:pt>
                <c:pt idx="2200">
                  <c:v>14.182774999999999</c:v>
                </c:pt>
                <c:pt idx="2201">
                  <c:v>36.021557000000001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405-42D2-84DE-F8EA208DA7BA}"/>
            </c:ext>
          </c:extLst>
        </c:ser>
        <c:ser>
          <c:idx val="1"/>
          <c:order val="1"/>
          <c:tx>
            <c:v>Select Schools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29B6A4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1.820030301995797E-2"/>
                  <c:y val="6.3582652279150206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000204078161935"/>
                      <c:h val="5.0040041383994496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2-7405-42D2-84DE-F8EA208DA7BA}"/>
                </c:ext>
              </c:extLst>
            </c:dLbl>
            <c:dLbl>
              <c:idx val="1"/>
              <c:layout>
                <c:manualLayout>
                  <c:x val="1.2342656548903168E-2"/>
                  <c:y val="-0.1082887674126438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875253233611988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3-7405-42D2-84DE-F8EA208DA7BA}"/>
                </c:ext>
              </c:extLst>
            </c:dLbl>
            <c:dLbl>
              <c:idx val="2"/>
              <c:layout>
                <c:manualLayout>
                  <c:x val="7.9410603133794073E-3"/>
                  <c:y val="-4.2275291626391626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7405-42D2-84DE-F8EA208DA7BA}"/>
                </c:ext>
              </c:extLst>
            </c:dLbl>
            <c:dLbl>
              <c:idx val="3"/>
              <c:layout>
                <c:manualLayout>
                  <c:x val="2.3732115523282988E-2"/>
                  <c:y val="3.098085959002425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75312052850177"/>
                      <c:h val="7.5218736254908714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5-7405-42D2-84DE-F8EA208DA7BA}"/>
                </c:ext>
              </c:extLst>
            </c:dLbl>
            <c:dLbl>
              <c:idx val="4"/>
              <c:layout>
                <c:manualLayout>
                  <c:x val="1.2003132442388303E-2"/>
                  <c:y val="-5.486167993657837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829961084078576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6-7405-42D2-84DE-F8EA208DA7BA}"/>
                </c:ext>
              </c:extLst>
            </c:dLbl>
            <c:dLbl>
              <c:idx val="5"/>
              <c:layout>
                <c:manualLayout>
                  <c:x val="2.4041799600182028E-2"/>
                  <c:y val="3.349572538929137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77827174126941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7-7405-42D2-84DE-F8EA208DA7BA}"/>
                </c:ext>
              </c:extLst>
            </c:dLbl>
            <c:dLbl>
              <c:idx val="6"/>
              <c:layout>
                <c:manualLayout>
                  <c:x val="2.900489847029154E-2"/>
                  <c:y val="-4.1731331696871925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78205403029886"/>
                      <c:h val="7.5218736254908714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8-7405-42D2-84DE-F8EA208DA7BA}"/>
                </c:ext>
              </c:extLst>
            </c:dLbl>
            <c:dLbl>
              <c:idx val="7"/>
              <c:layout>
                <c:manualLayout>
                  <c:x val="1.7899667781461244E-2"/>
                  <c:y val="1.310001552403414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7405-42D2-84DE-F8EA208DA7BA}"/>
                </c:ext>
              </c:extLst>
            </c:dLbl>
            <c:dLbl>
              <c:idx val="8"/>
              <c:layout>
                <c:manualLayout>
                  <c:x val="5.3699003344383753E-2"/>
                  <c:y val="-3.9300046572102475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A-7405-42D2-84DE-F8EA208DA7BA}"/>
                </c:ext>
              </c:extLst>
            </c:dLbl>
            <c:dLbl>
              <c:idx val="9"/>
              <c:layout>
                <c:manualLayout>
                  <c:x val="6.7123754180479743E-3"/>
                  <c:y val="-3.2750038810085362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B-7405-42D2-84DE-F8EA208DA7BA}"/>
                </c:ext>
              </c:extLst>
            </c:dLbl>
            <c:dLbl>
              <c:idx val="10"/>
              <c:layout>
                <c:manualLayout>
                  <c:x val="2.0137126254143923E-2"/>
                  <c:y val="-0.13755016300235853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C-7405-42D2-84DE-F8EA208DA7BA}"/>
                </c:ext>
              </c:extLst>
            </c:dLbl>
            <c:dLbl>
              <c:idx val="11"/>
              <c:layout>
                <c:manualLayout>
                  <c:x val="1.0627927745242646E-2"/>
                  <c:y val="-5.4583312058701844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536944403385221"/>
                      <c:h val="7.855642642579141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0D-7405-42D2-84DE-F8EA208DA7B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7405-42D2-84DE-F8EA208DA7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7405-42D2-84DE-F8EA208DA7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7405-42D2-84DE-F8EA208DA7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7405-42D2-84DE-F8EA208DA7BA}"/>
                </c:ext>
              </c:extLst>
            </c:dLbl>
            <c:dLbl>
              <c:idx val="16"/>
              <c:layout>
                <c:manualLayout>
                  <c:x val="1.3303175116069561E-2"/>
                  <c:y val="-2.807619709522267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12-7405-42D2-84DE-F8EA208DA7B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7405-42D2-84DE-F8EA208DA7B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7405-42D2-84DE-F8EA208DA7B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7405-42D2-84DE-F8EA208DA7BA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7405-42D2-84DE-F8EA208DA7BA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7405-42D2-84DE-F8EA208DA7B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7405-42D2-84DE-F8EA208DA7B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7405-42D2-84DE-F8EA208DA7B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7405-42D2-84DE-F8EA208DA7B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7405-42D2-84DE-F8EA208DA7BA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7405-42D2-84DE-F8EA208DA7B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7405-42D2-84DE-F8EA208DA7BA}"/>
                </c:ext>
              </c:extLst>
            </c:dLbl>
            <c:dLbl>
              <c:idx val="28"/>
              <c:layout>
                <c:manualLayout>
                  <c:x val="1.7179900631168268E-2"/>
                  <c:y val="-6.873574669371171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30093592512599"/>
                      <c:h val="7.2176529588766289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1E-7405-42D2-84DE-F8EA208DA7BA}"/>
                </c:ext>
              </c:extLst>
            </c:dLbl>
            <c:dLbl>
              <c:idx val="29"/>
              <c:layout>
                <c:manualLayout>
                  <c:x val="2.6136346887524534E-2"/>
                  <c:y val="-5.2090049676588819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430531226793192"/>
                      <c:h val="7.2176529588766289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1F-7405-42D2-84DE-F8EA208DA7BA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7405-42D2-84DE-F8EA208DA7BA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7405-42D2-84DE-F8EA208DA7BA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7405-42D2-84DE-F8EA208DA7BA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7405-42D2-84DE-F8EA208DA7BA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7405-42D2-84DE-F8EA208DA7BA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7405-42D2-84DE-F8EA208DA7BA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7405-42D2-84DE-F8EA208DA7BA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7405-42D2-84DE-F8EA208DA7BA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7405-42D2-84DE-F8EA208DA7BA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7405-42D2-84DE-F8EA208DA7BA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7405-42D2-84DE-F8EA208DA7BA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7405-42D2-84DE-F8EA208DA7BA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7405-42D2-84DE-F8EA208DA7BA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7405-42D2-84DE-F8EA208DA7BA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7405-42D2-84DE-F8EA208DA7BA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7405-42D2-84DE-F8EA208DA7BA}"/>
                </c:ext>
              </c:extLst>
            </c:dLbl>
            <c:dLbl>
              <c:idx val="46"/>
              <c:layout>
                <c:manualLayout>
                  <c:x val="5.3613031561551394E-2"/>
                  <c:y val="-7.197450882448225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218000827650321"/>
                      <c:h val="5.0040041383994496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30-7405-42D2-84DE-F8EA208DA7BA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7405-42D2-84DE-F8EA208DA7BA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7405-42D2-84DE-F8EA208DA7BA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7405-42D2-84DE-F8EA208DA7BA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7405-42D2-84DE-F8EA208DA7BA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7405-42D2-84DE-F8EA208DA7BA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7405-42D2-84DE-F8EA208DA7BA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7405-42D2-84DE-F8EA208DA7BA}"/>
                </c:ext>
              </c:extLst>
            </c:dLbl>
            <c:dLbl>
              <c:idx val="54"/>
              <c:layout>
                <c:manualLayout>
                  <c:x val="0"/>
                  <c:y val="3.436950815930626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38-7405-42D2-84DE-F8EA208DA7BA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7405-42D2-84DE-F8EA208DA7BA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7405-42D2-84DE-F8EA208DA7BA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7405-42D2-84DE-F8EA208DA7BA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7405-42D2-84DE-F8EA208DA7BA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7405-42D2-84DE-F8EA208DA7BA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7405-42D2-84DE-F8EA208DA7BA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7405-42D2-84DE-F8EA208DA7BA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7405-42D2-84DE-F8EA208DA7BA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7405-42D2-84DE-F8EA208DA7BA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7405-42D2-84DE-F8EA208DA7BA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7405-42D2-84DE-F8EA208DA7BA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7405-42D2-84DE-F8EA208DA7BA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7405-42D2-84DE-F8EA208DA7BA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7405-42D2-84DE-F8EA208DA7BA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7405-42D2-84DE-F8EA208DA7BA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7405-42D2-84DE-F8EA208DA7BA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7405-42D2-84DE-F8EA208DA7BA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7405-42D2-84DE-F8EA208DA7BA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7405-42D2-84DE-F8EA208DA7BA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7405-42D2-84DE-F8EA208DA7BA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7405-42D2-84DE-F8EA208DA7BA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7405-42D2-84DE-F8EA208DA7BA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7405-42D2-84DE-F8EA208DA7BA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7405-42D2-84DE-F8EA208DA7BA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7405-42D2-84DE-F8EA208DA7BA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7405-42D2-84DE-F8EA208DA7BA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7405-42D2-84DE-F8EA208DA7BA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7405-42D2-84DE-F8EA208DA7BA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7405-42D2-84DE-F8EA208DA7BA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7405-42D2-84DE-F8EA208DA7BA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7405-42D2-84DE-F8EA208DA7BA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7405-42D2-84DE-F8EA208DA7BA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7405-42D2-84DE-F8EA208DA7BA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7405-42D2-84DE-F8EA208DA7BA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7405-42D2-84DE-F8EA208DA7BA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7405-42D2-84DE-F8EA208DA7BA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7405-42D2-84DE-F8EA208DA7BA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r>
                      <a:rPr lang="en-US"/>
                      <a:t>Duke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219472988986658E-2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5E-7405-42D2-84DE-F8EA208DA7BA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7405-42D2-84DE-F8EA208DA7BA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7405-42D2-84DE-F8EA208DA7BA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7405-42D2-84DE-F8EA208DA7BA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7405-42D2-84DE-F8EA208DA7BA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7405-42D2-84DE-F8EA208DA7BA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7405-42D2-84DE-F8EA208DA7BA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7405-42D2-84DE-F8EA208DA7BA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7405-42D2-84DE-F8EA208DA7BA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7405-42D2-84DE-F8EA208DA7BA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7405-42D2-84DE-F8EA208DA7BA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7405-42D2-84DE-F8EA208DA7BA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7405-42D2-84DE-F8EA208DA7BA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7405-42D2-84DE-F8EA208DA7BA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7405-42D2-84DE-F8EA208DA7BA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7405-42D2-84DE-F8EA208DA7BA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7405-42D2-84DE-F8EA208DA7BA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7405-42D2-84DE-F8EA208DA7BA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7405-42D2-84DE-F8EA208DA7BA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7405-42D2-84DE-F8EA208DA7BA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7405-42D2-84DE-F8EA208DA7BA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7405-42D2-84DE-F8EA208DA7BA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7405-42D2-84DE-F8EA208DA7BA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7405-42D2-84DE-F8EA208DA7BA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7405-42D2-84DE-F8EA208DA7BA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7405-42D2-84DE-F8EA208DA7BA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7405-42D2-84DE-F8EA208DA7BA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7405-42D2-84DE-F8EA208DA7BA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7405-42D2-84DE-F8EA208DA7BA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7405-42D2-84DE-F8EA208DA7BA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7405-42D2-84DE-F8EA208DA7BA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7405-42D2-84DE-F8EA208DA7BA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7405-42D2-84DE-F8EA208DA7BA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7405-42D2-84DE-F8EA208DA7BA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7405-42D2-84DE-F8EA208DA7BA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7405-42D2-84DE-F8EA208DA7BA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7405-42D2-84DE-F8EA208DA7BA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7405-42D2-84DE-F8EA208DA7BA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7405-42D2-84DE-F8EA208DA7BA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7405-42D2-84DE-F8EA208DA7BA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7405-42D2-84DE-F8EA208DA7BA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7405-42D2-84DE-F8EA208DA7BA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7405-42D2-84DE-F8EA208DA7BA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7405-42D2-84DE-F8EA208DA7BA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7405-42D2-84DE-F8EA208DA7BA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7405-42D2-84DE-F8EA208DA7BA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7405-42D2-84DE-F8EA208DA7BA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7405-42D2-84DE-F8EA208DA7BA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7405-42D2-84DE-F8EA208DA7BA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7405-42D2-84DE-F8EA208DA7BA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7405-42D2-84DE-F8EA208DA7BA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1-7405-42D2-84DE-F8EA208DA7BA}"/>
                </c:ext>
              </c:extLst>
            </c:dLbl>
            <c:dLbl>
              <c:idx val="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7405-42D2-84DE-F8EA208DA7BA}"/>
                </c:ext>
              </c:extLst>
            </c:dLbl>
            <c:dLbl>
              <c:idx val="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7405-42D2-84DE-F8EA208DA7BA}"/>
                </c:ext>
              </c:extLst>
            </c:dLbl>
            <c:dLbl>
              <c:idx val="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7405-42D2-84DE-F8EA208DA7BA}"/>
                </c:ext>
              </c:extLst>
            </c:dLbl>
            <c:dLbl>
              <c:idx val="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7405-42D2-84DE-F8EA208DA7BA}"/>
                </c:ext>
              </c:extLst>
            </c:dLbl>
            <c:dLbl>
              <c:idx val="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7405-42D2-84DE-F8EA208DA7BA}"/>
                </c:ext>
              </c:extLst>
            </c:dLbl>
            <c:dLbl>
              <c:idx val="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7405-42D2-84DE-F8EA208DA7BA}"/>
                </c:ext>
              </c:extLst>
            </c:dLbl>
            <c:dLbl>
              <c:idx val="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7405-42D2-84DE-F8EA208DA7BA}"/>
                </c:ext>
              </c:extLst>
            </c:dLbl>
            <c:dLbl>
              <c:idx val="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7405-42D2-84DE-F8EA208DA7BA}"/>
                </c:ext>
              </c:extLst>
            </c:dLbl>
            <c:dLbl>
              <c:idx val="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7405-42D2-84DE-F8EA208DA7BA}"/>
                </c:ext>
              </c:extLst>
            </c:dLbl>
            <c:dLbl>
              <c:idx val="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7405-42D2-84DE-F8EA208DA7BA}"/>
                </c:ext>
              </c:extLst>
            </c:dLbl>
            <c:dLbl>
              <c:idx val="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7405-42D2-84DE-F8EA208DA7BA}"/>
                </c:ext>
              </c:extLst>
            </c:dLbl>
            <c:dLbl>
              <c:idx val="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7405-42D2-84DE-F8EA208DA7BA}"/>
                </c:ext>
              </c:extLst>
            </c:dLbl>
            <c:dLbl>
              <c:idx val="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7405-42D2-84DE-F8EA208DA7BA}"/>
                </c:ext>
              </c:extLst>
            </c:dLbl>
            <c:dLbl>
              <c:idx val="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7405-42D2-84DE-F8EA208DA7BA}"/>
                </c:ext>
              </c:extLst>
            </c:dLbl>
            <c:dLbl>
              <c:idx val="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7405-42D2-84DE-F8EA208DA7BA}"/>
                </c:ext>
              </c:extLst>
            </c:dLbl>
            <c:dLbl>
              <c:idx val="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7405-42D2-84DE-F8EA208DA7BA}"/>
                </c:ext>
              </c:extLst>
            </c:dLbl>
            <c:dLbl>
              <c:idx val="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7405-42D2-84DE-F8EA208DA7BA}"/>
                </c:ext>
              </c:extLst>
            </c:dLbl>
            <c:dLbl>
              <c:idx val="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7405-42D2-84DE-F8EA208DA7BA}"/>
                </c:ext>
              </c:extLst>
            </c:dLbl>
            <c:dLbl>
              <c:idx val="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7405-42D2-84DE-F8EA208DA7BA}"/>
                </c:ext>
              </c:extLst>
            </c:dLbl>
            <c:dLbl>
              <c:idx val="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7405-42D2-84DE-F8EA208DA7BA}"/>
                </c:ext>
              </c:extLst>
            </c:dLbl>
            <c:dLbl>
              <c:idx val="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7405-42D2-84DE-F8EA208DA7BA}"/>
                </c:ext>
              </c:extLst>
            </c:dLbl>
            <c:dLbl>
              <c:idx val="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7405-42D2-84DE-F8EA208DA7BA}"/>
                </c:ext>
              </c:extLst>
            </c:dLbl>
            <c:dLbl>
              <c:idx val="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7405-42D2-84DE-F8EA208DA7BA}"/>
                </c:ext>
              </c:extLst>
            </c:dLbl>
            <c:dLbl>
              <c:idx val="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7405-42D2-84DE-F8EA208DA7BA}"/>
                </c:ext>
              </c:extLst>
            </c:dLbl>
            <c:dLbl>
              <c:idx val="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7405-42D2-84DE-F8EA208DA7BA}"/>
                </c:ext>
              </c:extLst>
            </c:dLbl>
            <c:dLbl>
              <c:idx val="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7405-42D2-84DE-F8EA208DA7BA}"/>
                </c:ext>
              </c:extLst>
            </c:dLbl>
            <c:dLbl>
              <c:idx val="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7405-42D2-84DE-F8EA208DA7BA}"/>
                </c:ext>
              </c:extLst>
            </c:dLbl>
            <c:dLbl>
              <c:idx val="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7405-42D2-84DE-F8EA208DA7BA}"/>
                </c:ext>
              </c:extLst>
            </c:dLbl>
            <c:dLbl>
              <c:idx val="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7405-42D2-84DE-F8EA208DA7BA}"/>
                </c:ext>
              </c:extLst>
            </c:dLbl>
            <c:dLbl>
              <c:idx val="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7405-42D2-84DE-F8EA208DA7BA}"/>
                </c:ext>
              </c:extLst>
            </c:dLbl>
            <c:dLbl>
              <c:idx val="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7405-42D2-84DE-F8EA208DA7BA}"/>
                </c:ext>
              </c:extLst>
            </c:dLbl>
            <c:dLbl>
              <c:idx val="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7405-42D2-84DE-F8EA208DA7BA}"/>
                </c:ext>
              </c:extLst>
            </c:dLbl>
            <c:dLbl>
              <c:idx val="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7405-42D2-84DE-F8EA208DA7BA}"/>
                </c:ext>
              </c:extLst>
            </c:dLbl>
            <c:dLbl>
              <c:idx val="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7405-42D2-84DE-F8EA208DA7BA}"/>
                </c:ext>
              </c:extLst>
            </c:dLbl>
            <c:dLbl>
              <c:idx val="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7405-42D2-84DE-F8EA208DA7BA}"/>
                </c:ext>
              </c:extLst>
            </c:dLbl>
            <c:dLbl>
              <c:idx val="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7405-42D2-84DE-F8EA208DA7BA}"/>
                </c:ext>
              </c:extLst>
            </c:dLbl>
            <c:dLbl>
              <c:idx val="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7405-42D2-84DE-F8EA208DA7BA}"/>
                </c:ext>
              </c:extLst>
            </c:dLbl>
            <c:dLbl>
              <c:idx val="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7405-42D2-84DE-F8EA208DA7BA}"/>
                </c:ext>
              </c:extLst>
            </c:dLbl>
            <c:dLbl>
              <c:idx val="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7405-42D2-84DE-F8EA208DA7BA}"/>
                </c:ext>
              </c:extLst>
            </c:dLbl>
            <c:dLbl>
              <c:idx val="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7405-42D2-84DE-F8EA208DA7BA}"/>
                </c:ext>
              </c:extLst>
            </c:dLbl>
            <c:dLbl>
              <c:idx val="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7405-42D2-84DE-F8EA208DA7BA}"/>
                </c:ext>
              </c:extLst>
            </c:dLbl>
            <c:dLbl>
              <c:idx val="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7405-42D2-84DE-F8EA208DA7BA}"/>
                </c:ext>
              </c:extLst>
            </c:dLbl>
            <c:dLbl>
              <c:idx val="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7405-42D2-84DE-F8EA208DA7BA}"/>
                </c:ext>
              </c:extLst>
            </c:dLbl>
            <c:dLbl>
              <c:idx val="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7405-42D2-84DE-F8EA208DA7BA}"/>
                </c:ext>
              </c:extLst>
            </c:dLbl>
            <c:dLbl>
              <c:idx val="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7405-42D2-84DE-F8EA208DA7BA}"/>
                </c:ext>
              </c:extLst>
            </c:dLbl>
            <c:dLbl>
              <c:idx val="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7405-42D2-84DE-F8EA208DA7BA}"/>
                </c:ext>
              </c:extLst>
            </c:dLbl>
            <c:dLbl>
              <c:idx val="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7405-42D2-84DE-F8EA208DA7BA}"/>
                </c:ext>
              </c:extLst>
            </c:dLbl>
            <c:dLbl>
              <c:idx val="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7405-42D2-84DE-F8EA208DA7BA}"/>
                </c:ext>
              </c:extLst>
            </c:dLbl>
            <c:dLbl>
              <c:idx val="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7405-42D2-84DE-F8EA208DA7BA}"/>
                </c:ext>
              </c:extLst>
            </c:dLbl>
            <c:dLbl>
              <c:idx val="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7405-42D2-84DE-F8EA208DA7BA}"/>
                </c:ext>
              </c:extLst>
            </c:dLbl>
            <c:dLbl>
              <c:idx val="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7405-42D2-84DE-F8EA208DA7BA}"/>
                </c:ext>
              </c:extLst>
            </c:dLbl>
            <c:dLbl>
              <c:idx val="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7405-42D2-84DE-F8EA208DA7BA}"/>
                </c:ext>
              </c:extLst>
            </c:dLbl>
            <c:dLbl>
              <c:idx val="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7405-42D2-84DE-F8EA208DA7BA}"/>
                </c:ext>
              </c:extLst>
            </c:dLbl>
            <c:dLbl>
              <c:idx val="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7405-42D2-84DE-F8EA208DA7BA}"/>
                </c:ext>
              </c:extLst>
            </c:dLbl>
            <c:dLbl>
              <c:idx val="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7405-42D2-84DE-F8EA208DA7BA}"/>
                </c:ext>
              </c:extLst>
            </c:dLbl>
            <c:dLbl>
              <c:idx val="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7405-42D2-84DE-F8EA208DA7BA}"/>
                </c:ext>
              </c:extLst>
            </c:dLbl>
            <c:dLbl>
              <c:idx val="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7405-42D2-84DE-F8EA208DA7BA}"/>
                </c:ext>
              </c:extLst>
            </c:dLbl>
            <c:dLbl>
              <c:idx val="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7405-42D2-84DE-F8EA208DA7BA}"/>
                </c:ext>
              </c:extLst>
            </c:dLbl>
            <c:dLbl>
              <c:idx val="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7405-42D2-84DE-F8EA208DA7BA}"/>
                </c:ext>
              </c:extLst>
            </c:dLbl>
            <c:dLbl>
              <c:idx val="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7405-42D2-84DE-F8EA208DA7BA}"/>
                </c:ext>
              </c:extLst>
            </c:dLbl>
            <c:dLbl>
              <c:idx val="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7405-42D2-84DE-F8EA208DA7BA}"/>
                </c:ext>
              </c:extLst>
            </c:dLbl>
            <c:dLbl>
              <c:idx val="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7405-42D2-84DE-F8EA208DA7BA}"/>
                </c:ext>
              </c:extLst>
            </c:dLbl>
            <c:dLbl>
              <c:idx val="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7405-42D2-84DE-F8EA208DA7BA}"/>
                </c:ext>
              </c:extLst>
            </c:dLbl>
            <c:dLbl>
              <c:idx val="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7405-42D2-84DE-F8EA208DA7BA}"/>
                </c:ext>
              </c:extLst>
            </c:dLbl>
            <c:dLbl>
              <c:idx val="208"/>
              <c:layout>
                <c:manualLayout>
                  <c:x val="-3.4157224719215958E-2"/>
                  <c:y val="-6.5943041525074061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Wake Forest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058405985421589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0D2-7405-42D2-84DE-F8EA208DA7BA}"/>
                </c:ext>
              </c:extLst>
            </c:dLbl>
            <c:dLbl>
              <c:idx val="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7405-42D2-84DE-F8EA208DA7BA}"/>
                </c:ext>
              </c:extLst>
            </c:dLbl>
            <c:dLbl>
              <c:idx val="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7405-42D2-84DE-F8EA208DA7BA}"/>
                </c:ext>
              </c:extLst>
            </c:dLbl>
            <c:dLbl>
              <c:idx val="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7405-42D2-84DE-F8EA208DA7BA}"/>
                </c:ext>
              </c:extLst>
            </c:dLbl>
            <c:dLbl>
              <c:idx val="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7405-42D2-84DE-F8EA208DA7BA}"/>
                </c:ext>
              </c:extLst>
            </c:dLbl>
            <c:dLbl>
              <c:idx val="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7405-42D2-84DE-F8EA208DA7BA}"/>
                </c:ext>
              </c:extLst>
            </c:dLbl>
            <c:dLbl>
              <c:idx val="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7405-42D2-84DE-F8EA208DA7BA}"/>
                </c:ext>
              </c:extLst>
            </c:dLbl>
            <c:dLbl>
              <c:idx val="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7405-42D2-84DE-F8EA208DA7BA}"/>
                </c:ext>
              </c:extLst>
            </c:dLbl>
            <c:dLbl>
              <c:idx val="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7405-42D2-84DE-F8EA208DA7BA}"/>
                </c:ext>
              </c:extLst>
            </c:dLbl>
            <c:dLbl>
              <c:idx val="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7405-42D2-84DE-F8EA208DA7BA}"/>
                </c:ext>
              </c:extLst>
            </c:dLbl>
            <c:dLbl>
              <c:idx val="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7405-42D2-84DE-F8EA208DA7BA}"/>
                </c:ext>
              </c:extLst>
            </c:dLbl>
            <c:dLbl>
              <c:idx val="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7405-42D2-84DE-F8EA208DA7BA}"/>
                </c:ext>
              </c:extLst>
            </c:dLbl>
            <c:dLbl>
              <c:idx val="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7405-42D2-84DE-F8EA208DA7BA}"/>
                </c:ext>
              </c:extLst>
            </c:dLbl>
            <c:dLbl>
              <c:idx val="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7405-42D2-84DE-F8EA208DA7BA}"/>
                </c:ext>
              </c:extLst>
            </c:dLbl>
            <c:dLbl>
              <c:idx val="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7405-42D2-84DE-F8EA208DA7BA}"/>
                </c:ext>
              </c:extLst>
            </c:dLbl>
            <c:dLbl>
              <c:idx val="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7405-42D2-84DE-F8EA208DA7BA}"/>
                </c:ext>
              </c:extLst>
            </c:dLbl>
            <c:dLbl>
              <c:idx val="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7405-42D2-84DE-F8EA208DA7BA}"/>
                </c:ext>
              </c:extLst>
            </c:dLbl>
            <c:dLbl>
              <c:idx val="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7405-42D2-84DE-F8EA208DA7BA}"/>
                </c:ext>
              </c:extLst>
            </c:dLbl>
            <c:dLbl>
              <c:idx val="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7405-42D2-84DE-F8EA208DA7BA}"/>
                </c:ext>
              </c:extLst>
            </c:dLbl>
            <c:dLbl>
              <c:idx val="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7405-42D2-84DE-F8EA208DA7BA}"/>
                </c:ext>
              </c:extLst>
            </c:dLbl>
            <c:dLbl>
              <c:idx val="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7405-42D2-84DE-F8EA208DA7BA}"/>
                </c:ext>
              </c:extLst>
            </c:dLbl>
            <c:dLbl>
              <c:idx val="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7405-42D2-84DE-F8EA208DA7BA}"/>
                </c:ext>
              </c:extLst>
            </c:dLbl>
            <c:dLbl>
              <c:idx val="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7405-42D2-84DE-F8EA208DA7BA}"/>
                </c:ext>
              </c:extLst>
            </c:dLbl>
            <c:dLbl>
              <c:idx val="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7405-42D2-84DE-F8EA208DA7BA}"/>
                </c:ext>
              </c:extLst>
            </c:dLbl>
            <c:dLbl>
              <c:idx val="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7405-42D2-84DE-F8EA208DA7BA}"/>
                </c:ext>
              </c:extLst>
            </c:dLbl>
            <c:dLbl>
              <c:idx val="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7405-42D2-84DE-F8EA208DA7BA}"/>
                </c:ext>
              </c:extLst>
            </c:dLbl>
            <c:dLbl>
              <c:idx val="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7405-42D2-84DE-F8EA208DA7BA}"/>
                </c:ext>
              </c:extLst>
            </c:dLbl>
            <c:dLbl>
              <c:idx val="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7405-42D2-84DE-F8EA208DA7BA}"/>
                </c:ext>
              </c:extLst>
            </c:dLbl>
            <c:dLbl>
              <c:idx val="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7405-42D2-84DE-F8EA208DA7BA}"/>
                </c:ext>
              </c:extLst>
            </c:dLbl>
            <c:dLbl>
              <c:idx val="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7405-42D2-84DE-F8EA208DA7BA}"/>
                </c:ext>
              </c:extLst>
            </c:dLbl>
            <c:dLbl>
              <c:idx val="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7405-42D2-84DE-F8EA208DA7BA}"/>
                </c:ext>
              </c:extLst>
            </c:dLbl>
            <c:dLbl>
              <c:idx val="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7405-42D2-84DE-F8EA208DA7BA}"/>
                </c:ext>
              </c:extLst>
            </c:dLbl>
            <c:dLbl>
              <c:idx val="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7405-42D2-84DE-F8EA208DA7BA}"/>
                </c:ext>
              </c:extLst>
            </c:dLbl>
            <c:dLbl>
              <c:idx val="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7405-42D2-84DE-F8EA208DA7BA}"/>
                </c:ext>
              </c:extLst>
            </c:dLbl>
            <c:dLbl>
              <c:idx val="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7405-42D2-84DE-F8EA208DA7BA}"/>
                </c:ext>
              </c:extLst>
            </c:dLbl>
            <c:dLbl>
              <c:idx val="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7405-42D2-84DE-F8EA208DA7BA}"/>
                </c:ext>
              </c:extLst>
            </c:dLbl>
            <c:dLbl>
              <c:idx val="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7405-42D2-84DE-F8EA208DA7BA}"/>
                </c:ext>
              </c:extLst>
            </c:dLbl>
            <c:dLbl>
              <c:idx val="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7405-42D2-84DE-F8EA208DA7BA}"/>
                </c:ext>
              </c:extLst>
            </c:dLbl>
            <c:dLbl>
              <c:idx val="246"/>
              <c:layout>
                <c:manualLayout>
                  <c:x val="0"/>
                  <c:y val="-5.472918232143666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F8-7405-42D2-84DE-F8EA208DA7BA}"/>
                </c:ext>
              </c:extLst>
            </c:dLbl>
            <c:dLbl>
              <c:idx val="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7405-42D2-84DE-F8EA208DA7BA}"/>
                </c:ext>
              </c:extLst>
            </c:dLbl>
            <c:dLbl>
              <c:idx val="248"/>
              <c:layout>
                <c:manualLayout>
                  <c:x val="1.1385741573071986E-3"/>
                  <c:y val="-2.590623131093504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Queens U. of Charlotte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FA-7405-42D2-84DE-F8EA208DA7BA}"/>
                </c:ext>
              </c:extLst>
            </c:dLbl>
            <c:dLbl>
              <c:idx val="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7405-42D2-84DE-F8EA208DA7BA}"/>
                </c:ext>
              </c:extLst>
            </c:dLbl>
            <c:dLbl>
              <c:idx val="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7405-42D2-84DE-F8EA208DA7BA}"/>
                </c:ext>
              </c:extLst>
            </c:dLbl>
            <c:dLbl>
              <c:idx val="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7405-42D2-84DE-F8EA208DA7BA}"/>
                </c:ext>
              </c:extLst>
            </c:dLbl>
            <c:dLbl>
              <c:idx val="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7405-42D2-84DE-F8EA208DA7BA}"/>
                </c:ext>
              </c:extLst>
            </c:dLbl>
            <c:dLbl>
              <c:idx val="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7405-42D2-84DE-F8EA208DA7BA}"/>
                </c:ext>
              </c:extLst>
            </c:dLbl>
            <c:dLbl>
              <c:idx val="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7405-42D2-84DE-F8EA208DA7BA}"/>
                </c:ext>
              </c:extLst>
            </c:dLbl>
            <c:dLbl>
              <c:idx val="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7405-42D2-84DE-F8EA208DA7BA}"/>
                </c:ext>
              </c:extLst>
            </c:dLbl>
            <c:dLbl>
              <c:idx val="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7405-42D2-84DE-F8EA208DA7BA}"/>
                </c:ext>
              </c:extLst>
            </c:dLbl>
            <c:dLbl>
              <c:idx val="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7405-42D2-84DE-F8EA208DA7BA}"/>
                </c:ext>
              </c:extLst>
            </c:dLbl>
            <c:dLbl>
              <c:idx val="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7405-42D2-84DE-F8EA208DA7BA}"/>
                </c:ext>
              </c:extLst>
            </c:dLbl>
            <c:dLbl>
              <c:idx val="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7405-42D2-84DE-F8EA208DA7BA}"/>
                </c:ext>
              </c:extLst>
            </c:dLbl>
            <c:dLbl>
              <c:idx val="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7405-42D2-84DE-F8EA208DA7BA}"/>
                </c:ext>
              </c:extLst>
            </c:dLbl>
            <c:dLbl>
              <c:idx val="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7405-42D2-84DE-F8EA208DA7BA}"/>
                </c:ext>
              </c:extLst>
            </c:dLbl>
            <c:dLbl>
              <c:idx val="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7405-42D2-84DE-F8EA208DA7BA}"/>
                </c:ext>
              </c:extLst>
            </c:dLbl>
            <c:dLbl>
              <c:idx val="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7405-42D2-84DE-F8EA208DA7BA}"/>
                </c:ext>
              </c:extLst>
            </c:dLbl>
            <c:dLbl>
              <c:idx val="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7405-42D2-84DE-F8EA208DA7BA}"/>
                </c:ext>
              </c:extLst>
            </c:dLbl>
            <c:dLbl>
              <c:idx val="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7405-42D2-84DE-F8EA208DA7BA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7405-42D2-84DE-F8EA208DA7BA}"/>
                </c:ext>
              </c:extLst>
            </c:dLbl>
            <c:dLbl>
              <c:idx val="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7405-42D2-84DE-F8EA208DA7BA}"/>
                </c:ext>
              </c:extLst>
            </c:dLbl>
            <c:dLbl>
              <c:idx val="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7405-42D2-84DE-F8EA208DA7BA}"/>
                </c:ext>
              </c:extLst>
            </c:dLbl>
            <c:dLbl>
              <c:idx val="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7405-42D2-84DE-F8EA208DA7BA}"/>
                </c:ext>
              </c:extLst>
            </c:dLbl>
            <c:dLbl>
              <c:idx val="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7405-42D2-84DE-F8EA208DA7BA}"/>
                </c:ext>
              </c:extLst>
            </c:dLbl>
            <c:dLbl>
              <c:idx val="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7405-42D2-84DE-F8EA208DA7BA}"/>
                </c:ext>
              </c:extLst>
            </c:dLbl>
            <c:dLbl>
              <c:idx val="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7405-42D2-84DE-F8EA208DA7BA}"/>
                </c:ext>
              </c:extLst>
            </c:dLbl>
            <c:dLbl>
              <c:idx val="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7405-42D2-84DE-F8EA208DA7BA}"/>
                </c:ext>
              </c:extLst>
            </c:dLbl>
            <c:dLbl>
              <c:idx val="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7405-42D2-84DE-F8EA208DA7BA}"/>
                </c:ext>
              </c:extLst>
            </c:dLbl>
            <c:dLbl>
              <c:idx val="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7405-42D2-84DE-F8EA208DA7BA}"/>
                </c:ext>
              </c:extLst>
            </c:dLbl>
            <c:dLbl>
              <c:idx val="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7405-42D2-84DE-F8EA208DA7BA}"/>
                </c:ext>
              </c:extLst>
            </c:dLbl>
            <c:dLbl>
              <c:idx val="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7405-42D2-84DE-F8EA208DA7BA}"/>
                </c:ext>
              </c:extLst>
            </c:dLbl>
            <c:dLbl>
              <c:idx val="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7405-42D2-84DE-F8EA208DA7BA}"/>
                </c:ext>
              </c:extLst>
            </c:dLbl>
            <c:dLbl>
              <c:idx val="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7405-42D2-84DE-F8EA208DA7BA}"/>
                </c:ext>
              </c:extLst>
            </c:dLbl>
            <c:dLbl>
              <c:idx val="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7405-42D2-84DE-F8EA208DA7BA}"/>
                </c:ext>
              </c:extLst>
            </c:dLbl>
            <c:dLbl>
              <c:idx val="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7405-42D2-84DE-F8EA208DA7BA}"/>
                </c:ext>
              </c:extLst>
            </c:dLbl>
            <c:dLbl>
              <c:idx val="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7405-42D2-84DE-F8EA208DA7BA}"/>
                </c:ext>
              </c:extLst>
            </c:dLbl>
            <c:dLbl>
              <c:idx val="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7405-42D2-84DE-F8EA208DA7BA}"/>
                </c:ext>
              </c:extLst>
            </c:dLbl>
            <c:dLbl>
              <c:idx val="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7405-42D2-84DE-F8EA208DA7BA}"/>
                </c:ext>
              </c:extLst>
            </c:dLbl>
            <c:dLbl>
              <c:idx val="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7405-42D2-84DE-F8EA208DA7BA}"/>
                </c:ext>
              </c:extLst>
            </c:dLbl>
            <c:dLbl>
              <c:idx val="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7405-42D2-84DE-F8EA208DA7BA}"/>
                </c:ext>
              </c:extLst>
            </c:dLbl>
            <c:dLbl>
              <c:idx val="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7405-42D2-84DE-F8EA208DA7BA}"/>
                </c:ext>
              </c:extLst>
            </c:dLbl>
            <c:dLbl>
              <c:idx val="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2-7405-42D2-84DE-F8EA208DA7BA}"/>
                </c:ext>
              </c:extLst>
            </c:dLbl>
            <c:dLbl>
              <c:idx val="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3-7405-42D2-84DE-F8EA208DA7BA}"/>
                </c:ext>
              </c:extLst>
            </c:dLbl>
            <c:dLbl>
              <c:idx val="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4-7405-42D2-84DE-F8EA208DA7BA}"/>
                </c:ext>
              </c:extLst>
            </c:dLbl>
            <c:dLbl>
              <c:idx val="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5-7405-42D2-84DE-F8EA208DA7BA}"/>
                </c:ext>
              </c:extLst>
            </c:dLbl>
            <c:dLbl>
              <c:idx val="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6-7405-42D2-84DE-F8EA208DA7BA}"/>
                </c:ext>
              </c:extLst>
            </c:dLbl>
            <c:dLbl>
              <c:idx val="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7-7405-42D2-84DE-F8EA208DA7BA}"/>
                </c:ext>
              </c:extLst>
            </c:dLbl>
            <c:dLbl>
              <c:idx val="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8-7405-42D2-84DE-F8EA208DA7BA}"/>
                </c:ext>
              </c:extLst>
            </c:dLbl>
            <c:dLbl>
              <c:idx val="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9-7405-42D2-84DE-F8EA208DA7BA}"/>
                </c:ext>
              </c:extLst>
            </c:dLbl>
            <c:dLbl>
              <c:idx val="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A-7405-42D2-84DE-F8EA208DA7BA}"/>
                </c:ext>
              </c:extLst>
            </c:dLbl>
            <c:dLbl>
              <c:idx val="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B-7405-42D2-84DE-F8EA208DA7BA}"/>
                </c:ext>
              </c:extLst>
            </c:dLbl>
            <c:dLbl>
              <c:idx val="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C-7405-42D2-84DE-F8EA208DA7BA}"/>
                </c:ext>
              </c:extLst>
            </c:dLbl>
            <c:dLbl>
              <c:idx val="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D-7405-42D2-84DE-F8EA208DA7BA}"/>
                </c:ext>
              </c:extLst>
            </c:dLbl>
            <c:dLbl>
              <c:idx val="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E-7405-42D2-84DE-F8EA208DA7BA}"/>
                </c:ext>
              </c:extLst>
            </c:dLbl>
            <c:dLbl>
              <c:idx val="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F-7405-42D2-84DE-F8EA208DA7BA}"/>
                </c:ext>
              </c:extLst>
            </c:dLbl>
            <c:dLbl>
              <c:idx val="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0-7405-42D2-84DE-F8EA208DA7BA}"/>
                </c:ext>
              </c:extLst>
            </c:dLbl>
            <c:dLbl>
              <c:idx val="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1-7405-42D2-84DE-F8EA208DA7BA}"/>
                </c:ext>
              </c:extLst>
            </c:dLbl>
            <c:dLbl>
              <c:idx val="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2-7405-42D2-84DE-F8EA208DA7BA}"/>
                </c:ext>
              </c:extLst>
            </c:dLbl>
            <c:dLbl>
              <c:idx val="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3-7405-42D2-84DE-F8EA208DA7BA}"/>
                </c:ext>
              </c:extLst>
            </c:dLbl>
            <c:dLbl>
              <c:idx val="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4-7405-42D2-84DE-F8EA208DA7BA}"/>
                </c:ext>
              </c:extLst>
            </c:dLbl>
            <c:dLbl>
              <c:idx val="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5-7405-42D2-84DE-F8EA208DA7BA}"/>
                </c:ext>
              </c:extLst>
            </c:dLbl>
            <c:dLbl>
              <c:idx val="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6-7405-42D2-84DE-F8EA208DA7BA}"/>
                </c:ext>
              </c:extLst>
            </c:dLbl>
            <c:dLbl>
              <c:idx val="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7-7405-42D2-84DE-F8EA208DA7BA}"/>
                </c:ext>
              </c:extLst>
            </c:dLbl>
            <c:dLbl>
              <c:idx val="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8-7405-42D2-84DE-F8EA208DA7BA}"/>
                </c:ext>
              </c:extLst>
            </c:dLbl>
            <c:dLbl>
              <c:idx val="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9-7405-42D2-84DE-F8EA208DA7BA}"/>
                </c:ext>
              </c:extLst>
            </c:dLbl>
            <c:dLbl>
              <c:idx val="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A-7405-42D2-84DE-F8EA208DA7BA}"/>
                </c:ext>
              </c:extLst>
            </c:dLbl>
            <c:dLbl>
              <c:idx val="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B-7405-42D2-84DE-F8EA208DA7BA}"/>
                </c:ext>
              </c:extLst>
            </c:dLbl>
            <c:dLbl>
              <c:idx val="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C-7405-42D2-84DE-F8EA208DA7BA}"/>
                </c:ext>
              </c:extLst>
            </c:dLbl>
            <c:dLbl>
              <c:idx val="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D-7405-42D2-84DE-F8EA208DA7BA}"/>
                </c:ext>
              </c:extLst>
            </c:dLbl>
            <c:dLbl>
              <c:idx val="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E-7405-42D2-84DE-F8EA208DA7BA}"/>
                </c:ext>
              </c:extLst>
            </c:dLbl>
            <c:dLbl>
              <c:idx val="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F-7405-42D2-84DE-F8EA208DA7BA}"/>
                </c:ext>
              </c:extLst>
            </c:dLbl>
            <c:dLbl>
              <c:idx val="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0-7405-42D2-84DE-F8EA208DA7BA}"/>
                </c:ext>
              </c:extLst>
            </c:dLbl>
            <c:dLbl>
              <c:idx val="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1-7405-42D2-84DE-F8EA208DA7BA}"/>
                </c:ext>
              </c:extLst>
            </c:dLbl>
            <c:dLbl>
              <c:idx val="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2-7405-42D2-84DE-F8EA208DA7BA}"/>
                </c:ext>
              </c:extLst>
            </c:dLbl>
            <c:dLbl>
              <c:idx val="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3-7405-42D2-84DE-F8EA208DA7BA}"/>
                </c:ext>
              </c:extLst>
            </c:dLbl>
            <c:dLbl>
              <c:idx val="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4-7405-42D2-84DE-F8EA208DA7BA}"/>
                </c:ext>
              </c:extLst>
            </c:dLbl>
            <c:dLbl>
              <c:idx val="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5-7405-42D2-84DE-F8EA208DA7BA}"/>
                </c:ext>
              </c:extLst>
            </c:dLbl>
            <c:dLbl>
              <c:idx val="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6-7405-42D2-84DE-F8EA208DA7BA}"/>
                </c:ext>
              </c:extLst>
            </c:dLbl>
            <c:dLbl>
              <c:idx val="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7-7405-42D2-84DE-F8EA208DA7BA}"/>
                </c:ext>
              </c:extLst>
            </c:dLbl>
            <c:dLbl>
              <c:idx val="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8-7405-42D2-84DE-F8EA208DA7BA}"/>
                </c:ext>
              </c:extLst>
            </c:dLbl>
            <c:dLbl>
              <c:idx val="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9-7405-42D2-84DE-F8EA208DA7BA}"/>
                </c:ext>
              </c:extLst>
            </c:dLbl>
            <c:dLbl>
              <c:idx val="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A-7405-42D2-84DE-F8EA208DA7BA}"/>
                </c:ext>
              </c:extLst>
            </c:dLbl>
            <c:dLbl>
              <c:idx val="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B-7405-42D2-84DE-F8EA208DA7BA}"/>
                </c:ext>
              </c:extLst>
            </c:dLbl>
            <c:dLbl>
              <c:idx val="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C-7405-42D2-84DE-F8EA208DA7BA}"/>
                </c:ext>
              </c:extLst>
            </c:dLbl>
            <c:dLbl>
              <c:idx val="331"/>
              <c:layout>
                <c:manualLayout>
                  <c:x val="6.1483004494588683E-2"/>
                  <c:y val="-0.12011070880524434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UNC</a:t>
                    </a:r>
                    <a:r>
                      <a:rPr lang="en-US" baseline="0"/>
                      <a:t> Chapel Hill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14D-7405-42D2-84DE-F8EA208DA7BA}"/>
                </c:ext>
              </c:extLst>
            </c:dLbl>
            <c:dLbl>
              <c:idx val="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E-7405-42D2-84DE-F8EA208DA7BA}"/>
                </c:ext>
              </c:extLst>
            </c:dLbl>
            <c:dLbl>
              <c:idx val="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4F-7405-42D2-84DE-F8EA208DA7BA}"/>
                </c:ext>
              </c:extLst>
            </c:dLbl>
            <c:dLbl>
              <c:idx val="334"/>
              <c:layout>
                <c:manualLayout>
                  <c:x val="-4.173195910977779E-2"/>
                  <c:y val="3.851320810368563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78685278112729"/>
                      <c:h val="7.293170296019596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150-7405-42D2-84DE-F8EA208DA7BA}"/>
                </c:ext>
              </c:extLst>
            </c:dLbl>
            <c:dLbl>
              <c:idx val="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1-7405-42D2-84DE-F8EA208DA7BA}"/>
                </c:ext>
              </c:extLst>
            </c:dLbl>
            <c:dLbl>
              <c:idx val="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2-7405-42D2-84DE-F8EA208DA7BA}"/>
                </c:ext>
              </c:extLst>
            </c:dLbl>
            <c:dLbl>
              <c:idx val="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3-7405-42D2-84DE-F8EA208DA7BA}"/>
                </c:ext>
              </c:extLst>
            </c:dLbl>
            <c:dLbl>
              <c:idx val="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4-7405-42D2-84DE-F8EA208DA7BA}"/>
                </c:ext>
              </c:extLst>
            </c:dLbl>
            <c:dLbl>
              <c:idx val="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5-7405-42D2-84DE-F8EA208DA7BA}"/>
                </c:ext>
              </c:extLst>
            </c:dLbl>
            <c:dLbl>
              <c:idx val="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6-7405-42D2-84DE-F8EA208DA7BA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7-7405-42D2-84DE-F8EA208DA7BA}"/>
                </c:ext>
              </c:extLst>
            </c:dLbl>
            <c:dLbl>
              <c:idx val="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8-7405-42D2-84DE-F8EA208DA7BA}"/>
                </c:ext>
              </c:extLst>
            </c:dLbl>
            <c:dLbl>
              <c:idx val="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9-7405-42D2-84DE-F8EA208DA7BA}"/>
                </c:ext>
              </c:extLst>
            </c:dLbl>
            <c:dLbl>
              <c:idx val="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A-7405-42D2-84DE-F8EA208DA7BA}"/>
                </c:ext>
              </c:extLst>
            </c:dLbl>
            <c:dLbl>
              <c:idx val="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B-7405-42D2-84DE-F8EA208DA7BA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C-7405-42D2-84DE-F8EA208DA7BA}"/>
                </c:ext>
              </c:extLst>
            </c:dLbl>
            <c:dLbl>
              <c:idx val="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D-7405-42D2-84DE-F8EA208DA7BA}"/>
                </c:ext>
              </c:extLst>
            </c:dLbl>
            <c:dLbl>
              <c:idx val="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E-7405-42D2-84DE-F8EA208DA7BA}"/>
                </c:ext>
              </c:extLst>
            </c:dLbl>
            <c:dLbl>
              <c:idx val="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5F-7405-42D2-84DE-F8EA208DA7BA}"/>
                </c:ext>
              </c:extLst>
            </c:dLbl>
            <c:dLbl>
              <c:idx val="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0-7405-42D2-84DE-F8EA208DA7BA}"/>
                </c:ext>
              </c:extLst>
            </c:dLbl>
            <c:dLbl>
              <c:idx val="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1-7405-42D2-84DE-F8EA208DA7BA}"/>
                </c:ext>
              </c:extLst>
            </c:dLbl>
            <c:dLbl>
              <c:idx val="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2-7405-42D2-84DE-F8EA208DA7BA}"/>
                </c:ext>
              </c:extLst>
            </c:dLbl>
            <c:dLbl>
              <c:idx val="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3-7405-42D2-84DE-F8EA208DA7BA}"/>
                </c:ext>
              </c:extLst>
            </c:dLbl>
            <c:dLbl>
              <c:idx val="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4-7405-42D2-84DE-F8EA208DA7BA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5-7405-42D2-84DE-F8EA208DA7BA}"/>
                </c:ext>
              </c:extLst>
            </c:dLbl>
            <c:dLbl>
              <c:idx val="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6-7405-42D2-84DE-F8EA208DA7BA}"/>
                </c:ext>
              </c:extLst>
            </c:dLbl>
            <c:dLbl>
              <c:idx val="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7-7405-42D2-84DE-F8EA208DA7BA}"/>
                </c:ext>
              </c:extLst>
            </c:dLbl>
            <c:dLbl>
              <c:idx val="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8-7405-42D2-84DE-F8EA208DA7BA}"/>
                </c:ext>
              </c:extLst>
            </c:dLbl>
            <c:dLbl>
              <c:idx val="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9-7405-42D2-84DE-F8EA208DA7BA}"/>
                </c:ext>
              </c:extLst>
            </c:dLbl>
            <c:dLbl>
              <c:idx val="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A-7405-42D2-84DE-F8EA208DA7BA}"/>
                </c:ext>
              </c:extLst>
            </c:dLbl>
            <c:dLbl>
              <c:idx val="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B-7405-42D2-84DE-F8EA208DA7BA}"/>
                </c:ext>
              </c:extLst>
            </c:dLbl>
            <c:dLbl>
              <c:idx val="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C-7405-42D2-84DE-F8EA208DA7BA}"/>
                </c:ext>
              </c:extLst>
            </c:dLbl>
            <c:dLbl>
              <c:idx val="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D-7405-42D2-84DE-F8EA208DA7BA}"/>
                </c:ext>
              </c:extLst>
            </c:dLbl>
            <c:dLbl>
              <c:idx val="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E-7405-42D2-84DE-F8EA208DA7BA}"/>
                </c:ext>
              </c:extLst>
            </c:dLbl>
            <c:dLbl>
              <c:idx val="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6F-7405-42D2-84DE-F8EA208DA7BA}"/>
                </c:ext>
              </c:extLst>
            </c:dLbl>
            <c:dLbl>
              <c:idx val="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0-7405-42D2-84DE-F8EA208DA7BA}"/>
                </c:ext>
              </c:extLst>
            </c:dLbl>
            <c:dLbl>
              <c:idx val="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1-7405-42D2-84DE-F8EA208DA7BA}"/>
                </c:ext>
              </c:extLst>
            </c:dLbl>
            <c:dLbl>
              <c:idx val="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2-7405-42D2-84DE-F8EA208DA7BA}"/>
                </c:ext>
              </c:extLst>
            </c:dLbl>
            <c:dLbl>
              <c:idx val="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3-7405-42D2-84DE-F8EA208DA7BA}"/>
                </c:ext>
              </c:extLst>
            </c:dLbl>
            <c:dLbl>
              <c:idx val="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4-7405-42D2-84DE-F8EA208DA7BA}"/>
                </c:ext>
              </c:extLst>
            </c:dLbl>
            <c:dLbl>
              <c:idx val="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5-7405-42D2-84DE-F8EA208DA7BA}"/>
                </c:ext>
              </c:extLst>
            </c:dLbl>
            <c:dLbl>
              <c:idx val="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6-7405-42D2-84DE-F8EA208DA7BA}"/>
                </c:ext>
              </c:extLst>
            </c:dLbl>
            <c:dLbl>
              <c:idx val="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7-7405-42D2-84DE-F8EA208DA7BA}"/>
                </c:ext>
              </c:extLst>
            </c:dLbl>
            <c:dLbl>
              <c:idx val="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8-7405-42D2-84DE-F8EA208DA7BA}"/>
                </c:ext>
              </c:extLst>
            </c:dLbl>
            <c:dLbl>
              <c:idx val="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9-7405-42D2-84DE-F8EA208DA7BA}"/>
                </c:ext>
              </c:extLst>
            </c:dLbl>
            <c:dLbl>
              <c:idx val="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A-7405-42D2-84DE-F8EA208DA7BA}"/>
                </c:ext>
              </c:extLst>
            </c:dLbl>
            <c:dLbl>
              <c:idx val="377"/>
              <c:layout>
                <c:manualLayout>
                  <c:x val="1.1385741573071986E-3"/>
                  <c:y val="-1.648569084056170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NC State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868746067660708E-2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17B-7405-42D2-84DE-F8EA208DA7BA}"/>
                </c:ext>
              </c:extLst>
            </c:dLbl>
            <c:dLbl>
              <c:idx val="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C-7405-42D2-84DE-F8EA208DA7BA}"/>
                </c:ext>
              </c:extLst>
            </c:dLbl>
            <c:dLbl>
              <c:idx val="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D-7405-42D2-84DE-F8EA208DA7BA}"/>
                </c:ext>
              </c:extLst>
            </c:dLbl>
            <c:dLbl>
              <c:idx val="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E-7405-42D2-84DE-F8EA208DA7BA}"/>
                </c:ext>
              </c:extLst>
            </c:dLbl>
            <c:dLbl>
              <c:idx val="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7F-7405-42D2-84DE-F8EA208DA7BA}"/>
                </c:ext>
              </c:extLst>
            </c:dLbl>
            <c:dLbl>
              <c:idx val="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0-7405-42D2-84DE-F8EA208DA7BA}"/>
                </c:ext>
              </c:extLst>
            </c:dLbl>
            <c:dLbl>
              <c:idx val="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1-7405-42D2-84DE-F8EA208DA7BA}"/>
                </c:ext>
              </c:extLst>
            </c:dLbl>
            <c:dLbl>
              <c:idx val="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2-7405-42D2-84DE-F8EA208DA7BA}"/>
                </c:ext>
              </c:extLst>
            </c:dLbl>
            <c:dLbl>
              <c:idx val="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3-7405-42D2-84DE-F8EA208DA7BA}"/>
                </c:ext>
              </c:extLst>
            </c:dLbl>
            <c:dLbl>
              <c:idx val="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4-7405-42D2-84DE-F8EA208DA7BA}"/>
                </c:ext>
              </c:extLst>
            </c:dLbl>
            <c:dLbl>
              <c:idx val="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5-7405-42D2-84DE-F8EA208DA7BA}"/>
                </c:ext>
              </c:extLst>
            </c:dLbl>
            <c:dLbl>
              <c:idx val="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6-7405-42D2-84DE-F8EA208DA7BA}"/>
                </c:ext>
              </c:extLst>
            </c:dLbl>
            <c:dLbl>
              <c:idx val="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7-7405-42D2-84DE-F8EA208DA7BA}"/>
                </c:ext>
              </c:extLst>
            </c:dLbl>
            <c:dLbl>
              <c:idx val="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8-7405-42D2-84DE-F8EA208DA7BA}"/>
                </c:ext>
              </c:extLst>
            </c:dLbl>
            <c:dLbl>
              <c:idx val="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9-7405-42D2-84DE-F8EA208DA7BA}"/>
                </c:ext>
              </c:extLst>
            </c:dLbl>
            <c:dLbl>
              <c:idx val="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A-7405-42D2-84DE-F8EA208DA7BA}"/>
                </c:ext>
              </c:extLst>
            </c:dLbl>
            <c:dLbl>
              <c:idx val="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B-7405-42D2-84DE-F8EA208DA7BA}"/>
                </c:ext>
              </c:extLst>
            </c:dLbl>
            <c:dLbl>
              <c:idx val="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C-7405-42D2-84DE-F8EA208DA7BA}"/>
                </c:ext>
              </c:extLst>
            </c:dLbl>
            <c:dLbl>
              <c:idx val="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D-7405-42D2-84DE-F8EA208DA7BA}"/>
                </c:ext>
              </c:extLst>
            </c:dLbl>
            <c:dLbl>
              <c:idx val="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E-7405-42D2-84DE-F8EA208DA7BA}"/>
                </c:ext>
              </c:extLst>
            </c:dLbl>
            <c:dLbl>
              <c:idx val="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8F-7405-42D2-84DE-F8EA208DA7BA}"/>
                </c:ext>
              </c:extLst>
            </c:dLbl>
            <c:dLbl>
              <c:idx val="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0-7405-42D2-84DE-F8EA208DA7BA}"/>
                </c:ext>
              </c:extLst>
            </c:dLbl>
            <c:dLbl>
              <c:idx val="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1-7405-42D2-84DE-F8EA208DA7BA}"/>
                </c:ext>
              </c:extLst>
            </c:dLbl>
            <c:dLbl>
              <c:idx val="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2-7405-42D2-84DE-F8EA208DA7BA}"/>
                </c:ext>
              </c:extLst>
            </c:dLbl>
            <c:dLbl>
              <c:idx val="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3-7405-42D2-84DE-F8EA208DA7BA}"/>
                </c:ext>
              </c:extLst>
            </c:dLbl>
            <c:dLbl>
              <c:idx val="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4-7405-42D2-84DE-F8EA208DA7BA}"/>
                </c:ext>
              </c:extLst>
            </c:dLbl>
            <c:dLbl>
              <c:idx val="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5-7405-42D2-84DE-F8EA208DA7BA}"/>
                </c:ext>
              </c:extLst>
            </c:dLbl>
            <c:dLbl>
              <c:idx val="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6-7405-42D2-84DE-F8EA208DA7BA}"/>
                </c:ext>
              </c:extLst>
            </c:dLbl>
            <c:dLbl>
              <c:idx val="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7-7405-42D2-84DE-F8EA208DA7BA}"/>
                </c:ext>
              </c:extLst>
            </c:dLbl>
            <c:dLbl>
              <c:idx val="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8-7405-42D2-84DE-F8EA208DA7BA}"/>
                </c:ext>
              </c:extLst>
            </c:dLbl>
            <c:dLbl>
              <c:idx val="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9-7405-42D2-84DE-F8EA208DA7BA}"/>
                </c:ext>
              </c:extLst>
            </c:dLbl>
            <c:dLbl>
              <c:idx val="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A-7405-42D2-84DE-F8EA208DA7BA}"/>
                </c:ext>
              </c:extLst>
            </c:dLbl>
            <c:dLbl>
              <c:idx val="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B-7405-42D2-84DE-F8EA208DA7BA}"/>
                </c:ext>
              </c:extLst>
            </c:dLbl>
            <c:dLbl>
              <c:idx val="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C-7405-42D2-84DE-F8EA208DA7BA}"/>
                </c:ext>
              </c:extLst>
            </c:dLbl>
            <c:dLbl>
              <c:idx val="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D-7405-42D2-84DE-F8EA208DA7BA}"/>
                </c:ext>
              </c:extLst>
            </c:dLbl>
            <c:dLbl>
              <c:idx val="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E-7405-42D2-84DE-F8EA208DA7BA}"/>
                </c:ext>
              </c:extLst>
            </c:dLbl>
            <c:dLbl>
              <c:idx val="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9F-7405-42D2-84DE-F8EA208DA7BA}"/>
                </c:ext>
              </c:extLst>
            </c:dLbl>
            <c:dLbl>
              <c:idx val="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0-7405-42D2-84DE-F8EA208DA7BA}"/>
                </c:ext>
              </c:extLst>
            </c:dLbl>
            <c:dLbl>
              <c:idx val="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1-7405-42D2-84DE-F8EA208DA7BA}"/>
                </c:ext>
              </c:extLst>
            </c:dLbl>
            <c:dLbl>
              <c:idx val="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2-7405-42D2-84DE-F8EA208DA7BA}"/>
                </c:ext>
              </c:extLst>
            </c:dLbl>
            <c:dLbl>
              <c:idx val="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3-7405-42D2-84DE-F8EA208DA7BA}"/>
                </c:ext>
              </c:extLst>
            </c:dLbl>
            <c:dLbl>
              <c:idx val="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4-7405-42D2-84DE-F8EA208DA7BA}"/>
                </c:ext>
              </c:extLst>
            </c:dLbl>
            <c:dLbl>
              <c:idx val="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5-7405-42D2-84DE-F8EA208DA7BA}"/>
                </c:ext>
              </c:extLst>
            </c:dLbl>
            <c:dLbl>
              <c:idx val="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6-7405-42D2-84DE-F8EA208DA7BA}"/>
                </c:ext>
              </c:extLst>
            </c:dLbl>
            <c:dLbl>
              <c:idx val="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7-7405-42D2-84DE-F8EA208DA7BA}"/>
                </c:ext>
              </c:extLst>
            </c:dLbl>
            <c:dLbl>
              <c:idx val="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8-7405-42D2-84DE-F8EA208DA7BA}"/>
                </c:ext>
              </c:extLst>
            </c:dLbl>
            <c:dLbl>
              <c:idx val="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9-7405-42D2-84DE-F8EA208DA7BA}"/>
                </c:ext>
              </c:extLst>
            </c:dLbl>
            <c:dLbl>
              <c:idx val="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A-7405-42D2-84DE-F8EA208DA7BA}"/>
                </c:ext>
              </c:extLst>
            </c:dLbl>
            <c:dLbl>
              <c:idx val="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B-7405-42D2-84DE-F8EA208DA7BA}"/>
                </c:ext>
              </c:extLst>
            </c:dLbl>
            <c:dLbl>
              <c:idx val="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C-7405-42D2-84DE-F8EA208DA7BA}"/>
                </c:ext>
              </c:extLst>
            </c:dLbl>
            <c:dLbl>
              <c:idx val="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D-7405-42D2-84DE-F8EA208DA7BA}"/>
                </c:ext>
              </c:extLst>
            </c:dLbl>
            <c:dLbl>
              <c:idx val="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E-7405-42D2-84DE-F8EA208DA7BA}"/>
                </c:ext>
              </c:extLst>
            </c:dLbl>
            <c:dLbl>
              <c:idx val="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AF-7405-42D2-84DE-F8EA208DA7BA}"/>
                </c:ext>
              </c:extLst>
            </c:dLbl>
            <c:dLbl>
              <c:idx val="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0-7405-42D2-84DE-F8EA208DA7BA}"/>
                </c:ext>
              </c:extLst>
            </c:dLbl>
            <c:dLbl>
              <c:idx val="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1-7405-42D2-84DE-F8EA208DA7BA}"/>
                </c:ext>
              </c:extLst>
            </c:dLbl>
            <c:dLbl>
              <c:idx val="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2-7405-42D2-84DE-F8EA208DA7BA}"/>
                </c:ext>
              </c:extLst>
            </c:dLbl>
            <c:dLbl>
              <c:idx val="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3-7405-42D2-84DE-F8EA208DA7BA}"/>
                </c:ext>
              </c:extLst>
            </c:dLbl>
            <c:dLbl>
              <c:idx val="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4-7405-42D2-84DE-F8EA208DA7BA}"/>
                </c:ext>
              </c:extLst>
            </c:dLbl>
            <c:dLbl>
              <c:idx val="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5-7405-42D2-84DE-F8EA208DA7BA}"/>
                </c:ext>
              </c:extLst>
            </c:dLbl>
            <c:dLbl>
              <c:idx val="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6-7405-42D2-84DE-F8EA208DA7BA}"/>
                </c:ext>
              </c:extLst>
            </c:dLbl>
            <c:dLbl>
              <c:idx val="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7-7405-42D2-84DE-F8EA208DA7BA}"/>
                </c:ext>
              </c:extLst>
            </c:dLbl>
            <c:dLbl>
              <c:idx val="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8-7405-42D2-84DE-F8EA208DA7BA}"/>
                </c:ext>
              </c:extLst>
            </c:dLbl>
            <c:dLbl>
              <c:idx val="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9-7405-42D2-84DE-F8EA208DA7BA}"/>
                </c:ext>
              </c:extLst>
            </c:dLbl>
            <c:dLbl>
              <c:idx val="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A-7405-42D2-84DE-F8EA208DA7BA}"/>
                </c:ext>
              </c:extLst>
            </c:dLbl>
            <c:dLbl>
              <c:idx val="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B-7405-42D2-84DE-F8EA208DA7BA}"/>
                </c:ext>
              </c:extLst>
            </c:dLbl>
            <c:dLbl>
              <c:idx val="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C-7405-42D2-84DE-F8EA208DA7BA}"/>
                </c:ext>
              </c:extLst>
            </c:dLbl>
            <c:dLbl>
              <c:idx val="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D-7405-42D2-84DE-F8EA208DA7BA}"/>
                </c:ext>
              </c:extLst>
            </c:dLbl>
            <c:dLbl>
              <c:idx val="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E-7405-42D2-84DE-F8EA208DA7BA}"/>
                </c:ext>
              </c:extLst>
            </c:dLbl>
            <c:dLbl>
              <c:idx val="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BF-7405-42D2-84DE-F8EA208DA7BA}"/>
                </c:ext>
              </c:extLst>
            </c:dLbl>
            <c:dLbl>
              <c:idx val="446"/>
              <c:layout>
                <c:manualLayout>
                  <c:x val="-7.9700191011503902E-3"/>
                  <c:y val="9.4205404703733408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Davidson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9651329146368822E-2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1C0-7405-42D2-84DE-F8EA208DA7BA}"/>
                </c:ext>
              </c:extLst>
            </c:dLbl>
            <c:dLbl>
              <c:idx val="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1-7405-42D2-84DE-F8EA208DA7BA}"/>
                </c:ext>
              </c:extLst>
            </c:dLbl>
            <c:dLbl>
              <c:idx val="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2-7405-42D2-84DE-F8EA208DA7BA}"/>
                </c:ext>
              </c:extLst>
            </c:dLbl>
            <c:dLbl>
              <c:idx val="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3-7405-42D2-84DE-F8EA208DA7BA}"/>
                </c:ext>
              </c:extLst>
            </c:dLbl>
            <c:dLbl>
              <c:idx val="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4-7405-42D2-84DE-F8EA208DA7BA}"/>
                </c:ext>
              </c:extLst>
            </c:dLbl>
            <c:dLbl>
              <c:idx val="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5-7405-42D2-84DE-F8EA208DA7BA}"/>
                </c:ext>
              </c:extLst>
            </c:dLbl>
            <c:dLbl>
              <c:idx val="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6-7405-42D2-84DE-F8EA208DA7BA}"/>
                </c:ext>
              </c:extLst>
            </c:dLbl>
            <c:dLbl>
              <c:idx val="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7-7405-42D2-84DE-F8EA208DA7BA}"/>
                </c:ext>
              </c:extLst>
            </c:dLbl>
            <c:dLbl>
              <c:idx val="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8-7405-42D2-84DE-F8EA208DA7BA}"/>
                </c:ext>
              </c:extLst>
            </c:dLbl>
            <c:dLbl>
              <c:idx val="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9-7405-42D2-84DE-F8EA208DA7BA}"/>
                </c:ext>
              </c:extLst>
            </c:dLbl>
            <c:dLbl>
              <c:idx val="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A-7405-42D2-84DE-F8EA208DA7BA}"/>
                </c:ext>
              </c:extLst>
            </c:dLbl>
            <c:dLbl>
              <c:idx val="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B-7405-42D2-84DE-F8EA208DA7BA}"/>
                </c:ext>
              </c:extLst>
            </c:dLbl>
            <c:dLbl>
              <c:idx val="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C-7405-42D2-84DE-F8EA208DA7BA}"/>
                </c:ext>
              </c:extLst>
            </c:dLbl>
            <c:dLbl>
              <c:idx val="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D-7405-42D2-84DE-F8EA208DA7BA}"/>
                </c:ext>
              </c:extLst>
            </c:dLbl>
            <c:dLbl>
              <c:idx val="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E-7405-42D2-84DE-F8EA208DA7BA}"/>
                </c:ext>
              </c:extLst>
            </c:dLbl>
            <c:dLbl>
              <c:idx val="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CF-7405-42D2-84DE-F8EA208DA7BA}"/>
                </c:ext>
              </c:extLst>
            </c:dLbl>
            <c:dLbl>
              <c:idx val="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0-7405-42D2-84DE-F8EA208DA7BA}"/>
                </c:ext>
              </c:extLst>
            </c:dLbl>
            <c:dLbl>
              <c:idx val="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1-7405-42D2-84DE-F8EA208DA7BA}"/>
                </c:ext>
              </c:extLst>
            </c:dLbl>
            <c:dLbl>
              <c:idx val="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2-7405-42D2-84DE-F8EA208DA7BA}"/>
                </c:ext>
              </c:extLst>
            </c:dLbl>
            <c:dLbl>
              <c:idx val="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3-7405-42D2-84DE-F8EA208DA7BA}"/>
                </c:ext>
              </c:extLst>
            </c:dLbl>
            <c:dLbl>
              <c:idx val="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4-7405-42D2-84DE-F8EA208DA7BA}"/>
                </c:ext>
              </c:extLst>
            </c:dLbl>
            <c:dLbl>
              <c:idx val="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5-7405-42D2-84DE-F8EA208DA7BA}"/>
                </c:ext>
              </c:extLst>
            </c:dLbl>
            <c:dLbl>
              <c:idx val="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6-7405-42D2-84DE-F8EA208DA7BA}"/>
                </c:ext>
              </c:extLst>
            </c:dLbl>
            <c:dLbl>
              <c:idx val="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7-7405-42D2-84DE-F8EA208DA7BA}"/>
                </c:ext>
              </c:extLst>
            </c:dLbl>
            <c:dLbl>
              <c:idx val="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8-7405-42D2-84DE-F8EA208DA7BA}"/>
                </c:ext>
              </c:extLst>
            </c:dLbl>
            <c:dLbl>
              <c:idx val="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9-7405-42D2-84DE-F8EA208DA7BA}"/>
                </c:ext>
              </c:extLst>
            </c:dLbl>
            <c:dLbl>
              <c:idx val="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A-7405-42D2-84DE-F8EA208DA7BA}"/>
                </c:ext>
              </c:extLst>
            </c:dLbl>
            <c:dLbl>
              <c:idx val="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B-7405-42D2-84DE-F8EA208DA7BA}"/>
                </c:ext>
              </c:extLst>
            </c:dLbl>
            <c:dLbl>
              <c:idx val="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C-7405-42D2-84DE-F8EA208DA7BA}"/>
                </c:ext>
              </c:extLst>
            </c:dLbl>
            <c:dLbl>
              <c:idx val="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D-7405-42D2-84DE-F8EA208DA7BA}"/>
                </c:ext>
              </c:extLst>
            </c:dLbl>
            <c:dLbl>
              <c:idx val="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E-7405-42D2-84DE-F8EA208DA7BA}"/>
                </c:ext>
              </c:extLst>
            </c:dLbl>
            <c:dLbl>
              <c:idx val="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DF-7405-42D2-84DE-F8EA208DA7BA}"/>
                </c:ext>
              </c:extLst>
            </c:dLbl>
            <c:dLbl>
              <c:idx val="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0-7405-42D2-84DE-F8EA208DA7BA}"/>
                </c:ext>
              </c:extLst>
            </c:dLbl>
            <c:dLbl>
              <c:idx val="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1-7405-42D2-84DE-F8EA208DA7BA}"/>
                </c:ext>
              </c:extLst>
            </c:dLbl>
            <c:dLbl>
              <c:idx val="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2-7405-42D2-84DE-F8EA208DA7BA}"/>
                </c:ext>
              </c:extLst>
            </c:dLbl>
            <c:dLbl>
              <c:idx val="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3-7405-42D2-84DE-F8EA208DA7BA}"/>
                </c:ext>
              </c:extLst>
            </c:dLbl>
            <c:dLbl>
              <c:idx val="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4-7405-42D2-84DE-F8EA208DA7BA}"/>
                </c:ext>
              </c:extLst>
            </c:dLbl>
            <c:dLbl>
              <c:idx val="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5-7405-42D2-84DE-F8EA208DA7BA}"/>
                </c:ext>
              </c:extLst>
            </c:dLbl>
            <c:dLbl>
              <c:idx val="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6-7405-42D2-84DE-F8EA208DA7BA}"/>
                </c:ext>
              </c:extLst>
            </c:dLbl>
            <c:dLbl>
              <c:idx val="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7-7405-42D2-84DE-F8EA208DA7BA}"/>
                </c:ext>
              </c:extLst>
            </c:dLbl>
            <c:dLbl>
              <c:idx val="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8-7405-42D2-84DE-F8EA208DA7BA}"/>
                </c:ext>
              </c:extLst>
            </c:dLbl>
            <c:dLbl>
              <c:idx val="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9-7405-42D2-84DE-F8EA208DA7BA}"/>
                </c:ext>
              </c:extLst>
            </c:dLbl>
            <c:dLbl>
              <c:idx val="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A-7405-42D2-84DE-F8EA208DA7BA}"/>
                </c:ext>
              </c:extLst>
            </c:dLbl>
            <c:dLbl>
              <c:idx val="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B-7405-42D2-84DE-F8EA208DA7BA}"/>
                </c:ext>
              </c:extLst>
            </c:dLbl>
            <c:dLbl>
              <c:idx val="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C-7405-42D2-84DE-F8EA208DA7BA}"/>
                </c:ext>
              </c:extLst>
            </c:dLbl>
            <c:dLbl>
              <c:idx val="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D-7405-42D2-84DE-F8EA208DA7BA}"/>
                </c:ext>
              </c:extLst>
            </c:dLbl>
            <c:dLbl>
              <c:idx val="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E-7405-42D2-84DE-F8EA208DA7BA}"/>
                </c:ext>
              </c:extLst>
            </c:dLbl>
            <c:dLbl>
              <c:idx val="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EF-7405-42D2-84DE-F8EA208DA7BA}"/>
                </c:ext>
              </c:extLst>
            </c:dLbl>
            <c:dLbl>
              <c:idx val="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0-7405-42D2-84DE-F8EA208DA7BA}"/>
                </c:ext>
              </c:extLst>
            </c:dLbl>
            <c:dLbl>
              <c:idx val="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1-7405-42D2-84DE-F8EA208DA7BA}"/>
                </c:ext>
              </c:extLst>
            </c:dLbl>
            <c:dLbl>
              <c:idx val="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2-7405-42D2-84DE-F8EA208DA7BA}"/>
                </c:ext>
              </c:extLst>
            </c:dLbl>
            <c:dLbl>
              <c:idx val="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3-7405-42D2-84DE-F8EA208DA7BA}"/>
                </c:ext>
              </c:extLst>
            </c:dLbl>
            <c:dLbl>
              <c:idx val="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4-7405-42D2-84DE-F8EA208DA7BA}"/>
                </c:ext>
              </c:extLst>
            </c:dLbl>
            <c:dLbl>
              <c:idx val="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5-7405-42D2-84DE-F8EA208DA7BA}"/>
                </c:ext>
              </c:extLst>
            </c:dLbl>
            <c:dLbl>
              <c:idx val="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6-7405-42D2-84DE-F8EA208DA7BA}"/>
                </c:ext>
              </c:extLst>
            </c:dLbl>
            <c:dLbl>
              <c:idx val="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7-7405-42D2-84DE-F8EA208DA7BA}"/>
                </c:ext>
              </c:extLst>
            </c:dLbl>
            <c:dLbl>
              <c:idx val="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8-7405-42D2-84DE-F8EA208DA7BA}"/>
                </c:ext>
              </c:extLst>
            </c:dLbl>
            <c:dLbl>
              <c:idx val="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9-7405-42D2-84DE-F8EA208DA7BA}"/>
                </c:ext>
              </c:extLst>
            </c:dLbl>
            <c:dLbl>
              <c:idx val="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A-7405-42D2-84DE-F8EA208DA7BA}"/>
                </c:ext>
              </c:extLst>
            </c:dLbl>
            <c:dLbl>
              <c:idx val="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B-7405-42D2-84DE-F8EA208DA7BA}"/>
                </c:ext>
              </c:extLst>
            </c:dLbl>
            <c:dLbl>
              <c:idx val="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C-7405-42D2-84DE-F8EA208DA7BA}"/>
                </c:ext>
              </c:extLst>
            </c:dLbl>
            <c:dLbl>
              <c:idx val="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D-7405-42D2-84DE-F8EA208DA7BA}"/>
                </c:ext>
              </c:extLst>
            </c:dLbl>
            <c:dLbl>
              <c:idx val="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E-7405-42D2-84DE-F8EA208DA7BA}"/>
                </c:ext>
              </c:extLst>
            </c:dLbl>
            <c:dLbl>
              <c:idx val="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FF-7405-42D2-84DE-F8EA208DA7BA}"/>
                </c:ext>
              </c:extLst>
            </c:dLbl>
            <c:dLbl>
              <c:idx val="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0-7405-42D2-84DE-F8EA208DA7BA}"/>
                </c:ext>
              </c:extLst>
            </c:dLbl>
            <c:dLbl>
              <c:idx val="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1-7405-42D2-84DE-F8EA208DA7BA}"/>
                </c:ext>
              </c:extLst>
            </c:dLbl>
            <c:dLbl>
              <c:idx val="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2-7405-42D2-84DE-F8EA208DA7BA}"/>
                </c:ext>
              </c:extLst>
            </c:dLbl>
            <c:dLbl>
              <c:idx val="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3-7405-42D2-84DE-F8EA208DA7BA}"/>
                </c:ext>
              </c:extLst>
            </c:dLbl>
            <c:dLbl>
              <c:idx val="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4-7405-42D2-84DE-F8EA208DA7BA}"/>
                </c:ext>
              </c:extLst>
            </c:dLbl>
            <c:dLbl>
              <c:idx val="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5-7405-42D2-84DE-F8EA208DA7BA}"/>
                </c:ext>
              </c:extLst>
            </c:dLbl>
            <c:dLbl>
              <c:idx val="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6-7405-42D2-84DE-F8EA208DA7BA}"/>
                </c:ext>
              </c:extLst>
            </c:dLbl>
            <c:dLbl>
              <c:idx val="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7-7405-42D2-84DE-F8EA208DA7BA}"/>
                </c:ext>
              </c:extLst>
            </c:dLbl>
            <c:dLbl>
              <c:idx val="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8-7405-42D2-84DE-F8EA208DA7BA}"/>
                </c:ext>
              </c:extLst>
            </c:dLbl>
            <c:dLbl>
              <c:idx val="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9-7405-42D2-84DE-F8EA208DA7BA}"/>
                </c:ext>
              </c:extLst>
            </c:dLbl>
            <c:dLbl>
              <c:idx val="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A-7405-42D2-84DE-F8EA208DA7BA}"/>
                </c:ext>
              </c:extLst>
            </c:dLbl>
            <c:dLbl>
              <c:idx val="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B-7405-42D2-84DE-F8EA208DA7BA}"/>
                </c:ext>
              </c:extLst>
            </c:dLbl>
            <c:dLbl>
              <c:idx val="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C-7405-42D2-84DE-F8EA208DA7BA}"/>
                </c:ext>
              </c:extLst>
            </c:dLbl>
            <c:dLbl>
              <c:idx val="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D-7405-42D2-84DE-F8EA208DA7BA}"/>
                </c:ext>
              </c:extLst>
            </c:dLbl>
            <c:dLbl>
              <c:idx val="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E-7405-42D2-84DE-F8EA208DA7BA}"/>
                </c:ext>
              </c:extLst>
            </c:dLbl>
            <c:dLbl>
              <c:idx val="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0F-7405-42D2-84DE-F8EA208DA7BA}"/>
                </c:ext>
              </c:extLst>
            </c:dLbl>
            <c:dLbl>
              <c:idx val="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0-7405-42D2-84DE-F8EA208DA7BA}"/>
                </c:ext>
              </c:extLst>
            </c:dLbl>
            <c:dLbl>
              <c:idx val="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1-7405-42D2-84DE-F8EA208DA7BA}"/>
                </c:ext>
              </c:extLst>
            </c:dLbl>
            <c:dLbl>
              <c:idx val="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2-7405-42D2-84DE-F8EA208DA7BA}"/>
                </c:ext>
              </c:extLst>
            </c:dLbl>
            <c:dLbl>
              <c:idx val="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3-7405-42D2-84DE-F8EA208DA7BA}"/>
                </c:ext>
              </c:extLst>
            </c:dLbl>
            <c:dLbl>
              <c:idx val="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4-7405-42D2-84DE-F8EA208DA7BA}"/>
                </c:ext>
              </c:extLst>
            </c:dLbl>
            <c:dLbl>
              <c:idx val="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5-7405-42D2-84DE-F8EA208DA7BA}"/>
                </c:ext>
              </c:extLst>
            </c:dLbl>
            <c:dLbl>
              <c:idx val="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6-7405-42D2-84DE-F8EA208DA7BA}"/>
                </c:ext>
              </c:extLst>
            </c:dLbl>
            <c:dLbl>
              <c:idx val="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7-7405-42D2-84DE-F8EA208DA7BA}"/>
                </c:ext>
              </c:extLst>
            </c:dLbl>
            <c:dLbl>
              <c:idx val="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8-7405-42D2-84DE-F8EA208DA7BA}"/>
                </c:ext>
              </c:extLst>
            </c:dLbl>
            <c:dLbl>
              <c:idx val="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9-7405-42D2-84DE-F8EA208DA7BA}"/>
                </c:ext>
              </c:extLst>
            </c:dLbl>
            <c:dLbl>
              <c:idx val="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A-7405-42D2-84DE-F8EA208DA7BA}"/>
                </c:ext>
              </c:extLst>
            </c:dLbl>
            <c:dLbl>
              <c:idx val="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B-7405-42D2-84DE-F8EA208DA7BA}"/>
                </c:ext>
              </c:extLst>
            </c:dLbl>
            <c:dLbl>
              <c:idx val="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C-7405-42D2-84DE-F8EA208DA7BA}"/>
                </c:ext>
              </c:extLst>
            </c:dLbl>
            <c:dLbl>
              <c:idx val="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D-7405-42D2-84DE-F8EA208DA7BA}"/>
                </c:ext>
              </c:extLst>
            </c:dLbl>
            <c:dLbl>
              <c:idx val="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E-7405-42D2-84DE-F8EA208DA7BA}"/>
                </c:ext>
              </c:extLst>
            </c:dLbl>
            <c:dLbl>
              <c:idx val="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1F-7405-42D2-84DE-F8EA208DA7BA}"/>
                </c:ext>
              </c:extLst>
            </c:dLbl>
            <c:dLbl>
              <c:idx val="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0-7405-42D2-84DE-F8EA208DA7BA}"/>
                </c:ext>
              </c:extLst>
            </c:dLbl>
            <c:dLbl>
              <c:idx val="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1-7405-42D2-84DE-F8EA208DA7BA}"/>
                </c:ext>
              </c:extLst>
            </c:dLbl>
            <c:dLbl>
              <c:idx val="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2-7405-42D2-84DE-F8EA208DA7BA}"/>
                </c:ext>
              </c:extLst>
            </c:dLbl>
            <c:dLbl>
              <c:idx val="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3-7405-42D2-84DE-F8EA208DA7BA}"/>
                </c:ext>
              </c:extLst>
            </c:dLbl>
            <c:dLbl>
              <c:idx val="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4-7405-42D2-84DE-F8EA208DA7BA}"/>
                </c:ext>
              </c:extLst>
            </c:dLbl>
            <c:dLbl>
              <c:idx val="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5-7405-42D2-84DE-F8EA208DA7BA}"/>
                </c:ext>
              </c:extLst>
            </c:dLbl>
            <c:dLbl>
              <c:idx val="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6-7405-42D2-84DE-F8EA208DA7BA}"/>
                </c:ext>
              </c:extLst>
            </c:dLbl>
            <c:dLbl>
              <c:idx val="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7-7405-42D2-84DE-F8EA208DA7BA}"/>
                </c:ext>
              </c:extLst>
            </c:dLbl>
            <c:dLbl>
              <c:idx val="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8-7405-42D2-84DE-F8EA208DA7BA}"/>
                </c:ext>
              </c:extLst>
            </c:dLbl>
            <c:dLbl>
              <c:idx val="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9-7405-42D2-84DE-F8EA208DA7BA}"/>
                </c:ext>
              </c:extLst>
            </c:dLbl>
            <c:dLbl>
              <c:idx val="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A-7405-42D2-84DE-F8EA208DA7BA}"/>
                </c:ext>
              </c:extLst>
            </c:dLbl>
            <c:dLbl>
              <c:idx val="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B-7405-42D2-84DE-F8EA208DA7BA}"/>
                </c:ext>
              </c:extLst>
            </c:dLbl>
            <c:dLbl>
              <c:idx val="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C-7405-42D2-84DE-F8EA208DA7BA}"/>
                </c:ext>
              </c:extLst>
            </c:dLbl>
            <c:dLbl>
              <c:idx val="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D-7405-42D2-84DE-F8EA208DA7BA}"/>
                </c:ext>
              </c:extLst>
            </c:dLbl>
            <c:dLbl>
              <c:idx val="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E-7405-42D2-84DE-F8EA208DA7BA}"/>
                </c:ext>
              </c:extLst>
            </c:dLbl>
            <c:dLbl>
              <c:idx val="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2F-7405-42D2-84DE-F8EA208DA7BA}"/>
                </c:ext>
              </c:extLst>
            </c:dLbl>
            <c:dLbl>
              <c:idx val="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0-7405-42D2-84DE-F8EA208DA7BA}"/>
                </c:ext>
              </c:extLst>
            </c:dLbl>
            <c:dLbl>
              <c:idx val="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1-7405-42D2-84DE-F8EA208DA7BA}"/>
                </c:ext>
              </c:extLst>
            </c:dLbl>
            <c:dLbl>
              <c:idx val="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2-7405-42D2-84DE-F8EA208DA7BA}"/>
                </c:ext>
              </c:extLst>
            </c:dLbl>
            <c:dLbl>
              <c:idx val="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3-7405-42D2-84DE-F8EA208DA7BA}"/>
                </c:ext>
              </c:extLst>
            </c:dLbl>
            <c:dLbl>
              <c:idx val="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4-7405-42D2-84DE-F8EA208DA7BA}"/>
                </c:ext>
              </c:extLst>
            </c:dLbl>
            <c:dLbl>
              <c:idx val="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5-7405-42D2-84DE-F8EA208DA7BA}"/>
                </c:ext>
              </c:extLst>
            </c:dLbl>
            <c:dLbl>
              <c:idx val="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6-7405-42D2-84DE-F8EA208DA7BA}"/>
                </c:ext>
              </c:extLst>
            </c:dLbl>
            <c:dLbl>
              <c:idx val="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7-7405-42D2-84DE-F8EA208DA7BA}"/>
                </c:ext>
              </c:extLst>
            </c:dLbl>
            <c:dLbl>
              <c:idx val="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8-7405-42D2-84DE-F8EA208DA7BA}"/>
                </c:ext>
              </c:extLst>
            </c:dLbl>
            <c:dLbl>
              <c:idx val="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9-7405-42D2-84DE-F8EA208DA7BA}"/>
                </c:ext>
              </c:extLst>
            </c:dLbl>
            <c:dLbl>
              <c:idx val="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A-7405-42D2-84DE-F8EA208DA7BA}"/>
                </c:ext>
              </c:extLst>
            </c:dLbl>
            <c:dLbl>
              <c:idx val="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B-7405-42D2-84DE-F8EA208DA7BA}"/>
                </c:ext>
              </c:extLst>
            </c:dLbl>
            <c:dLbl>
              <c:idx val="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C-7405-42D2-84DE-F8EA208DA7BA}"/>
                </c:ext>
              </c:extLst>
            </c:dLbl>
            <c:dLbl>
              <c:idx val="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D-7405-42D2-84DE-F8EA208DA7BA}"/>
                </c:ext>
              </c:extLst>
            </c:dLbl>
            <c:dLbl>
              <c:idx val="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E-7405-42D2-84DE-F8EA208DA7BA}"/>
                </c:ext>
              </c:extLst>
            </c:dLbl>
            <c:dLbl>
              <c:idx val="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3F-7405-42D2-84DE-F8EA208DA7BA}"/>
                </c:ext>
              </c:extLst>
            </c:dLbl>
            <c:dLbl>
              <c:idx val="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0-7405-42D2-84DE-F8EA208DA7BA}"/>
                </c:ext>
              </c:extLst>
            </c:dLbl>
            <c:dLbl>
              <c:idx val="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1-7405-42D2-84DE-F8EA208DA7BA}"/>
                </c:ext>
              </c:extLst>
            </c:dLbl>
            <c:dLbl>
              <c:idx val="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2-7405-42D2-84DE-F8EA208DA7BA}"/>
                </c:ext>
              </c:extLst>
            </c:dLbl>
            <c:dLbl>
              <c:idx val="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3-7405-42D2-84DE-F8EA208DA7BA}"/>
                </c:ext>
              </c:extLst>
            </c:dLbl>
            <c:dLbl>
              <c:idx val="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4-7405-42D2-84DE-F8EA208DA7BA}"/>
                </c:ext>
              </c:extLst>
            </c:dLbl>
            <c:dLbl>
              <c:idx val="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5-7405-42D2-84DE-F8EA208DA7BA}"/>
                </c:ext>
              </c:extLst>
            </c:dLbl>
            <c:dLbl>
              <c:idx val="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6-7405-42D2-84DE-F8EA208DA7BA}"/>
                </c:ext>
              </c:extLst>
            </c:dLbl>
            <c:dLbl>
              <c:idx val="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7-7405-42D2-84DE-F8EA208DA7BA}"/>
                </c:ext>
              </c:extLst>
            </c:dLbl>
            <c:dLbl>
              <c:idx val="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8-7405-42D2-84DE-F8EA208DA7BA}"/>
                </c:ext>
              </c:extLst>
            </c:dLbl>
            <c:dLbl>
              <c:idx val="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9-7405-42D2-84DE-F8EA208DA7BA}"/>
                </c:ext>
              </c:extLst>
            </c:dLbl>
            <c:dLbl>
              <c:idx val="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A-7405-42D2-84DE-F8EA208DA7BA}"/>
                </c:ext>
              </c:extLst>
            </c:dLbl>
            <c:dLbl>
              <c:idx val="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B-7405-42D2-84DE-F8EA208DA7BA}"/>
                </c:ext>
              </c:extLst>
            </c:dLbl>
            <c:dLbl>
              <c:idx val="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C-7405-42D2-84DE-F8EA208DA7BA}"/>
                </c:ext>
              </c:extLst>
            </c:dLbl>
            <c:dLbl>
              <c:idx val="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D-7405-42D2-84DE-F8EA208DA7BA}"/>
                </c:ext>
              </c:extLst>
            </c:dLbl>
            <c:dLbl>
              <c:idx val="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E-7405-42D2-84DE-F8EA208DA7BA}"/>
                </c:ext>
              </c:extLst>
            </c:dLbl>
            <c:dLbl>
              <c:idx val="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4F-7405-42D2-84DE-F8EA208DA7BA}"/>
                </c:ext>
              </c:extLst>
            </c:dLbl>
            <c:dLbl>
              <c:idx val="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0-7405-42D2-84DE-F8EA208DA7BA}"/>
                </c:ext>
              </c:extLst>
            </c:dLbl>
            <c:dLbl>
              <c:idx val="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1-7405-42D2-84DE-F8EA208DA7BA}"/>
                </c:ext>
              </c:extLst>
            </c:dLbl>
            <c:dLbl>
              <c:idx val="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2-7405-42D2-84DE-F8EA208DA7BA}"/>
                </c:ext>
              </c:extLst>
            </c:dLbl>
            <c:dLbl>
              <c:idx val="593"/>
              <c:layout>
                <c:manualLayout>
                  <c:x val="-1.1385741573071986E-3"/>
                  <c:y val="-3.532667906036605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UNC</a:t>
                    </a:r>
                    <a:r>
                      <a:rPr lang="en-US" baseline="0"/>
                      <a:t> Charlotte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253-7405-42D2-84DE-F8EA208DA7BA}"/>
                </c:ext>
              </c:extLst>
            </c:dLbl>
            <c:dLbl>
              <c:idx val="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4-7405-42D2-84DE-F8EA208DA7BA}"/>
                </c:ext>
              </c:extLst>
            </c:dLbl>
            <c:dLbl>
              <c:idx val="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5-7405-42D2-84DE-F8EA208DA7BA}"/>
                </c:ext>
              </c:extLst>
            </c:dLbl>
            <c:dLbl>
              <c:idx val="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6-7405-42D2-84DE-F8EA208DA7BA}"/>
                </c:ext>
              </c:extLst>
            </c:dLbl>
            <c:dLbl>
              <c:idx val="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7-7405-42D2-84DE-F8EA208DA7BA}"/>
                </c:ext>
              </c:extLst>
            </c:dLbl>
            <c:dLbl>
              <c:idx val="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8-7405-42D2-84DE-F8EA208DA7BA}"/>
                </c:ext>
              </c:extLst>
            </c:dLbl>
            <c:dLbl>
              <c:idx val="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9-7405-42D2-84DE-F8EA208DA7BA}"/>
                </c:ext>
              </c:extLst>
            </c:dLbl>
            <c:dLbl>
              <c:idx val="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A-7405-42D2-84DE-F8EA208DA7BA}"/>
                </c:ext>
              </c:extLst>
            </c:dLbl>
            <c:dLbl>
              <c:idx val="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B-7405-42D2-84DE-F8EA208DA7BA}"/>
                </c:ext>
              </c:extLst>
            </c:dLbl>
            <c:dLbl>
              <c:idx val="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C-7405-42D2-84DE-F8EA208DA7BA}"/>
                </c:ext>
              </c:extLst>
            </c:dLbl>
            <c:dLbl>
              <c:idx val="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D-7405-42D2-84DE-F8EA208DA7BA}"/>
                </c:ext>
              </c:extLst>
            </c:dLbl>
            <c:dLbl>
              <c:idx val="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E-7405-42D2-84DE-F8EA208DA7BA}"/>
                </c:ext>
              </c:extLst>
            </c:dLbl>
            <c:dLbl>
              <c:idx val="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5F-7405-42D2-84DE-F8EA208DA7BA}"/>
                </c:ext>
              </c:extLst>
            </c:dLbl>
            <c:dLbl>
              <c:idx val="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0-7405-42D2-84DE-F8EA208DA7BA}"/>
                </c:ext>
              </c:extLst>
            </c:dLbl>
            <c:dLbl>
              <c:idx val="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1-7405-42D2-84DE-F8EA208DA7BA}"/>
                </c:ext>
              </c:extLst>
            </c:dLbl>
            <c:dLbl>
              <c:idx val="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2-7405-42D2-84DE-F8EA208DA7BA}"/>
                </c:ext>
              </c:extLst>
            </c:dLbl>
            <c:dLbl>
              <c:idx val="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3-7405-42D2-84DE-F8EA208DA7BA}"/>
                </c:ext>
              </c:extLst>
            </c:dLbl>
            <c:dLbl>
              <c:idx val="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4-7405-42D2-84DE-F8EA208DA7BA}"/>
                </c:ext>
              </c:extLst>
            </c:dLbl>
            <c:dLbl>
              <c:idx val="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5-7405-42D2-84DE-F8EA208DA7BA}"/>
                </c:ext>
              </c:extLst>
            </c:dLbl>
            <c:dLbl>
              <c:idx val="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6-7405-42D2-84DE-F8EA208DA7BA}"/>
                </c:ext>
              </c:extLst>
            </c:dLbl>
            <c:dLbl>
              <c:idx val="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7-7405-42D2-84DE-F8EA208DA7BA}"/>
                </c:ext>
              </c:extLst>
            </c:dLbl>
            <c:dLbl>
              <c:idx val="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8-7405-42D2-84DE-F8EA208DA7BA}"/>
                </c:ext>
              </c:extLst>
            </c:dLbl>
            <c:dLbl>
              <c:idx val="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9-7405-42D2-84DE-F8EA208DA7BA}"/>
                </c:ext>
              </c:extLst>
            </c:dLbl>
            <c:dLbl>
              <c:idx val="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84911292094188"/>
                      <c:h val="7.2931702960195965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26A-7405-42D2-84DE-F8EA208DA7BA}"/>
                </c:ext>
              </c:extLst>
            </c:dLbl>
            <c:dLbl>
              <c:idx val="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B-7405-42D2-84DE-F8EA208DA7BA}"/>
                </c:ext>
              </c:extLst>
            </c:dLbl>
            <c:dLbl>
              <c:idx val="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C-7405-42D2-84DE-F8EA208DA7BA}"/>
                </c:ext>
              </c:extLst>
            </c:dLbl>
            <c:dLbl>
              <c:idx val="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D-7405-42D2-84DE-F8EA208DA7BA}"/>
                </c:ext>
              </c:extLst>
            </c:dLbl>
            <c:dLbl>
              <c:idx val="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E-7405-42D2-84DE-F8EA208DA7BA}"/>
                </c:ext>
              </c:extLst>
            </c:dLbl>
            <c:dLbl>
              <c:idx val="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6F-7405-42D2-84DE-F8EA208DA7BA}"/>
                </c:ext>
              </c:extLst>
            </c:dLbl>
            <c:dLbl>
              <c:idx val="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0-7405-42D2-84DE-F8EA208DA7BA}"/>
                </c:ext>
              </c:extLst>
            </c:dLbl>
            <c:dLbl>
              <c:idx val="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1-7405-42D2-84DE-F8EA208DA7BA}"/>
                </c:ext>
              </c:extLst>
            </c:dLbl>
            <c:dLbl>
              <c:idx val="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2-7405-42D2-84DE-F8EA208DA7BA}"/>
                </c:ext>
              </c:extLst>
            </c:dLbl>
            <c:dLbl>
              <c:idx val="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3-7405-42D2-84DE-F8EA208DA7BA}"/>
                </c:ext>
              </c:extLst>
            </c:dLbl>
            <c:dLbl>
              <c:idx val="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4-7405-42D2-84DE-F8EA208DA7BA}"/>
                </c:ext>
              </c:extLst>
            </c:dLbl>
            <c:dLbl>
              <c:idx val="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5-7405-42D2-84DE-F8EA208DA7BA}"/>
                </c:ext>
              </c:extLst>
            </c:dLbl>
            <c:dLbl>
              <c:idx val="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6-7405-42D2-84DE-F8EA208DA7BA}"/>
                </c:ext>
              </c:extLst>
            </c:dLbl>
            <c:dLbl>
              <c:idx val="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7-7405-42D2-84DE-F8EA208DA7BA}"/>
                </c:ext>
              </c:extLst>
            </c:dLbl>
            <c:dLbl>
              <c:idx val="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8-7405-42D2-84DE-F8EA208DA7BA}"/>
                </c:ext>
              </c:extLst>
            </c:dLbl>
            <c:dLbl>
              <c:idx val="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9-7405-42D2-84DE-F8EA208DA7BA}"/>
                </c:ext>
              </c:extLst>
            </c:dLbl>
            <c:dLbl>
              <c:idx val="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A-7405-42D2-84DE-F8EA208DA7BA}"/>
                </c:ext>
              </c:extLst>
            </c:dLbl>
            <c:dLbl>
              <c:idx val="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B-7405-42D2-84DE-F8EA208DA7BA}"/>
                </c:ext>
              </c:extLst>
            </c:dLbl>
            <c:dLbl>
              <c:idx val="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C-7405-42D2-84DE-F8EA208DA7BA}"/>
                </c:ext>
              </c:extLst>
            </c:dLbl>
            <c:dLbl>
              <c:idx val="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D-7405-42D2-84DE-F8EA208DA7BA}"/>
                </c:ext>
              </c:extLst>
            </c:dLbl>
            <c:dLbl>
              <c:idx val="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E-7405-42D2-84DE-F8EA208DA7BA}"/>
                </c:ext>
              </c:extLst>
            </c:dLbl>
            <c:dLbl>
              <c:idx val="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7F-7405-42D2-84DE-F8EA208DA7BA}"/>
                </c:ext>
              </c:extLst>
            </c:dLbl>
            <c:dLbl>
              <c:idx val="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0-7405-42D2-84DE-F8EA208DA7BA}"/>
                </c:ext>
              </c:extLst>
            </c:dLbl>
            <c:dLbl>
              <c:idx val="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1-7405-42D2-84DE-F8EA208DA7BA}"/>
                </c:ext>
              </c:extLst>
            </c:dLbl>
            <c:dLbl>
              <c:idx val="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2-7405-42D2-84DE-F8EA208DA7BA}"/>
                </c:ext>
              </c:extLst>
            </c:dLbl>
            <c:dLbl>
              <c:idx val="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3-7405-42D2-84DE-F8EA208DA7BA}"/>
                </c:ext>
              </c:extLst>
            </c:dLbl>
            <c:dLbl>
              <c:idx val="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4-7405-42D2-84DE-F8EA208DA7BA}"/>
                </c:ext>
              </c:extLst>
            </c:dLbl>
            <c:dLbl>
              <c:idx val="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5-7405-42D2-84DE-F8EA208DA7BA}"/>
                </c:ext>
              </c:extLst>
            </c:dLbl>
            <c:dLbl>
              <c:idx val="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6-7405-42D2-84DE-F8EA208DA7BA}"/>
                </c:ext>
              </c:extLst>
            </c:dLbl>
            <c:dLbl>
              <c:idx val="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7-7405-42D2-84DE-F8EA208DA7BA}"/>
                </c:ext>
              </c:extLst>
            </c:dLbl>
            <c:dLbl>
              <c:idx val="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8-7405-42D2-84DE-F8EA208DA7BA}"/>
                </c:ext>
              </c:extLst>
            </c:dLbl>
            <c:dLbl>
              <c:idx val="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9-7405-42D2-84DE-F8EA208DA7BA}"/>
                </c:ext>
              </c:extLst>
            </c:dLbl>
            <c:dLbl>
              <c:idx val="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A-7405-42D2-84DE-F8EA208DA7BA}"/>
                </c:ext>
              </c:extLst>
            </c:dLbl>
            <c:dLbl>
              <c:idx val="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B-7405-42D2-84DE-F8EA208DA7BA}"/>
                </c:ext>
              </c:extLst>
            </c:dLbl>
            <c:dLbl>
              <c:idx val="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C-7405-42D2-84DE-F8EA208DA7BA}"/>
                </c:ext>
              </c:extLst>
            </c:dLbl>
            <c:dLbl>
              <c:idx val="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D-7405-42D2-84DE-F8EA208DA7BA}"/>
                </c:ext>
              </c:extLst>
            </c:dLbl>
            <c:dLbl>
              <c:idx val="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E-7405-42D2-84DE-F8EA208DA7BA}"/>
                </c:ext>
              </c:extLst>
            </c:dLbl>
            <c:dLbl>
              <c:idx val="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8F-7405-42D2-84DE-F8EA208DA7BA}"/>
                </c:ext>
              </c:extLst>
            </c:dLbl>
            <c:dLbl>
              <c:idx val="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0-7405-42D2-84DE-F8EA208DA7BA}"/>
                </c:ext>
              </c:extLst>
            </c:dLbl>
            <c:dLbl>
              <c:idx val="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1-7405-42D2-84DE-F8EA208DA7BA}"/>
                </c:ext>
              </c:extLst>
            </c:dLbl>
            <c:dLbl>
              <c:idx val="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2-7405-42D2-84DE-F8EA208DA7BA}"/>
                </c:ext>
              </c:extLst>
            </c:dLbl>
            <c:dLbl>
              <c:idx val="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3-7405-42D2-84DE-F8EA208DA7BA}"/>
                </c:ext>
              </c:extLst>
            </c:dLbl>
            <c:dLbl>
              <c:idx val="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4-7405-42D2-84DE-F8EA208DA7BA}"/>
                </c:ext>
              </c:extLst>
            </c:dLbl>
            <c:dLbl>
              <c:idx val="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5-7405-42D2-84DE-F8EA208DA7BA}"/>
                </c:ext>
              </c:extLst>
            </c:dLbl>
            <c:dLbl>
              <c:idx val="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6-7405-42D2-84DE-F8EA208DA7BA}"/>
                </c:ext>
              </c:extLst>
            </c:dLbl>
            <c:dLbl>
              <c:idx val="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7-7405-42D2-84DE-F8EA208DA7BA}"/>
                </c:ext>
              </c:extLst>
            </c:dLbl>
            <c:dLbl>
              <c:idx val="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8-7405-42D2-84DE-F8EA208DA7BA}"/>
                </c:ext>
              </c:extLst>
            </c:dLbl>
            <c:dLbl>
              <c:idx val="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9-7405-42D2-84DE-F8EA208DA7BA}"/>
                </c:ext>
              </c:extLst>
            </c:dLbl>
            <c:dLbl>
              <c:idx val="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A-7405-42D2-84DE-F8EA208DA7BA}"/>
                </c:ext>
              </c:extLst>
            </c:dLbl>
            <c:dLbl>
              <c:idx val="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B-7405-42D2-84DE-F8EA208DA7BA}"/>
                </c:ext>
              </c:extLst>
            </c:dLbl>
            <c:dLbl>
              <c:idx val="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C-7405-42D2-84DE-F8EA208DA7BA}"/>
                </c:ext>
              </c:extLst>
            </c:dLbl>
            <c:dLbl>
              <c:idx val="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D-7405-42D2-84DE-F8EA208DA7BA}"/>
                </c:ext>
              </c:extLst>
            </c:dLbl>
            <c:dLbl>
              <c:idx val="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E-7405-42D2-84DE-F8EA208DA7BA}"/>
                </c:ext>
              </c:extLst>
            </c:dLbl>
            <c:dLbl>
              <c:idx val="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9F-7405-42D2-84DE-F8EA208DA7BA}"/>
                </c:ext>
              </c:extLst>
            </c:dLbl>
            <c:dLbl>
              <c:idx val="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0-7405-42D2-84DE-F8EA208DA7BA}"/>
                </c:ext>
              </c:extLst>
            </c:dLbl>
            <c:dLbl>
              <c:idx val="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1-7405-42D2-84DE-F8EA208DA7BA}"/>
                </c:ext>
              </c:extLst>
            </c:dLbl>
            <c:dLbl>
              <c:idx val="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2-7405-42D2-84DE-F8EA208DA7BA}"/>
                </c:ext>
              </c:extLst>
            </c:dLbl>
            <c:dLbl>
              <c:idx val="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3-7405-42D2-84DE-F8EA208DA7BA}"/>
                </c:ext>
              </c:extLst>
            </c:dLbl>
            <c:dLbl>
              <c:idx val="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4-7405-42D2-84DE-F8EA208DA7BA}"/>
                </c:ext>
              </c:extLst>
            </c:dLbl>
            <c:dLbl>
              <c:idx val="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5-7405-42D2-84DE-F8EA208DA7BA}"/>
                </c:ext>
              </c:extLst>
            </c:dLbl>
            <c:dLbl>
              <c:idx val="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6-7405-42D2-84DE-F8EA208DA7BA}"/>
                </c:ext>
              </c:extLst>
            </c:dLbl>
            <c:dLbl>
              <c:idx val="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7-7405-42D2-84DE-F8EA208DA7BA}"/>
                </c:ext>
              </c:extLst>
            </c:dLbl>
            <c:dLbl>
              <c:idx val="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8-7405-42D2-84DE-F8EA208DA7BA}"/>
                </c:ext>
              </c:extLst>
            </c:dLbl>
            <c:dLbl>
              <c:idx val="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9-7405-42D2-84DE-F8EA208DA7BA}"/>
                </c:ext>
              </c:extLst>
            </c:dLbl>
            <c:dLbl>
              <c:idx val="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A-7405-42D2-84DE-F8EA208DA7BA}"/>
                </c:ext>
              </c:extLst>
            </c:dLbl>
            <c:dLbl>
              <c:idx val="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B-7405-42D2-84DE-F8EA208DA7BA}"/>
                </c:ext>
              </c:extLst>
            </c:dLbl>
            <c:dLbl>
              <c:idx val="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C-7405-42D2-84DE-F8EA208DA7BA}"/>
                </c:ext>
              </c:extLst>
            </c:dLbl>
            <c:dLbl>
              <c:idx val="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D-7405-42D2-84DE-F8EA208DA7BA}"/>
                </c:ext>
              </c:extLst>
            </c:dLbl>
            <c:dLbl>
              <c:idx val="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E-7405-42D2-84DE-F8EA208DA7BA}"/>
                </c:ext>
              </c:extLst>
            </c:dLbl>
            <c:dLbl>
              <c:idx val="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AF-7405-42D2-84DE-F8EA208DA7BA}"/>
                </c:ext>
              </c:extLst>
            </c:dLbl>
            <c:dLbl>
              <c:idx val="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0-7405-42D2-84DE-F8EA208DA7BA}"/>
                </c:ext>
              </c:extLst>
            </c:dLbl>
            <c:dLbl>
              <c:idx val="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1-7405-42D2-84DE-F8EA208DA7BA}"/>
                </c:ext>
              </c:extLst>
            </c:dLbl>
            <c:dLbl>
              <c:idx val="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2-7405-42D2-84DE-F8EA208DA7BA}"/>
                </c:ext>
              </c:extLst>
            </c:dLbl>
            <c:dLbl>
              <c:idx val="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3-7405-42D2-84DE-F8EA208DA7BA}"/>
                </c:ext>
              </c:extLst>
            </c:dLbl>
            <c:dLbl>
              <c:idx val="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4-7405-42D2-84DE-F8EA208DA7BA}"/>
                </c:ext>
              </c:extLst>
            </c:dLbl>
            <c:dLbl>
              <c:idx val="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5-7405-42D2-84DE-F8EA208DA7BA}"/>
                </c:ext>
              </c:extLst>
            </c:dLbl>
            <c:dLbl>
              <c:idx val="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6-7405-42D2-84DE-F8EA208DA7BA}"/>
                </c:ext>
              </c:extLst>
            </c:dLbl>
            <c:dLbl>
              <c:idx val="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7-7405-42D2-84DE-F8EA208DA7BA}"/>
                </c:ext>
              </c:extLst>
            </c:dLbl>
            <c:dLbl>
              <c:idx val="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8-7405-42D2-84DE-F8EA208DA7BA}"/>
                </c:ext>
              </c:extLst>
            </c:dLbl>
            <c:dLbl>
              <c:idx val="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9-7405-42D2-84DE-F8EA208DA7BA}"/>
                </c:ext>
              </c:extLst>
            </c:dLbl>
            <c:dLbl>
              <c:idx val="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A-7405-42D2-84DE-F8EA208DA7BA}"/>
                </c:ext>
              </c:extLst>
            </c:dLbl>
            <c:dLbl>
              <c:idx val="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B-7405-42D2-84DE-F8EA208DA7BA}"/>
                </c:ext>
              </c:extLst>
            </c:dLbl>
            <c:dLbl>
              <c:idx val="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C-7405-42D2-84DE-F8EA208DA7BA}"/>
                </c:ext>
              </c:extLst>
            </c:dLbl>
            <c:dLbl>
              <c:idx val="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D-7405-42D2-84DE-F8EA208DA7BA}"/>
                </c:ext>
              </c:extLst>
            </c:dLbl>
            <c:dLbl>
              <c:idx val="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E-7405-42D2-84DE-F8EA208DA7BA}"/>
                </c:ext>
              </c:extLst>
            </c:dLbl>
            <c:dLbl>
              <c:idx val="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BF-7405-42D2-84DE-F8EA208DA7BA}"/>
                </c:ext>
              </c:extLst>
            </c:dLbl>
            <c:dLbl>
              <c:idx val="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0-7405-42D2-84DE-F8EA208DA7BA}"/>
                </c:ext>
              </c:extLst>
            </c:dLbl>
            <c:dLbl>
              <c:idx val="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1-7405-42D2-84DE-F8EA208DA7BA}"/>
                </c:ext>
              </c:extLst>
            </c:dLbl>
            <c:dLbl>
              <c:idx val="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2-7405-42D2-84DE-F8EA208DA7BA}"/>
                </c:ext>
              </c:extLst>
            </c:dLbl>
            <c:dLbl>
              <c:idx val="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3-7405-42D2-84DE-F8EA208DA7BA}"/>
                </c:ext>
              </c:extLst>
            </c:dLbl>
            <c:dLbl>
              <c:idx val="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4-7405-42D2-84DE-F8EA208DA7BA}"/>
                </c:ext>
              </c:extLst>
            </c:dLbl>
            <c:dLbl>
              <c:idx val="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5-7405-42D2-84DE-F8EA208DA7BA}"/>
                </c:ext>
              </c:extLst>
            </c:dLbl>
            <c:dLbl>
              <c:idx val="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6-7405-42D2-84DE-F8EA208DA7BA}"/>
                </c:ext>
              </c:extLst>
            </c:dLbl>
            <c:dLbl>
              <c:idx val="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7-7405-42D2-84DE-F8EA208DA7BA}"/>
                </c:ext>
              </c:extLst>
            </c:dLbl>
            <c:dLbl>
              <c:idx val="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8-7405-42D2-84DE-F8EA208DA7BA}"/>
                </c:ext>
              </c:extLst>
            </c:dLbl>
            <c:dLbl>
              <c:idx val="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9-7405-42D2-84DE-F8EA208DA7BA}"/>
                </c:ext>
              </c:extLst>
            </c:dLbl>
            <c:dLbl>
              <c:idx val="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A-7405-42D2-84DE-F8EA208DA7BA}"/>
                </c:ext>
              </c:extLst>
            </c:dLbl>
            <c:dLbl>
              <c:idx val="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B-7405-42D2-84DE-F8EA208DA7BA}"/>
                </c:ext>
              </c:extLst>
            </c:dLbl>
            <c:dLbl>
              <c:idx val="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C-7405-42D2-84DE-F8EA208DA7BA}"/>
                </c:ext>
              </c:extLst>
            </c:dLbl>
            <c:dLbl>
              <c:idx val="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D-7405-42D2-84DE-F8EA208DA7BA}"/>
                </c:ext>
              </c:extLst>
            </c:dLbl>
            <c:dLbl>
              <c:idx val="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E-7405-42D2-84DE-F8EA208DA7BA}"/>
                </c:ext>
              </c:extLst>
            </c:dLbl>
            <c:dLbl>
              <c:idx val="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CF-7405-42D2-84DE-F8EA208DA7BA}"/>
                </c:ext>
              </c:extLst>
            </c:dLbl>
            <c:dLbl>
              <c:idx val="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0-7405-42D2-84DE-F8EA208DA7BA}"/>
                </c:ext>
              </c:extLst>
            </c:dLbl>
            <c:dLbl>
              <c:idx val="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1-7405-42D2-84DE-F8EA208DA7BA}"/>
                </c:ext>
              </c:extLst>
            </c:dLbl>
            <c:dLbl>
              <c:idx val="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2-7405-42D2-84DE-F8EA208DA7BA}"/>
                </c:ext>
              </c:extLst>
            </c:dLbl>
            <c:dLbl>
              <c:idx val="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3-7405-42D2-84DE-F8EA208DA7BA}"/>
                </c:ext>
              </c:extLst>
            </c:dLbl>
            <c:dLbl>
              <c:idx val="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4-7405-42D2-84DE-F8EA208DA7BA}"/>
                </c:ext>
              </c:extLst>
            </c:dLbl>
            <c:dLbl>
              <c:idx val="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5-7405-42D2-84DE-F8EA208DA7BA}"/>
                </c:ext>
              </c:extLst>
            </c:dLbl>
            <c:dLbl>
              <c:idx val="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6-7405-42D2-84DE-F8EA208DA7BA}"/>
                </c:ext>
              </c:extLst>
            </c:dLbl>
            <c:dLbl>
              <c:idx val="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7-7405-42D2-84DE-F8EA208DA7BA}"/>
                </c:ext>
              </c:extLst>
            </c:dLbl>
            <c:dLbl>
              <c:idx val="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8-7405-42D2-84DE-F8EA208DA7BA}"/>
                </c:ext>
              </c:extLst>
            </c:dLbl>
            <c:dLbl>
              <c:idx val="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9-7405-42D2-84DE-F8EA208DA7BA}"/>
                </c:ext>
              </c:extLst>
            </c:dLbl>
            <c:dLbl>
              <c:idx val="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A-7405-42D2-84DE-F8EA208DA7BA}"/>
                </c:ext>
              </c:extLst>
            </c:dLbl>
            <c:dLbl>
              <c:idx val="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B-7405-42D2-84DE-F8EA208DA7BA}"/>
                </c:ext>
              </c:extLst>
            </c:dLbl>
            <c:dLbl>
              <c:idx val="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C-7405-42D2-84DE-F8EA208DA7BA}"/>
                </c:ext>
              </c:extLst>
            </c:dLbl>
            <c:dLbl>
              <c:idx val="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D-7405-42D2-84DE-F8EA208DA7BA}"/>
                </c:ext>
              </c:extLst>
            </c:dLbl>
            <c:dLbl>
              <c:idx val="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E-7405-42D2-84DE-F8EA208DA7BA}"/>
                </c:ext>
              </c:extLst>
            </c:dLbl>
            <c:dLbl>
              <c:idx val="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DF-7405-42D2-84DE-F8EA208DA7BA}"/>
                </c:ext>
              </c:extLst>
            </c:dLbl>
            <c:dLbl>
              <c:idx val="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0-7405-42D2-84DE-F8EA208DA7BA}"/>
                </c:ext>
              </c:extLst>
            </c:dLbl>
            <c:dLbl>
              <c:idx val="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1-7405-42D2-84DE-F8EA208DA7BA}"/>
                </c:ext>
              </c:extLst>
            </c:dLbl>
            <c:dLbl>
              <c:idx val="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2-7405-42D2-84DE-F8EA208DA7BA}"/>
                </c:ext>
              </c:extLst>
            </c:dLbl>
            <c:dLbl>
              <c:idx val="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3-7405-42D2-84DE-F8EA208DA7BA}"/>
                </c:ext>
              </c:extLst>
            </c:dLbl>
            <c:dLbl>
              <c:idx val="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4-7405-42D2-84DE-F8EA208DA7BA}"/>
                </c:ext>
              </c:extLst>
            </c:dLbl>
            <c:dLbl>
              <c:idx val="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5-7405-42D2-84DE-F8EA208DA7BA}"/>
                </c:ext>
              </c:extLst>
            </c:dLbl>
            <c:dLbl>
              <c:idx val="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6-7405-42D2-84DE-F8EA208DA7BA}"/>
                </c:ext>
              </c:extLst>
            </c:dLbl>
            <c:dLbl>
              <c:idx val="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7-7405-42D2-84DE-F8EA208DA7BA}"/>
                </c:ext>
              </c:extLst>
            </c:dLbl>
            <c:dLbl>
              <c:idx val="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8-7405-42D2-84DE-F8EA208DA7BA}"/>
                </c:ext>
              </c:extLst>
            </c:dLbl>
            <c:dLbl>
              <c:idx val="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9-7405-42D2-84DE-F8EA208DA7BA}"/>
                </c:ext>
              </c:extLst>
            </c:dLbl>
            <c:dLbl>
              <c:idx val="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A-7405-42D2-84DE-F8EA208DA7BA}"/>
                </c:ext>
              </c:extLst>
            </c:dLbl>
            <c:dLbl>
              <c:idx val="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B-7405-42D2-84DE-F8EA208DA7BA}"/>
                </c:ext>
              </c:extLst>
            </c:dLbl>
            <c:dLbl>
              <c:idx val="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C-7405-42D2-84DE-F8EA208DA7BA}"/>
                </c:ext>
              </c:extLst>
            </c:dLbl>
            <c:dLbl>
              <c:idx val="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D-7405-42D2-84DE-F8EA208DA7BA}"/>
                </c:ext>
              </c:extLst>
            </c:dLbl>
            <c:dLbl>
              <c:idx val="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E-7405-42D2-84DE-F8EA208DA7BA}"/>
                </c:ext>
              </c:extLst>
            </c:dLbl>
            <c:dLbl>
              <c:idx val="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EF-7405-42D2-84DE-F8EA208DA7BA}"/>
                </c:ext>
              </c:extLst>
            </c:dLbl>
            <c:dLbl>
              <c:idx val="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0-7405-42D2-84DE-F8EA208DA7BA}"/>
                </c:ext>
              </c:extLst>
            </c:dLbl>
            <c:dLbl>
              <c:idx val="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1-7405-42D2-84DE-F8EA208DA7BA}"/>
                </c:ext>
              </c:extLst>
            </c:dLbl>
            <c:dLbl>
              <c:idx val="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2-7405-42D2-84DE-F8EA208DA7BA}"/>
                </c:ext>
              </c:extLst>
            </c:dLbl>
            <c:dLbl>
              <c:idx val="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3-7405-42D2-84DE-F8EA208DA7BA}"/>
                </c:ext>
              </c:extLst>
            </c:dLbl>
            <c:dLbl>
              <c:idx val="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4-7405-42D2-84DE-F8EA208DA7BA}"/>
                </c:ext>
              </c:extLst>
            </c:dLbl>
            <c:dLbl>
              <c:idx val="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5-7405-42D2-84DE-F8EA208DA7BA}"/>
                </c:ext>
              </c:extLst>
            </c:dLbl>
            <c:dLbl>
              <c:idx val="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6-7405-42D2-84DE-F8EA208DA7BA}"/>
                </c:ext>
              </c:extLst>
            </c:dLbl>
            <c:dLbl>
              <c:idx val="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7-7405-42D2-84DE-F8EA208DA7BA}"/>
                </c:ext>
              </c:extLst>
            </c:dLbl>
            <c:dLbl>
              <c:idx val="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8-7405-42D2-84DE-F8EA208DA7BA}"/>
                </c:ext>
              </c:extLst>
            </c:dLbl>
            <c:dLbl>
              <c:idx val="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9-7405-42D2-84DE-F8EA208DA7BA}"/>
                </c:ext>
              </c:extLst>
            </c:dLbl>
            <c:dLbl>
              <c:idx val="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A-7405-42D2-84DE-F8EA208DA7BA}"/>
                </c:ext>
              </c:extLst>
            </c:dLbl>
            <c:dLbl>
              <c:idx val="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B-7405-42D2-84DE-F8EA208DA7BA}"/>
                </c:ext>
              </c:extLst>
            </c:dLbl>
            <c:dLbl>
              <c:idx val="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C-7405-42D2-84DE-F8EA208DA7BA}"/>
                </c:ext>
              </c:extLst>
            </c:dLbl>
            <c:dLbl>
              <c:idx val="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D-7405-42D2-84DE-F8EA208DA7BA}"/>
                </c:ext>
              </c:extLst>
            </c:dLbl>
            <c:dLbl>
              <c:idx val="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E-7405-42D2-84DE-F8EA208DA7BA}"/>
                </c:ext>
              </c:extLst>
            </c:dLbl>
            <c:dLbl>
              <c:idx val="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2FF-7405-42D2-84DE-F8EA208DA7BA}"/>
                </c:ext>
              </c:extLst>
            </c:dLbl>
            <c:dLbl>
              <c:idx val="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0-7405-42D2-84DE-F8EA208DA7BA}"/>
                </c:ext>
              </c:extLst>
            </c:dLbl>
            <c:dLbl>
              <c:idx val="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1-7405-42D2-84DE-F8EA208DA7BA}"/>
                </c:ext>
              </c:extLst>
            </c:dLbl>
            <c:dLbl>
              <c:idx val="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2-7405-42D2-84DE-F8EA208DA7BA}"/>
                </c:ext>
              </c:extLst>
            </c:dLbl>
            <c:dLbl>
              <c:idx val="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3-7405-42D2-84DE-F8EA208DA7BA}"/>
                </c:ext>
              </c:extLst>
            </c:dLbl>
            <c:dLbl>
              <c:idx val="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4-7405-42D2-84DE-F8EA208DA7BA}"/>
                </c:ext>
              </c:extLst>
            </c:dLbl>
            <c:dLbl>
              <c:idx val="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5-7405-42D2-84DE-F8EA208DA7BA}"/>
                </c:ext>
              </c:extLst>
            </c:dLbl>
            <c:dLbl>
              <c:idx val="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6-7405-42D2-84DE-F8EA208DA7BA}"/>
                </c:ext>
              </c:extLst>
            </c:dLbl>
            <c:dLbl>
              <c:idx val="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7-7405-42D2-84DE-F8EA208DA7BA}"/>
                </c:ext>
              </c:extLst>
            </c:dLbl>
            <c:dLbl>
              <c:idx val="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8-7405-42D2-84DE-F8EA208DA7BA}"/>
                </c:ext>
              </c:extLst>
            </c:dLbl>
            <c:dLbl>
              <c:idx val="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9-7405-42D2-84DE-F8EA208DA7BA}"/>
                </c:ext>
              </c:extLst>
            </c:dLbl>
            <c:dLbl>
              <c:idx val="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A-7405-42D2-84DE-F8EA208DA7BA}"/>
                </c:ext>
              </c:extLst>
            </c:dLbl>
            <c:dLbl>
              <c:idx val="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B-7405-42D2-84DE-F8EA208DA7BA}"/>
                </c:ext>
              </c:extLst>
            </c:dLbl>
            <c:dLbl>
              <c:idx val="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C-7405-42D2-84DE-F8EA208DA7BA}"/>
                </c:ext>
              </c:extLst>
            </c:dLbl>
            <c:dLbl>
              <c:idx val="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D-7405-42D2-84DE-F8EA208DA7BA}"/>
                </c:ext>
              </c:extLst>
            </c:dLbl>
            <c:dLbl>
              <c:idx val="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E-7405-42D2-84DE-F8EA208DA7BA}"/>
                </c:ext>
              </c:extLst>
            </c:dLbl>
            <c:dLbl>
              <c:idx val="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0F-7405-42D2-84DE-F8EA208DA7BA}"/>
                </c:ext>
              </c:extLst>
            </c:dLbl>
            <c:dLbl>
              <c:idx val="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0-7405-42D2-84DE-F8EA208DA7BA}"/>
                </c:ext>
              </c:extLst>
            </c:dLbl>
            <c:dLbl>
              <c:idx val="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1-7405-42D2-84DE-F8EA208DA7BA}"/>
                </c:ext>
              </c:extLst>
            </c:dLbl>
            <c:dLbl>
              <c:idx val="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2-7405-42D2-84DE-F8EA208DA7BA}"/>
                </c:ext>
              </c:extLst>
            </c:dLbl>
            <c:dLbl>
              <c:idx val="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3-7405-42D2-84DE-F8EA208DA7BA}"/>
                </c:ext>
              </c:extLst>
            </c:dLbl>
            <c:dLbl>
              <c:idx val="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4-7405-42D2-84DE-F8EA208DA7BA}"/>
                </c:ext>
              </c:extLst>
            </c:dLbl>
            <c:dLbl>
              <c:idx val="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5-7405-42D2-84DE-F8EA208DA7BA}"/>
                </c:ext>
              </c:extLst>
            </c:dLbl>
            <c:dLbl>
              <c:idx val="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6-7405-42D2-84DE-F8EA208DA7BA}"/>
                </c:ext>
              </c:extLst>
            </c:dLbl>
            <c:dLbl>
              <c:idx val="789"/>
              <c:layout>
                <c:manualLayout>
                  <c:x val="-5.6928707865359926E-3"/>
                  <c:y val="-2.590623131093513E-2"/>
                </c:manualLayout>
              </c:layout>
              <c:tx>
                <c:rich>
                  <a:bodyPr/>
                  <a:lstStyle/>
                  <a:p>
                    <a:fld id="{42364E41-1798-4416-BAF9-17B202D5DFE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317-7405-42D2-84DE-F8EA208DA7BA}"/>
                </c:ext>
              </c:extLst>
            </c:dLbl>
            <c:dLbl>
              <c:idx val="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8-7405-42D2-84DE-F8EA208DA7BA}"/>
                </c:ext>
              </c:extLst>
            </c:dLbl>
            <c:dLbl>
              <c:idx val="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9-7405-42D2-84DE-F8EA208DA7BA}"/>
                </c:ext>
              </c:extLst>
            </c:dLbl>
            <c:dLbl>
              <c:idx val="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A-7405-42D2-84DE-F8EA208DA7BA}"/>
                </c:ext>
              </c:extLst>
            </c:dLbl>
            <c:dLbl>
              <c:idx val="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B-7405-42D2-84DE-F8EA208DA7BA}"/>
                </c:ext>
              </c:extLst>
            </c:dLbl>
            <c:dLbl>
              <c:idx val="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C-7405-42D2-84DE-F8EA208DA7BA}"/>
                </c:ext>
              </c:extLst>
            </c:dLbl>
            <c:dLbl>
              <c:idx val="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D-7405-42D2-84DE-F8EA208DA7BA}"/>
                </c:ext>
              </c:extLst>
            </c:dLbl>
            <c:dLbl>
              <c:idx val="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E-7405-42D2-84DE-F8EA208DA7BA}"/>
                </c:ext>
              </c:extLst>
            </c:dLbl>
            <c:dLbl>
              <c:idx val="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1F-7405-42D2-84DE-F8EA208DA7BA}"/>
                </c:ext>
              </c:extLst>
            </c:dLbl>
            <c:dLbl>
              <c:idx val="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0-7405-42D2-84DE-F8EA208DA7BA}"/>
                </c:ext>
              </c:extLst>
            </c:dLbl>
            <c:dLbl>
              <c:idx val="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1-7405-42D2-84DE-F8EA208DA7BA}"/>
                </c:ext>
              </c:extLst>
            </c:dLbl>
            <c:dLbl>
              <c:idx val="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2-7405-42D2-84DE-F8EA208DA7BA}"/>
                </c:ext>
              </c:extLst>
            </c:dLbl>
            <c:dLbl>
              <c:idx val="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3-7405-42D2-84DE-F8EA208DA7BA}"/>
                </c:ext>
              </c:extLst>
            </c:dLbl>
            <c:dLbl>
              <c:idx val="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4-7405-42D2-84DE-F8EA208DA7BA}"/>
                </c:ext>
              </c:extLst>
            </c:dLbl>
            <c:dLbl>
              <c:idx val="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5-7405-42D2-84DE-F8EA208DA7BA}"/>
                </c:ext>
              </c:extLst>
            </c:dLbl>
            <c:dLbl>
              <c:idx val="804"/>
              <c:layout>
                <c:manualLayout>
                  <c:x val="-0.10349525859224894"/>
                  <c:y val="7.09452363426030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326-7405-42D2-84DE-F8EA208DA7BA}"/>
                </c:ext>
              </c:extLst>
            </c:dLbl>
            <c:dLbl>
              <c:idx val="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7-7405-42D2-84DE-F8EA208DA7BA}"/>
                </c:ext>
              </c:extLst>
            </c:dLbl>
            <c:dLbl>
              <c:idx val="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8-7405-42D2-84DE-F8EA208DA7BA}"/>
                </c:ext>
              </c:extLst>
            </c:dLbl>
            <c:dLbl>
              <c:idx val="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9-7405-42D2-84DE-F8EA208DA7BA}"/>
                </c:ext>
              </c:extLst>
            </c:dLbl>
            <c:dLbl>
              <c:idx val="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A-7405-42D2-84DE-F8EA208DA7BA}"/>
                </c:ext>
              </c:extLst>
            </c:dLbl>
            <c:dLbl>
              <c:idx val="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B-7405-42D2-84DE-F8EA208DA7BA}"/>
                </c:ext>
              </c:extLst>
            </c:dLbl>
            <c:dLbl>
              <c:idx val="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C-7405-42D2-84DE-F8EA208DA7BA}"/>
                </c:ext>
              </c:extLst>
            </c:dLbl>
            <c:dLbl>
              <c:idx val="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D-7405-42D2-84DE-F8EA208DA7BA}"/>
                </c:ext>
              </c:extLst>
            </c:dLbl>
            <c:dLbl>
              <c:idx val="812"/>
              <c:layout>
                <c:manualLayout>
                  <c:x val="-7.4007320224967907E-2"/>
                  <c:y val="9.891470136902472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UNC Wilmington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32E-7405-42D2-84DE-F8EA208DA7BA}"/>
                </c:ext>
              </c:extLst>
            </c:dLbl>
            <c:dLbl>
              <c:idx val="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2F-7405-42D2-84DE-F8EA208DA7BA}"/>
                </c:ext>
              </c:extLst>
            </c:dLbl>
            <c:dLbl>
              <c:idx val="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0-7405-42D2-84DE-F8EA208DA7BA}"/>
                </c:ext>
              </c:extLst>
            </c:dLbl>
            <c:dLbl>
              <c:idx val="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1-7405-42D2-84DE-F8EA208DA7BA}"/>
                </c:ext>
              </c:extLst>
            </c:dLbl>
            <c:dLbl>
              <c:idx val="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2-7405-42D2-84DE-F8EA208DA7BA}"/>
                </c:ext>
              </c:extLst>
            </c:dLbl>
            <c:dLbl>
              <c:idx val="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3-7405-42D2-84DE-F8EA208DA7BA}"/>
                </c:ext>
              </c:extLst>
            </c:dLbl>
            <c:dLbl>
              <c:idx val="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4-7405-42D2-84DE-F8EA208DA7BA}"/>
                </c:ext>
              </c:extLst>
            </c:dLbl>
            <c:dLbl>
              <c:idx val="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5-7405-42D2-84DE-F8EA208DA7BA}"/>
                </c:ext>
              </c:extLst>
            </c:dLbl>
            <c:dLbl>
              <c:idx val="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6-7405-42D2-84DE-F8EA208DA7BA}"/>
                </c:ext>
              </c:extLst>
            </c:dLbl>
            <c:dLbl>
              <c:idx val="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7-7405-42D2-84DE-F8EA208DA7BA}"/>
                </c:ext>
              </c:extLst>
            </c:dLbl>
            <c:dLbl>
              <c:idx val="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8-7405-42D2-84DE-F8EA208DA7BA}"/>
                </c:ext>
              </c:extLst>
            </c:dLbl>
            <c:dLbl>
              <c:idx val="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9-7405-42D2-84DE-F8EA208DA7BA}"/>
                </c:ext>
              </c:extLst>
            </c:dLbl>
            <c:dLbl>
              <c:idx val="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A-7405-42D2-84DE-F8EA208DA7BA}"/>
                </c:ext>
              </c:extLst>
            </c:dLbl>
            <c:dLbl>
              <c:idx val="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B-7405-42D2-84DE-F8EA208DA7BA}"/>
                </c:ext>
              </c:extLst>
            </c:dLbl>
            <c:dLbl>
              <c:idx val="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C-7405-42D2-84DE-F8EA208DA7BA}"/>
                </c:ext>
              </c:extLst>
            </c:dLbl>
            <c:dLbl>
              <c:idx val="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D-7405-42D2-84DE-F8EA208DA7BA}"/>
                </c:ext>
              </c:extLst>
            </c:dLbl>
            <c:dLbl>
              <c:idx val="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E-7405-42D2-84DE-F8EA208DA7BA}"/>
                </c:ext>
              </c:extLst>
            </c:dLbl>
            <c:dLbl>
              <c:idx val="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3F-7405-42D2-84DE-F8EA208DA7BA}"/>
                </c:ext>
              </c:extLst>
            </c:dLbl>
            <c:dLbl>
              <c:idx val="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0-7405-42D2-84DE-F8EA208DA7BA}"/>
                </c:ext>
              </c:extLst>
            </c:dLbl>
            <c:dLbl>
              <c:idx val="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1-7405-42D2-84DE-F8EA208DA7BA}"/>
                </c:ext>
              </c:extLst>
            </c:dLbl>
            <c:dLbl>
              <c:idx val="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2-7405-42D2-84DE-F8EA208DA7BA}"/>
                </c:ext>
              </c:extLst>
            </c:dLbl>
            <c:dLbl>
              <c:idx val="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3-7405-42D2-84DE-F8EA208DA7BA}"/>
                </c:ext>
              </c:extLst>
            </c:dLbl>
            <c:dLbl>
              <c:idx val="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4-7405-42D2-84DE-F8EA208DA7BA}"/>
                </c:ext>
              </c:extLst>
            </c:dLbl>
            <c:dLbl>
              <c:idx val="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5-7405-42D2-84DE-F8EA208DA7BA}"/>
                </c:ext>
              </c:extLst>
            </c:dLbl>
            <c:dLbl>
              <c:idx val="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6-7405-42D2-84DE-F8EA208DA7BA}"/>
                </c:ext>
              </c:extLst>
            </c:dLbl>
            <c:dLbl>
              <c:idx val="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7-7405-42D2-84DE-F8EA208DA7BA}"/>
                </c:ext>
              </c:extLst>
            </c:dLbl>
            <c:dLbl>
              <c:idx val="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8-7405-42D2-84DE-F8EA208DA7BA}"/>
                </c:ext>
              </c:extLst>
            </c:dLbl>
            <c:dLbl>
              <c:idx val="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9-7405-42D2-84DE-F8EA208DA7BA}"/>
                </c:ext>
              </c:extLst>
            </c:dLbl>
            <c:dLbl>
              <c:idx val="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A-7405-42D2-84DE-F8EA208DA7BA}"/>
                </c:ext>
              </c:extLst>
            </c:dLbl>
            <c:dLbl>
              <c:idx val="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B-7405-42D2-84DE-F8EA208DA7BA}"/>
                </c:ext>
              </c:extLst>
            </c:dLbl>
            <c:dLbl>
              <c:idx val="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C-7405-42D2-84DE-F8EA208DA7BA}"/>
                </c:ext>
              </c:extLst>
            </c:dLbl>
            <c:dLbl>
              <c:idx val="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D-7405-42D2-84DE-F8EA208DA7BA}"/>
                </c:ext>
              </c:extLst>
            </c:dLbl>
            <c:dLbl>
              <c:idx val="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E-7405-42D2-84DE-F8EA208DA7BA}"/>
                </c:ext>
              </c:extLst>
            </c:dLbl>
            <c:dLbl>
              <c:idx val="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4F-7405-42D2-84DE-F8EA208DA7BA}"/>
                </c:ext>
              </c:extLst>
            </c:dLbl>
            <c:dLbl>
              <c:idx val="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0-7405-42D2-84DE-F8EA208DA7BA}"/>
                </c:ext>
              </c:extLst>
            </c:dLbl>
            <c:dLbl>
              <c:idx val="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1-7405-42D2-84DE-F8EA208DA7BA}"/>
                </c:ext>
              </c:extLst>
            </c:dLbl>
            <c:dLbl>
              <c:idx val="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2-7405-42D2-84DE-F8EA208DA7BA}"/>
                </c:ext>
              </c:extLst>
            </c:dLbl>
            <c:dLbl>
              <c:idx val="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3-7405-42D2-84DE-F8EA208DA7BA}"/>
                </c:ext>
              </c:extLst>
            </c:dLbl>
            <c:dLbl>
              <c:idx val="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4-7405-42D2-84DE-F8EA208DA7BA}"/>
                </c:ext>
              </c:extLst>
            </c:dLbl>
            <c:dLbl>
              <c:idx val="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5-7405-42D2-84DE-F8EA208DA7BA}"/>
                </c:ext>
              </c:extLst>
            </c:dLbl>
            <c:dLbl>
              <c:idx val="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6-7405-42D2-84DE-F8EA208DA7BA}"/>
                </c:ext>
              </c:extLst>
            </c:dLbl>
            <c:dLbl>
              <c:idx val="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7-7405-42D2-84DE-F8EA208DA7BA}"/>
                </c:ext>
              </c:extLst>
            </c:dLbl>
            <c:dLbl>
              <c:idx val="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8-7405-42D2-84DE-F8EA208DA7BA}"/>
                </c:ext>
              </c:extLst>
            </c:dLbl>
            <c:dLbl>
              <c:idx val="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9-7405-42D2-84DE-F8EA208DA7BA}"/>
                </c:ext>
              </c:extLst>
            </c:dLbl>
            <c:dLbl>
              <c:idx val="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A-7405-42D2-84DE-F8EA208DA7BA}"/>
                </c:ext>
              </c:extLst>
            </c:dLbl>
            <c:dLbl>
              <c:idx val="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B-7405-42D2-84DE-F8EA208DA7BA}"/>
                </c:ext>
              </c:extLst>
            </c:dLbl>
            <c:dLbl>
              <c:idx val="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C-7405-42D2-84DE-F8EA208DA7BA}"/>
                </c:ext>
              </c:extLst>
            </c:dLbl>
            <c:dLbl>
              <c:idx val="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D-7405-42D2-84DE-F8EA208DA7BA}"/>
                </c:ext>
              </c:extLst>
            </c:dLbl>
            <c:dLbl>
              <c:idx val="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E-7405-42D2-84DE-F8EA208DA7BA}"/>
                </c:ext>
              </c:extLst>
            </c:dLbl>
            <c:dLbl>
              <c:idx val="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5F-7405-42D2-84DE-F8EA208DA7BA}"/>
                </c:ext>
              </c:extLst>
            </c:dLbl>
            <c:dLbl>
              <c:idx val="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0-7405-42D2-84DE-F8EA208DA7BA}"/>
                </c:ext>
              </c:extLst>
            </c:dLbl>
            <c:dLbl>
              <c:idx val="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1-7405-42D2-84DE-F8EA208DA7BA}"/>
                </c:ext>
              </c:extLst>
            </c:dLbl>
            <c:dLbl>
              <c:idx val="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2-7405-42D2-84DE-F8EA208DA7BA}"/>
                </c:ext>
              </c:extLst>
            </c:dLbl>
            <c:dLbl>
              <c:idx val="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3-7405-42D2-84DE-F8EA208DA7BA}"/>
                </c:ext>
              </c:extLst>
            </c:dLbl>
            <c:dLbl>
              <c:idx val="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4-7405-42D2-84DE-F8EA208DA7BA}"/>
                </c:ext>
              </c:extLst>
            </c:dLbl>
            <c:dLbl>
              <c:idx val="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5-7405-42D2-84DE-F8EA208DA7BA}"/>
                </c:ext>
              </c:extLst>
            </c:dLbl>
            <c:dLbl>
              <c:idx val="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6-7405-42D2-84DE-F8EA208DA7BA}"/>
                </c:ext>
              </c:extLst>
            </c:dLbl>
            <c:dLbl>
              <c:idx val="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7-7405-42D2-84DE-F8EA208DA7BA}"/>
                </c:ext>
              </c:extLst>
            </c:dLbl>
            <c:dLbl>
              <c:idx val="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8-7405-42D2-84DE-F8EA208DA7BA}"/>
                </c:ext>
              </c:extLst>
            </c:dLbl>
            <c:dLbl>
              <c:idx val="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9-7405-42D2-84DE-F8EA208DA7BA}"/>
                </c:ext>
              </c:extLst>
            </c:dLbl>
            <c:dLbl>
              <c:idx val="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A-7405-42D2-84DE-F8EA208DA7BA}"/>
                </c:ext>
              </c:extLst>
            </c:dLbl>
            <c:dLbl>
              <c:idx val="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B-7405-42D2-84DE-F8EA208DA7BA}"/>
                </c:ext>
              </c:extLst>
            </c:dLbl>
            <c:dLbl>
              <c:idx val="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C-7405-42D2-84DE-F8EA208DA7BA}"/>
                </c:ext>
              </c:extLst>
            </c:dLbl>
            <c:dLbl>
              <c:idx val="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D-7405-42D2-84DE-F8EA208DA7BA}"/>
                </c:ext>
              </c:extLst>
            </c:dLbl>
            <c:dLbl>
              <c:idx val="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E-7405-42D2-84DE-F8EA208DA7BA}"/>
                </c:ext>
              </c:extLst>
            </c:dLbl>
            <c:dLbl>
              <c:idx val="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6F-7405-42D2-84DE-F8EA208DA7BA}"/>
                </c:ext>
              </c:extLst>
            </c:dLbl>
            <c:dLbl>
              <c:idx val="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0-7405-42D2-84DE-F8EA208DA7BA}"/>
                </c:ext>
              </c:extLst>
            </c:dLbl>
            <c:dLbl>
              <c:idx val="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1-7405-42D2-84DE-F8EA208DA7BA}"/>
                </c:ext>
              </c:extLst>
            </c:dLbl>
            <c:dLbl>
              <c:idx val="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2-7405-42D2-84DE-F8EA208DA7BA}"/>
                </c:ext>
              </c:extLst>
            </c:dLbl>
            <c:dLbl>
              <c:idx val="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3-7405-42D2-84DE-F8EA208DA7BA}"/>
                </c:ext>
              </c:extLst>
            </c:dLbl>
            <c:dLbl>
              <c:idx val="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4-7405-42D2-84DE-F8EA208DA7BA}"/>
                </c:ext>
              </c:extLst>
            </c:dLbl>
            <c:dLbl>
              <c:idx val="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5-7405-42D2-84DE-F8EA208DA7BA}"/>
                </c:ext>
              </c:extLst>
            </c:dLbl>
            <c:dLbl>
              <c:idx val="884"/>
              <c:tx>
                <c:rich>
                  <a:bodyPr/>
                  <a:lstStyle/>
                  <a:p>
                    <a:r>
                      <a:rPr lang="en-US"/>
                      <a:t>UNC Greensboro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376-7405-42D2-84DE-F8EA208DA7BA}"/>
                </c:ext>
              </c:extLst>
            </c:dLbl>
            <c:dLbl>
              <c:idx val="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7-7405-42D2-84DE-F8EA208DA7BA}"/>
                </c:ext>
              </c:extLst>
            </c:dLbl>
            <c:dLbl>
              <c:idx val="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8-7405-42D2-84DE-F8EA208DA7BA}"/>
                </c:ext>
              </c:extLst>
            </c:dLbl>
            <c:dLbl>
              <c:idx val="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9-7405-42D2-84DE-F8EA208DA7BA}"/>
                </c:ext>
              </c:extLst>
            </c:dLbl>
            <c:dLbl>
              <c:idx val="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A-7405-42D2-84DE-F8EA208DA7BA}"/>
                </c:ext>
              </c:extLst>
            </c:dLbl>
            <c:dLbl>
              <c:idx val="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B-7405-42D2-84DE-F8EA208DA7BA}"/>
                </c:ext>
              </c:extLst>
            </c:dLbl>
            <c:dLbl>
              <c:idx val="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C-7405-42D2-84DE-F8EA208DA7BA}"/>
                </c:ext>
              </c:extLst>
            </c:dLbl>
            <c:dLbl>
              <c:idx val="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D-7405-42D2-84DE-F8EA208DA7BA}"/>
                </c:ext>
              </c:extLst>
            </c:dLbl>
            <c:dLbl>
              <c:idx val="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E-7405-42D2-84DE-F8EA208DA7BA}"/>
                </c:ext>
              </c:extLst>
            </c:dLbl>
            <c:dLbl>
              <c:idx val="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7F-7405-42D2-84DE-F8EA208DA7BA}"/>
                </c:ext>
              </c:extLst>
            </c:dLbl>
            <c:dLbl>
              <c:idx val="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0-7405-42D2-84DE-F8EA208DA7BA}"/>
                </c:ext>
              </c:extLst>
            </c:dLbl>
            <c:dLbl>
              <c:idx val="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1-7405-42D2-84DE-F8EA208DA7BA}"/>
                </c:ext>
              </c:extLst>
            </c:dLbl>
            <c:dLbl>
              <c:idx val="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2-7405-42D2-84DE-F8EA208DA7BA}"/>
                </c:ext>
              </c:extLst>
            </c:dLbl>
            <c:dLbl>
              <c:idx val="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3-7405-42D2-84DE-F8EA208DA7BA}"/>
                </c:ext>
              </c:extLst>
            </c:dLbl>
            <c:dLbl>
              <c:idx val="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4-7405-42D2-84DE-F8EA208DA7BA}"/>
                </c:ext>
              </c:extLst>
            </c:dLbl>
            <c:dLbl>
              <c:idx val="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5-7405-42D2-84DE-F8EA208DA7BA}"/>
                </c:ext>
              </c:extLst>
            </c:dLbl>
            <c:dLbl>
              <c:idx val="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6-7405-42D2-84DE-F8EA208DA7BA}"/>
                </c:ext>
              </c:extLst>
            </c:dLbl>
            <c:dLbl>
              <c:idx val="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7-7405-42D2-84DE-F8EA208DA7BA}"/>
                </c:ext>
              </c:extLst>
            </c:dLbl>
            <c:dLbl>
              <c:idx val="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8-7405-42D2-84DE-F8EA208DA7BA}"/>
                </c:ext>
              </c:extLst>
            </c:dLbl>
            <c:dLbl>
              <c:idx val="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9-7405-42D2-84DE-F8EA208DA7BA}"/>
                </c:ext>
              </c:extLst>
            </c:dLbl>
            <c:dLbl>
              <c:idx val="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A-7405-42D2-84DE-F8EA208DA7BA}"/>
                </c:ext>
              </c:extLst>
            </c:dLbl>
            <c:dLbl>
              <c:idx val="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B-7405-42D2-84DE-F8EA208DA7BA}"/>
                </c:ext>
              </c:extLst>
            </c:dLbl>
            <c:dLbl>
              <c:idx val="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C-7405-42D2-84DE-F8EA208DA7BA}"/>
                </c:ext>
              </c:extLst>
            </c:dLbl>
            <c:dLbl>
              <c:idx val="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D-7405-42D2-84DE-F8EA208DA7BA}"/>
                </c:ext>
              </c:extLst>
            </c:dLbl>
            <c:dLbl>
              <c:idx val="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E-7405-42D2-84DE-F8EA208DA7BA}"/>
                </c:ext>
              </c:extLst>
            </c:dLbl>
            <c:dLbl>
              <c:idx val="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8F-7405-42D2-84DE-F8EA208DA7BA}"/>
                </c:ext>
              </c:extLst>
            </c:dLbl>
            <c:dLbl>
              <c:idx val="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0-7405-42D2-84DE-F8EA208DA7BA}"/>
                </c:ext>
              </c:extLst>
            </c:dLbl>
            <c:dLbl>
              <c:idx val="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1-7405-42D2-84DE-F8EA208DA7BA}"/>
                </c:ext>
              </c:extLst>
            </c:dLbl>
            <c:dLbl>
              <c:idx val="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2-7405-42D2-84DE-F8EA208DA7BA}"/>
                </c:ext>
              </c:extLst>
            </c:dLbl>
            <c:dLbl>
              <c:idx val="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3-7405-42D2-84DE-F8EA208DA7BA}"/>
                </c:ext>
              </c:extLst>
            </c:dLbl>
            <c:dLbl>
              <c:idx val="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4-7405-42D2-84DE-F8EA208DA7BA}"/>
                </c:ext>
              </c:extLst>
            </c:dLbl>
            <c:dLbl>
              <c:idx val="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5-7405-42D2-84DE-F8EA208DA7BA}"/>
                </c:ext>
              </c:extLst>
            </c:dLbl>
            <c:dLbl>
              <c:idx val="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6-7405-42D2-84DE-F8EA208DA7BA}"/>
                </c:ext>
              </c:extLst>
            </c:dLbl>
            <c:dLbl>
              <c:idx val="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7-7405-42D2-84DE-F8EA208DA7BA}"/>
                </c:ext>
              </c:extLst>
            </c:dLbl>
            <c:dLbl>
              <c:idx val="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8-7405-42D2-84DE-F8EA208DA7BA}"/>
                </c:ext>
              </c:extLst>
            </c:dLbl>
            <c:dLbl>
              <c:idx val="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9-7405-42D2-84DE-F8EA208DA7BA}"/>
                </c:ext>
              </c:extLst>
            </c:dLbl>
            <c:dLbl>
              <c:idx val="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A-7405-42D2-84DE-F8EA208DA7BA}"/>
                </c:ext>
              </c:extLst>
            </c:dLbl>
            <c:dLbl>
              <c:idx val="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B-7405-42D2-84DE-F8EA208DA7BA}"/>
                </c:ext>
              </c:extLst>
            </c:dLbl>
            <c:dLbl>
              <c:idx val="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C-7405-42D2-84DE-F8EA208DA7BA}"/>
                </c:ext>
              </c:extLst>
            </c:dLbl>
            <c:dLbl>
              <c:idx val="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D-7405-42D2-84DE-F8EA208DA7BA}"/>
                </c:ext>
              </c:extLst>
            </c:dLbl>
            <c:dLbl>
              <c:idx val="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E-7405-42D2-84DE-F8EA208DA7BA}"/>
                </c:ext>
              </c:extLst>
            </c:dLbl>
            <c:dLbl>
              <c:idx val="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9F-7405-42D2-84DE-F8EA208DA7BA}"/>
                </c:ext>
              </c:extLst>
            </c:dLbl>
            <c:dLbl>
              <c:idx val="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0-7405-42D2-84DE-F8EA208DA7BA}"/>
                </c:ext>
              </c:extLst>
            </c:dLbl>
            <c:dLbl>
              <c:idx val="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1-7405-42D2-84DE-F8EA208DA7BA}"/>
                </c:ext>
              </c:extLst>
            </c:dLbl>
            <c:dLbl>
              <c:idx val="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2-7405-42D2-84DE-F8EA208DA7BA}"/>
                </c:ext>
              </c:extLst>
            </c:dLbl>
            <c:dLbl>
              <c:idx val="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3-7405-42D2-84DE-F8EA208DA7BA}"/>
                </c:ext>
              </c:extLst>
            </c:dLbl>
            <c:dLbl>
              <c:idx val="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4-7405-42D2-84DE-F8EA208DA7BA}"/>
                </c:ext>
              </c:extLst>
            </c:dLbl>
            <c:dLbl>
              <c:idx val="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5-7405-42D2-84DE-F8EA208DA7BA}"/>
                </c:ext>
              </c:extLst>
            </c:dLbl>
            <c:dLbl>
              <c:idx val="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6-7405-42D2-84DE-F8EA208DA7BA}"/>
                </c:ext>
              </c:extLst>
            </c:dLbl>
            <c:dLbl>
              <c:idx val="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7-7405-42D2-84DE-F8EA208DA7BA}"/>
                </c:ext>
              </c:extLst>
            </c:dLbl>
            <c:dLbl>
              <c:idx val="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8-7405-42D2-84DE-F8EA208DA7BA}"/>
                </c:ext>
              </c:extLst>
            </c:dLbl>
            <c:dLbl>
              <c:idx val="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9-7405-42D2-84DE-F8EA208DA7BA}"/>
                </c:ext>
              </c:extLst>
            </c:dLbl>
            <c:dLbl>
              <c:idx val="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A-7405-42D2-84DE-F8EA208DA7BA}"/>
                </c:ext>
              </c:extLst>
            </c:dLbl>
            <c:dLbl>
              <c:idx val="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B-7405-42D2-84DE-F8EA208DA7BA}"/>
                </c:ext>
              </c:extLst>
            </c:dLbl>
            <c:dLbl>
              <c:idx val="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C-7405-42D2-84DE-F8EA208DA7BA}"/>
                </c:ext>
              </c:extLst>
            </c:dLbl>
            <c:dLbl>
              <c:idx val="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D-7405-42D2-84DE-F8EA208DA7BA}"/>
                </c:ext>
              </c:extLst>
            </c:dLbl>
            <c:dLbl>
              <c:idx val="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E-7405-42D2-84DE-F8EA208DA7BA}"/>
                </c:ext>
              </c:extLst>
            </c:dLbl>
            <c:dLbl>
              <c:idx val="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AF-7405-42D2-84DE-F8EA208DA7BA}"/>
                </c:ext>
              </c:extLst>
            </c:dLbl>
            <c:dLbl>
              <c:idx val="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0-7405-42D2-84DE-F8EA208DA7BA}"/>
                </c:ext>
              </c:extLst>
            </c:dLbl>
            <c:dLbl>
              <c:idx val="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1-7405-42D2-84DE-F8EA208DA7BA}"/>
                </c:ext>
              </c:extLst>
            </c:dLbl>
            <c:dLbl>
              <c:idx val="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2-7405-42D2-84DE-F8EA208DA7BA}"/>
                </c:ext>
              </c:extLst>
            </c:dLbl>
            <c:dLbl>
              <c:idx val="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3-7405-42D2-84DE-F8EA208DA7BA}"/>
                </c:ext>
              </c:extLst>
            </c:dLbl>
            <c:dLbl>
              <c:idx val="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4-7405-42D2-84DE-F8EA208DA7BA}"/>
                </c:ext>
              </c:extLst>
            </c:dLbl>
            <c:dLbl>
              <c:idx val="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5-7405-42D2-84DE-F8EA208DA7BA}"/>
                </c:ext>
              </c:extLst>
            </c:dLbl>
            <c:dLbl>
              <c:idx val="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6-7405-42D2-84DE-F8EA208DA7BA}"/>
                </c:ext>
              </c:extLst>
            </c:dLbl>
            <c:dLbl>
              <c:idx val="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7-7405-42D2-84DE-F8EA208DA7BA}"/>
                </c:ext>
              </c:extLst>
            </c:dLbl>
            <c:dLbl>
              <c:idx val="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8-7405-42D2-84DE-F8EA208DA7BA}"/>
                </c:ext>
              </c:extLst>
            </c:dLbl>
            <c:dLbl>
              <c:idx val="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9-7405-42D2-84DE-F8EA208DA7BA}"/>
                </c:ext>
              </c:extLst>
            </c:dLbl>
            <c:dLbl>
              <c:idx val="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A-7405-42D2-84DE-F8EA208DA7BA}"/>
                </c:ext>
              </c:extLst>
            </c:dLbl>
            <c:dLbl>
              <c:idx val="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B-7405-42D2-84DE-F8EA208DA7BA}"/>
                </c:ext>
              </c:extLst>
            </c:dLbl>
            <c:dLbl>
              <c:idx val="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C-7405-42D2-84DE-F8EA208DA7BA}"/>
                </c:ext>
              </c:extLst>
            </c:dLbl>
            <c:dLbl>
              <c:idx val="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D-7405-42D2-84DE-F8EA208DA7BA}"/>
                </c:ext>
              </c:extLst>
            </c:dLbl>
            <c:dLbl>
              <c:idx val="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E-7405-42D2-84DE-F8EA208DA7BA}"/>
                </c:ext>
              </c:extLst>
            </c:dLbl>
            <c:dLbl>
              <c:idx val="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BF-7405-42D2-84DE-F8EA208DA7BA}"/>
                </c:ext>
              </c:extLst>
            </c:dLbl>
            <c:dLbl>
              <c:idx val="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0-7405-42D2-84DE-F8EA208DA7BA}"/>
                </c:ext>
              </c:extLst>
            </c:dLbl>
            <c:dLbl>
              <c:idx val="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1-7405-42D2-84DE-F8EA208DA7BA}"/>
                </c:ext>
              </c:extLst>
            </c:dLbl>
            <c:dLbl>
              <c:idx val="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2-7405-42D2-84DE-F8EA208DA7BA}"/>
                </c:ext>
              </c:extLst>
            </c:dLbl>
            <c:dLbl>
              <c:idx val="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3-7405-42D2-84DE-F8EA208DA7BA}"/>
                </c:ext>
              </c:extLst>
            </c:dLbl>
            <c:dLbl>
              <c:idx val="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4-7405-42D2-84DE-F8EA208DA7BA}"/>
                </c:ext>
              </c:extLst>
            </c:dLbl>
            <c:dLbl>
              <c:idx val="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5-7405-42D2-84DE-F8EA208DA7BA}"/>
                </c:ext>
              </c:extLst>
            </c:dLbl>
            <c:dLbl>
              <c:idx val="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6-7405-42D2-84DE-F8EA208DA7BA}"/>
                </c:ext>
              </c:extLst>
            </c:dLbl>
            <c:dLbl>
              <c:idx val="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7-7405-42D2-84DE-F8EA208DA7BA}"/>
                </c:ext>
              </c:extLst>
            </c:dLbl>
            <c:dLbl>
              <c:idx val="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8-7405-42D2-84DE-F8EA208DA7BA}"/>
                </c:ext>
              </c:extLst>
            </c:dLbl>
            <c:dLbl>
              <c:idx val="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9-7405-42D2-84DE-F8EA208DA7BA}"/>
                </c:ext>
              </c:extLst>
            </c:dLbl>
            <c:dLbl>
              <c:idx val="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A-7405-42D2-84DE-F8EA208DA7BA}"/>
                </c:ext>
              </c:extLst>
            </c:dLbl>
            <c:dLbl>
              <c:idx val="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B-7405-42D2-84DE-F8EA208DA7BA}"/>
                </c:ext>
              </c:extLst>
            </c:dLbl>
            <c:dLbl>
              <c:idx val="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C-7405-42D2-84DE-F8EA208DA7BA}"/>
                </c:ext>
              </c:extLst>
            </c:dLbl>
            <c:dLbl>
              <c:idx val="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D-7405-42D2-84DE-F8EA208DA7BA}"/>
                </c:ext>
              </c:extLst>
            </c:dLbl>
            <c:dLbl>
              <c:idx val="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E-7405-42D2-84DE-F8EA208DA7BA}"/>
                </c:ext>
              </c:extLst>
            </c:dLbl>
            <c:dLbl>
              <c:idx val="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CF-7405-42D2-84DE-F8EA208DA7BA}"/>
                </c:ext>
              </c:extLst>
            </c:dLbl>
            <c:dLbl>
              <c:idx val="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0-7405-42D2-84DE-F8EA208DA7BA}"/>
                </c:ext>
              </c:extLst>
            </c:dLbl>
            <c:dLbl>
              <c:idx val="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1-7405-42D2-84DE-F8EA208DA7BA}"/>
                </c:ext>
              </c:extLst>
            </c:dLbl>
            <c:dLbl>
              <c:idx val="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2-7405-42D2-84DE-F8EA208DA7BA}"/>
                </c:ext>
              </c:extLst>
            </c:dLbl>
            <c:dLbl>
              <c:idx val="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3-7405-42D2-84DE-F8EA208DA7BA}"/>
                </c:ext>
              </c:extLst>
            </c:dLbl>
            <c:dLbl>
              <c:idx val="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4-7405-42D2-84DE-F8EA208DA7BA}"/>
                </c:ext>
              </c:extLst>
            </c:dLbl>
            <c:dLbl>
              <c:idx val="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5-7405-42D2-84DE-F8EA208DA7BA}"/>
                </c:ext>
              </c:extLst>
            </c:dLbl>
            <c:dLbl>
              <c:idx val="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6-7405-42D2-84DE-F8EA208DA7BA}"/>
                </c:ext>
              </c:extLst>
            </c:dLbl>
            <c:dLbl>
              <c:idx val="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7-7405-42D2-84DE-F8EA208DA7BA}"/>
                </c:ext>
              </c:extLst>
            </c:dLbl>
            <c:dLbl>
              <c:idx val="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8-7405-42D2-84DE-F8EA208DA7BA}"/>
                </c:ext>
              </c:extLst>
            </c:dLbl>
            <c:dLbl>
              <c:idx val="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9-7405-42D2-84DE-F8EA208DA7BA}"/>
                </c:ext>
              </c:extLst>
            </c:dLbl>
            <c:dLbl>
              <c:idx val="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A-7405-42D2-84DE-F8EA208DA7BA}"/>
                </c:ext>
              </c:extLst>
            </c:dLbl>
            <c:dLbl>
              <c:idx val="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B-7405-42D2-84DE-F8EA208DA7BA}"/>
                </c:ext>
              </c:extLst>
            </c:dLbl>
            <c:dLbl>
              <c:idx val="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C-7405-42D2-84DE-F8EA208DA7BA}"/>
                </c:ext>
              </c:extLst>
            </c:dLbl>
            <c:dLbl>
              <c:idx val="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D-7405-42D2-84DE-F8EA208DA7BA}"/>
                </c:ext>
              </c:extLst>
            </c:dLbl>
            <c:dLbl>
              <c:idx val="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E-7405-42D2-84DE-F8EA208DA7BA}"/>
                </c:ext>
              </c:extLst>
            </c:dLbl>
            <c:dLbl>
              <c:idx val="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DF-7405-42D2-84DE-F8EA208DA7BA}"/>
                </c:ext>
              </c:extLst>
            </c:dLbl>
            <c:dLbl>
              <c:idx val="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0-7405-42D2-84DE-F8EA208DA7BA}"/>
                </c:ext>
              </c:extLst>
            </c:dLbl>
            <c:dLbl>
              <c:idx val="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1-7405-42D2-84DE-F8EA208DA7BA}"/>
                </c:ext>
              </c:extLst>
            </c:dLbl>
            <c:dLbl>
              <c:idx val="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2-7405-42D2-84DE-F8EA208DA7BA}"/>
                </c:ext>
              </c:extLst>
            </c:dLbl>
            <c:dLbl>
              <c:idx val="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3-7405-42D2-84DE-F8EA208DA7BA}"/>
                </c:ext>
              </c:extLst>
            </c:dLbl>
            <c:dLbl>
              <c:idx val="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4-7405-42D2-84DE-F8EA208DA7BA}"/>
                </c:ext>
              </c:extLst>
            </c:dLbl>
            <c:dLbl>
              <c:idx val="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5-7405-42D2-84DE-F8EA208DA7BA}"/>
                </c:ext>
              </c:extLst>
            </c:dLbl>
            <c:dLbl>
              <c:idx val="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6-7405-42D2-84DE-F8EA208DA7BA}"/>
                </c:ext>
              </c:extLst>
            </c:dLbl>
            <c:dLbl>
              <c:idx val="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7-7405-42D2-84DE-F8EA208DA7BA}"/>
                </c:ext>
              </c:extLst>
            </c:dLbl>
            <c:dLbl>
              <c:idx val="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8-7405-42D2-84DE-F8EA208DA7BA}"/>
                </c:ext>
              </c:extLst>
            </c:dLbl>
            <c:dLbl>
              <c:idx val="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9-7405-42D2-84DE-F8EA208DA7BA}"/>
                </c:ext>
              </c:extLst>
            </c:dLbl>
            <c:dLbl>
              <c:idx val="1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A-7405-42D2-84DE-F8EA208DA7BA}"/>
                </c:ext>
              </c:extLst>
            </c:dLbl>
            <c:dLbl>
              <c:idx val="1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B-7405-42D2-84DE-F8EA208DA7BA}"/>
                </c:ext>
              </c:extLst>
            </c:dLbl>
            <c:dLbl>
              <c:idx val="1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C-7405-42D2-84DE-F8EA208DA7BA}"/>
                </c:ext>
              </c:extLst>
            </c:dLbl>
            <c:dLbl>
              <c:idx val="1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D-7405-42D2-84DE-F8EA208DA7BA}"/>
                </c:ext>
              </c:extLst>
            </c:dLbl>
            <c:dLbl>
              <c:idx val="1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E-7405-42D2-84DE-F8EA208DA7BA}"/>
                </c:ext>
              </c:extLst>
            </c:dLbl>
            <c:dLbl>
              <c:idx val="1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EF-7405-42D2-84DE-F8EA208DA7BA}"/>
                </c:ext>
              </c:extLst>
            </c:dLbl>
            <c:dLbl>
              <c:idx val="1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0-7405-42D2-84DE-F8EA208DA7BA}"/>
                </c:ext>
              </c:extLst>
            </c:dLbl>
            <c:dLbl>
              <c:idx val="1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1-7405-42D2-84DE-F8EA208DA7BA}"/>
                </c:ext>
              </c:extLst>
            </c:dLbl>
            <c:dLbl>
              <c:idx val="1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2-7405-42D2-84DE-F8EA208DA7BA}"/>
                </c:ext>
              </c:extLst>
            </c:dLbl>
            <c:dLbl>
              <c:idx val="1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3-7405-42D2-84DE-F8EA208DA7BA}"/>
                </c:ext>
              </c:extLst>
            </c:dLbl>
            <c:dLbl>
              <c:idx val="1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4-7405-42D2-84DE-F8EA208DA7BA}"/>
                </c:ext>
              </c:extLst>
            </c:dLbl>
            <c:dLbl>
              <c:idx val="1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5-7405-42D2-84DE-F8EA208DA7BA}"/>
                </c:ext>
              </c:extLst>
            </c:dLbl>
            <c:dLbl>
              <c:idx val="1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6-7405-42D2-84DE-F8EA208DA7BA}"/>
                </c:ext>
              </c:extLst>
            </c:dLbl>
            <c:dLbl>
              <c:idx val="1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7-7405-42D2-84DE-F8EA208DA7BA}"/>
                </c:ext>
              </c:extLst>
            </c:dLbl>
            <c:dLbl>
              <c:idx val="1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8-7405-42D2-84DE-F8EA208DA7BA}"/>
                </c:ext>
              </c:extLst>
            </c:dLbl>
            <c:dLbl>
              <c:idx val="1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9-7405-42D2-84DE-F8EA208DA7BA}"/>
                </c:ext>
              </c:extLst>
            </c:dLbl>
            <c:dLbl>
              <c:idx val="1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A-7405-42D2-84DE-F8EA208DA7BA}"/>
                </c:ext>
              </c:extLst>
            </c:dLbl>
            <c:dLbl>
              <c:idx val="1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B-7405-42D2-84DE-F8EA208DA7BA}"/>
                </c:ext>
              </c:extLst>
            </c:dLbl>
            <c:dLbl>
              <c:idx val="1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C-7405-42D2-84DE-F8EA208DA7BA}"/>
                </c:ext>
              </c:extLst>
            </c:dLbl>
            <c:dLbl>
              <c:idx val="1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D-7405-42D2-84DE-F8EA208DA7BA}"/>
                </c:ext>
              </c:extLst>
            </c:dLbl>
            <c:dLbl>
              <c:idx val="1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E-7405-42D2-84DE-F8EA208DA7BA}"/>
                </c:ext>
              </c:extLst>
            </c:dLbl>
            <c:dLbl>
              <c:idx val="1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3FF-7405-42D2-84DE-F8EA208DA7BA}"/>
                </c:ext>
              </c:extLst>
            </c:dLbl>
            <c:dLbl>
              <c:idx val="1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0-7405-42D2-84DE-F8EA208DA7BA}"/>
                </c:ext>
              </c:extLst>
            </c:dLbl>
            <c:dLbl>
              <c:idx val="1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1-7405-42D2-84DE-F8EA208DA7BA}"/>
                </c:ext>
              </c:extLst>
            </c:dLbl>
            <c:dLbl>
              <c:idx val="1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2-7405-42D2-84DE-F8EA208DA7BA}"/>
                </c:ext>
              </c:extLst>
            </c:dLbl>
            <c:dLbl>
              <c:idx val="1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3-7405-42D2-84DE-F8EA208DA7BA}"/>
                </c:ext>
              </c:extLst>
            </c:dLbl>
            <c:dLbl>
              <c:idx val="1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4-7405-42D2-84DE-F8EA208DA7BA}"/>
                </c:ext>
              </c:extLst>
            </c:dLbl>
            <c:dLbl>
              <c:idx val="1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5-7405-42D2-84DE-F8EA208DA7BA}"/>
                </c:ext>
              </c:extLst>
            </c:dLbl>
            <c:dLbl>
              <c:idx val="1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6-7405-42D2-84DE-F8EA208DA7BA}"/>
                </c:ext>
              </c:extLst>
            </c:dLbl>
            <c:dLbl>
              <c:idx val="1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7-7405-42D2-84DE-F8EA208DA7BA}"/>
                </c:ext>
              </c:extLst>
            </c:dLbl>
            <c:dLbl>
              <c:idx val="1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8-7405-42D2-84DE-F8EA208DA7BA}"/>
                </c:ext>
              </c:extLst>
            </c:dLbl>
            <c:dLbl>
              <c:idx val="1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9-7405-42D2-84DE-F8EA208DA7BA}"/>
                </c:ext>
              </c:extLst>
            </c:dLbl>
            <c:dLbl>
              <c:idx val="1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A-7405-42D2-84DE-F8EA208DA7BA}"/>
                </c:ext>
              </c:extLst>
            </c:dLbl>
            <c:dLbl>
              <c:idx val="1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B-7405-42D2-84DE-F8EA208DA7BA}"/>
                </c:ext>
              </c:extLst>
            </c:dLbl>
            <c:dLbl>
              <c:idx val="1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C-7405-42D2-84DE-F8EA208DA7BA}"/>
                </c:ext>
              </c:extLst>
            </c:dLbl>
            <c:dLbl>
              <c:idx val="1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D-7405-42D2-84DE-F8EA208DA7BA}"/>
                </c:ext>
              </c:extLst>
            </c:dLbl>
            <c:dLbl>
              <c:idx val="1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E-7405-42D2-84DE-F8EA208DA7BA}"/>
                </c:ext>
              </c:extLst>
            </c:dLbl>
            <c:dLbl>
              <c:idx val="1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0F-7405-42D2-84DE-F8EA208DA7BA}"/>
                </c:ext>
              </c:extLst>
            </c:dLbl>
            <c:dLbl>
              <c:idx val="1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0-7405-42D2-84DE-F8EA208DA7BA}"/>
                </c:ext>
              </c:extLst>
            </c:dLbl>
            <c:dLbl>
              <c:idx val="1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1-7405-42D2-84DE-F8EA208DA7BA}"/>
                </c:ext>
              </c:extLst>
            </c:dLbl>
            <c:dLbl>
              <c:idx val="1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2-7405-42D2-84DE-F8EA208DA7BA}"/>
                </c:ext>
              </c:extLst>
            </c:dLbl>
            <c:dLbl>
              <c:idx val="1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3-7405-42D2-84DE-F8EA208DA7BA}"/>
                </c:ext>
              </c:extLst>
            </c:dLbl>
            <c:dLbl>
              <c:idx val="1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4-7405-42D2-84DE-F8EA208DA7BA}"/>
                </c:ext>
              </c:extLst>
            </c:dLbl>
            <c:dLbl>
              <c:idx val="1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5-7405-42D2-84DE-F8EA208DA7BA}"/>
                </c:ext>
              </c:extLst>
            </c:dLbl>
            <c:dLbl>
              <c:idx val="1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6-7405-42D2-84DE-F8EA208DA7BA}"/>
                </c:ext>
              </c:extLst>
            </c:dLbl>
            <c:dLbl>
              <c:idx val="1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7-7405-42D2-84DE-F8EA208DA7BA}"/>
                </c:ext>
              </c:extLst>
            </c:dLbl>
            <c:dLbl>
              <c:idx val="1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8-7405-42D2-84DE-F8EA208DA7BA}"/>
                </c:ext>
              </c:extLst>
            </c:dLbl>
            <c:dLbl>
              <c:idx val="1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9-7405-42D2-84DE-F8EA208DA7BA}"/>
                </c:ext>
              </c:extLst>
            </c:dLbl>
            <c:dLbl>
              <c:idx val="1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A-7405-42D2-84DE-F8EA208DA7BA}"/>
                </c:ext>
              </c:extLst>
            </c:dLbl>
            <c:dLbl>
              <c:idx val="1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B-7405-42D2-84DE-F8EA208DA7BA}"/>
                </c:ext>
              </c:extLst>
            </c:dLbl>
            <c:dLbl>
              <c:idx val="1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C-7405-42D2-84DE-F8EA208DA7BA}"/>
                </c:ext>
              </c:extLst>
            </c:dLbl>
            <c:dLbl>
              <c:idx val="1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D-7405-42D2-84DE-F8EA208DA7BA}"/>
                </c:ext>
              </c:extLst>
            </c:dLbl>
            <c:dLbl>
              <c:idx val="1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E-7405-42D2-84DE-F8EA208DA7BA}"/>
                </c:ext>
              </c:extLst>
            </c:dLbl>
            <c:dLbl>
              <c:idx val="1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1F-7405-42D2-84DE-F8EA208DA7BA}"/>
                </c:ext>
              </c:extLst>
            </c:dLbl>
            <c:dLbl>
              <c:idx val="1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0-7405-42D2-84DE-F8EA208DA7BA}"/>
                </c:ext>
              </c:extLst>
            </c:dLbl>
            <c:dLbl>
              <c:idx val="1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1-7405-42D2-84DE-F8EA208DA7BA}"/>
                </c:ext>
              </c:extLst>
            </c:dLbl>
            <c:dLbl>
              <c:idx val="1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2-7405-42D2-84DE-F8EA208DA7BA}"/>
                </c:ext>
              </c:extLst>
            </c:dLbl>
            <c:dLbl>
              <c:idx val="1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3-7405-42D2-84DE-F8EA208DA7BA}"/>
                </c:ext>
              </c:extLst>
            </c:dLbl>
            <c:dLbl>
              <c:idx val="1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4-7405-42D2-84DE-F8EA208DA7BA}"/>
                </c:ext>
              </c:extLst>
            </c:dLbl>
            <c:dLbl>
              <c:idx val="1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5-7405-42D2-84DE-F8EA208DA7BA}"/>
                </c:ext>
              </c:extLst>
            </c:dLbl>
            <c:dLbl>
              <c:idx val="1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6-7405-42D2-84DE-F8EA208DA7BA}"/>
                </c:ext>
              </c:extLst>
            </c:dLbl>
            <c:dLbl>
              <c:idx val="1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7-7405-42D2-84DE-F8EA208DA7BA}"/>
                </c:ext>
              </c:extLst>
            </c:dLbl>
            <c:dLbl>
              <c:idx val="1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8-7405-42D2-84DE-F8EA208DA7BA}"/>
                </c:ext>
              </c:extLst>
            </c:dLbl>
            <c:dLbl>
              <c:idx val="1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9-7405-42D2-84DE-F8EA208DA7BA}"/>
                </c:ext>
              </c:extLst>
            </c:dLbl>
            <c:dLbl>
              <c:idx val="1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A-7405-42D2-84DE-F8EA208DA7BA}"/>
                </c:ext>
              </c:extLst>
            </c:dLbl>
            <c:dLbl>
              <c:idx val="1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B-7405-42D2-84DE-F8EA208DA7BA}"/>
                </c:ext>
              </c:extLst>
            </c:dLbl>
            <c:dLbl>
              <c:idx val="1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C-7405-42D2-84DE-F8EA208DA7BA}"/>
                </c:ext>
              </c:extLst>
            </c:dLbl>
            <c:dLbl>
              <c:idx val="1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D-7405-42D2-84DE-F8EA208DA7BA}"/>
                </c:ext>
              </c:extLst>
            </c:dLbl>
            <c:dLbl>
              <c:idx val="1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E-7405-42D2-84DE-F8EA208DA7BA}"/>
                </c:ext>
              </c:extLst>
            </c:dLbl>
            <c:dLbl>
              <c:idx val="1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2F-7405-42D2-84DE-F8EA208DA7BA}"/>
                </c:ext>
              </c:extLst>
            </c:dLbl>
            <c:dLbl>
              <c:idx val="1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0-7405-42D2-84DE-F8EA208DA7BA}"/>
                </c:ext>
              </c:extLst>
            </c:dLbl>
            <c:dLbl>
              <c:idx val="1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1-7405-42D2-84DE-F8EA208DA7BA}"/>
                </c:ext>
              </c:extLst>
            </c:dLbl>
            <c:dLbl>
              <c:idx val="1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2-7405-42D2-84DE-F8EA208DA7BA}"/>
                </c:ext>
              </c:extLst>
            </c:dLbl>
            <c:dLbl>
              <c:idx val="1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3-7405-42D2-84DE-F8EA208DA7BA}"/>
                </c:ext>
              </c:extLst>
            </c:dLbl>
            <c:dLbl>
              <c:idx val="1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4-7405-42D2-84DE-F8EA208DA7BA}"/>
                </c:ext>
              </c:extLst>
            </c:dLbl>
            <c:dLbl>
              <c:idx val="1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5-7405-42D2-84DE-F8EA208DA7BA}"/>
                </c:ext>
              </c:extLst>
            </c:dLbl>
            <c:dLbl>
              <c:idx val="1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6-7405-42D2-84DE-F8EA208DA7BA}"/>
                </c:ext>
              </c:extLst>
            </c:dLbl>
            <c:dLbl>
              <c:idx val="1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7-7405-42D2-84DE-F8EA208DA7BA}"/>
                </c:ext>
              </c:extLst>
            </c:dLbl>
            <c:dLbl>
              <c:idx val="1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8-7405-42D2-84DE-F8EA208DA7BA}"/>
                </c:ext>
              </c:extLst>
            </c:dLbl>
            <c:dLbl>
              <c:idx val="1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9-7405-42D2-84DE-F8EA208DA7BA}"/>
                </c:ext>
              </c:extLst>
            </c:dLbl>
            <c:dLbl>
              <c:idx val="1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A-7405-42D2-84DE-F8EA208DA7BA}"/>
                </c:ext>
              </c:extLst>
            </c:dLbl>
            <c:dLbl>
              <c:idx val="1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B-7405-42D2-84DE-F8EA208DA7BA}"/>
                </c:ext>
              </c:extLst>
            </c:dLbl>
            <c:dLbl>
              <c:idx val="1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C-7405-42D2-84DE-F8EA208DA7BA}"/>
                </c:ext>
              </c:extLst>
            </c:dLbl>
            <c:dLbl>
              <c:idx val="1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D-7405-42D2-84DE-F8EA208DA7BA}"/>
                </c:ext>
              </c:extLst>
            </c:dLbl>
            <c:dLbl>
              <c:idx val="1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E-7405-42D2-84DE-F8EA208DA7BA}"/>
                </c:ext>
              </c:extLst>
            </c:dLbl>
            <c:dLbl>
              <c:idx val="1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3F-7405-42D2-84DE-F8EA208DA7BA}"/>
                </c:ext>
              </c:extLst>
            </c:dLbl>
            <c:dLbl>
              <c:idx val="1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0-7405-42D2-84DE-F8EA208DA7BA}"/>
                </c:ext>
              </c:extLst>
            </c:dLbl>
            <c:dLbl>
              <c:idx val="1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1-7405-42D2-84DE-F8EA208DA7BA}"/>
                </c:ext>
              </c:extLst>
            </c:dLbl>
            <c:dLbl>
              <c:idx val="1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2-7405-42D2-84DE-F8EA208DA7BA}"/>
                </c:ext>
              </c:extLst>
            </c:dLbl>
            <c:dLbl>
              <c:idx val="1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3-7405-42D2-84DE-F8EA208DA7BA}"/>
                </c:ext>
              </c:extLst>
            </c:dLbl>
            <c:dLbl>
              <c:idx val="1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4-7405-42D2-84DE-F8EA208DA7BA}"/>
                </c:ext>
              </c:extLst>
            </c:dLbl>
            <c:dLbl>
              <c:idx val="1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5-7405-42D2-84DE-F8EA208DA7BA}"/>
                </c:ext>
              </c:extLst>
            </c:dLbl>
            <c:dLbl>
              <c:idx val="1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6-7405-42D2-84DE-F8EA208DA7BA}"/>
                </c:ext>
              </c:extLst>
            </c:dLbl>
            <c:dLbl>
              <c:idx val="1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7-7405-42D2-84DE-F8EA208DA7BA}"/>
                </c:ext>
              </c:extLst>
            </c:dLbl>
            <c:dLbl>
              <c:idx val="1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8-7405-42D2-84DE-F8EA208DA7BA}"/>
                </c:ext>
              </c:extLst>
            </c:dLbl>
            <c:dLbl>
              <c:idx val="1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9-7405-42D2-84DE-F8EA208DA7BA}"/>
                </c:ext>
              </c:extLst>
            </c:dLbl>
            <c:dLbl>
              <c:idx val="1096"/>
              <c:layout>
                <c:manualLayout>
                  <c:x val="7.0022265848638493E-2"/>
                  <c:y val="-0.22138042939068442"/>
                </c:manualLayout>
              </c:layout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400" b="0" i="0" u="none" strike="noStrike" kern="1200" baseline="0">
                        <a:solidFill>
                          <a:schemeClr val="tx1"/>
                        </a:solidFill>
                        <a:latin typeface="Lucida Sans" panose="020B0602030504020204" pitchFamily="34" charset="0"/>
                        <a:ea typeface="+mn-ea"/>
                        <a:cs typeface="+mn-cs"/>
                      </a:defRPr>
                    </a:pPr>
                    <a:r>
                      <a:rPr lang="en-US" dirty="0"/>
                      <a:t>North Carolina A&amp;T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400" b="0" i="0" u="none" strike="noStrike" kern="1200" baseline="0">
                      <a:solidFill>
                        <a:schemeClr val="tx1"/>
                      </a:solidFill>
                      <a:latin typeface="Lucida Sans" panose="020B0602030504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013049852872904"/>
                      <c:h val="4.590113165910218E-2"/>
                    </c:manualLayout>
                  </c15:layout>
                  <c15:showDataLabelsRange val="1"/>
                </c:ext>
                <c:ext xmlns:c16="http://schemas.microsoft.com/office/drawing/2014/chart" uri="{C3380CC4-5D6E-409C-BE32-E72D297353CC}">
                  <c16:uniqueId val="{0000044A-7405-42D2-84DE-F8EA208DA7BA}"/>
                </c:ext>
              </c:extLst>
            </c:dLbl>
            <c:dLbl>
              <c:idx val="1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B-7405-42D2-84DE-F8EA208DA7BA}"/>
                </c:ext>
              </c:extLst>
            </c:dLbl>
            <c:dLbl>
              <c:idx val="1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C-7405-42D2-84DE-F8EA208DA7BA}"/>
                </c:ext>
              </c:extLst>
            </c:dLbl>
            <c:dLbl>
              <c:idx val="1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D-7405-42D2-84DE-F8EA208DA7BA}"/>
                </c:ext>
              </c:extLst>
            </c:dLbl>
            <c:dLbl>
              <c:idx val="1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E-7405-42D2-84DE-F8EA208DA7BA}"/>
                </c:ext>
              </c:extLst>
            </c:dLbl>
            <c:dLbl>
              <c:idx val="1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4F-7405-42D2-84DE-F8EA208DA7BA}"/>
                </c:ext>
              </c:extLst>
            </c:dLbl>
            <c:dLbl>
              <c:idx val="1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0-7405-42D2-84DE-F8EA208DA7BA}"/>
                </c:ext>
              </c:extLst>
            </c:dLbl>
            <c:dLbl>
              <c:idx val="1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1-7405-42D2-84DE-F8EA208DA7BA}"/>
                </c:ext>
              </c:extLst>
            </c:dLbl>
            <c:dLbl>
              <c:idx val="1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2-7405-42D2-84DE-F8EA208DA7BA}"/>
                </c:ext>
              </c:extLst>
            </c:dLbl>
            <c:dLbl>
              <c:idx val="1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3-7405-42D2-84DE-F8EA208DA7BA}"/>
                </c:ext>
              </c:extLst>
            </c:dLbl>
            <c:dLbl>
              <c:idx val="1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4-7405-42D2-84DE-F8EA208DA7BA}"/>
                </c:ext>
              </c:extLst>
            </c:dLbl>
            <c:dLbl>
              <c:idx val="1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5-7405-42D2-84DE-F8EA208DA7BA}"/>
                </c:ext>
              </c:extLst>
            </c:dLbl>
            <c:dLbl>
              <c:idx val="1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6-7405-42D2-84DE-F8EA208DA7BA}"/>
                </c:ext>
              </c:extLst>
            </c:dLbl>
            <c:dLbl>
              <c:idx val="1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7-7405-42D2-84DE-F8EA208DA7BA}"/>
                </c:ext>
              </c:extLst>
            </c:dLbl>
            <c:dLbl>
              <c:idx val="1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8-7405-42D2-84DE-F8EA208DA7BA}"/>
                </c:ext>
              </c:extLst>
            </c:dLbl>
            <c:dLbl>
              <c:idx val="1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9-7405-42D2-84DE-F8EA208DA7BA}"/>
                </c:ext>
              </c:extLst>
            </c:dLbl>
            <c:dLbl>
              <c:idx val="1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A-7405-42D2-84DE-F8EA208DA7BA}"/>
                </c:ext>
              </c:extLst>
            </c:dLbl>
            <c:dLbl>
              <c:idx val="1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B-7405-42D2-84DE-F8EA208DA7BA}"/>
                </c:ext>
              </c:extLst>
            </c:dLbl>
            <c:dLbl>
              <c:idx val="1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C-7405-42D2-84DE-F8EA208DA7BA}"/>
                </c:ext>
              </c:extLst>
            </c:dLbl>
            <c:dLbl>
              <c:idx val="1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D-7405-42D2-84DE-F8EA208DA7BA}"/>
                </c:ext>
              </c:extLst>
            </c:dLbl>
            <c:dLbl>
              <c:idx val="1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E-7405-42D2-84DE-F8EA208DA7BA}"/>
                </c:ext>
              </c:extLst>
            </c:dLbl>
            <c:dLbl>
              <c:idx val="1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5F-7405-42D2-84DE-F8EA208DA7BA}"/>
                </c:ext>
              </c:extLst>
            </c:dLbl>
            <c:dLbl>
              <c:idx val="1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0-7405-42D2-84DE-F8EA208DA7BA}"/>
                </c:ext>
              </c:extLst>
            </c:dLbl>
            <c:dLbl>
              <c:idx val="1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1-7405-42D2-84DE-F8EA208DA7BA}"/>
                </c:ext>
              </c:extLst>
            </c:dLbl>
            <c:dLbl>
              <c:idx val="1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2-7405-42D2-84DE-F8EA208DA7BA}"/>
                </c:ext>
              </c:extLst>
            </c:dLbl>
            <c:dLbl>
              <c:idx val="1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3-7405-42D2-84DE-F8EA208DA7BA}"/>
                </c:ext>
              </c:extLst>
            </c:dLbl>
            <c:dLbl>
              <c:idx val="1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4-7405-42D2-84DE-F8EA208DA7BA}"/>
                </c:ext>
              </c:extLst>
            </c:dLbl>
            <c:dLbl>
              <c:idx val="1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5-7405-42D2-84DE-F8EA208DA7BA}"/>
                </c:ext>
              </c:extLst>
            </c:dLbl>
            <c:dLbl>
              <c:idx val="1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6-7405-42D2-84DE-F8EA208DA7BA}"/>
                </c:ext>
              </c:extLst>
            </c:dLbl>
            <c:dLbl>
              <c:idx val="1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7-7405-42D2-84DE-F8EA208DA7BA}"/>
                </c:ext>
              </c:extLst>
            </c:dLbl>
            <c:dLbl>
              <c:idx val="1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8-7405-42D2-84DE-F8EA208DA7BA}"/>
                </c:ext>
              </c:extLst>
            </c:dLbl>
            <c:dLbl>
              <c:idx val="1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9-7405-42D2-84DE-F8EA208DA7BA}"/>
                </c:ext>
              </c:extLst>
            </c:dLbl>
            <c:dLbl>
              <c:idx val="1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A-7405-42D2-84DE-F8EA208DA7BA}"/>
                </c:ext>
              </c:extLst>
            </c:dLbl>
            <c:dLbl>
              <c:idx val="1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B-7405-42D2-84DE-F8EA208DA7BA}"/>
                </c:ext>
              </c:extLst>
            </c:dLbl>
            <c:dLbl>
              <c:idx val="1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C-7405-42D2-84DE-F8EA208DA7BA}"/>
                </c:ext>
              </c:extLst>
            </c:dLbl>
            <c:dLbl>
              <c:idx val="1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D-7405-42D2-84DE-F8EA208DA7BA}"/>
                </c:ext>
              </c:extLst>
            </c:dLbl>
            <c:dLbl>
              <c:idx val="1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E-7405-42D2-84DE-F8EA208DA7BA}"/>
                </c:ext>
              </c:extLst>
            </c:dLbl>
            <c:dLbl>
              <c:idx val="1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6F-7405-42D2-84DE-F8EA208DA7BA}"/>
                </c:ext>
              </c:extLst>
            </c:dLbl>
            <c:dLbl>
              <c:idx val="1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0-7405-42D2-84DE-F8EA208DA7BA}"/>
                </c:ext>
              </c:extLst>
            </c:dLbl>
            <c:dLbl>
              <c:idx val="1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1-7405-42D2-84DE-F8EA208DA7BA}"/>
                </c:ext>
              </c:extLst>
            </c:dLbl>
            <c:dLbl>
              <c:idx val="1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2-7405-42D2-84DE-F8EA208DA7BA}"/>
                </c:ext>
              </c:extLst>
            </c:dLbl>
            <c:dLbl>
              <c:idx val="1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3-7405-42D2-84DE-F8EA208DA7BA}"/>
                </c:ext>
              </c:extLst>
            </c:dLbl>
            <c:dLbl>
              <c:idx val="1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4-7405-42D2-84DE-F8EA208DA7BA}"/>
                </c:ext>
              </c:extLst>
            </c:dLbl>
            <c:dLbl>
              <c:idx val="1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5-7405-42D2-84DE-F8EA208DA7BA}"/>
                </c:ext>
              </c:extLst>
            </c:dLbl>
            <c:dLbl>
              <c:idx val="1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6-7405-42D2-84DE-F8EA208DA7BA}"/>
                </c:ext>
              </c:extLst>
            </c:dLbl>
            <c:dLbl>
              <c:idx val="1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7-7405-42D2-84DE-F8EA208DA7BA}"/>
                </c:ext>
              </c:extLst>
            </c:dLbl>
            <c:dLbl>
              <c:idx val="1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8-7405-42D2-84DE-F8EA208DA7BA}"/>
                </c:ext>
              </c:extLst>
            </c:dLbl>
            <c:dLbl>
              <c:idx val="1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9-7405-42D2-84DE-F8EA208DA7BA}"/>
                </c:ext>
              </c:extLst>
            </c:dLbl>
            <c:dLbl>
              <c:idx val="1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A-7405-42D2-84DE-F8EA208DA7BA}"/>
                </c:ext>
              </c:extLst>
            </c:dLbl>
            <c:dLbl>
              <c:idx val="1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B-7405-42D2-84DE-F8EA208DA7BA}"/>
                </c:ext>
              </c:extLst>
            </c:dLbl>
            <c:dLbl>
              <c:idx val="1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C-7405-42D2-84DE-F8EA208DA7BA}"/>
                </c:ext>
              </c:extLst>
            </c:dLbl>
            <c:dLbl>
              <c:idx val="1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D-7405-42D2-84DE-F8EA208DA7BA}"/>
                </c:ext>
              </c:extLst>
            </c:dLbl>
            <c:dLbl>
              <c:idx val="1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E-7405-42D2-84DE-F8EA208DA7BA}"/>
                </c:ext>
              </c:extLst>
            </c:dLbl>
            <c:dLbl>
              <c:idx val="1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7F-7405-42D2-84DE-F8EA208DA7BA}"/>
                </c:ext>
              </c:extLst>
            </c:dLbl>
            <c:dLbl>
              <c:idx val="1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0-7405-42D2-84DE-F8EA208DA7BA}"/>
                </c:ext>
              </c:extLst>
            </c:dLbl>
            <c:dLbl>
              <c:idx val="1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1-7405-42D2-84DE-F8EA208DA7BA}"/>
                </c:ext>
              </c:extLst>
            </c:dLbl>
            <c:dLbl>
              <c:idx val="1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2-7405-42D2-84DE-F8EA208DA7BA}"/>
                </c:ext>
              </c:extLst>
            </c:dLbl>
            <c:dLbl>
              <c:idx val="1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3-7405-42D2-84DE-F8EA208DA7BA}"/>
                </c:ext>
              </c:extLst>
            </c:dLbl>
            <c:dLbl>
              <c:idx val="1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4-7405-42D2-84DE-F8EA208DA7BA}"/>
                </c:ext>
              </c:extLst>
            </c:dLbl>
            <c:dLbl>
              <c:idx val="1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5-7405-42D2-84DE-F8EA208DA7BA}"/>
                </c:ext>
              </c:extLst>
            </c:dLbl>
            <c:dLbl>
              <c:idx val="1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6-7405-42D2-84DE-F8EA208DA7BA}"/>
                </c:ext>
              </c:extLst>
            </c:dLbl>
            <c:dLbl>
              <c:idx val="1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7-7405-42D2-84DE-F8EA208DA7BA}"/>
                </c:ext>
              </c:extLst>
            </c:dLbl>
            <c:dLbl>
              <c:idx val="1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8-7405-42D2-84DE-F8EA208DA7BA}"/>
                </c:ext>
              </c:extLst>
            </c:dLbl>
            <c:dLbl>
              <c:idx val="1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9-7405-42D2-84DE-F8EA208DA7BA}"/>
                </c:ext>
              </c:extLst>
            </c:dLbl>
            <c:dLbl>
              <c:idx val="1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A-7405-42D2-84DE-F8EA208DA7BA}"/>
                </c:ext>
              </c:extLst>
            </c:dLbl>
            <c:dLbl>
              <c:idx val="1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B-7405-42D2-84DE-F8EA208DA7BA}"/>
                </c:ext>
              </c:extLst>
            </c:dLbl>
            <c:dLbl>
              <c:idx val="1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C-7405-42D2-84DE-F8EA208DA7BA}"/>
                </c:ext>
              </c:extLst>
            </c:dLbl>
            <c:dLbl>
              <c:idx val="1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D-7405-42D2-84DE-F8EA208DA7BA}"/>
                </c:ext>
              </c:extLst>
            </c:dLbl>
            <c:dLbl>
              <c:idx val="1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E-7405-42D2-84DE-F8EA208DA7BA}"/>
                </c:ext>
              </c:extLst>
            </c:dLbl>
            <c:dLbl>
              <c:idx val="1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8F-7405-42D2-84DE-F8EA208DA7BA}"/>
                </c:ext>
              </c:extLst>
            </c:dLbl>
            <c:dLbl>
              <c:idx val="1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0-7405-42D2-84DE-F8EA208DA7BA}"/>
                </c:ext>
              </c:extLst>
            </c:dLbl>
            <c:dLbl>
              <c:idx val="1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1-7405-42D2-84DE-F8EA208DA7BA}"/>
                </c:ext>
              </c:extLst>
            </c:dLbl>
            <c:dLbl>
              <c:idx val="1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2-7405-42D2-84DE-F8EA208DA7BA}"/>
                </c:ext>
              </c:extLst>
            </c:dLbl>
            <c:dLbl>
              <c:idx val="1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3-7405-42D2-84DE-F8EA208DA7BA}"/>
                </c:ext>
              </c:extLst>
            </c:dLbl>
            <c:dLbl>
              <c:idx val="1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4-7405-42D2-84DE-F8EA208DA7BA}"/>
                </c:ext>
              </c:extLst>
            </c:dLbl>
            <c:dLbl>
              <c:idx val="1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5-7405-42D2-84DE-F8EA208DA7BA}"/>
                </c:ext>
              </c:extLst>
            </c:dLbl>
            <c:dLbl>
              <c:idx val="1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6-7405-42D2-84DE-F8EA208DA7BA}"/>
                </c:ext>
              </c:extLst>
            </c:dLbl>
            <c:dLbl>
              <c:idx val="1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7-7405-42D2-84DE-F8EA208DA7BA}"/>
                </c:ext>
              </c:extLst>
            </c:dLbl>
            <c:dLbl>
              <c:idx val="1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8-7405-42D2-84DE-F8EA208DA7BA}"/>
                </c:ext>
              </c:extLst>
            </c:dLbl>
            <c:dLbl>
              <c:idx val="1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9-7405-42D2-84DE-F8EA208DA7BA}"/>
                </c:ext>
              </c:extLst>
            </c:dLbl>
            <c:dLbl>
              <c:idx val="1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A-7405-42D2-84DE-F8EA208DA7BA}"/>
                </c:ext>
              </c:extLst>
            </c:dLbl>
            <c:dLbl>
              <c:idx val="1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B-7405-42D2-84DE-F8EA208DA7BA}"/>
                </c:ext>
              </c:extLst>
            </c:dLbl>
            <c:dLbl>
              <c:idx val="1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C-7405-42D2-84DE-F8EA208DA7BA}"/>
                </c:ext>
              </c:extLst>
            </c:dLbl>
            <c:dLbl>
              <c:idx val="1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D-7405-42D2-84DE-F8EA208DA7BA}"/>
                </c:ext>
              </c:extLst>
            </c:dLbl>
            <c:dLbl>
              <c:idx val="1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E-7405-42D2-84DE-F8EA208DA7BA}"/>
                </c:ext>
              </c:extLst>
            </c:dLbl>
            <c:dLbl>
              <c:idx val="1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9F-7405-42D2-84DE-F8EA208DA7BA}"/>
                </c:ext>
              </c:extLst>
            </c:dLbl>
            <c:dLbl>
              <c:idx val="1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0-7405-42D2-84DE-F8EA208DA7BA}"/>
                </c:ext>
              </c:extLst>
            </c:dLbl>
            <c:dLbl>
              <c:idx val="1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1-7405-42D2-84DE-F8EA208DA7BA}"/>
                </c:ext>
              </c:extLst>
            </c:dLbl>
            <c:dLbl>
              <c:idx val="1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2-7405-42D2-84DE-F8EA208DA7BA}"/>
                </c:ext>
              </c:extLst>
            </c:dLbl>
            <c:dLbl>
              <c:idx val="1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3-7405-42D2-84DE-F8EA208DA7BA}"/>
                </c:ext>
              </c:extLst>
            </c:dLbl>
            <c:dLbl>
              <c:idx val="1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4-7405-42D2-84DE-F8EA208DA7BA}"/>
                </c:ext>
              </c:extLst>
            </c:dLbl>
            <c:dLbl>
              <c:idx val="1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5-7405-42D2-84DE-F8EA208DA7BA}"/>
                </c:ext>
              </c:extLst>
            </c:dLbl>
            <c:dLbl>
              <c:idx val="1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6-7405-42D2-84DE-F8EA208DA7BA}"/>
                </c:ext>
              </c:extLst>
            </c:dLbl>
            <c:dLbl>
              <c:idx val="1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7-7405-42D2-84DE-F8EA208DA7BA}"/>
                </c:ext>
              </c:extLst>
            </c:dLbl>
            <c:dLbl>
              <c:idx val="1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8-7405-42D2-84DE-F8EA208DA7BA}"/>
                </c:ext>
              </c:extLst>
            </c:dLbl>
            <c:dLbl>
              <c:idx val="1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9-7405-42D2-84DE-F8EA208DA7BA}"/>
                </c:ext>
              </c:extLst>
            </c:dLbl>
            <c:dLbl>
              <c:idx val="1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A-7405-42D2-84DE-F8EA208DA7BA}"/>
                </c:ext>
              </c:extLst>
            </c:dLbl>
            <c:dLbl>
              <c:idx val="1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B-7405-42D2-84DE-F8EA208DA7BA}"/>
                </c:ext>
              </c:extLst>
            </c:dLbl>
            <c:dLbl>
              <c:idx val="1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C-7405-42D2-84DE-F8EA208DA7BA}"/>
                </c:ext>
              </c:extLst>
            </c:dLbl>
            <c:dLbl>
              <c:idx val="1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D-7405-42D2-84DE-F8EA208DA7BA}"/>
                </c:ext>
              </c:extLst>
            </c:dLbl>
            <c:dLbl>
              <c:idx val="1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E-7405-42D2-84DE-F8EA208DA7BA}"/>
                </c:ext>
              </c:extLst>
            </c:dLbl>
            <c:dLbl>
              <c:idx val="1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AF-7405-42D2-84DE-F8EA208DA7BA}"/>
                </c:ext>
              </c:extLst>
            </c:dLbl>
            <c:dLbl>
              <c:idx val="1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0-7405-42D2-84DE-F8EA208DA7BA}"/>
                </c:ext>
              </c:extLst>
            </c:dLbl>
            <c:dLbl>
              <c:idx val="1199"/>
              <c:layout>
                <c:manualLayout>
                  <c:x val="-4.5542966292287943E-3"/>
                  <c:y val="-0.1742782833644721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Winston-Salem State U.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4B1-7405-42D2-84DE-F8EA208DA7BA}"/>
                </c:ext>
              </c:extLst>
            </c:dLbl>
            <c:dLbl>
              <c:idx val="1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2-7405-42D2-84DE-F8EA208DA7BA}"/>
                </c:ext>
              </c:extLst>
            </c:dLbl>
            <c:dLbl>
              <c:idx val="1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3-7405-42D2-84DE-F8EA208DA7BA}"/>
                </c:ext>
              </c:extLst>
            </c:dLbl>
            <c:dLbl>
              <c:idx val="1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4-7405-42D2-84DE-F8EA208DA7BA}"/>
                </c:ext>
              </c:extLst>
            </c:dLbl>
            <c:dLbl>
              <c:idx val="1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5-7405-42D2-84DE-F8EA208DA7BA}"/>
                </c:ext>
              </c:extLst>
            </c:dLbl>
            <c:dLbl>
              <c:idx val="1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6-7405-42D2-84DE-F8EA208DA7BA}"/>
                </c:ext>
              </c:extLst>
            </c:dLbl>
            <c:dLbl>
              <c:idx val="1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7-7405-42D2-84DE-F8EA208DA7BA}"/>
                </c:ext>
              </c:extLst>
            </c:dLbl>
            <c:dLbl>
              <c:idx val="1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8-7405-42D2-84DE-F8EA208DA7BA}"/>
                </c:ext>
              </c:extLst>
            </c:dLbl>
            <c:dLbl>
              <c:idx val="1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9-7405-42D2-84DE-F8EA208DA7BA}"/>
                </c:ext>
              </c:extLst>
            </c:dLbl>
            <c:dLbl>
              <c:idx val="1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A-7405-42D2-84DE-F8EA208DA7BA}"/>
                </c:ext>
              </c:extLst>
            </c:dLbl>
            <c:dLbl>
              <c:idx val="1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B-7405-42D2-84DE-F8EA208DA7BA}"/>
                </c:ext>
              </c:extLst>
            </c:dLbl>
            <c:dLbl>
              <c:idx val="1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C-7405-42D2-84DE-F8EA208DA7BA}"/>
                </c:ext>
              </c:extLst>
            </c:dLbl>
            <c:dLbl>
              <c:idx val="1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D-7405-42D2-84DE-F8EA208DA7BA}"/>
                </c:ext>
              </c:extLst>
            </c:dLbl>
            <c:dLbl>
              <c:idx val="1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E-7405-42D2-84DE-F8EA208DA7BA}"/>
                </c:ext>
              </c:extLst>
            </c:dLbl>
            <c:dLbl>
              <c:idx val="1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BF-7405-42D2-84DE-F8EA208DA7BA}"/>
                </c:ext>
              </c:extLst>
            </c:dLbl>
            <c:dLbl>
              <c:idx val="1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0-7405-42D2-84DE-F8EA208DA7BA}"/>
                </c:ext>
              </c:extLst>
            </c:dLbl>
            <c:dLbl>
              <c:idx val="1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1-7405-42D2-84DE-F8EA208DA7BA}"/>
                </c:ext>
              </c:extLst>
            </c:dLbl>
            <c:dLbl>
              <c:idx val="1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2-7405-42D2-84DE-F8EA208DA7BA}"/>
                </c:ext>
              </c:extLst>
            </c:dLbl>
            <c:dLbl>
              <c:idx val="1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3-7405-42D2-84DE-F8EA208DA7BA}"/>
                </c:ext>
              </c:extLst>
            </c:dLbl>
            <c:dLbl>
              <c:idx val="1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4-7405-42D2-84DE-F8EA208DA7BA}"/>
                </c:ext>
              </c:extLst>
            </c:dLbl>
            <c:dLbl>
              <c:idx val="1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5-7405-42D2-84DE-F8EA208DA7BA}"/>
                </c:ext>
              </c:extLst>
            </c:dLbl>
            <c:dLbl>
              <c:idx val="1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6-7405-42D2-84DE-F8EA208DA7BA}"/>
                </c:ext>
              </c:extLst>
            </c:dLbl>
            <c:dLbl>
              <c:idx val="1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7-7405-42D2-84DE-F8EA208DA7BA}"/>
                </c:ext>
              </c:extLst>
            </c:dLbl>
            <c:dLbl>
              <c:idx val="1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8-7405-42D2-84DE-F8EA208DA7BA}"/>
                </c:ext>
              </c:extLst>
            </c:dLbl>
            <c:dLbl>
              <c:idx val="1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9-7405-42D2-84DE-F8EA208DA7BA}"/>
                </c:ext>
              </c:extLst>
            </c:dLbl>
            <c:dLbl>
              <c:idx val="1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A-7405-42D2-84DE-F8EA208DA7BA}"/>
                </c:ext>
              </c:extLst>
            </c:dLbl>
            <c:dLbl>
              <c:idx val="1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B-7405-42D2-84DE-F8EA208DA7BA}"/>
                </c:ext>
              </c:extLst>
            </c:dLbl>
            <c:dLbl>
              <c:idx val="1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C-7405-42D2-84DE-F8EA208DA7BA}"/>
                </c:ext>
              </c:extLst>
            </c:dLbl>
            <c:dLbl>
              <c:idx val="1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D-7405-42D2-84DE-F8EA208DA7BA}"/>
                </c:ext>
              </c:extLst>
            </c:dLbl>
            <c:dLbl>
              <c:idx val="1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E-7405-42D2-84DE-F8EA208DA7BA}"/>
                </c:ext>
              </c:extLst>
            </c:dLbl>
            <c:dLbl>
              <c:idx val="1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CF-7405-42D2-84DE-F8EA208DA7BA}"/>
                </c:ext>
              </c:extLst>
            </c:dLbl>
            <c:dLbl>
              <c:idx val="1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0-7405-42D2-84DE-F8EA208DA7BA}"/>
                </c:ext>
              </c:extLst>
            </c:dLbl>
            <c:dLbl>
              <c:idx val="1231"/>
              <c:tx>
                <c:rich>
                  <a:bodyPr/>
                  <a:lstStyle/>
                  <a:p>
                    <a:fld id="{0BCE25F0-6D24-4539-9019-65AA0C9CA70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1-7405-42D2-84DE-F8EA208DA7BA}"/>
                </c:ext>
              </c:extLst>
            </c:dLbl>
            <c:dLbl>
              <c:idx val="1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2-7405-42D2-84DE-F8EA208DA7BA}"/>
                </c:ext>
              </c:extLst>
            </c:dLbl>
            <c:dLbl>
              <c:idx val="1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3-7405-42D2-84DE-F8EA208DA7BA}"/>
                </c:ext>
              </c:extLst>
            </c:dLbl>
            <c:dLbl>
              <c:idx val="1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4-7405-42D2-84DE-F8EA208DA7BA}"/>
                </c:ext>
              </c:extLst>
            </c:dLbl>
            <c:dLbl>
              <c:idx val="1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5-7405-42D2-84DE-F8EA208DA7BA}"/>
                </c:ext>
              </c:extLst>
            </c:dLbl>
            <c:dLbl>
              <c:idx val="1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6-7405-42D2-84DE-F8EA208DA7BA}"/>
                </c:ext>
              </c:extLst>
            </c:dLbl>
            <c:dLbl>
              <c:idx val="1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7-7405-42D2-84DE-F8EA208DA7BA}"/>
                </c:ext>
              </c:extLst>
            </c:dLbl>
            <c:dLbl>
              <c:idx val="1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8-7405-42D2-84DE-F8EA208DA7BA}"/>
                </c:ext>
              </c:extLst>
            </c:dLbl>
            <c:dLbl>
              <c:idx val="1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9-7405-42D2-84DE-F8EA208DA7BA}"/>
                </c:ext>
              </c:extLst>
            </c:dLbl>
            <c:dLbl>
              <c:idx val="1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A-7405-42D2-84DE-F8EA208DA7BA}"/>
                </c:ext>
              </c:extLst>
            </c:dLbl>
            <c:dLbl>
              <c:idx val="1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B-7405-42D2-84DE-F8EA208DA7BA}"/>
                </c:ext>
              </c:extLst>
            </c:dLbl>
            <c:dLbl>
              <c:idx val="1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C-7405-42D2-84DE-F8EA208DA7BA}"/>
                </c:ext>
              </c:extLst>
            </c:dLbl>
            <c:dLbl>
              <c:idx val="1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D-7405-42D2-84DE-F8EA208DA7BA}"/>
                </c:ext>
              </c:extLst>
            </c:dLbl>
            <c:dLbl>
              <c:idx val="1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E-7405-42D2-84DE-F8EA208DA7BA}"/>
                </c:ext>
              </c:extLst>
            </c:dLbl>
            <c:dLbl>
              <c:idx val="1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DF-7405-42D2-84DE-F8EA208DA7BA}"/>
                </c:ext>
              </c:extLst>
            </c:dLbl>
            <c:dLbl>
              <c:idx val="1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0-7405-42D2-84DE-F8EA208DA7BA}"/>
                </c:ext>
              </c:extLst>
            </c:dLbl>
            <c:dLbl>
              <c:idx val="1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1-7405-42D2-84DE-F8EA208DA7BA}"/>
                </c:ext>
              </c:extLst>
            </c:dLbl>
            <c:dLbl>
              <c:idx val="1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2-7405-42D2-84DE-F8EA208DA7BA}"/>
                </c:ext>
              </c:extLst>
            </c:dLbl>
            <c:dLbl>
              <c:idx val="1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3-7405-42D2-84DE-F8EA208DA7BA}"/>
                </c:ext>
              </c:extLst>
            </c:dLbl>
            <c:dLbl>
              <c:idx val="1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4-7405-42D2-84DE-F8EA208DA7BA}"/>
                </c:ext>
              </c:extLst>
            </c:dLbl>
            <c:dLbl>
              <c:idx val="1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5-7405-42D2-84DE-F8EA208DA7BA}"/>
                </c:ext>
              </c:extLst>
            </c:dLbl>
            <c:dLbl>
              <c:idx val="1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6-7405-42D2-84DE-F8EA208DA7BA}"/>
                </c:ext>
              </c:extLst>
            </c:dLbl>
            <c:dLbl>
              <c:idx val="1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7-7405-42D2-84DE-F8EA208DA7BA}"/>
                </c:ext>
              </c:extLst>
            </c:dLbl>
            <c:dLbl>
              <c:idx val="1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8-7405-42D2-84DE-F8EA208DA7BA}"/>
                </c:ext>
              </c:extLst>
            </c:dLbl>
            <c:dLbl>
              <c:idx val="1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9-7405-42D2-84DE-F8EA208DA7BA}"/>
                </c:ext>
              </c:extLst>
            </c:dLbl>
            <c:dLbl>
              <c:idx val="1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A-7405-42D2-84DE-F8EA208DA7BA}"/>
                </c:ext>
              </c:extLst>
            </c:dLbl>
            <c:dLbl>
              <c:idx val="1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B-7405-42D2-84DE-F8EA208DA7BA}"/>
                </c:ext>
              </c:extLst>
            </c:dLbl>
            <c:dLbl>
              <c:idx val="1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C-7405-42D2-84DE-F8EA208DA7BA}"/>
                </c:ext>
              </c:extLst>
            </c:dLbl>
            <c:dLbl>
              <c:idx val="1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D-7405-42D2-84DE-F8EA208DA7BA}"/>
                </c:ext>
              </c:extLst>
            </c:dLbl>
            <c:dLbl>
              <c:idx val="1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E-7405-42D2-84DE-F8EA208DA7BA}"/>
                </c:ext>
              </c:extLst>
            </c:dLbl>
            <c:dLbl>
              <c:idx val="1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EF-7405-42D2-84DE-F8EA208DA7BA}"/>
                </c:ext>
              </c:extLst>
            </c:dLbl>
            <c:dLbl>
              <c:idx val="1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0-7405-42D2-84DE-F8EA208DA7BA}"/>
                </c:ext>
              </c:extLst>
            </c:dLbl>
            <c:dLbl>
              <c:idx val="1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1-7405-42D2-84DE-F8EA208DA7BA}"/>
                </c:ext>
              </c:extLst>
            </c:dLbl>
            <c:dLbl>
              <c:idx val="1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2-7405-42D2-84DE-F8EA208DA7BA}"/>
                </c:ext>
              </c:extLst>
            </c:dLbl>
            <c:dLbl>
              <c:idx val="1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3-7405-42D2-84DE-F8EA208DA7BA}"/>
                </c:ext>
              </c:extLst>
            </c:dLbl>
            <c:dLbl>
              <c:idx val="1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4-7405-42D2-84DE-F8EA208DA7BA}"/>
                </c:ext>
              </c:extLst>
            </c:dLbl>
            <c:dLbl>
              <c:idx val="1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5-7405-42D2-84DE-F8EA208DA7BA}"/>
                </c:ext>
              </c:extLst>
            </c:dLbl>
            <c:dLbl>
              <c:idx val="1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6-7405-42D2-84DE-F8EA208DA7BA}"/>
                </c:ext>
              </c:extLst>
            </c:dLbl>
            <c:dLbl>
              <c:idx val="1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7-7405-42D2-84DE-F8EA208DA7BA}"/>
                </c:ext>
              </c:extLst>
            </c:dLbl>
            <c:dLbl>
              <c:idx val="1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8-7405-42D2-84DE-F8EA208DA7BA}"/>
                </c:ext>
              </c:extLst>
            </c:dLbl>
            <c:dLbl>
              <c:idx val="1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9-7405-42D2-84DE-F8EA208DA7BA}"/>
                </c:ext>
              </c:extLst>
            </c:dLbl>
            <c:dLbl>
              <c:idx val="1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A-7405-42D2-84DE-F8EA208DA7BA}"/>
                </c:ext>
              </c:extLst>
            </c:dLbl>
            <c:dLbl>
              <c:idx val="1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B-7405-42D2-84DE-F8EA208DA7BA}"/>
                </c:ext>
              </c:extLst>
            </c:dLbl>
            <c:dLbl>
              <c:idx val="1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C-7405-42D2-84DE-F8EA208DA7BA}"/>
                </c:ext>
              </c:extLst>
            </c:dLbl>
            <c:dLbl>
              <c:idx val="1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D-7405-42D2-84DE-F8EA208DA7BA}"/>
                </c:ext>
              </c:extLst>
            </c:dLbl>
            <c:dLbl>
              <c:idx val="1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E-7405-42D2-84DE-F8EA208DA7BA}"/>
                </c:ext>
              </c:extLst>
            </c:dLbl>
            <c:dLbl>
              <c:idx val="1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4FF-7405-42D2-84DE-F8EA208DA7BA}"/>
                </c:ext>
              </c:extLst>
            </c:dLbl>
            <c:dLbl>
              <c:idx val="1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0-7405-42D2-84DE-F8EA208DA7BA}"/>
                </c:ext>
              </c:extLst>
            </c:dLbl>
            <c:dLbl>
              <c:idx val="1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1-7405-42D2-84DE-F8EA208DA7BA}"/>
                </c:ext>
              </c:extLst>
            </c:dLbl>
            <c:dLbl>
              <c:idx val="1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2-7405-42D2-84DE-F8EA208DA7BA}"/>
                </c:ext>
              </c:extLst>
            </c:dLbl>
            <c:dLbl>
              <c:idx val="1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3-7405-42D2-84DE-F8EA208DA7BA}"/>
                </c:ext>
              </c:extLst>
            </c:dLbl>
            <c:dLbl>
              <c:idx val="1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4-7405-42D2-84DE-F8EA208DA7BA}"/>
                </c:ext>
              </c:extLst>
            </c:dLbl>
            <c:dLbl>
              <c:idx val="1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5-7405-42D2-84DE-F8EA208DA7BA}"/>
                </c:ext>
              </c:extLst>
            </c:dLbl>
            <c:dLbl>
              <c:idx val="1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6-7405-42D2-84DE-F8EA208DA7BA}"/>
                </c:ext>
              </c:extLst>
            </c:dLbl>
            <c:dLbl>
              <c:idx val="1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7-7405-42D2-84DE-F8EA208DA7BA}"/>
                </c:ext>
              </c:extLst>
            </c:dLbl>
            <c:dLbl>
              <c:idx val="1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8-7405-42D2-84DE-F8EA208DA7BA}"/>
                </c:ext>
              </c:extLst>
            </c:dLbl>
            <c:dLbl>
              <c:idx val="1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9-7405-42D2-84DE-F8EA208DA7BA}"/>
                </c:ext>
              </c:extLst>
            </c:dLbl>
            <c:dLbl>
              <c:idx val="1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A-7405-42D2-84DE-F8EA208DA7BA}"/>
                </c:ext>
              </c:extLst>
            </c:dLbl>
            <c:dLbl>
              <c:idx val="1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B-7405-42D2-84DE-F8EA208DA7BA}"/>
                </c:ext>
              </c:extLst>
            </c:dLbl>
            <c:dLbl>
              <c:idx val="1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C-7405-42D2-84DE-F8EA208DA7BA}"/>
                </c:ext>
              </c:extLst>
            </c:dLbl>
            <c:dLbl>
              <c:idx val="1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D-7405-42D2-84DE-F8EA208DA7BA}"/>
                </c:ext>
              </c:extLst>
            </c:dLbl>
            <c:dLbl>
              <c:idx val="1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0E-7405-42D2-84DE-F8EA208DA7BA}"/>
                </c:ext>
              </c:extLst>
            </c:dLbl>
            <c:dLbl>
              <c:idx val="1293"/>
              <c:layout>
                <c:manualLayout>
                  <c:x val="8.6531635955347005E-2"/>
                  <c:y val="-0.1248209326799597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NC Central U.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50F-7405-42D2-84DE-F8EA208DA7BA}"/>
                </c:ext>
              </c:extLst>
            </c:dLbl>
            <c:dLbl>
              <c:idx val="1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0-7405-42D2-84DE-F8EA208DA7BA}"/>
                </c:ext>
              </c:extLst>
            </c:dLbl>
            <c:dLbl>
              <c:idx val="1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1-7405-42D2-84DE-F8EA208DA7BA}"/>
                </c:ext>
              </c:extLst>
            </c:dLbl>
            <c:dLbl>
              <c:idx val="1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2-7405-42D2-84DE-F8EA208DA7BA}"/>
                </c:ext>
              </c:extLst>
            </c:dLbl>
            <c:dLbl>
              <c:idx val="1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3-7405-42D2-84DE-F8EA208DA7BA}"/>
                </c:ext>
              </c:extLst>
            </c:dLbl>
            <c:dLbl>
              <c:idx val="1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4-7405-42D2-84DE-F8EA208DA7BA}"/>
                </c:ext>
              </c:extLst>
            </c:dLbl>
            <c:dLbl>
              <c:idx val="1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5-7405-42D2-84DE-F8EA208DA7BA}"/>
                </c:ext>
              </c:extLst>
            </c:dLbl>
            <c:dLbl>
              <c:idx val="1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6-7405-42D2-84DE-F8EA208DA7BA}"/>
                </c:ext>
              </c:extLst>
            </c:dLbl>
            <c:dLbl>
              <c:idx val="1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7-7405-42D2-84DE-F8EA208DA7BA}"/>
                </c:ext>
              </c:extLst>
            </c:dLbl>
            <c:dLbl>
              <c:idx val="1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8-7405-42D2-84DE-F8EA208DA7BA}"/>
                </c:ext>
              </c:extLst>
            </c:dLbl>
            <c:dLbl>
              <c:idx val="1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9-7405-42D2-84DE-F8EA208DA7BA}"/>
                </c:ext>
              </c:extLst>
            </c:dLbl>
            <c:dLbl>
              <c:idx val="1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A-7405-42D2-84DE-F8EA208DA7BA}"/>
                </c:ext>
              </c:extLst>
            </c:dLbl>
            <c:dLbl>
              <c:idx val="1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B-7405-42D2-84DE-F8EA208DA7BA}"/>
                </c:ext>
              </c:extLst>
            </c:dLbl>
            <c:dLbl>
              <c:idx val="1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C-7405-42D2-84DE-F8EA208DA7BA}"/>
                </c:ext>
              </c:extLst>
            </c:dLbl>
            <c:dLbl>
              <c:idx val="1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D-7405-42D2-84DE-F8EA208DA7BA}"/>
                </c:ext>
              </c:extLst>
            </c:dLbl>
            <c:dLbl>
              <c:idx val="1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E-7405-42D2-84DE-F8EA208DA7BA}"/>
                </c:ext>
              </c:extLst>
            </c:dLbl>
            <c:dLbl>
              <c:idx val="1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1F-7405-42D2-84DE-F8EA208DA7BA}"/>
                </c:ext>
              </c:extLst>
            </c:dLbl>
            <c:dLbl>
              <c:idx val="1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0-7405-42D2-84DE-F8EA208DA7BA}"/>
                </c:ext>
              </c:extLst>
            </c:dLbl>
            <c:dLbl>
              <c:idx val="1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1-7405-42D2-84DE-F8EA208DA7BA}"/>
                </c:ext>
              </c:extLst>
            </c:dLbl>
            <c:dLbl>
              <c:idx val="1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2-7405-42D2-84DE-F8EA208DA7BA}"/>
                </c:ext>
              </c:extLst>
            </c:dLbl>
            <c:dLbl>
              <c:idx val="1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3-7405-42D2-84DE-F8EA208DA7BA}"/>
                </c:ext>
              </c:extLst>
            </c:dLbl>
            <c:dLbl>
              <c:idx val="1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4-7405-42D2-84DE-F8EA208DA7BA}"/>
                </c:ext>
              </c:extLst>
            </c:dLbl>
            <c:dLbl>
              <c:idx val="1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5-7405-42D2-84DE-F8EA208DA7BA}"/>
                </c:ext>
              </c:extLst>
            </c:dLbl>
            <c:dLbl>
              <c:idx val="1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6-7405-42D2-84DE-F8EA208DA7BA}"/>
                </c:ext>
              </c:extLst>
            </c:dLbl>
            <c:dLbl>
              <c:idx val="1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7-7405-42D2-84DE-F8EA208DA7BA}"/>
                </c:ext>
              </c:extLst>
            </c:dLbl>
            <c:dLbl>
              <c:idx val="1318"/>
              <c:layout>
                <c:manualLayout>
                  <c:x val="-5.2374411236131138E-2"/>
                  <c:y val="-0.20724985048748035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UNC Pembroke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528-7405-42D2-84DE-F8EA208DA7BA}"/>
                </c:ext>
              </c:extLst>
            </c:dLbl>
            <c:dLbl>
              <c:idx val="1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9-7405-42D2-84DE-F8EA208DA7BA}"/>
                </c:ext>
              </c:extLst>
            </c:dLbl>
            <c:dLbl>
              <c:idx val="1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A-7405-42D2-84DE-F8EA208DA7BA}"/>
                </c:ext>
              </c:extLst>
            </c:dLbl>
            <c:dLbl>
              <c:idx val="1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B-7405-42D2-84DE-F8EA208DA7BA}"/>
                </c:ext>
              </c:extLst>
            </c:dLbl>
            <c:dLbl>
              <c:idx val="1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C-7405-42D2-84DE-F8EA208DA7BA}"/>
                </c:ext>
              </c:extLst>
            </c:dLbl>
            <c:dLbl>
              <c:idx val="1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D-7405-42D2-84DE-F8EA208DA7BA}"/>
                </c:ext>
              </c:extLst>
            </c:dLbl>
            <c:dLbl>
              <c:idx val="1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E-7405-42D2-84DE-F8EA208DA7BA}"/>
                </c:ext>
              </c:extLst>
            </c:dLbl>
            <c:dLbl>
              <c:idx val="1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2F-7405-42D2-84DE-F8EA208DA7BA}"/>
                </c:ext>
              </c:extLst>
            </c:dLbl>
            <c:dLbl>
              <c:idx val="1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0-7405-42D2-84DE-F8EA208DA7BA}"/>
                </c:ext>
              </c:extLst>
            </c:dLbl>
            <c:dLbl>
              <c:idx val="1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1-7405-42D2-84DE-F8EA208DA7BA}"/>
                </c:ext>
              </c:extLst>
            </c:dLbl>
            <c:dLbl>
              <c:idx val="1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2-7405-42D2-84DE-F8EA208DA7BA}"/>
                </c:ext>
              </c:extLst>
            </c:dLbl>
            <c:dLbl>
              <c:idx val="1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3-7405-42D2-84DE-F8EA208DA7BA}"/>
                </c:ext>
              </c:extLst>
            </c:dLbl>
            <c:dLbl>
              <c:idx val="1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4-7405-42D2-84DE-F8EA208DA7BA}"/>
                </c:ext>
              </c:extLst>
            </c:dLbl>
            <c:dLbl>
              <c:idx val="1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5-7405-42D2-84DE-F8EA208DA7BA}"/>
                </c:ext>
              </c:extLst>
            </c:dLbl>
            <c:dLbl>
              <c:idx val="1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6-7405-42D2-84DE-F8EA208DA7BA}"/>
                </c:ext>
              </c:extLst>
            </c:dLbl>
            <c:dLbl>
              <c:idx val="1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7-7405-42D2-84DE-F8EA208DA7BA}"/>
                </c:ext>
              </c:extLst>
            </c:dLbl>
            <c:dLbl>
              <c:idx val="1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8-7405-42D2-84DE-F8EA208DA7BA}"/>
                </c:ext>
              </c:extLst>
            </c:dLbl>
            <c:dLbl>
              <c:idx val="1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9-7405-42D2-84DE-F8EA208DA7BA}"/>
                </c:ext>
              </c:extLst>
            </c:dLbl>
            <c:dLbl>
              <c:idx val="1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A-7405-42D2-84DE-F8EA208DA7BA}"/>
                </c:ext>
              </c:extLst>
            </c:dLbl>
            <c:dLbl>
              <c:idx val="1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B-7405-42D2-84DE-F8EA208DA7BA}"/>
                </c:ext>
              </c:extLst>
            </c:dLbl>
            <c:dLbl>
              <c:idx val="1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C-7405-42D2-84DE-F8EA208DA7BA}"/>
                </c:ext>
              </c:extLst>
            </c:dLbl>
            <c:dLbl>
              <c:idx val="1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D-7405-42D2-84DE-F8EA208DA7BA}"/>
                </c:ext>
              </c:extLst>
            </c:dLbl>
            <c:dLbl>
              <c:idx val="1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E-7405-42D2-84DE-F8EA208DA7BA}"/>
                </c:ext>
              </c:extLst>
            </c:dLbl>
            <c:dLbl>
              <c:idx val="1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3F-7405-42D2-84DE-F8EA208DA7BA}"/>
                </c:ext>
              </c:extLst>
            </c:dLbl>
            <c:dLbl>
              <c:idx val="1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0-7405-42D2-84DE-F8EA208DA7BA}"/>
                </c:ext>
              </c:extLst>
            </c:dLbl>
            <c:dLbl>
              <c:idx val="1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1-7405-42D2-84DE-F8EA208DA7BA}"/>
                </c:ext>
              </c:extLst>
            </c:dLbl>
            <c:dLbl>
              <c:idx val="1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2-7405-42D2-84DE-F8EA208DA7BA}"/>
                </c:ext>
              </c:extLst>
            </c:dLbl>
            <c:dLbl>
              <c:idx val="1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3-7405-42D2-84DE-F8EA208DA7BA}"/>
                </c:ext>
              </c:extLst>
            </c:dLbl>
            <c:dLbl>
              <c:idx val="1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4-7405-42D2-84DE-F8EA208DA7BA}"/>
                </c:ext>
              </c:extLst>
            </c:dLbl>
            <c:dLbl>
              <c:idx val="1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5-7405-42D2-84DE-F8EA208DA7BA}"/>
                </c:ext>
              </c:extLst>
            </c:dLbl>
            <c:dLbl>
              <c:idx val="1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6-7405-42D2-84DE-F8EA208DA7BA}"/>
                </c:ext>
              </c:extLst>
            </c:dLbl>
            <c:dLbl>
              <c:idx val="1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7-7405-42D2-84DE-F8EA208DA7BA}"/>
                </c:ext>
              </c:extLst>
            </c:dLbl>
            <c:dLbl>
              <c:idx val="1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8-7405-42D2-84DE-F8EA208DA7BA}"/>
                </c:ext>
              </c:extLst>
            </c:dLbl>
            <c:dLbl>
              <c:idx val="1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9-7405-42D2-84DE-F8EA208DA7BA}"/>
                </c:ext>
              </c:extLst>
            </c:dLbl>
            <c:dLbl>
              <c:idx val="1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A-7405-42D2-84DE-F8EA208DA7BA}"/>
                </c:ext>
              </c:extLst>
            </c:dLbl>
            <c:dLbl>
              <c:idx val="1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B-7405-42D2-84DE-F8EA208DA7BA}"/>
                </c:ext>
              </c:extLst>
            </c:dLbl>
            <c:dLbl>
              <c:idx val="1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C-7405-42D2-84DE-F8EA208DA7BA}"/>
                </c:ext>
              </c:extLst>
            </c:dLbl>
            <c:dLbl>
              <c:idx val="1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D-7405-42D2-84DE-F8EA208DA7BA}"/>
                </c:ext>
              </c:extLst>
            </c:dLbl>
            <c:dLbl>
              <c:idx val="1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E-7405-42D2-84DE-F8EA208DA7BA}"/>
                </c:ext>
              </c:extLst>
            </c:dLbl>
            <c:dLbl>
              <c:idx val="1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4F-7405-42D2-84DE-F8EA208DA7BA}"/>
                </c:ext>
              </c:extLst>
            </c:dLbl>
            <c:dLbl>
              <c:idx val="1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0-7405-42D2-84DE-F8EA208DA7BA}"/>
                </c:ext>
              </c:extLst>
            </c:dLbl>
            <c:dLbl>
              <c:idx val="1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1-7405-42D2-84DE-F8EA208DA7BA}"/>
                </c:ext>
              </c:extLst>
            </c:dLbl>
            <c:dLbl>
              <c:idx val="1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2-7405-42D2-84DE-F8EA208DA7BA}"/>
                </c:ext>
              </c:extLst>
            </c:dLbl>
            <c:dLbl>
              <c:idx val="1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3-7405-42D2-84DE-F8EA208DA7BA}"/>
                </c:ext>
              </c:extLst>
            </c:dLbl>
            <c:dLbl>
              <c:idx val="1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4-7405-42D2-84DE-F8EA208DA7BA}"/>
                </c:ext>
              </c:extLst>
            </c:dLbl>
            <c:dLbl>
              <c:idx val="1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5-7405-42D2-84DE-F8EA208DA7BA}"/>
                </c:ext>
              </c:extLst>
            </c:dLbl>
            <c:dLbl>
              <c:idx val="1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6-7405-42D2-84DE-F8EA208DA7BA}"/>
                </c:ext>
              </c:extLst>
            </c:dLbl>
            <c:dLbl>
              <c:idx val="1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7-7405-42D2-84DE-F8EA208DA7BA}"/>
                </c:ext>
              </c:extLst>
            </c:dLbl>
            <c:dLbl>
              <c:idx val="1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8-7405-42D2-84DE-F8EA208DA7BA}"/>
                </c:ext>
              </c:extLst>
            </c:dLbl>
            <c:dLbl>
              <c:idx val="1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9-7405-42D2-84DE-F8EA208DA7BA}"/>
                </c:ext>
              </c:extLst>
            </c:dLbl>
            <c:dLbl>
              <c:idx val="1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A-7405-42D2-84DE-F8EA208DA7BA}"/>
                </c:ext>
              </c:extLst>
            </c:dLbl>
            <c:dLbl>
              <c:idx val="1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B-7405-42D2-84DE-F8EA208DA7BA}"/>
                </c:ext>
              </c:extLst>
            </c:dLbl>
            <c:dLbl>
              <c:idx val="1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C-7405-42D2-84DE-F8EA208DA7BA}"/>
                </c:ext>
              </c:extLst>
            </c:dLbl>
            <c:dLbl>
              <c:idx val="1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D-7405-42D2-84DE-F8EA208DA7BA}"/>
                </c:ext>
              </c:extLst>
            </c:dLbl>
            <c:dLbl>
              <c:idx val="1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E-7405-42D2-84DE-F8EA208DA7BA}"/>
                </c:ext>
              </c:extLst>
            </c:dLbl>
            <c:dLbl>
              <c:idx val="1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5F-7405-42D2-84DE-F8EA208DA7BA}"/>
                </c:ext>
              </c:extLst>
            </c:dLbl>
            <c:dLbl>
              <c:idx val="1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0-7405-42D2-84DE-F8EA208DA7BA}"/>
                </c:ext>
              </c:extLst>
            </c:dLbl>
            <c:dLbl>
              <c:idx val="1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1-7405-42D2-84DE-F8EA208DA7BA}"/>
                </c:ext>
              </c:extLst>
            </c:dLbl>
            <c:dLbl>
              <c:idx val="1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2-7405-42D2-84DE-F8EA208DA7BA}"/>
                </c:ext>
              </c:extLst>
            </c:dLbl>
            <c:dLbl>
              <c:idx val="1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3-7405-42D2-84DE-F8EA208DA7BA}"/>
                </c:ext>
              </c:extLst>
            </c:dLbl>
            <c:dLbl>
              <c:idx val="1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4-7405-42D2-84DE-F8EA208DA7BA}"/>
                </c:ext>
              </c:extLst>
            </c:dLbl>
            <c:dLbl>
              <c:idx val="1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5-7405-42D2-84DE-F8EA208DA7BA}"/>
                </c:ext>
              </c:extLst>
            </c:dLbl>
            <c:dLbl>
              <c:idx val="1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6-7405-42D2-84DE-F8EA208DA7BA}"/>
                </c:ext>
              </c:extLst>
            </c:dLbl>
            <c:dLbl>
              <c:idx val="1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7-7405-42D2-84DE-F8EA208DA7BA}"/>
                </c:ext>
              </c:extLst>
            </c:dLbl>
            <c:dLbl>
              <c:idx val="1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8-7405-42D2-84DE-F8EA208DA7BA}"/>
                </c:ext>
              </c:extLst>
            </c:dLbl>
            <c:dLbl>
              <c:idx val="1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9-7405-42D2-84DE-F8EA208DA7BA}"/>
                </c:ext>
              </c:extLst>
            </c:dLbl>
            <c:dLbl>
              <c:idx val="1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A-7405-42D2-84DE-F8EA208DA7BA}"/>
                </c:ext>
              </c:extLst>
            </c:dLbl>
            <c:dLbl>
              <c:idx val="1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B-7405-42D2-84DE-F8EA208DA7BA}"/>
                </c:ext>
              </c:extLst>
            </c:dLbl>
            <c:dLbl>
              <c:idx val="1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C-7405-42D2-84DE-F8EA208DA7BA}"/>
                </c:ext>
              </c:extLst>
            </c:dLbl>
            <c:dLbl>
              <c:idx val="1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D-7405-42D2-84DE-F8EA208DA7BA}"/>
                </c:ext>
              </c:extLst>
            </c:dLbl>
            <c:dLbl>
              <c:idx val="1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E-7405-42D2-84DE-F8EA208DA7BA}"/>
                </c:ext>
              </c:extLst>
            </c:dLbl>
            <c:dLbl>
              <c:idx val="1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6F-7405-42D2-84DE-F8EA208DA7BA}"/>
                </c:ext>
              </c:extLst>
            </c:dLbl>
            <c:dLbl>
              <c:idx val="1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0-7405-42D2-84DE-F8EA208DA7BA}"/>
                </c:ext>
              </c:extLst>
            </c:dLbl>
            <c:dLbl>
              <c:idx val="1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1-7405-42D2-84DE-F8EA208DA7BA}"/>
                </c:ext>
              </c:extLst>
            </c:dLbl>
            <c:dLbl>
              <c:idx val="1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2-7405-42D2-84DE-F8EA208DA7BA}"/>
                </c:ext>
              </c:extLst>
            </c:dLbl>
            <c:dLbl>
              <c:idx val="1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3-7405-42D2-84DE-F8EA208DA7BA}"/>
                </c:ext>
              </c:extLst>
            </c:dLbl>
            <c:dLbl>
              <c:idx val="1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4-7405-42D2-84DE-F8EA208DA7BA}"/>
                </c:ext>
              </c:extLst>
            </c:dLbl>
            <c:dLbl>
              <c:idx val="1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5-7405-42D2-84DE-F8EA208DA7BA}"/>
                </c:ext>
              </c:extLst>
            </c:dLbl>
            <c:dLbl>
              <c:idx val="1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6-7405-42D2-84DE-F8EA208DA7BA}"/>
                </c:ext>
              </c:extLst>
            </c:dLbl>
            <c:dLbl>
              <c:idx val="1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7-7405-42D2-84DE-F8EA208DA7BA}"/>
                </c:ext>
              </c:extLst>
            </c:dLbl>
            <c:dLbl>
              <c:idx val="1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8-7405-42D2-84DE-F8EA208DA7BA}"/>
                </c:ext>
              </c:extLst>
            </c:dLbl>
            <c:dLbl>
              <c:idx val="1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9-7405-42D2-84DE-F8EA208DA7BA}"/>
                </c:ext>
              </c:extLst>
            </c:dLbl>
            <c:dLbl>
              <c:idx val="1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A-7405-42D2-84DE-F8EA208DA7BA}"/>
                </c:ext>
              </c:extLst>
            </c:dLbl>
            <c:dLbl>
              <c:idx val="1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B-7405-42D2-84DE-F8EA208DA7BA}"/>
                </c:ext>
              </c:extLst>
            </c:dLbl>
            <c:dLbl>
              <c:idx val="1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C-7405-42D2-84DE-F8EA208DA7BA}"/>
                </c:ext>
              </c:extLst>
            </c:dLbl>
            <c:dLbl>
              <c:idx val="1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D-7405-42D2-84DE-F8EA208DA7BA}"/>
                </c:ext>
              </c:extLst>
            </c:dLbl>
            <c:dLbl>
              <c:idx val="1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E-7405-42D2-84DE-F8EA208DA7BA}"/>
                </c:ext>
              </c:extLst>
            </c:dLbl>
            <c:dLbl>
              <c:idx val="1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7F-7405-42D2-84DE-F8EA208DA7BA}"/>
                </c:ext>
              </c:extLst>
            </c:dLbl>
            <c:dLbl>
              <c:idx val="1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0-7405-42D2-84DE-F8EA208DA7BA}"/>
                </c:ext>
              </c:extLst>
            </c:dLbl>
            <c:dLbl>
              <c:idx val="1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1-7405-42D2-84DE-F8EA208DA7BA}"/>
                </c:ext>
              </c:extLst>
            </c:dLbl>
            <c:dLbl>
              <c:idx val="1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2-7405-42D2-84DE-F8EA208DA7BA}"/>
                </c:ext>
              </c:extLst>
            </c:dLbl>
            <c:dLbl>
              <c:idx val="1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3-7405-42D2-84DE-F8EA208DA7BA}"/>
                </c:ext>
              </c:extLst>
            </c:dLbl>
            <c:dLbl>
              <c:idx val="1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4-7405-42D2-84DE-F8EA208DA7BA}"/>
                </c:ext>
              </c:extLst>
            </c:dLbl>
            <c:dLbl>
              <c:idx val="1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5-7405-42D2-84DE-F8EA208DA7BA}"/>
                </c:ext>
              </c:extLst>
            </c:dLbl>
            <c:dLbl>
              <c:idx val="1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6-7405-42D2-84DE-F8EA208DA7BA}"/>
                </c:ext>
              </c:extLst>
            </c:dLbl>
            <c:dLbl>
              <c:idx val="1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7-7405-42D2-84DE-F8EA208DA7BA}"/>
                </c:ext>
              </c:extLst>
            </c:dLbl>
            <c:dLbl>
              <c:idx val="1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8-7405-42D2-84DE-F8EA208DA7BA}"/>
                </c:ext>
              </c:extLst>
            </c:dLbl>
            <c:dLbl>
              <c:idx val="1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9-7405-42D2-84DE-F8EA208DA7BA}"/>
                </c:ext>
              </c:extLst>
            </c:dLbl>
            <c:dLbl>
              <c:idx val="1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A-7405-42D2-84DE-F8EA208DA7BA}"/>
                </c:ext>
              </c:extLst>
            </c:dLbl>
            <c:dLbl>
              <c:idx val="1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B-7405-42D2-84DE-F8EA208DA7BA}"/>
                </c:ext>
              </c:extLst>
            </c:dLbl>
            <c:dLbl>
              <c:idx val="1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C-7405-42D2-84DE-F8EA208DA7BA}"/>
                </c:ext>
              </c:extLst>
            </c:dLbl>
            <c:dLbl>
              <c:idx val="1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D-7405-42D2-84DE-F8EA208DA7BA}"/>
                </c:ext>
              </c:extLst>
            </c:dLbl>
            <c:dLbl>
              <c:idx val="1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E-7405-42D2-84DE-F8EA208DA7BA}"/>
                </c:ext>
              </c:extLst>
            </c:dLbl>
            <c:dLbl>
              <c:idx val="1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8F-7405-42D2-84DE-F8EA208DA7BA}"/>
                </c:ext>
              </c:extLst>
            </c:dLbl>
            <c:dLbl>
              <c:idx val="1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0-7405-42D2-84DE-F8EA208DA7BA}"/>
                </c:ext>
              </c:extLst>
            </c:dLbl>
            <c:dLbl>
              <c:idx val="1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1-7405-42D2-84DE-F8EA208DA7BA}"/>
                </c:ext>
              </c:extLst>
            </c:dLbl>
            <c:dLbl>
              <c:idx val="1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2-7405-42D2-84DE-F8EA208DA7BA}"/>
                </c:ext>
              </c:extLst>
            </c:dLbl>
            <c:dLbl>
              <c:idx val="1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3-7405-42D2-84DE-F8EA208DA7BA}"/>
                </c:ext>
              </c:extLst>
            </c:dLbl>
            <c:dLbl>
              <c:idx val="1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4-7405-42D2-84DE-F8EA208DA7BA}"/>
                </c:ext>
              </c:extLst>
            </c:dLbl>
            <c:dLbl>
              <c:idx val="1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5-7405-42D2-84DE-F8EA208DA7BA}"/>
                </c:ext>
              </c:extLst>
            </c:dLbl>
            <c:dLbl>
              <c:idx val="1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6-7405-42D2-84DE-F8EA208DA7BA}"/>
                </c:ext>
              </c:extLst>
            </c:dLbl>
            <c:dLbl>
              <c:idx val="1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7-7405-42D2-84DE-F8EA208DA7BA}"/>
                </c:ext>
              </c:extLst>
            </c:dLbl>
            <c:dLbl>
              <c:idx val="1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8-7405-42D2-84DE-F8EA208DA7BA}"/>
                </c:ext>
              </c:extLst>
            </c:dLbl>
            <c:dLbl>
              <c:idx val="1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9-7405-42D2-84DE-F8EA208DA7BA}"/>
                </c:ext>
              </c:extLst>
            </c:dLbl>
            <c:dLbl>
              <c:idx val="1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A-7405-42D2-84DE-F8EA208DA7BA}"/>
                </c:ext>
              </c:extLst>
            </c:dLbl>
            <c:dLbl>
              <c:idx val="1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B-7405-42D2-84DE-F8EA208DA7BA}"/>
                </c:ext>
              </c:extLst>
            </c:dLbl>
            <c:dLbl>
              <c:idx val="1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C-7405-42D2-84DE-F8EA208DA7BA}"/>
                </c:ext>
              </c:extLst>
            </c:dLbl>
            <c:dLbl>
              <c:idx val="1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D-7405-42D2-84DE-F8EA208DA7BA}"/>
                </c:ext>
              </c:extLst>
            </c:dLbl>
            <c:dLbl>
              <c:idx val="1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E-7405-42D2-84DE-F8EA208DA7BA}"/>
                </c:ext>
              </c:extLst>
            </c:dLbl>
            <c:dLbl>
              <c:idx val="1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9F-7405-42D2-84DE-F8EA208DA7BA}"/>
                </c:ext>
              </c:extLst>
            </c:dLbl>
            <c:dLbl>
              <c:idx val="1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0-7405-42D2-84DE-F8EA208DA7BA}"/>
                </c:ext>
              </c:extLst>
            </c:dLbl>
            <c:dLbl>
              <c:idx val="1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1-7405-42D2-84DE-F8EA208DA7BA}"/>
                </c:ext>
              </c:extLst>
            </c:dLbl>
            <c:dLbl>
              <c:idx val="1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2-7405-42D2-84DE-F8EA208DA7BA}"/>
                </c:ext>
              </c:extLst>
            </c:dLbl>
            <c:dLbl>
              <c:idx val="1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3-7405-42D2-84DE-F8EA208DA7BA}"/>
                </c:ext>
              </c:extLst>
            </c:dLbl>
            <c:dLbl>
              <c:idx val="1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4-7405-42D2-84DE-F8EA208DA7BA}"/>
                </c:ext>
              </c:extLst>
            </c:dLbl>
            <c:dLbl>
              <c:idx val="1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5-7405-42D2-84DE-F8EA208DA7BA}"/>
                </c:ext>
              </c:extLst>
            </c:dLbl>
            <c:dLbl>
              <c:idx val="1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6-7405-42D2-84DE-F8EA208DA7BA}"/>
                </c:ext>
              </c:extLst>
            </c:dLbl>
            <c:dLbl>
              <c:idx val="1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7-7405-42D2-84DE-F8EA208DA7BA}"/>
                </c:ext>
              </c:extLst>
            </c:dLbl>
            <c:dLbl>
              <c:idx val="1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8-7405-42D2-84DE-F8EA208DA7BA}"/>
                </c:ext>
              </c:extLst>
            </c:dLbl>
            <c:dLbl>
              <c:idx val="1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9-7405-42D2-84DE-F8EA208DA7BA}"/>
                </c:ext>
              </c:extLst>
            </c:dLbl>
            <c:dLbl>
              <c:idx val="1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A-7405-42D2-84DE-F8EA208DA7BA}"/>
                </c:ext>
              </c:extLst>
            </c:dLbl>
            <c:dLbl>
              <c:idx val="1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B-7405-42D2-84DE-F8EA208DA7BA}"/>
                </c:ext>
              </c:extLst>
            </c:dLbl>
            <c:dLbl>
              <c:idx val="1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C-7405-42D2-84DE-F8EA208DA7BA}"/>
                </c:ext>
              </c:extLst>
            </c:dLbl>
            <c:dLbl>
              <c:idx val="1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D-7405-42D2-84DE-F8EA208DA7BA}"/>
                </c:ext>
              </c:extLst>
            </c:dLbl>
            <c:dLbl>
              <c:idx val="1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E-7405-42D2-84DE-F8EA208DA7BA}"/>
                </c:ext>
              </c:extLst>
            </c:dLbl>
            <c:dLbl>
              <c:idx val="1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AF-7405-42D2-84DE-F8EA208DA7BA}"/>
                </c:ext>
              </c:extLst>
            </c:dLbl>
            <c:dLbl>
              <c:idx val="1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0-7405-42D2-84DE-F8EA208DA7BA}"/>
                </c:ext>
              </c:extLst>
            </c:dLbl>
            <c:dLbl>
              <c:idx val="1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1-7405-42D2-84DE-F8EA208DA7BA}"/>
                </c:ext>
              </c:extLst>
            </c:dLbl>
            <c:dLbl>
              <c:idx val="1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2-7405-42D2-84DE-F8EA208DA7BA}"/>
                </c:ext>
              </c:extLst>
            </c:dLbl>
            <c:dLbl>
              <c:idx val="1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3-7405-42D2-84DE-F8EA208DA7BA}"/>
                </c:ext>
              </c:extLst>
            </c:dLbl>
            <c:dLbl>
              <c:idx val="1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4-7405-42D2-84DE-F8EA208DA7BA}"/>
                </c:ext>
              </c:extLst>
            </c:dLbl>
            <c:dLbl>
              <c:idx val="1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5-7405-42D2-84DE-F8EA208DA7BA}"/>
                </c:ext>
              </c:extLst>
            </c:dLbl>
            <c:dLbl>
              <c:idx val="1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6-7405-42D2-84DE-F8EA208DA7BA}"/>
                </c:ext>
              </c:extLst>
            </c:dLbl>
            <c:dLbl>
              <c:idx val="1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7-7405-42D2-84DE-F8EA208DA7BA}"/>
                </c:ext>
              </c:extLst>
            </c:dLbl>
            <c:dLbl>
              <c:idx val="1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8-7405-42D2-84DE-F8EA208DA7BA}"/>
                </c:ext>
              </c:extLst>
            </c:dLbl>
            <c:dLbl>
              <c:idx val="1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9-7405-42D2-84DE-F8EA208DA7BA}"/>
                </c:ext>
              </c:extLst>
            </c:dLbl>
            <c:dLbl>
              <c:idx val="1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A-7405-42D2-84DE-F8EA208DA7BA}"/>
                </c:ext>
              </c:extLst>
            </c:dLbl>
            <c:dLbl>
              <c:idx val="1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B-7405-42D2-84DE-F8EA208DA7BA}"/>
                </c:ext>
              </c:extLst>
            </c:dLbl>
            <c:dLbl>
              <c:idx val="1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C-7405-42D2-84DE-F8EA208DA7BA}"/>
                </c:ext>
              </c:extLst>
            </c:dLbl>
            <c:dLbl>
              <c:idx val="1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D-7405-42D2-84DE-F8EA208DA7BA}"/>
                </c:ext>
              </c:extLst>
            </c:dLbl>
            <c:dLbl>
              <c:idx val="1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E-7405-42D2-84DE-F8EA208DA7BA}"/>
                </c:ext>
              </c:extLst>
            </c:dLbl>
            <c:dLbl>
              <c:idx val="1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BF-7405-42D2-84DE-F8EA208DA7BA}"/>
                </c:ext>
              </c:extLst>
            </c:dLbl>
            <c:dLbl>
              <c:idx val="1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0-7405-42D2-84DE-F8EA208DA7BA}"/>
                </c:ext>
              </c:extLst>
            </c:dLbl>
            <c:dLbl>
              <c:idx val="1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1-7405-42D2-84DE-F8EA208DA7BA}"/>
                </c:ext>
              </c:extLst>
            </c:dLbl>
            <c:dLbl>
              <c:idx val="1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2-7405-42D2-84DE-F8EA208DA7BA}"/>
                </c:ext>
              </c:extLst>
            </c:dLbl>
            <c:dLbl>
              <c:idx val="1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3-7405-42D2-84DE-F8EA208DA7BA}"/>
                </c:ext>
              </c:extLst>
            </c:dLbl>
            <c:dLbl>
              <c:idx val="1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4-7405-42D2-84DE-F8EA208DA7BA}"/>
                </c:ext>
              </c:extLst>
            </c:dLbl>
            <c:dLbl>
              <c:idx val="1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5-7405-42D2-84DE-F8EA208DA7BA}"/>
                </c:ext>
              </c:extLst>
            </c:dLbl>
            <c:dLbl>
              <c:idx val="1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6-7405-42D2-84DE-F8EA208DA7BA}"/>
                </c:ext>
              </c:extLst>
            </c:dLbl>
            <c:dLbl>
              <c:idx val="1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7-7405-42D2-84DE-F8EA208DA7BA}"/>
                </c:ext>
              </c:extLst>
            </c:dLbl>
            <c:dLbl>
              <c:idx val="1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8-7405-42D2-84DE-F8EA208DA7BA}"/>
                </c:ext>
              </c:extLst>
            </c:dLbl>
            <c:dLbl>
              <c:idx val="1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9-7405-42D2-84DE-F8EA208DA7BA}"/>
                </c:ext>
              </c:extLst>
            </c:dLbl>
            <c:dLbl>
              <c:idx val="1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A-7405-42D2-84DE-F8EA208DA7BA}"/>
                </c:ext>
              </c:extLst>
            </c:dLbl>
            <c:dLbl>
              <c:idx val="1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B-7405-42D2-84DE-F8EA208DA7BA}"/>
                </c:ext>
              </c:extLst>
            </c:dLbl>
            <c:dLbl>
              <c:idx val="1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C-7405-42D2-84DE-F8EA208DA7BA}"/>
                </c:ext>
              </c:extLst>
            </c:dLbl>
            <c:dLbl>
              <c:idx val="1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D-7405-42D2-84DE-F8EA208DA7BA}"/>
                </c:ext>
              </c:extLst>
            </c:dLbl>
            <c:dLbl>
              <c:idx val="1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E-7405-42D2-84DE-F8EA208DA7BA}"/>
                </c:ext>
              </c:extLst>
            </c:dLbl>
            <c:dLbl>
              <c:idx val="1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CF-7405-42D2-84DE-F8EA208DA7BA}"/>
                </c:ext>
              </c:extLst>
            </c:dLbl>
            <c:dLbl>
              <c:idx val="1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0-7405-42D2-84DE-F8EA208DA7BA}"/>
                </c:ext>
              </c:extLst>
            </c:dLbl>
            <c:dLbl>
              <c:idx val="1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1-7405-42D2-84DE-F8EA208DA7BA}"/>
                </c:ext>
              </c:extLst>
            </c:dLbl>
            <c:dLbl>
              <c:idx val="1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2-7405-42D2-84DE-F8EA208DA7BA}"/>
                </c:ext>
              </c:extLst>
            </c:dLbl>
            <c:dLbl>
              <c:idx val="1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3-7405-42D2-84DE-F8EA208DA7BA}"/>
                </c:ext>
              </c:extLst>
            </c:dLbl>
            <c:dLbl>
              <c:idx val="1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4-7405-42D2-84DE-F8EA208DA7BA}"/>
                </c:ext>
              </c:extLst>
            </c:dLbl>
            <c:dLbl>
              <c:idx val="1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5-7405-42D2-84DE-F8EA208DA7BA}"/>
                </c:ext>
              </c:extLst>
            </c:dLbl>
            <c:dLbl>
              <c:idx val="1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6-7405-42D2-84DE-F8EA208DA7BA}"/>
                </c:ext>
              </c:extLst>
            </c:dLbl>
            <c:dLbl>
              <c:idx val="1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7-7405-42D2-84DE-F8EA208DA7BA}"/>
                </c:ext>
              </c:extLst>
            </c:dLbl>
            <c:dLbl>
              <c:idx val="1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8-7405-42D2-84DE-F8EA208DA7BA}"/>
                </c:ext>
              </c:extLst>
            </c:dLbl>
            <c:dLbl>
              <c:idx val="1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9-7405-42D2-84DE-F8EA208DA7BA}"/>
                </c:ext>
              </c:extLst>
            </c:dLbl>
            <c:dLbl>
              <c:idx val="1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A-7405-42D2-84DE-F8EA208DA7BA}"/>
                </c:ext>
              </c:extLst>
            </c:dLbl>
            <c:dLbl>
              <c:idx val="1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B-7405-42D2-84DE-F8EA208DA7BA}"/>
                </c:ext>
              </c:extLst>
            </c:dLbl>
            <c:dLbl>
              <c:idx val="1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C-7405-42D2-84DE-F8EA208DA7BA}"/>
                </c:ext>
              </c:extLst>
            </c:dLbl>
            <c:dLbl>
              <c:idx val="1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D-7405-42D2-84DE-F8EA208DA7BA}"/>
                </c:ext>
              </c:extLst>
            </c:dLbl>
            <c:dLbl>
              <c:idx val="1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E-7405-42D2-84DE-F8EA208DA7BA}"/>
                </c:ext>
              </c:extLst>
            </c:dLbl>
            <c:dLbl>
              <c:idx val="1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DF-7405-42D2-84DE-F8EA208DA7BA}"/>
                </c:ext>
              </c:extLst>
            </c:dLbl>
            <c:dLbl>
              <c:idx val="1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0-7405-42D2-84DE-F8EA208DA7BA}"/>
                </c:ext>
              </c:extLst>
            </c:dLbl>
            <c:dLbl>
              <c:idx val="1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1-7405-42D2-84DE-F8EA208DA7BA}"/>
                </c:ext>
              </c:extLst>
            </c:dLbl>
            <c:dLbl>
              <c:idx val="1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2-7405-42D2-84DE-F8EA208DA7BA}"/>
                </c:ext>
              </c:extLst>
            </c:dLbl>
            <c:dLbl>
              <c:idx val="1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3-7405-42D2-84DE-F8EA208DA7BA}"/>
                </c:ext>
              </c:extLst>
            </c:dLbl>
            <c:dLbl>
              <c:idx val="1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4-7405-42D2-84DE-F8EA208DA7BA}"/>
                </c:ext>
              </c:extLst>
            </c:dLbl>
            <c:dLbl>
              <c:idx val="1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5-7405-42D2-84DE-F8EA208DA7BA}"/>
                </c:ext>
              </c:extLst>
            </c:dLbl>
            <c:dLbl>
              <c:idx val="1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6-7405-42D2-84DE-F8EA208DA7BA}"/>
                </c:ext>
              </c:extLst>
            </c:dLbl>
            <c:dLbl>
              <c:idx val="1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7-7405-42D2-84DE-F8EA208DA7BA}"/>
                </c:ext>
              </c:extLst>
            </c:dLbl>
            <c:dLbl>
              <c:idx val="1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8-7405-42D2-84DE-F8EA208DA7BA}"/>
                </c:ext>
              </c:extLst>
            </c:dLbl>
            <c:dLbl>
              <c:idx val="1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9-7405-42D2-84DE-F8EA208DA7BA}"/>
                </c:ext>
              </c:extLst>
            </c:dLbl>
            <c:dLbl>
              <c:idx val="1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A-7405-42D2-84DE-F8EA208DA7BA}"/>
                </c:ext>
              </c:extLst>
            </c:dLbl>
            <c:dLbl>
              <c:idx val="1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B-7405-42D2-84DE-F8EA208DA7BA}"/>
                </c:ext>
              </c:extLst>
            </c:dLbl>
            <c:dLbl>
              <c:idx val="1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C-7405-42D2-84DE-F8EA208DA7BA}"/>
                </c:ext>
              </c:extLst>
            </c:dLbl>
            <c:dLbl>
              <c:idx val="1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D-7405-42D2-84DE-F8EA208DA7BA}"/>
                </c:ext>
              </c:extLst>
            </c:dLbl>
            <c:dLbl>
              <c:idx val="1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E-7405-42D2-84DE-F8EA208DA7BA}"/>
                </c:ext>
              </c:extLst>
            </c:dLbl>
            <c:dLbl>
              <c:idx val="1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EF-7405-42D2-84DE-F8EA208DA7BA}"/>
                </c:ext>
              </c:extLst>
            </c:dLbl>
            <c:dLbl>
              <c:idx val="1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0-7405-42D2-84DE-F8EA208DA7BA}"/>
                </c:ext>
              </c:extLst>
            </c:dLbl>
            <c:dLbl>
              <c:idx val="1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1-7405-42D2-84DE-F8EA208DA7BA}"/>
                </c:ext>
              </c:extLst>
            </c:dLbl>
            <c:dLbl>
              <c:idx val="1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2-7405-42D2-84DE-F8EA208DA7BA}"/>
                </c:ext>
              </c:extLst>
            </c:dLbl>
            <c:dLbl>
              <c:idx val="1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3-7405-42D2-84DE-F8EA208DA7BA}"/>
                </c:ext>
              </c:extLst>
            </c:dLbl>
            <c:dLbl>
              <c:idx val="1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4-7405-42D2-84DE-F8EA208DA7BA}"/>
                </c:ext>
              </c:extLst>
            </c:dLbl>
            <c:dLbl>
              <c:idx val="1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5-7405-42D2-84DE-F8EA208DA7BA}"/>
                </c:ext>
              </c:extLst>
            </c:dLbl>
            <c:dLbl>
              <c:idx val="1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6-7405-42D2-84DE-F8EA208DA7BA}"/>
                </c:ext>
              </c:extLst>
            </c:dLbl>
            <c:dLbl>
              <c:idx val="1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7-7405-42D2-84DE-F8EA208DA7BA}"/>
                </c:ext>
              </c:extLst>
            </c:dLbl>
            <c:dLbl>
              <c:idx val="1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8-7405-42D2-84DE-F8EA208DA7BA}"/>
                </c:ext>
              </c:extLst>
            </c:dLbl>
            <c:dLbl>
              <c:idx val="1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9-7405-42D2-84DE-F8EA208DA7BA}"/>
                </c:ext>
              </c:extLst>
            </c:dLbl>
            <c:dLbl>
              <c:idx val="1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A-7405-42D2-84DE-F8EA208DA7BA}"/>
                </c:ext>
              </c:extLst>
            </c:dLbl>
            <c:dLbl>
              <c:idx val="1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B-7405-42D2-84DE-F8EA208DA7BA}"/>
                </c:ext>
              </c:extLst>
            </c:dLbl>
            <c:dLbl>
              <c:idx val="1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C-7405-42D2-84DE-F8EA208DA7BA}"/>
                </c:ext>
              </c:extLst>
            </c:dLbl>
            <c:dLbl>
              <c:idx val="1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D-7405-42D2-84DE-F8EA208DA7BA}"/>
                </c:ext>
              </c:extLst>
            </c:dLbl>
            <c:dLbl>
              <c:idx val="1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E-7405-42D2-84DE-F8EA208DA7BA}"/>
                </c:ext>
              </c:extLst>
            </c:dLbl>
            <c:dLbl>
              <c:idx val="1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5FF-7405-42D2-84DE-F8EA208DA7BA}"/>
                </c:ext>
              </c:extLst>
            </c:dLbl>
            <c:dLbl>
              <c:idx val="1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0-7405-42D2-84DE-F8EA208DA7BA}"/>
                </c:ext>
              </c:extLst>
            </c:dLbl>
            <c:dLbl>
              <c:idx val="1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1-7405-42D2-84DE-F8EA208DA7BA}"/>
                </c:ext>
              </c:extLst>
            </c:dLbl>
            <c:dLbl>
              <c:idx val="1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2-7405-42D2-84DE-F8EA208DA7BA}"/>
                </c:ext>
              </c:extLst>
            </c:dLbl>
            <c:dLbl>
              <c:idx val="1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3-7405-42D2-84DE-F8EA208DA7BA}"/>
                </c:ext>
              </c:extLst>
            </c:dLbl>
            <c:dLbl>
              <c:idx val="1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4-7405-42D2-84DE-F8EA208DA7BA}"/>
                </c:ext>
              </c:extLst>
            </c:dLbl>
            <c:dLbl>
              <c:idx val="1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5-7405-42D2-84DE-F8EA208DA7BA}"/>
                </c:ext>
              </c:extLst>
            </c:dLbl>
            <c:dLbl>
              <c:idx val="1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6-7405-42D2-84DE-F8EA208DA7BA}"/>
                </c:ext>
              </c:extLst>
            </c:dLbl>
            <c:dLbl>
              <c:idx val="1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7-7405-42D2-84DE-F8EA208DA7BA}"/>
                </c:ext>
              </c:extLst>
            </c:dLbl>
            <c:dLbl>
              <c:idx val="1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8-7405-42D2-84DE-F8EA208DA7BA}"/>
                </c:ext>
              </c:extLst>
            </c:dLbl>
            <c:dLbl>
              <c:idx val="1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9-7405-42D2-84DE-F8EA208DA7BA}"/>
                </c:ext>
              </c:extLst>
            </c:dLbl>
            <c:dLbl>
              <c:idx val="1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A-7405-42D2-84DE-F8EA208DA7BA}"/>
                </c:ext>
              </c:extLst>
            </c:dLbl>
            <c:dLbl>
              <c:idx val="1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B-7405-42D2-84DE-F8EA208DA7BA}"/>
                </c:ext>
              </c:extLst>
            </c:dLbl>
            <c:dLbl>
              <c:idx val="1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C-7405-42D2-84DE-F8EA208DA7BA}"/>
                </c:ext>
              </c:extLst>
            </c:dLbl>
            <c:dLbl>
              <c:idx val="1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D-7405-42D2-84DE-F8EA208DA7BA}"/>
                </c:ext>
              </c:extLst>
            </c:dLbl>
            <c:dLbl>
              <c:idx val="1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E-7405-42D2-84DE-F8EA208DA7BA}"/>
                </c:ext>
              </c:extLst>
            </c:dLbl>
            <c:dLbl>
              <c:idx val="1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0F-7405-42D2-84DE-F8EA208DA7BA}"/>
                </c:ext>
              </c:extLst>
            </c:dLbl>
            <c:dLbl>
              <c:idx val="1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0-7405-42D2-84DE-F8EA208DA7BA}"/>
                </c:ext>
              </c:extLst>
            </c:dLbl>
            <c:dLbl>
              <c:idx val="1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1-7405-42D2-84DE-F8EA208DA7BA}"/>
                </c:ext>
              </c:extLst>
            </c:dLbl>
            <c:dLbl>
              <c:idx val="1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2-7405-42D2-84DE-F8EA208DA7BA}"/>
                </c:ext>
              </c:extLst>
            </c:dLbl>
            <c:dLbl>
              <c:idx val="1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3-7405-42D2-84DE-F8EA208DA7BA}"/>
                </c:ext>
              </c:extLst>
            </c:dLbl>
            <c:dLbl>
              <c:idx val="1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4-7405-42D2-84DE-F8EA208DA7BA}"/>
                </c:ext>
              </c:extLst>
            </c:dLbl>
            <c:dLbl>
              <c:idx val="1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5-7405-42D2-84DE-F8EA208DA7BA}"/>
                </c:ext>
              </c:extLst>
            </c:dLbl>
            <c:dLbl>
              <c:idx val="1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6-7405-42D2-84DE-F8EA208DA7BA}"/>
                </c:ext>
              </c:extLst>
            </c:dLbl>
            <c:dLbl>
              <c:idx val="1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7-7405-42D2-84DE-F8EA208DA7BA}"/>
                </c:ext>
              </c:extLst>
            </c:dLbl>
            <c:dLbl>
              <c:idx val="1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8-7405-42D2-84DE-F8EA208DA7BA}"/>
                </c:ext>
              </c:extLst>
            </c:dLbl>
            <c:dLbl>
              <c:idx val="1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9-7405-42D2-84DE-F8EA208DA7BA}"/>
                </c:ext>
              </c:extLst>
            </c:dLbl>
            <c:dLbl>
              <c:idx val="1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A-7405-42D2-84DE-F8EA208DA7BA}"/>
                </c:ext>
              </c:extLst>
            </c:dLbl>
            <c:dLbl>
              <c:idx val="1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B-7405-42D2-84DE-F8EA208DA7BA}"/>
                </c:ext>
              </c:extLst>
            </c:dLbl>
            <c:dLbl>
              <c:idx val="1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C-7405-42D2-84DE-F8EA208DA7BA}"/>
                </c:ext>
              </c:extLst>
            </c:dLbl>
            <c:dLbl>
              <c:idx val="1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D-7405-42D2-84DE-F8EA208DA7BA}"/>
                </c:ext>
              </c:extLst>
            </c:dLbl>
            <c:dLbl>
              <c:idx val="1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E-7405-42D2-84DE-F8EA208DA7BA}"/>
                </c:ext>
              </c:extLst>
            </c:dLbl>
            <c:dLbl>
              <c:idx val="1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1F-7405-42D2-84DE-F8EA208DA7BA}"/>
                </c:ext>
              </c:extLst>
            </c:dLbl>
            <c:dLbl>
              <c:idx val="1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0-7405-42D2-84DE-F8EA208DA7BA}"/>
                </c:ext>
              </c:extLst>
            </c:dLbl>
            <c:dLbl>
              <c:idx val="1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1-7405-42D2-84DE-F8EA208DA7BA}"/>
                </c:ext>
              </c:extLst>
            </c:dLbl>
            <c:dLbl>
              <c:idx val="1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2-7405-42D2-84DE-F8EA208DA7BA}"/>
                </c:ext>
              </c:extLst>
            </c:dLbl>
            <c:dLbl>
              <c:idx val="1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3-7405-42D2-84DE-F8EA208DA7BA}"/>
                </c:ext>
              </c:extLst>
            </c:dLbl>
            <c:dLbl>
              <c:idx val="1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4-7405-42D2-84DE-F8EA208DA7BA}"/>
                </c:ext>
              </c:extLst>
            </c:dLbl>
            <c:dLbl>
              <c:idx val="1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5-7405-42D2-84DE-F8EA208DA7BA}"/>
                </c:ext>
              </c:extLst>
            </c:dLbl>
            <c:dLbl>
              <c:idx val="1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6-7405-42D2-84DE-F8EA208DA7BA}"/>
                </c:ext>
              </c:extLst>
            </c:dLbl>
            <c:dLbl>
              <c:idx val="1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7-7405-42D2-84DE-F8EA208DA7BA}"/>
                </c:ext>
              </c:extLst>
            </c:dLbl>
            <c:dLbl>
              <c:idx val="1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8-7405-42D2-84DE-F8EA208DA7BA}"/>
                </c:ext>
              </c:extLst>
            </c:dLbl>
            <c:dLbl>
              <c:idx val="1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9-7405-42D2-84DE-F8EA208DA7BA}"/>
                </c:ext>
              </c:extLst>
            </c:dLbl>
            <c:dLbl>
              <c:idx val="1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A-7405-42D2-84DE-F8EA208DA7BA}"/>
                </c:ext>
              </c:extLst>
            </c:dLbl>
            <c:dLbl>
              <c:idx val="1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B-7405-42D2-84DE-F8EA208DA7BA}"/>
                </c:ext>
              </c:extLst>
            </c:dLbl>
            <c:dLbl>
              <c:idx val="1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C-7405-42D2-84DE-F8EA208DA7BA}"/>
                </c:ext>
              </c:extLst>
            </c:dLbl>
            <c:dLbl>
              <c:idx val="1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D-7405-42D2-84DE-F8EA208DA7BA}"/>
                </c:ext>
              </c:extLst>
            </c:dLbl>
            <c:dLbl>
              <c:idx val="1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E-7405-42D2-84DE-F8EA208DA7BA}"/>
                </c:ext>
              </c:extLst>
            </c:dLbl>
            <c:dLbl>
              <c:idx val="1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2F-7405-42D2-84DE-F8EA208DA7BA}"/>
                </c:ext>
              </c:extLst>
            </c:dLbl>
            <c:dLbl>
              <c:idx val="1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0-7405-42D2-84DE-F8EA208DA7BA}"/>
                </c:ext>
              </c:extLst>
            </c:dLbl>
            <c:dLbl>
              <c:idx val="1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1-7405-42D2-84DE-F8EA208DA7BA}"/>
                </c:ext>
              </c:extLst>
            </c:dLbl>
            <c:dLbl>
              <c:idx val="1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2-7405-42D2-84DE-F8EA208DA7BA}"/>
                </c:ext>
              </c:extLst>
            </c:dLbl>
            <c:dLbl>
              <c:idx val="1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3-7405-42D2-84DE-F8EA208DA7BA}"/>
                </c:ext>
              </c:extLst>
            </c:dLbl>
            <c:dLbl>
              <c:idx val="1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4-7405-42D2-84DE-F8EA208DA7BA}"/>
                </c:ext>
              </c:extLst>
            </c:dLbl>
            <c:dLbl>
              <c:idx val="1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5-7405-42D2-84DE-F8EA208DA7BA}"/>
                </c:ext>
              </c:extLst>
            </c:dLbl>
            <c:dLbl>
              <c:idx val="1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6-7405-42D2-84DE-F8EA208DA7BA}"/>
                </c:ext>
              </c:extLst>
            </c:dLbl>
            <c:dLbl>
              <c:idx val="1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7-7405-42D2-84DE-F8EA208DA7BA}"/>
                </c:ext>
              </c:extLst>
            </c:dLbl>
            <c:dLbl>
              <c:idx val="1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8-7405-42D2-84DE-F8EA208DA7BA}"/>
                </c:ext>
              </c:extLst>
            </c:dLbl>
            <c:dLbl>
              <c:idx val="1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9-7405-42D2-84DE-F8EA208DA7BA}"/>
                </c:ext>
              </c:extLst>
            </c:dLbl>
            <c:dLbl>
              <c:idx val="1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A-7405-42D2-84DE-F8EA208DA7BA}"/>
                </c:ext>
              </c:extLst>
            </c:dLbl>
            <c:dLbl>
              <c:idx val="1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B-7405-42D2-84DE-F8EA208DA7BA}"/>
                </c:ext>
              </c:extLst>
            </c:dLbl>
            <c:dLbl>
              <c:idx val="1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C-7405-42D2-84DE-F8EA208DA7BA}"/>
                </c:ext>
              </c:extLst>
            </c:dLbl>
            <c:dLbl>
              <c:idx val="1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D-7405-42D2-84DE-F8EA208DA7BA}"/>
                </c:ext>
              </c:extLst>
            </c:dLbl>
            <c:dLbl>
              <c:idx val="1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E-7405-42D2-84DE-F8EA208DA7BA}"/>
                </c:ext>
              </c:extLst>
            </c:dLbl>
            <c:dLbl>
              <c:idx val="1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3F-7405-42D2-84DE-F8EA208DA7BA}"/>
                </c:ext>
              </c:extLst>
            </c:dLbl>
            <c:dLbl>
              <c:idx val="1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0-7405-42D2-84DE-F8EA208DA7BA}"/>
                </c:ext>
              </c:extLst>
            </c:dLbl>
            <c:dLbl>
              <c:idx val="1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1-7405-42D2-84DE-F8EA208DA7BA}"/>
                </c:ext>
              </c:extLst>
            </c:dLbl>
            <c:dLbl>
              <c:idx val="1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2-7405-42D2-84DE-F8EA208DA7BA}"/>
                </c:ext>
              </c:extLst>
            </c:dLbl>
            <c:dLbl>
              <c:idx val="1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3-7405-42D2-84DE-F8EA208DA7BA}"/>
                </c:ext>
              </c:extLst>
            </c:dLbl>
            <c:dLbl>
              <c:idx val="1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4-7405-42D2-84DE-F8EA208DA7BA}"/>
                </c:ext>
              </c:extLst>
            </c:dLbl>
            <c:dLbl>
              <c:idx val="1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5-7405-42D2-84DE-F8EA208DA7BA}"/>
                </c:ext>
              </c:extLst>
            </c:dLbl>
            <c:dLbl>
              <c:idx val="1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6-7405-42D2-84DE-F8EA208DA7BA}"/>
                </c:ext>
              </c:extLst>
            </c:dLbl>
            <c:dLbl>
              <c:idx val="1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7-7405-42D2-84DE-F8EA208DA7BA}"/>
                </c:ext>
              </c:extLst>
            </c:dLbl>
            <c:dLbl>
              <c:idx val="1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8-7405-42D2-84DE-F8EA208DA7BA}"/>
                </c:ext>
              </c:extLst>
            </c:dLbl>
            <c:dLbl>
              <c:idx val="1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9-7405-42D2-84DE-F8EA208DA7BA}"/>
                </c:ext>
              </c:extLst>
            </c:dLbl>
            <c:dLbl>
              <c:idx val="1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A-7405-42D2-84DE-F8EA208DA7BA}"/>
                </c:ext>
              </c:extLst>
            </c:dLbl>
            <c:dLbl>
              <c:idx val="1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B-7405-42D2-84DE-F8EA208DA7BA}"/>
                </c:ext>
              </c:extLst>
            </c:dLbl>
            <c:dLbl>
              <c:idx val="1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C-7405-42D2-84DE-F8EA208DA7BA}"/>
                </c:ext>
              </c:extLst>
            </c:dLbl>
            <c:dLbl>
              <c:idx val="1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D-7405-42D2-84DE-F8EA208DA7BA}"/>
                </c:ext>
              </c:extLst>
            </c:dLbl>
            <c:dLbl>
              <c:idx val="1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E-7405-42D2-84DE-F8EA208DA7BA}"/>
                </c:ext>
              </c:extLst>
            </c:dLbl>
            <c:dLbl>
              <c:idx val="1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4F-7405-42D2-84DE-F8EA208DA7BA}"/>
                </c:ext>
              </c:extLst>
            </c:dLbl>
            <c:dLbl>
              <c:idx val="1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0-7405-42D2-84DE-F8EA208DA7BA}"/>
                </c:ext>
              </c:extLst>
            </c:dLbl>
            <c:dLbl>
              <c:idx val="1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1-7405-42D2-84DE-F8EA208DA7BA}"/>
                </c:ext>
              </c:extLst>
            </c:dLbl>
            <c:dLbl>
              <c:idx val="1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2-7405-42D2-84DE-F8EA208DA7BA}"/>
                </c:ext>
              </c:extLst>
            </c:dLbl>
            <c:dLbl>
              <c:idx val="1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3-7405-42D2-84DE-F8EA208DA7BA}"/>
                </c:ext>
              </c:extLst>
            </c:dLbl>
            <c:dLbl>
              <c:idx val="1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4-7405-42D2-84DE-F8EA208DA7BA}"/>
                </c:ext>
              </c:extLst>
            </c:dLbl>
            <c:dLbl>
              <c:idx val="1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5-7405-42D2-84DE-F8EA208DA7BA}"/>
                </c:ext>
              </c:extLst>
            </c:dLbl>
            <c:dLbl>
              <c:idx val="1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6-7405-42D2-84DE-F8EA208DA7BA}"/>
                </c:ext>
              </c:extLst>
            </c:dLbl>
            <c:dLbl>
              <c:idx val="1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7-7405-42D2-84DE-F8EA208DA7BA}"/>
                </c:ext>
              </c:extLst>
            </c:dLbl>
            <c:dLbl>
              <c:idx val="1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8-7405-42D2-84DE-F8EA208DA7BA}"/>
                </c:ext>
              </c:extLst>
            </c:dLbl>
            <c:dLbl>
              <c:idx val="1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9-7405-42D2-84DE-F8EA208DA7BA}"/>
                </c:ext>
              </c:extLst>
            </c:dLbl>
            <c:dLbl>
              <c:idx val="1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A-7405-42D2-84DE-F8EA208DA7BA}"/>
                </c:ext>
              </c:extLst>
            </c:dLbl>
            <c:dLbl>
              <c:idx val="1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B-7405-42D2-84DE-F8EA208DA7BA}"/>
                </c:ext>
              </c:extLst>
            </c:dLbl>
            <c:dLbl>
              <c:idx val="1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C-7405-42D2-84DE-F8EA208DA7BA}"/>
                </c:ext>
              </c:extLst>
            </c:dLbl>
            <c:dLbl>
              <c:idx val="1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D-7405-42D2-84DE-F8EA208DA7BA}"/>
                </c:ext>
              </c:extLst>
            </c:dLbl>
            <c:dLbl>
              <c:idx val="1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E-7405-42D2-84DE-F8EA208DA7BA}"/>
                </c:ext>
              </c:extLst>
            </c:dLbl>
            <c:dLbl>
              <c:idx val="1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5F-7405-42D2-84DE-F8EA208DA7BA}"/>
                </c:ext>
              </c:extLst>
            </c:dLbl>
            <c:dLbl>
              <c:idx val="1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0-7405-42D2-84DE-F8EA208DA7BA}"/>
                </c:ext>
              </c:extLst>
            </c:dLbl>
            <c:dLbl>
              <c:idx val="1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1-7405-42D2-84DE-F8EA208DA7BA}"/>
                </c:ext>
              </c:extLst>
            </c:dLbl>
            <c:dLbl>
              <c:idx val="1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2-7405-42D2-84DE-F8EA208DA7BA}"/>
                </c:ext>
              </c:extLst>
            </c:dLbl>
            <c:dLbl>
              <c:idx val="1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3-7405-42D2-84DE-F8EA208DA7BA}"/>
                </c:ext>
              </c:extLst>
            </c:dLbl>
            <c:dLbl>
              <c:idx val="1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4-7405-42D2-84DE-F8EA208DA7BA}"/>
                </c:ext>
              </c:extLst>
            </c:dLbl>
            <c:dLbl>
              <c:idx val="1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5-7405-42D2-84DE-F8EA208DA7BA}"/>
                </c:ext>
              </c:extLst>
            </c:dLbl>
            <c:dLbl>
              <c:idx val="1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6-7405-42D2-84DE-F8EA208DA7BA}"/>
                </c:ext>
              </c:extLst>
            </c:dLbl>
            <c:dLbl>
              <c:idx val="1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7-7405-42D2-84DE-F8EA208DA7BA}"/>
                </c:ext>
              </c:extLst>
            </c:dLbl>
            <c:dLbl>
              <c:idx val="1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8-7405-42D2-84DE-F8EA208DA7BA}"/>
                </c:ext>
              </c:extLst>
            </c:dLbl>
            <c:dLbl>
              <c:idx val="1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9-7405-42D2-84DE-F8EA208DA7BA}"/>
                </c:ext>
              </c:extLst>
            </c:dLbl>
            <c:dLbl>
              <c:idx val="1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A-7405-42D2-84DE-F8EA208DA7BA}"/>
                </c:ext>
              </c:extLst>
            </c:dLbl>
            <c:dLbl>
              <c:idx val="1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B-7405-42D2-84DE-F8EA208DA7BA}"/>
                </c:ext>
              </c:extLst>
            </c:dLbl>
            <c:dLbl>
              <c:idx val="1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C-7405-42D2-84DE-F8EA208DA7BA}"/>
                </c:ext>
              </c:extLst>
            </c:dLbl>
            <c:dLbl>
              <c:idx val="1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D-7405-42D2-84DE-F8EA208DA7BA}"/>
                </c:ext>
              </c:extLst>
            </c:dLbl>
            <c:dLbl>
              <c:idx val="1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E-7405-42D2-84DE-F8EA208DA7BA}"/>
                </c:ext>
              </c:extLst>
            </c:dLbl>
            <c:dLbl>
              <c:idx val="1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6F-7405-42D2-84DE-F8EA208DA7BA}"/>
                </c:ext>
              </c:extLst>
            </c:dLbl>
            <c:dLbl>
              <c:idx val="1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0-7405-42D2-84DE-F8EA208DA7BA}"/>
                </c:ext>
              </c:extLst>
            </c:dLbl>
            <c:dLbl>
              <c:idx val="1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1-7405-42D2-84DE-F8EA208DA7BA}"/>
                </c:ext>
              </c:extLst>
            </c:dLbl>
            <c:dLbl>
              <c:idx val="1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2-7405-42D2-84DE-F8EA208DA7BA}"/>
                </c:ext>
              </c:extLst>
            </c:dLbl>
            <c:dLbl>
              <c:idx val="1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3-7405-42D2-84DE-F8EA208DA7BA}"/>
                </c:ext>
              </c:extLst>
            </c:dLbl>
            <c:dLbl>
              <c:idx val="1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4-7405-42D2-84DE-F8EA208DA7BA}"/>
                </c:ext>
              </c:extLst>
            </c:dLbl>
            <c:dLbl>
              <c:idx val="1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5-7405-42D2-84DE-F8EA208DA7BA}"/>
                </c:ext>
              </c:extLst>
            </c:dLbl>
            <c:dLbl>
              <c:idx val="1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6-7405-42D2-84DE-F8EA208DA7BA}"/>
                </c:ext>
              </c:extLst>
            </c:dLbl>
            <c:dLbl>
              <c:idx val="1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7-7405-42D2-84DE-F8EA208DA7BA}"/>
                </c:ext>
              </c:extLst>
            </c:dLbl>
            <c:dLbl>
              <c:idx val="1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8-7405-42D2-84DE-F8EA208DA7BA}"/>
                </c:ext>
              </c:extLst>
            </c:dLbl>
            <c:dLbl>
              <c:idx val="1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9-7405-42D2-84DE-F8EA208DA7BA}"/>
                </c:ext>
              </c:extLst>
            </c:dLbl>
            <c:dLbl>
              <c:idx val="1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A-7405-42D2-84DE-F8EA208DA7BA}"/>
                </c:ext>
              </c:extLst>
            </c:dLbl>
            <c:dLbl>
              <c:idx val="1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B-7405-42D2-84DE-F8EA208DA7BA}"/>
                </c:ext>
              </c:extLst>
            </c:dLbl>
            <c:dLbl>
              <c:idx val="1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C-7405-42D2-84DE-F8EA208DA7BA}"/>
                </c:ext>
              </c:extLst>
            </c:dLbl>
            <c:dLbl>
              <c:idx val="1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D-7405-42D2-84DE-F8EA208DA7BA}"/>
                </c:ext>
              </c:extLst>
            </c:dLbl>
            <c:dLbl>
              <c:idx val="1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E-7405-42D2-84DE-F8EA208DA7BA}"/>
                </c:ext>
              </c:extLst>
            </c:dLbl>
            <c:dLbl>
              <c:idx val="1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7F-7405-42D2-84DE-F8EA208DA7BA}"/>
                </c:ext>
              </c:extLst>
            </c:dLbl>
            <c:dLbl>
              <c:idx val="1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0-7405-42D2-84DE-F8EA208DA7BA}"/>
                </c:ext>
              </c:extLst>
            </c:dLbl>
            <c:dLbl>
              <c:idx val="1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1-7405-42D2-84DE-F8EA208DA7BA}"/>
                </c:ext>
              </c:extLst>
            </c:dLbl>
            <c:dLbl>
              <c:idx val="1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2-7405-42D2-84DE-F8EA208DA7BA}"/>
                </c:ext>
              </c:extLst>
            </c:dLbl>
            <c:dLbl>
              <c:idx val="1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3-7405-42D2-84DE-F8EA208DA7BA}"/>
                </c:ext>
              </c:extLst>
            </c:dLbl>
            <c:dLbl>
              <c:idx val="1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4-7405-42D2-84DE-F8EA208DA7BA}"/>
                </c:ext>
              </c:extLst>
            </c:dLbl>
            <c:dLbl>
              <c:idx val="1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5-7405-42D2-84DE-F8EA208DA7BA}"/>
                </c:ext>
              </c:extLst>
            </c:dLbl>
            <c:dLbl>
              <c:idx val="1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6-7405-42D2-84DE-F8EA208DA7BA}"/>
                </c:ext>
              </c:extLst>
            </c:dLbl>
            <c:dLbl>
              <c:idx val="1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7-7405-42D2-84DE-F8EA208DA7BA}"/>
                </c:ext>
              </c:extLst>
            </c:dLbl>
            <c:dLbl>
              <c:idx val="1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8-7405-42D2-84DE-F8EA208DA7BA}"/>
                </c:ext>
              </c:extLst>
            </c:dLbl>
            <c:dLbl>
              <c:idx val="1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9-7405-42D2-84DE-F8EA208DA7BA}"/>
                </c:ext>
              </c:extLst>
            </c:dLbl>
            <c:dLbl>
              <c:idx val="1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A-7405-42D2-84DE-F8EA208DA7BA}"/>
                </c:ext>
              </c:extLst>
            </c:dLbl>
            <c:dLbl>
              <c:idx val="1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B-7405-42D2-84DE-F8EA208DA7BA}"/>
                </c:ext>
              </c:extLst>
            </c:dLbl>
            <c:dLbl>
              <c:idx val="1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C-7405-42D2-84DE-F8EA208DA7BA}"/>
                </c:ext>
              </c:extLst>
            </c:dLbl>
            <c:dLbl>
              <c:idx val="1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D-7405-42D2-84DE-F8EA208DA7BA}"/>
                </c:ext>
              </c:extLst>
            </c:dLbl>
            <c:dLbl>
              <c:idx val="1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E-7405-42D2-84DE-F8EA208DA7BA}"/>
                </c:ext>
              </c:extLst>
            </c:dLbl>
            <c:dLbl>
              <c:idx val="1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8F-7405-42D2-84DE-F8EA208DA7BA}"/>
                </c:ext>
              </c:extLst>
            </c:dLbl>
            <c:dLbl>
              <c:idx val="1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0-7405-42D2-84DE-F8EA208DA7BA}"/>
                </c:ext>
              </c:extLst>
            </c:dLbl>
            <c:dLbl>
              <c:idx val="1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1-7405-42D2-84DE-F8EA208DA7BA}"/>
                </c:ext>
              </c:extLst>
            </c:dLbl>
            <c:dLbl>
              <c:idx val="1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2-7405-42D2-84DE-F8EA208DA7BA}"/>
                </c:ext>
              </c:extLst>
            </c:dLbl>
            <c:dLbl>
              <c:idx val="1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3-7405-42D2-84DE-F8EA208DA7BA}"/>
                </c:ext>
              </c:extLst>
            </c:dLbl>
            <c:dLbl>
              <c:idx val="1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4-7405-42D2-84DE-F8EA208DA7BA}"/>
                </c:ext>
              </c:extLst>
            </c:dLbl>
            <c:dLbl>
              <c:idx val="1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5-7405-42D2-84DE-F8EA208DA7BA}"/>
                </c:ext>
              </c:extLst>
            </c:dLbl>
            <c:dLbl>
              <c:idx val="1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6-7405-42D2-84DE-F8EA208DA7BA}"/>
                </c:ext>
              </c:extLst>
            </c:dLbl>
            <c:dLbl>
              <c:idx val="1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7-7405-42D2-84DE-F8EA208DA7BA}"/>
                </c:ext>
              </c:extLst>
            </c:dLbl>
            <c:dLbl>
              <c:idx val="1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8-7405-42D2-84DE-F8EA208DA7BA}"/>
                </c:ext>
              </c:extLst>
            </c:dLbl>
            <c:dLbl>
              <c:idx val="1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9-7405-42D2-84DE-F8EA208DA7BA}"/>
                </c:ext>
              </c:extLst>
            </c:dLbl>
            <c:dLbl>
              <c:idx val="1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A-7405-42D2-84DE-F8EA208DA7BA}"/>
                </c:ext>
              </c:extLst>
            </c:dLbl>
            <c:dLbl>
              <c:idx val="1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B-7405-42D2-84DE-F8EA208DA7BA}"/>
                </c:ext>
              </c:extLst>
            </c:dLbl>
            <c:dLbl>
              <c:idx val="1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C-7405-42D2-84DE-F8EA208DA7BA}"/>
                </c:ext>
              </c:extLst>
            </c:dLbl>
            <c:dLbl>
              <c:idx val="1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D-7405-42D2-84DE-F8EA208DA7BA}"/>
                </c:ext>
              </c:extLst>
            </c:dLbl>
            <c:dLbl>
              <c:idx val="1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E-7405-42D2-84DE-F8EA208DA7BA}"/>
                </c:ext>
              </c:extLst>
            </c:dLbl>
            <c:dLbl>
              <c:idx val="1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9F-7405-42D2-84DE-F8EA208DA7BA}"/>
                </c:ext>
              </c:extLst>
            </c:dLbl>
            <c:dLbl>
              <c:idx val="1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0-7405-42D2-84DE-F8EA208DA7BA}"/>
                </c:ext>
              </c:extLst>
            </c:dLbl>
            <c:dLbl>
              <c:idx val="1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1-7405-42D2-84DE-F8EA208DA7BA}"/>
                </c:ext>
              </c:extLst>
            </c:dLbl>
            <c:dLbl>
              <c:idx val="1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2-7405-42D2-84DE-F8EA208DA7BA}"/>
                </c:ext>
              </c:extLst>
            </c:dLbl>
            <c:dLbl>
              <c:idx val="1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3-7405-42D2-84DE-F8EA208DA7BA}"/>
                </c:ext>
              </c:extLst>
            </c:dLbl>
            <c:dLbl>
              <c:idx val="1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4-7405-42D2-84DE-F8EA208DA7BA}"/>
                </c:ext>
              </c:extLst>
            </c:dLbl>
            <c:dLbl>
              <c:idx val="1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5-7405-42D2-84DE-F8EA208DA7BA}"/>
                </c:ext>
              </c:extLst>
            </c:dLbl>
            <c:dLbl>
              <c:idx val="1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6-7405-42D2-84DE-F8EA208DA7BA}"/>
                </c:ext>
              </c:extLst>
            </c:dLbl>
            <c:dLbl>
              <c:idx val="1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7-7405-42D2-84DE-F8EA208DA7BA}"/>
                </c:ext>
              </c:extLst>
            </c:dLbl>
            <c:dLbl>
              <c:idx val="1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8-7405-42D2-84DE-F8EA208DA7BA}"/>
                </c:ext>
              </c:extLst>
            </c:dLbl>
            <c:dLbl>
              <c:idx val="1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9-7405-42D2-84DE-F8EA208DA7BA}"/>
                </c:ext>
              </c:extLst>
            </c:dLbl>
            <c:dLbl>
              <c:idx val="1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A-7405-42D2-84DE-F8EA208DA7BA}"/>
                </c:ext>
              </c:extLst>
            </c:dLbl>
            <c:dLbl>
              <c:idx val="1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B-7405-42D2-84DE-F8EA208DA7BA}"/>
                </c:ext>
              </c:extLst>
            </c:dLbl>
            <c:dLbl>
              <c:idx val="1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C-7405-42D2-84DE-F8EA208DA7BA}"/>
                </c:ext>
              </c:extLst>
            </c:dLbl>
            <c:dLbl>
              <c:idx val="1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D-7405-42D2-84DE-F8EA208DA7BA}"/>
                </c:ext>
              </c:extLst>
            </c:dLbl>
            <c:dLbl>
              <c:idx val="1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E-7405-42D2-84DE-F8EA208DA7BA}"/>
                </c:ext>
              </c:extLst>
            </c:dLbl>
            <c:dLbl>
              <c:idx val="1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AF-7405-42D2-84DE-F8EA208DA7BA}"/>
                </c:ext>
              </c:extLst>
            </c:dLbl>
            <c:dLbl>
              <c:idx val="1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0-7405-42D2-84DE-F8EA208DA7BA}"/>
                </c:ext>
              </c:extLst>
            </c:dLbl>
            <c:dLbl>
              <c:idx val="1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1-7405-42D2-84DE-F8EA208DA7BA}"/>
                </c:ext>
              </c:extLst>
            </c:dLbl>
            <c:dLbl>
              <c:idx val="1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2-7405-42D2-84DE-F8EA208DA7BA}"/>
                </c:ext>
              </c:extLst>
            </c:dLbl>
            <c:dLbl>
              <c:idx val="1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3-7405-42D2-84DE-F8EA208DA7BA}"/>
                </c:ext>
              </c:extLst>
            </c:dLbl>
            <c:dLbl>
              <c:idx val="1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4-7405-42D2-84DE-F8EA208DA7BA}"/>
                </c:ext>
              </c:extLst>
            </c:dLbl>
            <c:dLbl>
              <c:idx val="1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5-7405-42D2-84DE-F8EA208DA7BA}"/>
                </c:ext>
              </c:extLst>
            </c:dLbl>
            <c:dLbl>
              <c:idx val="1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6-7405-42D2-84DE-F8EA208DA7BA}"/>
                </c:ext>
              </c:extLst>
            </c:dLbl>
            <c:dLbl>
              <c:idx val="1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7-7405-42D2-84DE-F8EA208DA7BA}"/>
                </c:ext>
              </c:extLst>
            </c:dLbl>
            <c:dLbl>
              <c:idx val="1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8-7405-42D2-84DE-F8EA208DA7BA}"/>
                </c:ext>
              </c:extLst>
            </c:dLbl>
            <c:dLbl>
              <c:idx val="1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9-7405-42D2-84DE-F8EA208DA7BA}"/>
                </c:ext>
              </c:extLst>
            </c:dLbl>
            <c:dLbl>
              <c:idx val="1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A-7405-42D2-84DE-F8EA208DA7BA}"/>
                </c:ext>
              </c:extLst>
            </c:dLbl>
            <c:dLbl>
              <c:idx val="1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B-7405-42D2-84DE-F8EA208DA7BA}"/>
                </c:ext>
              </c:extLst>
            </c:dLbl>
            <c:dLbl>
              <c:idx val="1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C-7405-42D2-84DE-F8EA208DA7BA}"/>
                </c:ext>
              </c:extLst>
            </c:dLbl>
            <c:dLbl>
              <c:idx val="1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D-7405-42D2-84DE-F8EA208DA7BA}"/>
                </c:ext>
              </c:extLst>
            </c:dLbl>
            <c:dLbl>
              <c:idx val="1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E-7405-42D2-84DE-F8EA208DA7BA}"/>
                </c:ext>
              </c:extLst>
            </c:dLbl>
            <c:dLbl>
              <c:idx val="1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BF-7405-42D2-84DE-F8EA208DA7BA}"/>
                </c:ext>
              </c:extLst>
            </c:dLbl>
            <c:dLbl>
              <c:idx val="1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0-7405-42D2-84DE-F8EA208DA7BA}"/>
                </c:ext>
              </c:extLst>
            </c:dLbl>
            <c:dLbl>
              <c:idx val="1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1-7405-42D2-84DE-F8EA208DA7BA}"/>
                </c:ext>
              </c:extLst>
            </c:dLbl>
            <c:dLbl>
              <c:idx val="1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2-7405-42D2-84DE-F8EA208DA7BA}"/>
                </c:ext>
              </c:extLst>
            </c:dLbl>
            <c:dLbl>
              <c:idx val="1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3-7405-42D2-84DE-F8EA208DA7BA}"/>
                </c:ext>
              </c:extLst>
            </c:dLbl>
            <c:dLbl>
              <c:idx val="1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4-7405-42D2-84DE-F8EA208DA7BA}"/>
                </c:ext>
              </c:extLst>
            </c:dLbl>
            <c:dLbl>
              <c:idx val="1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5-7405-42D2-84DE-F8EA208DA7BA}"/>
                </c:ext>
              </c:extLst>
            </c:dLbl>
            <c:dLbl>
              <c:idx val="1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6-7405-42D2-84DE-F8EA208DA7BA}"/>
                </c:ext>
              </c:extLst>
            </c:dLbl>
            <c:dLbl>
              <c:idx val="1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7-7405-42D2-84DE-F8EA208DA7BA}"/>
                </c:ext>
              </c:extLst>
            </c:dLbl>
            <c:dLbl>
              <c:idx val="1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8-7405-42D2-84DE-F8EA208DA7BA}"/>
                </c:ext>
              </c:extLst>
            </c:dLbl>
            <c:dLbl>
              <c:idx val="1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9-7405-42D2-84DE-F8EA208DA7BA}"/>
                </c:ext>
              </c:extLst>
            </c:dLbl>
            <c:dLbl>
              <c:idx val="1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A-7405-42D2-84DE-F8EA208DA7BA}"/>
                </c:ext>
              </c:extLst>
            </c:dLbl>
            <c:dLbl>
              <c:idx val="1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B-7405-42D2-84DE-F8EA208DA7BA}"/>
                </c:ext>
              </c:extLst>
            </c:dLbl>
            <c:dLbl>
              <c:idx val="1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C-7405-42D2-84DE-F8EA208DA7BA}"/>
                </c:ext>
              </c:extLst>
            </c:dLbl>
            <c:dLbl>
              <c:idx val="1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D-7405-42D2-84DE-F8EA208DA7BA}"/>
                </c:ext>
              </c:extLst>
            </c:dLbl>
            <c:dLbl>
              <c:idx val="1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E-7405-42D2-84DE-F8EA208DA7BA}"/>
                </c:ext>
              </c:extLst>
            </c:dLbl>
            <c:dLbl>
              <c:idx val="1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CF-7405-42D2-84DE-F8EA208DA7BA}"/>
                </c:ext>
              </c:extLst>
            </c:dLbl>
            <c:dLbl>
              <c:idx val="1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0-7405-42D2-84DE-F8EA208DA7BA}"/>
                </c:ext>
              </c:extLst>
            </c:dLbl>
            <c:dLbl>
              <c:idx val="1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1-7405-42D2-84DE-F8EA208DA7BA}"/>
                </c:ext>
              </c:extLst>
            </c:dLbl>
            <c:dLbl>
              <c:idx val="1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2-7405-42D2-84DE-F8EA208DA7BA}"/>
                </c:ext>
              </c:extLst>
            </c:dLbl>
            <c:dLbl>
              <c:idx val="1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3-7405-42D2-84DE-F8EA208DA7BA}"/>
                </c:ext>
              </c:extLst>
            </c:dLbl>
            <c:dLbl>
              <c:idx val="1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4-7405-42D2-84DE-F8EA208DA7BA}"/>
                </c:ext>
              </c:extLst>
            </c:dLbl>
            <c:dLbl>
              <c:idx val="1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5-7405-42D2-84DE-F8EA208DA7BA}"/>
                </c:ext>
              </c:extLst>
            </c:dLbl>
            <c:dLbl>
              <c:idx val="1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6-7405-42D2-84DE-F8EA208DA7BA}"/>
                </c:ext>
              </c:extLst>
            </c:dLbl>
            <c:dLbl>
              <c:idx val="1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7-7405-42D2-84DE-F8EA208DA7BA}"/>
                </c:ext>
              </c:extLst>
            </c:dLbl>
            <c:dLbl>
              <c:idx val="1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8-7405-42D2-84DE-F8EA208DA7BA}"/>
                </c:ext>
              </c:extLst>
            </c:dLbl>
            <c:dLbl>
              <c:idx val="1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9-7405-42D2-84DE-F8EA208DA7BA}"/>
                </c:ext>
              </c:extLst>
            </c:dLbl>
            <c:dLbl>
              <c:idx val="1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A-7405-42D2-84DE-F8EA208DA7BA}"/>
                </c:ext>
              </c:extLst>
            </c:dLbl>
            <c:dLbl>
              <c:idx val="1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B-7405-42D2-84DE-F8EA208DA7BA}"/>
                </c:ext>
              </c:extLst>
            </c:dLbl>
            <c:dLbl>
              <c:idx val="1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C-7405-42D2-84DE-F8EA208DA7BA}"/>
                </c:ext>
              </c:extLst>
            </c:dLbl>
            <c:dLbl>
              <c:idx val="1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D-7405-42D2-84DE-F8EA208DA7BA}"/>
                </c:ext>
              </c:extLst>
            </c:dLbl>
            <c:dLbl>
              <c:idx val="1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E-7405-42D2-84DE-F8EA208DA7BA}"/>
                </c:ext>
              </c:extLst>
            </c:dLbl>
            <c:dLbl>
              <c:idx val="1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DF-7405-42D2-84DE-F8EA208DA7BA}"/>
                </c:ext>
              </c:extLst>
            </c:dLbl>
            <c:dLbl>
              <c:idx val="1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0-7405-42D2-84DE-F8EA208DA7BA}"/>
                </c:ext>
              </c:extLst>
            </c:dLbl>
            <c:dLbl>
              <c:idx val="1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1-7405-42D2-84DE-F8EA208DA7BA}"/>
                </c:ext>
              </c:extLst>
            </c:dLbl>
            <c:dLbl>
              <c:idx val="1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2-7405-42D2-84DE-F8EA208DA7BA}"/>
                </c:ext>
              </c:extLst>
            </c:dLbl>
            <c:dLbl>
              <c:idx val="1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3-7405-42D2-84DE-F8EA208DA7BA}"/>
                </c:ext>
              </c:extLst>
            </c:dLbl>
            <c:dLbl>
              <c:idx val="1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4-7405-42D2-84DE-F8EA208DA7BA}"/>
                </c:ext>
              </c:extLst>
            </c:dLbl>
            <c:dLbl>
              <c:idx val="1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5-7405-42D2-84DE-F8EA208DA7BA}"/>
                </c:ext>
              </c:extLst>
            </c:dLbl>
            <c:dLbl>
              <c:idx val="1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6-7405-42D2-84DE-F8EA208DA7BA}"/>
                </c:ext>
              </c:extLst>
            </c:dLbl>
            <c:dLbl>
              <c:idx val="1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7-7405-42D2-84DE-F8EA208DA7BA}"/>
                </c:ext>
              </c:extLst>
            </c:dLbl>
            <c:dLbl>
              <c:idx val="1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8-7405-42D2-84DE-F8EA208DA7BA}"/>
                </c:ext>
              </c:extLst>
            </c:dLbl>
            <c:dLbl>
              <c:idx val="1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9-7405-42D2-84DE-F8EA208DA7BA}"/>
                </c:ext>
              </c:extLst>
            </c:dLbl>
            <c:dLbl>
              <c:idx val="1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A-7405-42D2-84DE-F8EA208DA7BA}"/>
                </c:ext>
              </c:extLst>
            </c:dLbl>
            <c:dLbl>
              <c:idx val="1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B-7405-42D2-84DE-F8EA208DA7BA}"/>
                </c:ext>
              </c:extLst>
            </c:dLbl>
            <c:dLbl>
              <c:idx val="1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C-7405-42D2-84DE-F8EA208DA7BA}"/>
                </c:ext>
              </c:extLst>
            </c:dLbl>
            <c:dLbl>
              <c:idx val="1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D-7405-42D2-84DE-F8EA208DA7BA}"/>
                </c:ext>
              </c:extLst>
            </c:dLbl>
            <c:dLbl>
              <c:idx val="1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E-7405-42D2-84DE-F8EA208DA7BA}"/>
                </c:ext>
              </c:extLst>
            </c:dLbl>
            <c:dLbl>
              <c:idx val="1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EF-7405-42D2-84DE-F8EA208DA7BA}"/>
                </c:ext>
              </c:extLst>
            </c:dLbl>
            <c:dLbl>
              <c:idx val="1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0-7405-42D2-84DE-F8EA208DA7BA}"/>
                </c:ext>
              </c:extLst>
            </c:dLbl>
            <c:dLbl>
              <c:idx val="1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1-7405-42D2-84DE-F8EA208DA7BA}"/>
                </c:ext>
              </c:extLst>
            </c:dLbl>
            <c:dLbl>
              <c:idx val="1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2-7405-42D2-84DE-F8EA208DA7BA}"/>
                </c:ext>
              </c:extLst>
            </c:dLbl>
            <c:dLbl>
              <c:idx val="1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3-7405-42D2-84DE-F8EA208DA7BA}"/>
                </c:ext>
              </c:extLst>
            </c:dLbl>
            <c:dLbl>
              <c:idx val="1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4-7405-42D2-84DE-F8EA208DA7BA}"/>
                </c:ext>
              </c:extLst>
            </c:dLbl>
            <c:dLbl>
              <c:idx val="1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5-7405-42D2-84DE-F8EA208DA7BA}"/>
                </c:ext>
              </c:extLst>
            </c:dLbl>
            <c:dLbl>
              <c:idx val="1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6-7405-42D2-84DE-F8EA208DA7BA}"/>
                </c:ext>
              </c:extLst>
            </c:dLbl>
            <c:dLbl>
              <c:idx val="1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7-7405-42D2-84DE-F8EA208DA7BA}"/>
                </c:ext>
              </c:extLst>
            </c:dLbl>
            <c:dLbl>
              <c:idx val="1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8-7405-42D2-84DE-F8EA208DA7BA}"/>
                </c:ext>
              </c:extLst>
            </c:dLbl>
            <c:dLbl>
              <c:idx val="1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9-7405-42D2-84DE-F8EA208DA7BA}"/>
                </c:ext>
              </c:extLst>
            </c:dLbl>
            <c:dLbl>
              <c:idx val="1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A-7405-42D2-84DE-F8EA208DA7BA}"/>
                </c:ext>
              </c:extLst>
            </c:dLbl>
            <c:dLbl>
              <c:idx val="1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B-7405-42D2-84DE-F8EA208DA7BA}"/>
                </c:ext>
              </c:extLst>
            </c:dLbl>
            <c:dLbl>
              <c:idx val="1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C-7405-42D2-84DE-F8EA208DA7BA}"/>
                </c:ext>
              </c:extLst>
            </c:dLbl>
            <c:dLbl>
              <c:idx val="1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D-7405-42D2-84DE-F8EA208DA7BA}"/>
                </c:ext>
              </c:extLst>
            </c:dLbl>
            <c:dLbl>
              <c:idx val="1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E-7405-42D2-84DE-F8EA208DA7BA}"/>
                </c:ext>
              </c:extLst>
            </c:dLbl>
            <c:dLbl>
              <c:idx val="1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6FF-7405-42D2-84DE-F8EA208DA7BA}"/>
                </c:ext>
              </c:extLst>
            </c:dLbl>
            <c:dLbl>
              <c:idx val="1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0-7405-42D2-84DE-F8EA208DA7BA}"/>
                </c:ext>
              </c:extLst>
            </c:dLbl>
            <c:dLbl>
              <c:idx val="1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1-7405-42D2-84DE-F8EA208DA7BA}"/>
                </c:ext>
              </c:extLst>
            </c:dLbl>
            <c:dLbl>
              <c:idx val="1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2-7405-42D2-84DE-F8EA208DA7BA}"/>
                </c:ext>
              </c:extLst>
            </c:dLbl>
            <c:dLbl>
              <c:idx val="1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3-7405-42D2-84DE-F8EA208DA7BA}"/>
                </c:ext>
              </c:extLst>
            </c:dLbl>
            <c:dLbl>
              <c:idx val="1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4-7405-42D2-84DE-F8EA208DA7BA}"/>
                </c:ext>
              </c:extLst>
            </c:dLbl>
            <c:dLbl>
              <c:idx val="1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5-7405-42D2-84DE-F8EA208DA7BA}"/>
                </c:ext>
              </c:extLst>
            </c:dLbl>
            <c:dLbl>
              <c:idx val="1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6-7405-42D2-84DE-F8EA208DA7BA}"/>
                </c:ext>
              </c:extLst>
            </c:dLbl>
            <c:dLbl>
              <c:idx val="1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7-7405-42D2-84DE-F8EA208DA7BA}"/>
                </c:ext>
              </c:extLst>
            </c:dLbl>
            <c:dLbl>
              <c:idx val="1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8-7405-42D2-84DE-F8EA208DA7BA}"/>
                </c:ext>
              </c:extLst>
            </c:dLbl>
            <c:dLbl>
              <c:idx val="1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9-7405-42D2-84DE-F8EA208DA7BA}"/>
                </c:ext>
              </c:extLst>
            </c:dLbl>
            <c:dLbl>
              <c:idx val="1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A-7405-42D2-84DE-F8EA208DA7BA}"/>
                </c:ext>
              </c:extLst>
            </c:dLbl>
            <c:dLbl>
              <c:idx val="1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B-7405-42D2-84DE-F8EA208DA7BA}"/>
                </c:ext>
              </c:extLst>
            </c:dLbl>
            <c:dLbl>
              <c:idx val="1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C-7405-42D2-84DE-F8EA208DA7BA}"/>
                </c:ext>
              </c:extLst>
            </c:dLbl>
            <c:dLbl>
              <c:idx val="1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D-7405-42D2-84DE-F8EA208DA7BA}"/>
                </c:ext>
              </c:extLst>
            </c:dLbl>
            <c:dLbl>
              <c:idx val="1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E-7405-42D2-84DE-F8EA208DA7BA}"/>
                </c:ext>
              </c:extLst>
            </c:dLbl>
            <c:dLbl>
              <c:idx val="1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0F-7405-42D2-84DE-F8EA208DA7BA}"/>
                </c:ext>
              </c:extLst>
            </c:dLbl>
            <c:dLbl>
              <c:idx val="1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0-7405-42D2-84DE-F8EA208DA7BA}"/>
                </c:ext>
              </c:extLst>
            </c:dLbl>
            <c:dLbl>
              <c:idx val="1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1-7405-42D2-84DE-F8EA208DA7BA}"/>
                </c:ext>
              </c:extLst>
            </c:dLbl>
            <c:dLbl>
              <c:idx val="1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2-7405-42D2-84DE-F8EA208DA7BA}"/>
                </c:ext>
              </c:extLst>
            </c:dLbl>
            <c:dLbl>
              <c:idx val="1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3-7405-42D2-84DE-F8EA208DA7BA}"/>
                </c:ext>
              </c:extLst>
            </c:dLbl>
            <c:dLbl>
              <c:idx val="1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4-7405-42D2-84DE-F8EA208DA7BA}"/>
                </c:ext>
              </c:extLst>
            </c:dLbl>
            <c:dLbl>
              <c:idx val="1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5-7405-42D2-84DE-F8EA208DA7BA}"/>
                </c:ext>
              </c:extLst>
            </c:dLbl>
            <c:dLbl>
              <c:idx val="1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6-7405-42D2-84DE-F8EA208DA7BA}"/>
                </c:ext>
              </c:extLst>
            </c:dLbl>
            <c:dLbl>
              <c:idx val="1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7-7405-42D2-84DE-F8EA208DA7BA}"/>
                </c:ext>
              </c:extLst>
            </c:dLbl>
            <c:dLbl>
              <c:idx val="1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8-7405-42D2-84DE-F8EA208DA7BA}"/>
                </c:ext>
              </c:extLst>
            </c:dLbl>
            <c:dLbl>
              <c:idx val="1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9-7405-42D2-84DE-F8EA208DA7BA}"/>
                </c:ext>
              </c:extLst>
            </c:dLbl>
            <c:dLbl>
              <c:idx val="1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A-7405-42D2-84DE-F8EA208DA7BA}"/>
                </c:ext>
              </c:extLst>
            </c:dLbl>
            <c:dLbl>
              <c:idx val="1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B-7405-42D2-84DE-F8EA208DA7BA}"/>
                </c:ext>
              </c:extLst>
            </c:dLbl>
            <c:dLbl>
              <c:idx val="1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C-7405-42D2-84DE-F8EA208DA7BA}"/>
                </c:ext>
              </c:extLst>
            </c:dLbl>
            <c:dLbl>
              <c:idx val="1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D-7405-42D2-84DE-F8EA208DA7BA}"/>
                </c:ext>
              </c:extLst>
            </c:dLbl>
            <c:dLbl>
              <c:idx val="1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E-7405-42D2-84DE-F8EA208DA7BA}"/>
                </c:ext>
              </c:extLst>
            </c:dLbl>
            <c:dLbl>
              <c:idx val="1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1F-7405-42D2-84DE-F8EA208DA7BA}"/>
                </c:ext>
              </c:extLst>
            </c:dLbl>
            <c:dLbl>
              <c:idx val="1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0-7405-42D2-84DE-F8EA208DA7BA}"/>
                </c:ext>
              </c:extLst>
            </c:dLbl>
            <c:dLbl>
              <c:idx val="1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1-7405-42D2-84DE-F8EA208DA7BA}"/>
                </c:ext>
              </c:extLst>
            </c:dLbl>
            <c:dLbl>
              <c:idx val="1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2-7405-42D2-84DE-F8EA208DA7BA}"/>
                </c:ext>
              </c:extLst>
            </c:dLbl>
            <c:dLbl>
              <c:idx val="1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3-7405-42D2-84DE-F8EA208DA7BA}"/>
                </c:ext>
              </c:extLst>
            </c:dLbl>
            <c:dLbl>
              <c:idx val="1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4-7405-42D2-84DE-F8EA208DA7BA}"/>
                </c:ext>
              </c:extLst>
            </c:dLbl>
            <c:dLbl>
              <c:idx val="1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5-7405-42D2-84DE-F8EA208DA7BA}"/>
                </c:ext>
              </c:extLst>
            </c:dLbl>
            <c:dLbl>
              <c:idx val="1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6-7405-42D2-84DE-F8EA208DA7BA}"/>
                </c:ext>
              </c:extLst>
            </c:dLbl>
            <c:dLbl>
              <c:idx val="1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7-7405-42D2-84DE-F8EA208DA7BA}"/>
                </c:ext>
              </c:extLst>
            </c:dLbl>
            <c:dLbl>
              <c:idx val="1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8-7405-42D2-84DE-F8EA208DA7BA}"/>
                </c:ext>
              </c:extLst>
            </c:dLbl>
            <c:dLbl>
              <c:idx val="1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9-7405-42D2-84DE-F8EA208DA7BA}"/>
                </c:ext>
              </c:extLst>
            </c:dLbl>
            <c:dLbl>
              <c:idx val="1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A-7405-42D2-84DE-F8EA208DA7BA}"/>
                </c:ext>
              </c:extLst>
            </c:dLbl>
            <c:dLbl>
              <c:idx val="1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B-7405-42D2-84DE-F8EA208DA7BA}"/>
                </c:ext>
              </c:extLst>
            </c:dLbl>
            <c:dLbl>
              <c:idx val="1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C-7405-42D2-84DE-F8EA208DA7BA}"/>
                </c:ext>
              </c:extLst>
            </c:dLbl>
            <c:dLbl>
              <c:idx val="1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D-7405-42D2-84DE-F8EA208DA7BA}"/>
                </c:ext>
              </c:extLst>
            </c:dLbl>
            <c:dLbl>
              <c:idx val="1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E-7405-42D2-84DE-F8EA208DA7BA}"/>
                </c:ext>
              </c:extLst>
            </c:dLbl>
            <c:dLbl>
              <c:idx val="1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2F-7405-42D2-84DE-F8EA208DA7BA}"/>
                </c:ext>
              </c:extLst>
            </c:dLbl>
            <c:dLbl>
              <c:idx val="1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0-7405-42D2-84DE-F8EA208DA7BA}"/>
                </c:ext>
              </c:extLst>
            </c:dLbl>
            <c:dLbl>
              <c:idx val="1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1-7405-42D2-84DE-F8EA208DA7BA}"/>
                </c:ext>
              </c:extLst>
            </c:dLbl>
            <c:dLbl>
              <c:idx val="1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2-7405-42D2-84DE-F8EA208DA7BA}"/>
                </c:ext>
              </c:extLst>
            </c:dLbl>
            <c:dLbl>
              <c:idx val="1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3-7405-42D2-84DE-F8EA208DA7BA}"/>
                </c:ext>
              </c:extLst>
            </c:dLbl>
            <c:dLbl>
              <c:idx val="1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4-7405-42D2-84DE-F8EA208DA7BA}"/>
                </c:ext>
              </c:extLst>
            </c:dLbl>
            <c:dLbl>
              <c:idx val="1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5-7405-42D2-84DE-F8EA208DA7BA}"/>
                </c:ext>
              </c:extLst>
            </c:dLbl>
            <c:dLbl>
              <c:idx val="1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6-7405-42D2-84DE-F8EA208DA7BA}"/>
                </c:ext>
              </c:extLst>
            </c:dLbl>
            <c:dLbl>
              <c:idx val="1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7-7405-42D2-84DE-F8EA208DA7BA}"/>
                </c:ext>
              </c:extLst>
            </c:dLbl>
            <c:dLbl>
              <c:idx val="1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8-7405-42D2-84DE-F8EA208DA7BA}"/>
                </c:ext>
              </c:extLst>
            </c:dLbl>
            <c:dLbl>
              <c:idx val="1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9-7405-42D2-84DE-F8EA208DA7BA}"/>
                </c:ext>
              </c:extLst>
            </c:dLbl>
            <c:dLbl>
              <c:idx val="1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A-7405-42D2-84DE-F8EA208DA7BA}"/>
                </c:ext>
              </c:extLst>
            </c:dLbl>
            <c:dLbl>
              <c:idx val="1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B-7405-42D2-84DE-F8EA208DA7BA}"/>
                </c:ext>
              </c:extLst>
            </c:dLbl>
            <c:dLbl>
              <c:idx val="1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C-7405-42D2-84DE-F8EA208DA7BA}"/>
                </c:ext>
              </c:extLst>
            </c:dLbl>
            <c:dLbl>
              <c:idx val="1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D-7405-42D2-84DE-F8EA208DA7BA}"/>
                </c:ext>
              </c:extLst>
            </c:dLbl>
            <c:dLbl>
              <c:idx val="1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E-7405-42D2-84DE-F8EA208DA7BA}"/>
                </c:ext>
              </c:extLst>
            </c:dLbl>
            <c:dLbl>
              <c:idx val="1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3F-7405-42D2-84DE-F8EA208DA7BA}"/>
                </c:ext>
              </c:extLst>
            </c:dLbl>
            <c:dLbl>
              <c:idx val="1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0-7405-42D2-84DE-F8EA208DA7BA}"/>
                </c:ext>
              </c:extLst>
            </c:dLbl>
            <c:dLbl>
              <c:idx val="1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1-7405-42D2-84DE-F8EA208DA7BA}"/>
                </c:ext>
              </c:extLst>
            </c:dLbl>
            <c:dLbl>
              <c:idx val="1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2-7405-42D2-84DE-F8EA208DA7BA}"/>
                </c:ext>
              </c:extLst>
            </c:dLbl>
            <c:dLbl>
              <c:idx val="1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3-7405-42D2-84DE-F8EA208DA7BA}"/>
                </c:ext>
              </c:extLst>
            </c:dLbl>
            <c:dLbl>
              <c:idx val="1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4-7405-42D2-84DE-F8EA208DA7BA}"/>
                </c:ext>
              </c:extLst>
            </c:dLbl>
            <c:dLbl>
              <c:idx val="1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5-7405-42D2-84DE-F8EA208DA7BA}"/>
                </c:ext>
              </c:extLst>
            </c:dLbl>
            <c:dLbl>
              <c:idx val="1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6-7405-42D2-84DE-F8EA208DA7BA}"/>
                </c:ext>
              </c:extLst>
            </c:dLbl>
            <c:dLbl>
              <c:idx val="1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7-7405-42D2-84DE-F8EA208DA7BA}"/>
                </c:ext>
              </c:extLst>
            </c:dLbl>
            <c:dLbl>
              <c:idx val="1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8-7405-42D2-84DE-F8EA208DA7BA}"/>
                </c:ext>
              </c:extLst>
            </c:dLbl>
            <c:dLbl>
              <c:idx val="1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9-7405-42D2-84DE-F8EA208DA7BA}"/>
                </c:ext>
              </c:extLst>
            </c:dLbl>
            <c:dLbl>
              <c:idx val="1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A-7405-42D2-84DE-F8EA208DA7BA}"/>
                </c:ext>
              </c:extLst>
            </c:dLbl>
            <c:dLbl>
              <c:idx val="1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B-7405-42D2-84DE-F8EA208DA7BA}"/>
                </c:ext>
              </c:extLst>
            </c:dLbl>
            <c:dLbl>
              <c:idx val="1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C-7405-42D2-84DE-F8EA208DA7BA}"/>
                </c:ext>
              </c:extLst>
            </c:dLbl>
            <c:dLbl>
              <c:idx val="1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D-7405-42D2-84DE-F8EA208DA7BA}"/>
                </c:ext>
              </c:extLst>
            </c:dLbl>
            <c:dLbl>
              <c:idx val="1868"/>
              <c:layout>
                <c:manualLayout>
                  <c:x val="-0.22657625730413253"/>
                  <c:y val="1.413067162414638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Central Piedmont CC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74E-7405-42D2-84DE-F8EA208DA7BA}"/>
                </c:ext>
              </c:extLst>
            </c:dLbl>
            <c:dLbl>
              <c:idx val="1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4F-7405-42D2-84DE-F8EA208DA7BA}"/>
                </c:ext>
              </c:extLst>
            </c:dLbl>
            <c:dLbl>
              <c:idx val="1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0-7405-42D2-84DE-F8EA208DA7BA}"/>
                </c:ext>
              </c:extLst>
            </c:dLbl>
            <c:dLbl>
              <c:idx val="1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1-7405-42D2-84DE-F8EA208DA7BA}"/>
                </c:ext>
              </c:extLst>
            </c:dLbl>
            <c:dLbl>
              <c:idx val="1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2-7405-42D2-84DE-F8EA208DA7BA}"/>
                </c:ext>
              </c:extLst>
            </c:dLbl>
            <c:dLbl>
              <c:idx val="1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3-7405-42D2-84DE-F8EA208DA7BA}"/>
                </c:ext>
              </c:extLst>
            </c:dLbl>
            <c:dLbl>
              <c:idx val="1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4-7405-42D2-84DE-F8EA208DA7BA}"/>
                </c:ext>
              </c:extLst>
            </c:dLbl>
            <c:dLbl>
              <c:idx val="1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5-7405-42D2-84DE-F8EA208DA7BA}"/>
                </c:ext>
              </c:extLst>
            </c:dLbl>
            <c:dLbl>
              <c:idx val="1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6-7405-42D2-84DE-F8EA208DA7BA}"/>
                </c:ext>
              </c:extLst>
            </c:dLbl>
            <c:dLbl>
              <c:idx val="1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7-7405-42D2-84DE-F8EA208DA7BA}"/>
                </c:ext>
              </c:extLst>
            </c:dLbl>
            <c:dLbl>
              <c:idx val="1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8-7405-42D2-84DE-F8EA208DA7BA}"/>
                </c:ext>
              </c:extLst>
            </c:dLbl>
            <c:dLbl>
              <c:idx val="1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9-7405-42D2-84DE-F8EA208DA7BA}"/>
                </c:ext>
              </c:extLst>
            </c:dLbl>
            <c:dLbl>
              <c:idx val="1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A-7405-42D2-84DE-F8EA208DA7BA}"/>
                </c:ext>
              </c:extLst>
            </c:dLbl>
            <c:dLbl>
              <c:idx val="1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B-7405-42D2-84DE-F8EA208DA7BA}"/>
                </c:ext>
              </c:extLst>
            </c:dLbl>
            <c:dLbl>
              <c:idx val="1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C-7405-42D2-84DE-F8EA208DA7BA}"/>
                </c:ext>
              </c:extLst>
            </c:dLbl>
            <c:dLbl>
              <c:idx val="1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D-7405-42D2-84DE-F8EA208DA7BA}"/>
                </c:ext>
              </c:extLst>
            </c:dLbl>
            <c:dLbl>
              <c:idx val="1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E-7405-42D2-84DE-F8EA208DA7BA}"/>
                </c:ext>
              </c:extLst>
            </c:dLbl>
            <c:dLbl>
              <c:idx val="1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5F-7405-42D2-84DE-F8EA208DA7BA}"/>
                </c:ext>
              </c:extLst>
            </c:dLbl>
            <c:dLbl>
              <c:idx val="1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0-7405-42D2-84DE-F8EA208DA7BA}"/>
                </c:ext>
              </c:extLst>
            </c:dLbl>
            <c:dLbl>
              <c:idx val="1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1-7405-42D2-84DE-F8EA208DA7BA}"/>
                </c:ext>
              </c:extLst>
            </c:dLbl>
            <c:dLbl>
              <c:idx val="1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2-7405-42D2-84DE-F8EA208DA7BA}"/>
                </c:ext>
              </c:extLst>
            </c:dLbl>
            <c:dLbl>
              <c:idx val="1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3-7405-42D2-84DE-F8EA208DA7BA}"/>
                </c:ext>
              </c:extLst>
            </c:dLbl>
            <c:dLbl>
              <c:idx val="1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4-7405-42D2-84DE-F8EA208DA7BA}"/>
                </c:ext>
              </c:extLst>
            </c:dLbl>
            <c:dLbl>
              <c:idx val="1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5-7405-42D2-84DE-F8EA208DA7BA}"/>
                </c:ext>
              </c:extLst>
            </c:dLbl>
            <c:dLbl>
              <c:idx val="1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6-7405-42D2-84DE-F8EA208DA7BA}"/>
                </c:ext>
              </c:extLst>
            </c:dLbl>
            <c:dLbl>
              <c:idx val="1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7-7405-42D2-84DE-F8EA208DA7BA}"/>
                </c:ext>
              </c:extLst>
            </c:dLbl>
            <c:dLbl>
              <c:idx val="1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8-7405-42D2-84DE-F8EA208DA7BA}"/>
                </c:ext>
              </c:extLst>
            </c:dLbl>
            <c:dLbl>
              <c:idx val="1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9-7405-42D2-84DE-F8EA208DA7BA}"/>
                </c:ext>
              </c:extLst>
            </c:dLbl>
            <c:dLbl>
              <c:idx val="1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A-7405-42D2-84DE-F8EA208DA7BA}"/>
                </c:ext>
              </c:extLst>
            </c:dLbl>
            <c:dLbl>
              <c:idx val="1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B-7405-42D2-84DE-F8EA208DA7BA}"/>
                </c:ext>
              </c:extLst>
            </c:dLbl>
            <c:dLbl>
              <c:idx val="1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C-7405-42D2-84DE-F8EA208DA7BA}"/>
                </c:ext>
              </c:extLst>
            </c:dLbl>
            <c:dLbl>
              <c:idx val="1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D-7405-42D2-84DE-F8EA208DA7BA}"/>
                </c:ext>
              </c:extLst>
            </c:dLbl>
            <c:dLbl>
              <c:idx val="1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E-7405-42D2-84DE-F8EA208DA7BA}"/>
                </c:ext>
              </c:extLst>
            </c:dLbl>
            <c:dLbl>
              <c:idx val="1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6F-7405-42D2-84DE-F8EA208DA7BA}"/>
                </c:ext>
              </c:extLst>
            </c:dLbl>
            <c:dLbl>
              <c:idx val="1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0-7405-42D2-84DE-F8EA208DA7BA}"/>
                </c:ext>
              </c:extLst>
            </c:dLbl>
            <c:dLbl>
              <c:idx val="1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1-7405-42D2-84DE-F8EA208DA7BA}"/>
                </c:ext>
              </c:extLst>
            </c:dLbl>
            <c:dLbl>
              <c:idx val="1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2-7405-42D2-84DE-F8EA208DA7BA}"/>
                </c:ext>
              </c:extLst>
            </c:dLbl>
            <c:dLbl>
              <c:idx val="1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3-7405-42D2-84DE-F8EA208DA7BA}"/>
                </c:ext>
              </c:extLst>
            </c:dLbl>
            <c:dLbl>
              <c:idx val="1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4-7405-42D2-84DE-F8EA208DA7BA}"/>
                </c:ext>
              </c:extLst>
            </c:dLbl>
            <c:dLbl>
              <c:idx val="1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5-7405-42D2-84DE-F8EA208DA7BA}"/>
                </c:ext>
              </c:extLst>
            </c:dLbl>
            <c:dLbl>
              <c:idx val="1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6-7405-42D2-84DE-F8EA208DA7BA}"/>
                </c:ext>
              </c:extLst>
            </c:dLbl>
            <c:dLbl>
              <c:idx val="1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7-7405-42D2-84DE-F8EA208DA7BA}"/>
                </c:ext>
              </c:extLst>
            </c:dLbl>
            <c:dLbl>
              <c:idx val="1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8-7405-42D2-84DE-F8EA208DA7BA}"/>
                </c:ext>
              </c:extLst>
            </c:dLbl>
            <c:dLbl>
              <c:idx val="1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9-7405-42D2-84DE-F8EA208DA7BA}"/>
                </c:ext>
              </c:extLst>
            </c:dLbl>
            <c:dLbl>
              <c:idx val="1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A-7405-42D2-84DE-F8EA208DA7BA}"/>
                </c:ext>
              </c:extLst>
            </c:dLbl>
            <c:dLbl>
              <c:idx val="1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B-7405-42D2-84DE-F8EA208DA7BA}"/>
                </c:ext>
              </c:extLst>
            </c:dLbl>
            <c:dLbl>
              <c:idx val="1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C-7405-42D2-84DE-F8EA208DA7BA}"/>
                </c:ext>
              </c:extLst>
            </c:dLbl>
            <c:dLbl>
              <c:idx val="1915"/>
              <c:tx>
                <c:rich>
                  <a:bodyPr/>
                  <a:lstStyle/>
                  <a:p>
                    <a:r>
                      <a:rPr lang="en-US"/>
                      <a:t>Stanly CC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77D-7405-42D2-84DE-F8EA208DA7BA}"/>
                </c:ext>
              </c:extLst>
            </c:dLbl>
            <c:dLbl>
              <c:idx val="1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E-7405-42D2-84DE-F8EA208DA7BA}"/>
                </c:ext>
              </c:extLst>
            </c:dLbl>
            <c:dLbl>
              <c:idx val="1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7F-7405-42D2-84DE-F8EA208DA7BA}"/>
                </c:ext>
              </c:extLst>
            </c:dLbl>
            <c:dLbl>
              <c:idx val="1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0-7405-42D2-84DE-F8EA208DA7BA}"/>
                </c:ext>
              </c:extLst>
            </c:dLbl>
            <c:dLbl>
              <c:idx val="1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1-7405-42D2-84DE-F8EA208DA7BA}"/>
                </c:ext>
              </c:extLst>
            </c:dLbl>
            <c:dLbl>
              <c:idx val="1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2-7405-42D2-84DE-F8EA208DA7BA}"/>
                </c:ext>
              </c:extLst>
            </c:dLbl>
            <c:dLbl>
              <c:idx val="1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3-7405-42D2-84DE-F8EA208DA7BA}"/>
                </c:ext>
              </c:extLst>
            </c:dLbl>
            <c:dLbl>
              <c:idx val="1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4-7405-42D2-84DE-F8EA208DA7BA}"/>
                </c:ext>
              </c:extLst>
            </c:dLbl>
            <c:dLbl>
              <c:idx val="1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5-7405-42D2-84DE-F8EA208DA7BA}"/>
                </c:ext>
              </c:extLst>
            </c:dLbl>
            <c:dLbl>
              <c:idx val="1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6-7405-42D2-84DE-F8EA208DA7BA}"/>
                </c:ext>
              </c:extLst>
            </c:dLbl>
            <c:dLbl>
              <c:idx val="1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7-7405-42D2-84DE-F8EA208DA7BA}"/>
                </c:ext>
              </c:extLst>
            </c:dLbl>
            <c:dLbl>
              <c:idx val="1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8-7405-42D2-84DE-F8EA208DA7BA}"/>
                </c:ext>
              </c:extLst>
            </c:dLbl>
            <c:dLbl>
              <c:idx val="1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9-7405-42D2-84DE-F8EA208DA7BA}"/>
                </c:ext>
              </c:extLst>
            </c:dLbl>
            <c:dLbl>
              <c:idx val="1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A-7405-42D2-84DE-F8EA208DA7BA}"/>
                </c:ext>
              </c:extLst>
            </c:dLbl>
            <c:dLbl>
              <c:idx val="1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B-7405-42D2-84DE-F8EA208DA7BA}"/>
                </c:ext>
              </c:extLst>
            </c:dLbl>
            <c:dLbl>
              <c:idx val="1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C-7405-42D2-84DE-F8EA208DA7BA}"/>
                </c:ext>
              </c:extLst>
            </c:dLbl>
            <c:dLbl>
              <c:idx val="1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D-7405-42D2-84DE-F8EA208DA7BA}"/>
                </c:ext>
              </c:extLst>
            </c:dLbl>
            <c:dLbl>
              <c:idx val="1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E-7405-42D2-84DE-F8EA208DA7BA}"/>
                </c:ext>
              </c:extLst>
            </c:dLbl>
            <c:dLbl>
              <c:idx val="1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8F-7405-42D2-84DE-F8EA208DA7BA}"/>
                </c:ext>
              </c:extLst>
            </c:dLbl>
            <c:dLbl>
              <c:idx val="1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0-7405-42D2-84DE-F8EA208DA7BA}"/>
                </c:ext>
              </c:extLst>
            </c:dLbl>
            <c:dLbl>
              <c:idx val="1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1-7405-42D2-84DE-F8EA208DA7BA}"/>
                </c:ext>
              </c:extLst>
            </c:dLbl>
            <c:dLbl>
              <c:idx val="1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2-7405-42D2-84DE-F8EA208DA7BA}"/>
                </c:ext>
              </c:extLst>
            </c:dLbl>
            <c:dLbl>
              <c:idx val="1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3-7405-42D2-84DE-F8EA208DA7BA}"/>
                </c:ext>
              </c:extLst>
            </c:dLbl>
            <c:dLbl>
              <c:idx val="1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4-7405-42D2-84DE-F8EA208DA7BA}"/>
                </c:ext>
              </c:extLst>
            </c:dLbl>
            <c:dLbl>
              <c:idx val="1939"/>
              <c:layout>
                <c:manualLayout>
                  <c:x val="-0.15256893707916461"/>
                  <c:y val="4.003690293508143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Rowan-Cabarrus</a:t>
                    </a:r>
                    <a:r>
                      <a:rPr lang="en-US" baseline="0" dirty="0"/>
                      <a:t> CC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795-7405-42D2-84DE-F8EA208DA7BA}"/>
                </c:ext>
              </c:extLst>
            </c:dLbl>
            <c:dLbl>
              <c:idx val="1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6-7405-42D2-84DE-F8EA208DA7BA}"/>
                </c:ext>
              </c:extLst>
            </c:dLbl>
            <c:dLbl>
              <c:idx val="1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7-7405-42D2-84DE-F8EA208DA7BA}"/>
                </c:ext>
              </c:extLst>
            </c:dLbl>
            <c:dLbl>
              <c:idx val="1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8-7405-42D2-84DE-F8EA208DA7BA}"/>
                </c:ext>
              </c:extLst>
            </c:dLbl>
            <c:dLbl>
              <c:idx val="1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9-7405-42D2-84DE-F8EA208DA7BA}"/>
                </c:ext>
              </c:extLst>
            </c:dLbl>
            <c:dLbl>
              <c:idx val="1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A-7405-42D2-84DE-F8EA208DA7BA}"/>
                </c:ext>
              </c:extLst>
            </c:dLbl>
            <c:dLbl>
              <c:idx val="1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B-7405-42D2-84DE-F8EA208DA7BA}"/>
                </c:ext>
              </c:extLst>
            </c:dLbl>
            <c:dLbl>
              <c:idx val="1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C-7405-42D2-84DE-F8EA208DA7BA}"/>
                </c:ext>
              </c:extLst>
            </c:dLbl>
            <c:dLbl>
              <c:idx val="1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D-7405-42D2-84DE-F8EA208DA7BA}"/>
                </c:ext>
              </c:extLst>
            </c:dLbl>
            <c:dLbl>
              <c:idx val="1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E-7405-42D2-84DE-F8EA208DA7BA}"/>
                </c:ext>
              </c:extLst>
            </c:dLbl>
            <c:dLbl>
              <c:idx val="1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9F-7405-42D2-84DE-F8EA208DA7BA}"/>
                </c:ext>
              </c:extLst>
            </c:dLbl>
            <c:dLbl>
              <c:idx val="1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0-7405-42D2-84DE-F8EA208DA7BA}"/>
                </c:ext>
              </c:extLst>
            </c:dLbl>
            <c:dLbl>
              <c:idx val="1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1-7405-42D2-84DE-F8EA208DA7BA}"/>
                </c:ext>
              </c:extLst>
            </c:dLbl>
            <c:dLbl>
              <c:idx val="1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2-7405-42D2-84DE-F8EA208DA7BA}"/>
                </c:ext>
              </c:extLst>
            </c:dLbl>
            <c:dLbl>
              <c:idx val="1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3-7405-42D2-84DE-F8EA208DA7BA}"/>
                </c:ext>
              </c:extLst>
            </c:dLbl>
            <c:dLbl>
              <c:idx val="1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4-7405-42D2-84DE-F8EA208DA7BA}"/>
                </c:ext>
              </c:extLst>
            </c:dLbl>
            <c:dLbl>
              <c:idx val="1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5-7405-42D2-84DE-F8EA208DA7BA}"/>
                </c:ext>
              </c:extLst>
            </c:dLbl>
            <c:dLbl>
              <c:idx val="1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6-7405-42D2-84DE-F8EA208DA7BA}"/>
                </c:ext>
              </c:extLst>
            </c:dLbl>
            <c:dLbl>
              <c:idx val="1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7-7405-42D2-84DE-F8EA208DA7BA}"/>
                </c:ext>
              </c:extLst>
            </c:dLbl>
            <c:dLbl>
              <c:idx val="1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8-7405-42D2-84DE-F8EA208DA7BA}"/>
                </c:ext>
              </c:extLst>
            </c:dLbl>
            <c:dLbl>
              <c:idx val="1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9-7405-42D2-84DE-F8EA208DA7BA}"/>
                </c:ext>
              </c:extLst>
            </c:dLbl>
            <c:dLbl>
              <c:idx val="1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A-7405-42D2-84DE-F8EA208DA7BA}"/>
                </c:ext>
              </c:extLst>
            </c:dLbl>
            <c:dLbl>
              <c:idx val="1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B-7405-42D2-84DE-F8EA208DA7BA}"/>
                </c:ext>
              </c:extLst>
            </c:dLbl>
            <c:dLbl>
              <c:idx val="1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C-7405-42D2-84DE-F8EA208DA7BA}"/>
                </c:ext>
              </c:extLst>
            </c:dLbl>
            <c:dLbl>
              <c:idx val="1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D-7405-42D2-84DE-F8EA208DA7BA}"/>
                </c:ext>
              </c:extLst>
            </c:dLbl>
            <c:dLbl>
              <c:idx val="1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E-7405-42D2-84DE-F8EA208DA7BA}"/>
                </c:ext>
              </c:extLst>
            </c:dLbl>
            <c:dLbl>
              <c:idx val="1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AF-7405-42D2-84DE-F8EA208DA7BA}"/>
                </c:ext>
              </c:extLst>
            </c:dLbl>
            <c:dLbl>
              <c:idx val="1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0-7405-42D2-84DE-F8EA208DA7BA}"/>
                </c:ext>
              </c:extLst>
            </c:dLbl>
            <c:dLbl>
              <c:idx val="1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1-7405-42D2-84DE-F8EA208DA7BA}"/>
                </c:ext>
              </c:extLst>
            </c:dLbl>
            <c:dLbl>
              <c:idx val="1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2-7405-42D2-84DE-F8EA208DA7BA}"/>
                </c:ext>
              </c:extLst>
            </c:dLbl>
            <c:dLbl>
              <c:idx val="1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3-7405-42D2-84DE-F8EA208DA7BA}"/>
                </c:ext>
              </c:extLst>
            </c:dLbl>
            <c:dLbl>
              <c:idx val="1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4-7405-42D2-84DE-F8EA208DA7BA}"/>
                </c:ext>
              </c:extLst>
            </c:dLbl>
            <c:dLbl>
              <c:idx val="1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5-7405-42D2-84DE-F8EA208DA7BA}"/>
                </c:ext>
              </c:extLst>
            </c:dLbl>
            <c:dLbl>
              <c:idx val="1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6-7405-42D2-84DE-F8EA208DA7BA}"/>
                </c:ext>
              </c:extLst>
            </c:dLbl>
            <c:dLbl>
              <c:idx val="1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7-7405-42D2-84DE-F8EA208DA7BA}"/>
                </c:ext>
              </c:extLst>
            </c:dLbl>
            <c:dLbl>
              <c:idx val="1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8-7405-42D2-84DE-F8EA208DA7BA}"/>
                </c:ext>
              </c:extLst>
            </c:dLbl>
            <c:dLbl>
              <c:idx val="1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9-7405-42D2-84DE-F8EA208DA7BA}"/>
                </c:ext>
              </c:extLst>
            </c:dLbl>
            <c:dLbl>
              <c:idx val="1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A-7405-42D2-84DE-F8EA208DA7BA}"/>
                </c:ext>
              </c:extLst>
            </c:dLbl>
            <c:dLbl>
              <c:idx val="1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B-7405-42D2-84DE-F8EA208DA7BA}"/>
                </c:ext>
              </c:extLst>
            </c:dLbl>
            <c:dLbl>
              <c:idx val="1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C-7405-42D2-84DE-F8EA208DA7BA}"/>
                </c:ext>
              </c:extLst>
            </c:dLbl>
            <c:dLbl>
              <c:idx val="1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D-7405-42D2-84DE-F8EA208DA7BA}"/>
                </c:ext>
              </c:extLst>
            </c:dLbl>
            <c:dLbl>
              <c:idx val="1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E-7405-42D2-84DE-F8EA208DA7BA}"/>
                </c:ext>
              </c:extLst>
            </c:dLbl>
            <c:dLbl>
              <c:idx val="1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BF-7405-42D2-84DE-F8EA208DA7BA}"/>
                </c:ext>
              </c:extLst>
            </c:dLbl>
            <c:dLbl>
              <c:idx val="1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0-7405-42D2-84DE-F8EA208DA7BA}"/>
                </c:ext>
              </c:extLst>
            </c:dLbl>
            <c:dLbl>
              <c:idx val="1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1-7405-42D2-84DE-F8EA208DA7BA}"/>
                </c:ext>
              </c:extLst>
            </c:dLbl>
            <c:dLbl>
              <c:idx val="1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2-7405-42D2-84DE-F8EA208DA7BA}"/>
                </c:ext>
              </c:extLst>
            </c:dLbl>
            <c:dLbl>
              <c:idx val="1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3-7405-42D2-84DE-F8EA208DA7BA}"/>
                </c:ext>
              </c:extLst>
            </c:dLbl>
            <c:dLbl>
              <c:idx val="1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4-7405-42D2-84DE-F8EA208DA7BA}"/>
                </c:ext>
              </c:extLst>
            </c:dLbl>
            <c:dLbl>
              <c:idx val="1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5-7405-42D2-84DE-F8EA208DA7BA}"/>
                </c:ext>
              </c:extLst>
            </c:dLbl>
            <c:dLbl>
              <c:idx val="1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6-7405-42D2-84DE-F8EA208DA7BA}"/>
                </c:ext>
              </c:extLst>
            </c:dLbl>
            <c:dLbl>
              <c:idx val="1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7-7405-42D2-84DE-F8EA208DA7BA}"/>
                </c:ext>
              </c:extLst>
            </c:dLbl>
            <c:dLbl>
              <c:idx val="1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8-7405-42D2-84DE-F8EA208DA7BA}"/>
                </c:ext>
              </c:extLst>
            </c:dLbl>
            <c:dLbl>
              <c:idx val="1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9-7405-42D2-84DE-F8EA208DA7BA}"/>
                </c:ext>
              </c:extLst>
            </c:dLbl>
            <c:dLbl>
              <c:idx val="1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A-7405-42D2-84DE-F8EA208DA7BA}"/>
                </c:ext>
              </c:extLst>
            </c:dLbl>
            <c:dLbl>
              <c:idx val="1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B-7405-42D2-84DE-F8EA208DA7BA}"/>
                </c:ext>
              </c:extLst>
            </c:dLbl>
            <c:dLbl>
              <c:idx val="1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C-7405-42D2-84DE-F8EA208DA7BA}"/>
                </c:ext>
              </c:extLst>
            </c:dLbl>
            <c:dLbl>
              <c:idx val="1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D-7405-42D2-84DE-F8EA208DA7BA}"/>
                </c:ext>
              </c:extLst>
            </c:dLbl>
            <c:dLbl>
              <c:idx val="1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E-7405-42D2-84DE-F8EA208DA7BA}"/>
                </c:ext>
              </c:extLst>
            </c:dLbl>
            <c:dLbl>
              <c:idx val="1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CF-7405-42D2-84DE-F8EA208DA7BA}"/>
                </c:ext>
              </c:extLst>
            </c:dLbl>
            <c:dLbl>
              <c:idx val="1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0-7405-42D2-84DE-F8EA208DA7BA}"/>
                </c:ext>
              </c:extLst>
            </c:dLbl>
            <c:dLbl>
              <c:idx val="1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1-7405-42D2-84DE-F8EA208DA7BA}"/>
                </c:ext>
              </c:extLst>
            </c:dLbl>
            <c:dLbl>
              <c:idx val="2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2-7405-42D2-84DE-F8EA208DA7BA}"/>
                </c:ext>
              </c:extLst>
            </c:dLbl>
            <c:dLbl>
              <c:idx val="2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3-7405-42D2-84DE-F8EA208DA7BA}"/>
                </c:ext>
              </c:extLst>
            </c:dLbl>
            <c:dLbl>
              <c:idx val="2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4-7405-42D2-84DE-F8EA208DA7BA}"/>
                </c:ext>
              </c:extLst>
            </c:dLbl>
            <c:dLbl>
              <c:idx val="2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5-7405-42D2-84DE-F8EA208DA7BA}"/>
                </c:ext>
              </c:extLst>
            </c:dLbl>
            <c:dLbl>
              <c:idx val="2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6-7405-42D2-84DE-F8EA208DA7BA}"/>
                </c:ext>
              </c:extLst>
            </c:dLbl>
            <c:dLbl>
              <c:idx val="2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7-7405-42D2-84DE-F8EA208DA7BA}"/>
                </c:ext>
              </c:extLst>
            </c:dLbl>
            <c:dLbl>
              <c:idx val="2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8-7405-42D2-84DE-F8EA208DA7BA}"/>
                </c:ext>
              </c:extLst>
            </c:dLbl>
            <c:dLbl>
              <c:idx val="2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9-7405-42D2-84DE-F8EA208DA7BA}"/>
                </c:ext>
              </c:extLst>
            </c:dLbl>
            <c:dLbl>
              <c:idx val="2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A-7405-42D2-84DE-F8EA208DA7BA}"/>
                </c:ext>
              </c:extLst>
            </c:dLbl>
            <c:dLbl>
              <c:idx val="2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B-7405-42D2-84DE-F8EA208DA7BA}"/>
                </c:ext>
              </c:extLst>
            </c:dLbl>
            <c:dLbl>
              <c:idx val="2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C-7405-42D2-84DE-F8EA208DA7BA}"/>
                </c:ext>
              </c:extLst>
            </c:dLbl>
            <c:dLbl>
              <c:idx val="2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D-7405-42D2-84DE-F8EA208DA7BA}"/>
                </c:ext>
              </c:extLst>
            </c:dLbl>
            <c:dLbl>
              <c:idx val="2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E-7405-42D2-84DE-F8EA208DA7BA}"/>
                </c:ext>
              </c:extLst>
            </c:dLbl>
            <c:dLbl>
              <c:idx val="2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DF-7405-42D2-84DE-F8EA208DA7BA}"/>
                </c:ext>
              </c:extLst>
            </c:dLbl>
            <c:dLbl>
              <c:idx val="2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0-7405-42D2-84DE-F8EA208DA7BA}"/>
                </c:ext>
              </c:extLst>
            </c:dLbl>
            <c:dLbl>
              <c:idx val="2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1-7405-42D2-84DE-F8EA208DA7BA}"/>
                </c:ext>
              </c:extLst>
            </c:dLbl>
            <c:dLbl>
              <c:idx val="2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2-7405-42D2-84DE-F8EA208DA7BA}"/>
                </c:ext>
              </c:extLst>
            </c:dLbl>
            <c:dLbl>
              <c:idx val="2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3-7405-42D2-84DE-F8EA208DA7BA}"/>
                </c:ext>
              </c:extLst>
            </c:dLbl>
            <c:dLbl>
              <c:idx val="2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4-7405-42D2-84DE-F8EA208DA7BA}"/>
                </c:ext>
              </c:extLst>
            </c:dLbl>
            <c:dLbl>
              <c:idx val="2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5-7405-42D2-84DE-F8EA208DA7BA}"/>
                </c:ext>
              </c:extLst>
            </c:dLbl>
            <c:dLbl>
              <c:idx val="2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6-7405-42D2-84DE-F8EA208DA7BA}"/>
                </c:ext>
              </c:extLst>
            </c:dLbl>
            <c:dLbl>
              <c:idx val="2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7-7405-42D2-84DE-F8EA208DA7BA}"/>
                </c:ext>
              </c:extLst>
            </c:dLbl>
            <c:dLbl>
              <c:idx val="2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8-7405-42D2-84DE-F8EA208DA7BA}"/>
                </c:ext>
              </c:extLst>
            </c:dLbl>
            <c:dLbl>
              <c:idx val="2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9-7405-42D2-84DE-F8EA208DA7BA}"/>
                </c:ext>
              </c:extLst>
            </c:dLbl>
            <c:dLbl>
              <c:idx val="2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A-7405-42D2-84DE-F8EA208DA7BA}"/>
                </c:ext>
              </c:extLst>
            </c:dLbl>
            <c:dLbl>
              <c:idx val="2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B-7405-42D2-84DE-F8EA208DA7BA}"/>
                </c:ext>
              </c:extLst>
            </c:dLbl>
            <c:dLbl>
              <c:idx val="2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C-7405-42D2-84DE-F8EA208DA7BA}"/>
                </c:ext>
              </c:extLst>
            </c:dLbl>
            <c:dLbl>
              <c:idx val="2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D-7405-42D2-84DE-F8EA208DA7BA}"/>
                </c:ext>
              </c:extLst>
            </c:dLbl>
            <c:dLbl>
              <c:idx val="2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E-7405-42D2-84DE-F8EA208DA7BA}"/>
                </c:ext>
              </c:extLst>
            </c:dLbl>
            <c:dLbl>
              <c:idx val="2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EF-7405-42D2-84DE-F8EA208DA7BA}"/>
                </c:ext>
              </c:extLst>
            </c:dLbl>
            <c:dLbl>
              <c:idx val="2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0-7405-42D2-84DE-F8EA208DA7BA}"/>
                </c:ext>
              </c:extLst>
            </c:dLbl>
            <c:dLbl>
              <c:idx val="2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1-7405-42D2-84DE-F8EA208DA7BA}"/>
                </c:ext>
              </c:extLst>
            </c:dLbl>
            <c:dLbl>
              <c:idx val="2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2-7405-42D2-84DE-F8EA208DA7BA}"/>
                </c:ext>
              </c:extLst>
            </c:dLbl>
            <c:dLbl>
              <c:idx val="2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3-7405-42D2-84DE-F8EA208DA7BA}"/>
                </c:ext>
              </c:extLst>
            </c:dLbl>
            <c:dLbl>
              <c:idx val="2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4-7405-42D2-84DE-F8EA208DA7BA}"/>
                </c:ext>
              </c:extLst>
            </c:dLbl>
            <c:dLbl>
              <c:idx val="2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5-7405-42D2-84DE-F8EA208DA7BA}"/>
                </c:ext>
              </c:extLst>
            </c:dLbl>
            <c:dLbl>
              <c:idx val="2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6-7405-42D2-84DE-F8EA208DA7BA}"/>
                </c:ext>
              </c:extLst>
            </c:dLbl>
            <c:dLbl>
              <c:idx val="2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7-7405-42D2-84DE-F8EA208DA7BA}"/>
                </c:ext>
              </c:extLst>
            </c:dLbl>
            <c:dLbl>
              <c:idx val="2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8-7405-42D2-84DE-F8EA208DA7BA}"/>
                </c:ext>
              </c:extLst>
            </c:dLbl>
            <c:dLbl>
              <c:idx val="2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9-7405-42D2-84DE-F8EA208DA7BA}"/>
                </c:ext>
              </c:extLst>
            </c:dLbl>
            <c:dLbl>
              <c:idx val="2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A-7405-42D2-84DE-F8EA208DA7BA}"/>
                </c:ext>
              </c:extLst>
            </c:dLbl>
            <c:dLbl>
              <c:idx val="2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B-7405-42D2-84DE-F8EA208DA7BA}"/>
                </c:ext>
              </c:extLst>
            </c:dLbl>
            <c:dLbl>
              <c:idx val="2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C-7405-42D2-84DE-F8EA208DA7BA}"/>
                </c:ext>
              </c:extLst>
            </c:dLbl>
            <c:dLbl>
              <c:idx val="2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D-7405-42D2-84DE-F8EA208DA7BA}"/>
                </c:ext>
              </c:extLst>
            </c:dLbl>
            <c:dLbl>
              <c:idx val="2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E-7405-42D2-84DE-F8EA208DA7BA}"/>
                </c:ext>
              </c:extLst>
            </c:dLbl>
            <c:dLbl>
              <c:idx val="2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7FF-7405-42D2-84DE-F8EA208DA7BA}"/>
                </c:ext>
              </c:extLst>
            </c:dLbl>
            <c:dLbl>
              <c:idx val="2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0-7405-42D2-84DE-F8EA208DA7BA}"/>
                </c:ext>
              </c:extLst>
            </c:dLbl>
            <c:dLbl>
              <c:idx val="2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1-7405-42D2-84DE-F8EA208DA7BA}"/>
                </c:ext>
              </c:extLst>
            </c:dLbl>
            <c:dLbl>
              <c:idx val="2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2-7405-42D2-84DE-F8EA208DA7BA}"/>
                </c:ext>
              </c:extLst>
            </c:dLbl>
            <c:dLbl>
              <c:idx val="2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3-7405-42D2-84DE-F8EA208DA7BA}"/>
                </c:ext>
              </c:extLst>
            </c:dLbl>
            <c:dLbl>
              <c:idx val="2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4-7405-42D2-84DE-F8EA208DA7BA}"/>
                </c:ext>
              </c:extLst>
            </c:dLbl>
            <c:dLbl>
              <c:idx val="2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5-7405-42D2-84DE-F8EA208DA7BA}"/>
                </c:ext>
              </c:extLst>
            </c:dLbl>
            <c:dLbl>
              <c:idx val="2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6-7405-42D2-84DE-F8EA208DA7BA}"/>
                </c:ext>
              </c:extLst>
            </c:dLbl>
            <c:dLbl>
              <c:idx val="2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7-7405-42D2-84DE-F8EA208DA7BA}"/>
                </c:ext>
              </c:extLst>
            </c:dLbl>
            <c:dLbl>
              <c:idx val="2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8-7405-42D2-84DE-F8EA208DA7BA}"/>
                </c:ext>
              </c:extLst>
            </c:dLbl>
            <c:dLbl>
              <c:idx val="2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9-7405-42D2-84DE-F8EA208DA7BA}"/>
                </c:ext>
              </c:extLst>
            </c:dLbl>
            <c:dLbl>
              <c:idx val="2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A-7405-42D2-84DE-F8EA208DA7BA}"/>
                </c:ext>
              </c:extLst>
            </c:dLbl>
            <c:dLbl>
              <c:idx val="2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B-7405-42D2-84DE-F8EA208DA7BA}"/>
                </c:ext>
              </c:extLst>
            </c:dLbl>
            <c:dLbl>
              <c:idx val="2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C-7405-42D2-84DE-F8EA208DA7BA}"/>
                </c:ext>
              </c:extLst>
            </c:dLbl>
            <c:dLbl>
              <c:idx val="2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D-7405-42D2-84DE-F8EA208DA7BA}"/>
                </c:ext>
              </c:extLst>
            </c:dLbl>
            <c:dLbl>
              <c:idx val="2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E-7405-42D2-84DE-F8EA208DA7BA}"/>
                </c:ext>
              </c:extLst>
            </c:dLbl>
            <c:dLbl>
              <c:idx val="2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0F-7405-42D2-84DE-F8EA208DA7BA}"/>
                </c:ext>
              </c:extLst>
            </c:dLbl>
            <c:dLbl>
              <c:idx val="2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0-7405-42D2-84DE-F8EA208DA7BA}"/>
                </c:ext>
              </c:extLst>
            </c:dLbl>
            <c:dLbl>
              <c:idx val="2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1-7405-42D2-84DE-F8EA208DA7BA}"/>
                </c:ext>
              </c:extLst>
            </c:dLbl>
            <c:dLbl>
              <c:idx val="2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2-7405-42D2-84DE-F8EA208DA7BA}"/>
                </c:ext>
              </c:extLst>
            </c:dLbl>
            <c:dLbl>
              <c:idx val="2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3-7405-42D2-84DE-F8EA208DA7BA}"/>
                </c:ext>
              </c:extLst>
            </c:dLbl>
            <c:dLbl>
              <c:idx val="2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4-7405-42D2-84DE-F8EA208DA7BA}"/>
                </c:ext>
              </c:extLst>
            </c:dLbl>
            <c:dLbl>
              <c:idx val="2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5-7405-42D2-84DE-F8EA208DA7BA}"/>
                </c:ext>
              </c:extLst>
            </c:dLbl>
            <c:dLbl>
              <c:idx val="2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6-7405-42D2-84DE-F8EA208DA7BA}"/>
                </c:ext>
              </c:extLst>
            </c:dLbl>
            <c:dLbl>
              <c:idx val="2069"/>
              <c:layout>
                <c:manualLayout>
                  <c:x val="-2.2771483146143971E-3"/>
                  <c:y val="-9.4204477494310972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Edgecombe CC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817-7405-42D2-84DE-F8EA208DA7BA}"/>
                </c:ext>
              </c:extLst>
            </c:dLbl>
            <c:dLbl>
              <c:idx val="2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8-7405-42D2-84DE-F8EA208DA7BA}"/>
                </c:ext>
              </c:extLst>
            </c:dLbl>
            <c:dLbl>
              <c:idx val="2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9-7405-42D2-84DE-F8EA208DA7BA}"/>
                </c:ext>
              </c:extLst>
            </c:dLbl>
            <c:dLbl>
              <c:idx val="2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A-7405-42D2-84DE-F8EA208DA7BA}"/>
                </c:ext>
              </c:extLst>
            </c:dLbl>
            <c:dLbl>
              <c:idx val="2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B-7405-42D2-84DE-F8EA208DA7BA}"/>
                </c:ext>
              </c:extLst>
            </c:dLbl>
            <c:dLbl>
              <c:idx val="2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C-7405-42D2-84DE-F8EA208DA7BA}"/>
                </c:ext>
              </c:extLst>
            </c:dLbl>
            <c:dLbl>
              <c:idx val="2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D-7405-42D2-84DE-F8EA208DA7BA}"/>
                </c:ext>
              </c:extLst>
            </c:dLbl>
            <c:dLbl>
              <c:idx val="2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E-7405-42D2-84DE-F8EA208DA7BA}"/>
                </c:ext>
              </c:extLst>
            </c:dLbl>
            <c:dLbl>
              <c:idx val="2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1F-7405-42D2-84DE-F8EA208DA7BA}"/>
                </c:ext>
              </c:extLst>
            </c:dLbl>
            <c:dLbl>
              <c:idx val="2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0-7405-42D2-84DE-F8EA208DA7BA}"/>
                </c:ext>
              </c:extLst>
            </c:dLbl>
            <c:dLbl>
              <c:idx val="2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1-7405-42D2-84DE-F8EA208DA7BA}"/>
                </c:ext>
              </c:extLst>
            </c:dLbl>
            <c:dLbl>
              <c:idx val="2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2-7405-42D2-84DE-F8EA208DA7BA}"/>
                </c:ext>
              </c:extLst>
            </c:dLbl>
            <c:dLbl>
              <c:idx val="2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3-7405-42D2-84DE-F8EA208DA7BA}"/>
                </c:ext>
              </c:extLst>
            </c:dLbl>
            <c:dLbl>
              <c:idx val="2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4-7405-42D2-84DE-F8EA208DA7BA}"/>
                </c:ext>
              </c:extLst>
            </c:dLbl>
            <c:dLbl>
              <c:idx val="2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5-7405-42D2-84DE-F8EA208DA7BA}"/>
                </c:ext>
              </c:extLst>
            </c:dLbl>
            <c:dLbl>
              <c:idx val="2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6-7405-42D2-84DE-F8EA208DA7BA}"/>
                </c:ext>
              </c:extLst>
            </c:dLbl>
            <c:dLbl>
              <c:idx val="2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7-7405-42D2-84DE-F8EA208DA7BA}"/>
                </c:ext>
              </c:extLst>
            </c:dLbl>
            <c:dLbl>
              <c:idx val="2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8-7405-42D2-84DE-F8EA208DA7BA}"/>
                </c:ext>
              </c:extLst>
            </c:dLbl>
            <c:dLbl>
              <c:idx val="2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9-7405-42D2-84DE-F8EA208DA7BA}"/>
                </c:ext>
              </c:extLst>
            </c:dLbl>
            <c:dLbl>
              <c:idx val="2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A-7405-42D2-84DE-F8EA208DA7BA}"/>
                </c:ext>
              </c:extLst>
            </c:dLbl>
            <c:dLbl>
              <c:idx val="2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B-7405-42D2-84DE-F8EA208DA7BA}"/>
                </c:ext>
              </c:extLst>
            </c:dLbl>
            <c:dLbl>
              <c:idx val="2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C-7405-42D2-84DE-F8EA208DA7BA}"/>
                </c:ext>
              </c:extLst>
            </c:dLbl>
            <c:dLbl>
              <c:idx val="2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D-7405-42D2-84DE-F8EA208DA7BA}"/>
                </c:ext>
              </c:extLst>
            </c:dLbl>
            <c:dLbl>
              <c:idx val="2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E-7405-42D2-84DE-F8EA208DA7BA}"/>
                </c:ext>
              </c:extLst>
            </c:dLbl>
            <c:dLbl>
              <c:idx val="2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2F-7405-42D2-84DE-F8EA208DA7BA}"/>
                </c:ext>
              </c:extLst>
            </c:dLbl>
            <c:dLbl>
              <c:idx val="2094"/>
              <c:layout>
                <c:manualLayout>
                  <c:x val="1.0247167415764787E-2"/>
                  <c:y val="7.0653358120730215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Forsyth Tech CC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830-7405-42D2-84DE-F8EA208DA7BA}"/>
                </c:ext>
              </c:extLst>
            </c:dLbl>
            <c:dLbl>
              <c:idx val="2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1-7405-42D2-84DE-F8EA208DA7BA}"/>
                </c:ext>
              </c:extLst>
            </c:dLbl>
            <c:dLbl>
              <c:idx val="2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2-7405-42D2-84DE-F8EA208DA7BA}"/>
                </c:ext>
              </c:extLst>
            </c:dLbl>
            <c:dLbl>
              <c:idx val="2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3-7405-42D2-84DE-F8EA208DA7BA}"/>
                </c:ext>
              </c:extLst>
            </c:dLbl>
            <c:dLbl>
              <c:idx val="2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4-7405-42D2-84DE-F8EA208DA7BA}"/>
                </c:ext>
              </c:extLst>
            </c:dLbl>
            <c:dLbl>
              <c:idx val="2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5-7405-42D2-84DE-F8EA208DA7BA}"/>
                </c:ext>
              </c:extLst>
            </c:dLbl>
            <c:dLbl>
              <c:idx val="2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6-7405-42D2-84DE-F8EA208DA7BA}"/>
                </c:ext>
              </c:extLst>
            </c:dLbl>
            <c:dLbl>
              <c:idx val="2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7-7405-42D2-84DE-F8EA208DA7BA}"/>
                </c:ext>
              </c:extLst>
            </c:dLbl>
            <c:dLbl>
              <c:idx val="2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8-7405-42D2-84DE-F8EA208DA7BA}"/>
                </c:ext>
              </c:extLst>
            </c:dLbl>
            <c:dLbl>
              <c:idx val="2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9-7405-42D2-84DE-F8EA208DA7BA}"/>
                </c:ext>
              </c:extLst>
            </c:dLbl>
            <c:dLbl>
              <c:idx val="2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A-7405-42D2-84DE-F8EA208DA7BA}"/>
                </c:ext>
              </c:extLst>
            </c:dLbl>
            <c:dLbl>
              <c:idx val="2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B-7405-42D2-84DE-F8EA208DA7BA}"/>
                </c:ext>
              </c:extLst>
            </c:dLbl>
            <c:dLbl>
              <c:idx val="2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C-7405-42D2-84DE-F8EA208DA7BA}"/>
                </c:ext>
              </c:extLst>
            </c:dLbl>
            <c:dLbl>
              <c:idx val="2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D-7405-42D2-84DE-F8EA208DA7BA}"/>
                </c:ext>
              </c:extLst>
            </c:dLbl>
            <c:dLbl>
              <c:idx val="2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E-7405-42D2-84DE-F8EA208DA7BA}"/>
                </c:ext>
              </c:extLst>
            </c:dLbl>
            <c:dLbl>
              <c:idx val="2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3F-7405-42D2-84DE-F8EA208DA7BA}"/>
                </c:ext>
              </c:extLst>
            </c:dLbl>
            <c:dLbl>
              <c:idx val="2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0-7405-42D2-84DE-F8EA208DA7BA}"/>
                </c:ext>
              </c:extLst>
            </c:dLbl>
            <c:dLbl>
              <c:idx val="2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1-7405-42D2-84DE-F8EA208DA7BA}"/>
                </c:ext>
              </c:extLst>
            </c:dLbl>
            <c:dLbl>
              <c:idx val="2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2-7405-42D2-84DE-F8EA208DA7BA}"/>
                </c:ext>
              </c:extLst>
            </c:dLbl>
            <c:dLbl>
              <c:idx val="2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3-7405-42D2-84DE-F8EA208DA7BA}"/>
                </c:ext>
              </c:extLst>
            </c:dLbl>
            <c:dLbl>
              <c:idx val="2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4-7405-42D2-84DE-F8EA208DA7BA}"/>
                </c:ext>
              </c:extLst>
            </c:dLbl>
            <c:dLbl>
              <c:idx val="2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5-7405-42D2-84DE-F8EA208DA7BA}"/>
                </c:ext>
              </c:extLst>
            </c:dLbl>
            <c:dLbl>
              <c:idx val="2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6-7405-42D2-84DE-F8EA208DA7BA}"/>
                </c:ext>
              </c:extLst>
            </c:dLbl>
            <c:dLbl>
              <c:idx val="2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7-7405-42D2-84DE-F8EA208DA7BA}"/>
                </c:ext>
              </c:extLst>
            </c:dLbl>
            <c:dLbl>
              <c:idx val="2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8-7405-42D2-84DE-F8EA208DA7BA}"/>
                </c:ext>
              </c:extLst>
            </c:dLbl>
            <c:dLbl>
              <c:idx val="2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9-7405-42D2-84DE-F8EA208DA7BA}"/>
                </c:ext>
              </c:extLst>
            </c:dLbl>
            <c:dLbl>
              <c:idx val="2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A-7405-42D2-84DE-F8EA208DA7BA}"/>
                </c:ext>
              </c:extLst>
            </c:dLbl>
            <c:dLbl>
              <c:idx val="2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B-7405-42D2-84DE-F8EA208DA7BA}"/>
                </c:ext>
              </c:extLst>
            </c:dLbl>
            <c:dLbl>
              <c:idx val="2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C-7405-42D2-84DE-F8EA208DA7BA}"/>
                </c:ext>
              </c:extLst>
            </c:dLbl>
            <c:dLbl>
              <c:idx val="2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D-7405-42D2-84DE-F8EA208DA7BA}"/>
                </c:ext>
              </c:extLst>
            </c:dLbl>
            <c:dLbl>
              <c:idx val="2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E-7405-42D2-84DE-F8EA208DA7BA}"/>
                </c:ext>
              </c:extLst>
            </c:dLbl>
            <c:dLbl>
              <c:idx val="2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4F-7405-42D2-84DE-F8EA208DA7BA}"/>
                </c:ext>
              </c:extLst>
            </c:dLbl>
            <c:dLbl>
              <c:idx val="2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0-7405-42D2-84DE-F8EA208DA7BA}"/>
                </c:ext>
              </c:extLst>
            </c:dLbl>
            <c:dLbl>
              <c:idx val="2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1-7405-42D2-84DE-F8EA208DA7BA}"/>
                </c:ext>
              </c:extLst>
            </c:dLbl>
            <c:dLbl>
              <c:idx val="2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2-7405-42D2-84DE-F8EA208DA7BA}"/>
                </c:ext>
              </c:extLst>
            </c:dLbl>
            <c:dLbl>
              <c:idx val="2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3-7405-42D2-84DE-F8EA208DA7BA}"/>
                </c:ext>
              </c:extLst>
            </c:dLbl>
            <c:dLbl>
              <c:idx val="2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4-7405-42D2-84DE-F8EA208DA7BA}"/>
                </c:ext>
              </c:extLst>
            </c:dLbl>
            <c:dLbl>
              <c:idx val="2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5-7405-42D2-84DE-F8EA208DA7BA}"/>
                </c:ext>
              </c:extLst>
            </c:dLbl>
            <c:dLbl>
              <c:idx val="2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6-7405-42D2-84DE-F8EA208DA7BA}"/>
                </c:ext>
              </c:extLst>
            </c:dLbl>
            <c:dLbl>
              <c:idx val="2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7-7405-42D2-84DE-F8EA208DA7BA}"/>
                </c:ext>
              </c:extLst>
            </c:dLbl>
            <c:dLbl>
              <c:idx val="2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8-7405-42D2-84DE-F8EA208DA7BA}"/>
                </c:ext>
              </c:extLst>
            </c:dLbl>
            <c:dLbl>
              <c:idx val="2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9-7405-42D2-84DE-F8EA208DA7BA}"/>
                </c:ext>
              </c:extLst>
            </c:dLbl>
            <c:dLbl>
              <c:idx val="2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A-7405-42D2-84DE-F8EA208DA7BA}"/>
                </c:ext>
              </c:extLst>
            </c:dLbl>
            <c:dLbl>
              <c:idx val="2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B-7405-42D2-84DE-F8EA208DA7BA}"/>
                </c:ext>
              </c:extLst>
            </c:dLbl>
            <c:dLbl>
              <c:idx val="2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C-7405-42D2-84DE-F8EA208DA7BA}"/>
                </c:ext>
              </c:extLst>
            </c:dLbl>
            <c:dLbl>
              <c:idx val="2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D-7405-42D2-84DE-F8EA208DA7BA}"/>
                </c:ext>
              </c:extLst>
            </c:dLbl>
            <c:dLbl>
              <c:idx val="2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E-7405-42D2-84DE-F8EA208DA7BA}"/>
                </c:ext>
              </c:extLst>
            </c:dLbl>
            <c:dLbl>
              <c:idx val="2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5F-7405-42D2-84DE-F8EA208DA7BA}"/>
                </c:ext>
              </c:extLst>
            </c:dLbl>
            <c:dLbl>
              <c:idx val="2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0-7405-42D2-84DE-F8EA208DA7BA}"/>
                </c:ext>
              </c:extLst>
            </c:dLbl>
            <c:dLbl>
              <c:idx val="2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1-7405-42D2-84DE-F8EA208DA7BA}"/>
                </c:ext>
              </c:extLst>
            </c:dLbl>
            <c:dLbl>
              <c:idx val="2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2-7405-42D2-84DE-F8EA208DA7BA}"/>
                </c:ext>
              </c:extLst>
            </c:dLbl>
            <c:dLbl>
              <c:idx val="2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3-7405-42D2-84DE-F8EA208DA7BA}"/>
                </c:ext>
              </c:extLst>
            </c:dLbl>
            <c:dLbl>
              <c:idx val="2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4-7405-42D2-84DE-F8EA208DA7BA}"/>
                </c:ext>
              </c:extLst>
            </c:dLbl>
            <c:dLbl>
              <c:idx val="2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5-7405-42D2-84DE-F8EA208DA7BA}"/>
                </c:ext>
              </c:extLst>
            </c:dLbl>
            <c:dLbl>
              <c:idx val="2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6-7405-42D2-84DE-F8EA208DA7BA}"/>
                </c:ext>
              </c:extLst>
            </c:dLbl>
            <c:dLbl>
              <c:idx val="2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7-7405-42D2-84DE-F8EA208DA7BA}"/>
                </c:ext>
              </c:extLst>
            </c:dLbl>
            <c:dLbl>
              <c:idx val="2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8-7405-42D2-84DE-F8EA208DA7BA}"/>
                </c:ext>
              </c:extLst>
            </c:dLbl>
            <c:dLbl>
              <c:idx val="2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9-7405-42D2-84DE-F8EA208DA7BA}"/>
                </c:ext>
              </c:extLst>
            </c:dLbl>
            <c:dLbl>
              <c:idx val="2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A-7405-42D2-84DE-F8EA208DA7BA}"/>
                </c:ext>
              </c:extLst>
            </c:dLbl>
            <c:dLbl>
              <c:idx val="2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B-7405-42D2-84DE-F8EA208DA7BA}"/>
                </c:ext>
              </c:extLst>
            </c:dLbl>
            <c:dLbl>
              <c:idx val="2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C-7405-42D2-84DE-F8EA208DA7BA}"/>
                </c:ext>
              </c:extLst>
            </c:dLbl>
            <c:dLbl>
              <c:idx val="2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D-7405-42D2-84DE-F8EA208DA7BA}"/>
                </c:ext>
              </c:extLst>
            </c:dLbl>
            <c:dLbl>
              <c:idx val="2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E-7405-42D2-84DE-F8EA208DA7BA}"/>
                </c:ext>
              </c:extLst>
            </c:dLbl>
            <c:dLbl>
              <c:idx val="2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6F-7405-42D2-84DE-F8EA208DA7BA}"/>
                </c:ext>
              </c:extLst>
            </c:dLbl>
            <c:dLbl>
              <c:idx val="2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0-7405-42D2-84DE-F8EA208DA7BA}"/>
                </c:ext>
              </c:extLst>
            </c:dLbl>
            <c:dLbl>
              <c:idx val="2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1-7405-42D2-84DE-F8EA208DA7BA}"/>
                </c:ext>
              </c:extLst>
            </c:dLbl>
            <c:dLbl>
              <c:idx val="2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2-7405-42D2-84DE-F8EA208DA7BA}"/>
                </c:ext>
              </c:extLst>
            </c:dLbl>
            <c:dLbl>
              <c:idx val="2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3-7405-42D2-84DE-F8EA208DA7BA}"/>
                </c:ext>
              </c:extLst>
            </c:dLbl>
            <c:dLbl>
              <c:idx val="2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4-7405-42D2-84DE-F8EA208DA7BA}"/>
                </c:ext>
              </c:extLst>
            </c:dLbl>
            <c:dLbl>
              <c:idx val="2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5-7405-42D2-84DE-F8EA208DA7BA}"/>
                </c:ext>
              </c:extLst>
            </c:dLbl>
            <c:dLbl>
              <c:idx val="2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6-7405-42D2-84DE-F8EA208DA7BA}"/>
                </c:ext>
              </c:extLst>
            </c:dLbl>
            <c:dLbl>
              <c:idx val="2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7-7405-42D2-84DE-F8EA208DA7BA}"/>
                </c:ext>
              </c:extLst>
            </c:dLbl>
            <c:dLbl>
              <c:idx val="2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8-7405-42D2-84DE-F8EA208DA7BA}"/>
                </c:ext>
              </c:extLst>
            </c:dLbl>
            <c:dLbl>
              <c:idx val="2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9-7405-42D2-84DE-F8EA208DA7BA}"/>
                </c:ext>
              </c:extLst>
            </c:dLbl>
            <c:dLbl>
              <c:idx val="2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A-7405-42D2-84DE-F8EA208DA7BA}"/>
                </c:ext>
              </c:extLst>
            </c:dLbl>
            <c:dLbl>
              <c:idx val="2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B-7405-42D2-84DE-F8EA208DA7BA}"/>
                </c:ext>
              </c:extLst>
            </c:dLbl>
            <c:dLbl>
              <c:idx val="2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C-7405-42D2-84DE-F8EA208DA7BA}"/>
                </c:ext>
              </c:extLst>
            </c:dLbl>
            <c:dLbl>
              <c:idx val="2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D-7405-42D2-84DE-F8EA208DA7BA}"/>
                </c:ext>
              </c:extLst>
            </c:dLbl>
            <c:dLbl>
              <c:idx val="2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E-7405-42D2-84DE-F8EA208DA7BA}"/>
                </c:ext>
              </c:extLst>
            </c:dLbl>
            <c:dLbl>
              <c:idx val="2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7F-7405-42D2-84DE-F8EA208DA7BA}"/>
                </c:ext>
              </c:extLst>
            </c:dLbl>
            <c:dLbl>
              <c:idx val="2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0-7405-42D2-84DE-F8EA208DA7BA}"/>
                </c:ext>
              </c:extLst>
            </c:dLbl>
            <c:dLbl>
              <c:idx val="2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1-7405-42D2-84DE-F8EA208DA7BA}"/>
                </c:ext>
              </c:extLst>
            </c:dLbl>
            <c:dLbl>
              <c:idx val="2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2-7405-42D2-84DE-F8EA208DA7BA}"/>
                </c:ext>
              </c:extLst>
            </c:dLbl>
            <c:dLbl>
              <c:idx val="2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3-7405-42D2-84DE-F8EA208DA7BA}"/>
                </c:ext>
              </c:extLst>
            </c:dLbl>
            <c:dLbl>
              <c:idx val="2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4-7405-42D2-84DE-F8EA208DA7BA}"/>
                </c:ext>
              </c:extLst>
            </c:dLbl>
            <c:dLbl>
              <c:idx val="2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5-7405-42D2-84DE-F8EA208DA7BA}"/>
                </c:ext>
              </c:extLst>
            </c:dLbl>
            <c:dLbl>
              <c:idx val="2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6-7405-42D2-84DE-F8EA208DA7BA}"/>
                </c:ext>
              </c:extLst>
            </c:dLbl>
            <c:dLbl>
              <c:idx val="2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7-7405-42D2-84DE-F8EA208DA7BA}"/>
                </c:ext>
              </c:extLst>
            </c:dLbl>
            <c:dLbl>
              <c:idx val="2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8-7405-42D2-84DE-F8EA208DA7BA}"/>
                </c:ext>
              </c:extLst>
            </c:dLbl>
            <c:dLbl>
              <c:idx val="2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9-7405-42D2-84DE-F8EA208DA7BA}"/>
                </c:ext>
              </c:extLst>
            </c:dLbl>
            <c:dLbl>
              <c:idx val="2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A-7405-42D2-84DE-F8EA208DA7BA}"/>
                </c:ext>
              </c:extLst>
            </c:dLbl>
            <c:dLbl>
              <c:idx val="2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B-7405-42D2-84DE-F8EA208DA7BA}"/>
                </c:ext>
              </c:extLst>
            </c:dLbl>
            <c:dLbl>
              <c:idx val="2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C-7405-42D2-84DE-F8EA208DA7BA}"/>
                </c:ext>
              </c:extLst>
            </c:dLbl>
            <c:dLbl>
              <c:idx val="2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D-7405-42D2-84DE-F8EA208DA7BA}"/>
                </c:ext>
              </c:extLst>
            </c:dLbl>
            <c:dLbl>
              <c:idx val="2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E-7405-42D2-84DE-F8EA208DA7BA}"/>
                </c:ext>
              </c:extLst>
            </c:dLbl>
            <c:dLbl>
              <c:idx val="2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8F-7405-42D2-84DE-F8EA208DA7BA}"/>
                </c:ext>
              </c:extLst>
            </c:dLbl>
            <c:dLbl>
              <c:idx val="2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0-7405-42D2-84DE-F8EA208DA7BA}"/>
                </c:ext>
              </c:extLst>
            </c:dLbl>
            <c:dLbl>
              <c:idx val="2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1-7405-42D2-84DE-F8EA208DA7BA}"/>
                </c:ext>
              </c:extLst>
            </c:dLbl>
            <c:dLbl>
              <c:idx val="2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2-7405-42D2-84DE-F8EA208DA7BA}"/>
                </c:ext>
              </c:extLst>
            </c:dLbl>
            <c:dLbl>
              <c:idx val="2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3-7405-42D2-84DE-F8EA208DA7BA}"/>
                </c:ext>
              </c:extLst>
            </c:dLbl>
            <c:dLbl>
              <c:idx val="2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4-7405-42D2-84DE-F8EA208DA7BA}"/>
                </c:ext>
              </c:extLst>
            </c:dLbl>
            <c:dLbl>
              <c:idx val="2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5-7405-42D2-84DE-F8EA208DA7BA}"/>
                </c:ext>
              </c:extLst>
            </c:dLbl>
            <c:dLbl>
              <c:idx val="2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6-7405-42D2-84DE-F8EA208DA7BA}"/>
                </c:ext>
              </c:extLst>
            </c:dLbl>
            <c:dLbl>
              <c:idx val="2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7-7405-42D2-84DE-F8EA208DA7BA}"/>
                </c:ext>
              </c:extLst>
            </c:dLbl>
            <c:dLbl>
              <c:idx val="2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8-7405-42D2-84DE-F8EA208DA7BA}"/>
                </c:ext>
              </c:extLst>
            </c:dLbl>
            <c:dLbl>
              <c:idx val="2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9-7405-42D2-84DE-F8EA208DA7BA}"/>
                </c:ext>
              </c:extLst>
            </c:dLbl>
            <c:dLbl>
              <c:idx val="2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A-7405-42D2-84DE-F8EA208DA7BA}"/>
                </c:ext>
              </c:extLst>
            </c:dLbl>
            <c:dLbl>
              <c:idx val="2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B-7405-42D2-84DE-F8EA208DA7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l"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bg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Braven!$D$2:$D$2203</c:f>
              <c:numCache>
                <c:formatCode>General</c:formatCode>
                <c:ptCount val="2202"/>
                <c:pt idx="92">
                  <c:v>3.1803748999999999</c:v>
                </c:pt>
                <c:pt idx="208">
                  <c:v>1.7875916999999999</c:v>
                </c:pt>
                <c:pt idx="248">
                  <c:v>6.9826335999999998</c:v>
                </c:pt>
                <c:pt idx="331">
                  <c:v>3.4589846</c:v>
                </c:pt>
                <c:pt idx="377">
                  <c:v>4.2567462999999996</c:v>
                </c:pt>
                <c:pt idx="446">
                  <c:v>1.3816976999999999</c:v>
                </c:pt>
                <c:pt idx="593">
                  <c:v>6.5462718000000004</c:v>
                </c:pt>
                <c:pt idx="789">
                  <c:v>4.1673346000000002</c:v>
                </c:pt>
                <c:pt idx="812">
                  <c:v>3.6087096000000001</c:v>
                </c:pt>
                <c:pt idx="884">
                  <c:v>6.7847729000000001</c:v>
                </c:pt>
                <c:pt idx="1096">
                  <c:v>17.229799</c:v>
                </c:pt>
                <c:pt idx="1199">
                  <c:v>21.012121</c:v>
                </c:pt>
                <c:pt idx="1231">
                  <c:v>6.0231829000000001</c:v>
                </c:pt>
                <c:pt idx="1293">
                  <c:v>21.139999</c:v>
                </c:pt>
                <c:pt idx="1318">
                  <c:v>15.239432000000001</c:v>
                </c:pt>
                <c:pt idx="1868">
                  <c:v>12.285538000000001</c:v>
                </c:pt>
                <c:pt idx="1915">
                  <c:v>15.632856</c:v>
                </c:pt>
                <c:pt idx="1939">
                  <c:v>12.845675</c:v>
                </c:pt>
                <c:pt idx="2069">
                  <c:v>34.405360999999999</c:v>
                </c:pt>
                <c:pt idx="2094">
                  <c:v>14.158376000000001</c:v>
                </c:pt>
              </c:numCache>
            </c:numRef>
          </c:xVal>
          <c:yVal>
            <c:numRef>
              <c:f>Braven!$E$2:$E$2203</c:f>
              <c:numCache>
                <c:formatCode>General</c:formatCode>
                <c:ptCount val="2202"/>
                <c:pt idx="92">
                  <c:v>50.391167000000003</c:v>
                </c:pt>
                <c:pt idx="208">
                  <c:v>40.344776000000003</c:v>
                </c:pt>
                <c:pt idx="248">
                  <c:v>37.757083999999999</c:v>
                </c:pt>
                <c:pt idx="331">
                  <c:v>33.300896000000002</c:v>
                </c:pt>
                <c:pt idx="377">
                  <c:v>31.746281</c:v>
                </c:pt>
                <c:pt idx="446">
                  <c:v>29.688521999999999</c:v>
                </c:pt>
                <c:pt idx="593">
                  <c:v>25.022473999999999</c:v>
                </c:pt>
                <c:pt idx="789">
                  <c:v>20.236183</c:v>
                </c:pt>
                <c:pt idx="812">
                  <c:v>19.721117</c:v>
                </c:pt>
                <c:pt idx="884">
                  <c:v>18.644908999999998</c:v>
                </c:pt>
                <c:pt idx="1096">
                  <c:v>15.756985999999999</c:v>
                </c:pt>
                <c:pt idx="1199">
                  <c:v>14.410923</c:v>
                </c:pt>
                <c:pt idx="1231">
                  <c:v>14.080359</c:v>
                </c:pt>
                <c:pt idx="1293">
                  <c:v>13.439994</c:v>
                </c:pt>
                <c:pt idx="1318">
                  <c:v>13.098610000000001</c:v>
                </c:pt>
                <c:pt idx="1868">
                  <c:v>7.2304950000000003</c:v>
                </c:pt>
                <c:pt idx="1915">
                  <c:v>6.6552372000000002</c:v>
                </c:pt>
                <c:pt idx="1939">
                  <c:v>6.3271341000000003</c:v>
                </c:pt>
                <c:pt idx="2069">
                  <c:v>4.1779871000000002</c:v>
                </c:pt>
                <c:pt idx="2094">
                  <c:v>3.7457015999999999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Braven!$A$2:$A$2203</c15:f>
                <c15:dlblRangeCache>
                  <c:ptCount val="2202"/>
                  <c:pt idx="0">
                    <c:v>Saint Louis College Of Pharmacy</c:v>
                  </c:pt>
                  <c:pt idx="1">
                    <c:v>MCPHS University</c:v>
                  </c:pt>
                  <c:pt idx="2">
                    <c:v>Albany College Of Pharmacy And Health Sciences</c:v>
                  </c:pt>
                  <c:pt idx="3">
                    <c:v>California Maritime Academy</c:v>
                  </c:pt>
                  <c:pt idx="4">
                    <c:v>Rose - Hulman Institute Of Technology</c:v>
                  </c:pt>
                  <c:pt idx="5">
                    <c:v>Advanced Institute Of Hair Design</c:v>
                  </c:pt>
                  <c:pt idx="6">
                    <c:v>Kettering University</c:v>
                  </c:pt>
                  <c:pt idx="7">
                    <c:v>Harvey Mudd College</c:v>
                  </c:pt>
                  <c:pt idx="8">
                    <c:v>Claremont Mckenna College</c:v>
                  </c:pt>
                  <c:pt idx="9">
                    <c:v>Babson College</c:v>
                  </c:pt>
                  <c:pt idx="10">
                    <c:v>Worcester Polytechnic Institute</c:v>
                  </c:pt>
                  <c:pt idx="11">
                    <c:v>MIT</c:v>
                  </c:pt>
                  <c:pt idx="12">
                    <c:v>California Institute Of Technology</c:v>
                  </c:pt>
                  <c:pt idx="13">
                    <c:v>Princeton University</c:v>
                  </c:pt>
                  <c:pt idx="14">
                    <c:v>Rensselaer Polytechnic Institute</c:v>
                  </c:pt>
                  <c:pt idx="15">
                    <c:v>Colorado School Of Mines</c:v>
                  </c:pt>
                  <c:pt idx="16">
                    <c:v>New Jersey Institute Of Technology</c:v>
                  </c:pt>
                  <c:pt idx="17">
                    <c:v>Fairfield University</c:v>
                  </c:pt>
                  <c:pt idx="18">
                    <c:v>University Of The Sciences In Philadelphia</c:v>
                  </c:pt>
                  <c:pt idx="19">
                    <c:v>Stanford</c:v>
                  </c:pt>
                  <c:pt idx="20">
                    <c:v>College Of Mount Saint Vincent And Manhattan College</c:v>
                  </c:pt>
                  <c:pt idx="21">
                    <c:v>Stevens Institute Of Technology</c:v>
                  </c:pt>
                  <c:pt idx="22">
                    <c:v>University Of Notre Dame</c:v>
                  </c:pt>
                  <c:pt idx="23">
                    <c:v>Tufts University</c:v>
                  </c:pt>
                  <c:pt idx="24">
                    <c:v>Santa Clara University</c:v>
                  </c:pt>
                  <c:pt idx="25">
                    <c:v>Massachusetts Maritime Academy</c:v>
                  </c:pt>
                  <c:pt idx="26">
                    <c:v>Columbia University In The City Of New York</c:v>
                  </c:pt>
                  <c:pt idx="27">
                    <c:v>Georgetown University</c:v>
                  </c:pt>
                  <c:pt idx="28">
                    <c:v>Colby College</c:v>
                  </c:pt>
                  <c:pt idx="29">
                    <c:v>University Of Mary Washington</c:v>
                  </c:pt>
                  <c:pt idx="30">
                    <c:v>Bentley University</c:v>
                  </c:pt>
                  <c:pt idx="31">
                    <c:v>Illinois Institute Of Technology</c:v>
                  </c:pt>
                  <c:pt idx="32">
                    <c:v>Hamilton College</c:v>
                  </c:pt>
                  <c:pt idx="33">
                    <c:v>Cornell University</c:v>
                  </c:pt>
                  <c:pt idx="34">
                    <c:v>Vanderbilt University</c:v>
                  </c:pt>
                  <c:pt idx="35">
                    <c:v>Saint John's University of Collegeville, MN</c:v>
                  </c:pt>
                  <c:pt idx="36">
                    <c:v>Johns Hopkins University</c:v>
                  </c:pt>
                  <c:pt idx="37">
                    <c:v>Lafayette College</c:v>
                  </c:pt>
                  <c:pt idx="38">
                    <c:v>University Of Pennsylvania</c:v>
                  </c:pt>
                  <c:pt idx="39">
                    <c:v>Villanova University</c:v>
                  </c:pt>
                  <c:pt idx="40">
                    <c:v>Rhodes College</c:v>
                  </c:pt>
                  <c:pt idx="41">
                    <c:v>Harvard</c:v>
                  </c:pt>
                  <c:pt idx="42">
                    <c:v>Georgia Institute Of Technology</c:v>
                  </c:pt>
                  <c:pt idx="43">
                    <c:v>Yale University</c:v>
                  </c:pt>
                  <c:pt idx="44">
                    <c:v>Lehigh University</c:v>
                  </c:pt>
                  <c:pt idx="45">
                    <c:v>Drew University</c:v>
                  </c:pt>
                  <c:pt idx="46">
                    <c:v>Franklin &amp; Marshall College</c:v>
                  </c:pt>
                  <c:pt idx="47">
                    <c:v>Boston College</c:v>
                  </c:pt>
                  <c:pt idx="48">
                    <c:v>Pace University</c:v>
                  </c:pt>
                  <c:pt idx="49">
                    <c:v>University Of California, Irvine</c:v>
                  </c:pt>
                  <c:pt idx="50">
                    <c:v>University Of California, Berkeley</c:v>
                  </c:pt>
                  <c:pt idx="51">
                    <c:v>Northwestern University</c:v>
                  </c:pt>
                  <c:pt idx="52">
                    <c:v>Bucknell University</c:v>
                  </c:pt>
                  <c:pt idx="53">
                    <c:v>University Of California, San Diego</c:v>
                  </c:pt>
                  <c:pt idx="54">
                    <c:v>Case Western Reserve University</c:v>
                  </c:pt>
                  <c:pt idx="55">
                    <c:v>University Of California, Los Angeles</c:v>
                  </c:pt>
                  <c:pt idx="56">
                    <c:v>Middlebury College</c:v>
                  </c:pt>
                  <c:pt idx="57">
                    <c:v>Trinity College of Hartford, CT</c:v>
                  </c:pt>
                  <c:pt idx="58">
                    <c:v>University Of Southern California</c:v>
                  </c:pt>
                  <c:pt idx="59">
                    <c:v>Dickinson College</c:v>
                  </c:pt>
                  <c:pt idx="60">
                    <c:v>Binghamton University</c:v>
                  </c:pt>
                  <c:pt idx="61">
                    <c:v>Illinois Wesleyan University</c:v>
                  </c:pt>
                  <c:pt idx="62">
                    <c:v>Bryant University</c:v>
                  </c:pt>
                  <c:pt idx="63">
                    <c:v>California Polytechnic State University</c:v>
                  </c:pt>
                  <c:pt idx="64">
                    <c:v>Washington University In St. Louis</c:v>
                  </c:pt>
                  <c:pt idx="65">
                    <c:v>Creighton University</c:v>
                  </c:pt>
                  <c:pt idx="66">
                    <c:v>Carnegie Mellon University</c:v>
                  </c:pt>
                  <c:pt idx="67">
                    <c:v>Brown University</c:v>
                  </c:pt>
                  <c:pt idx="68">
                    <c:v>Clarkson University</c:v>
                  </c:pt>
                  <c:pt idx="69">
                    <c:v>Pomona College</c:v>
                  </c:pt>
                  <c:pt idx="70">
                    <c:v>Carleton College</c:v>
                  </c:pt>
                  <c:pt idx="71">
                    <c:v>Barnard College</c:v>
                  </c:pt>
                  <c:pt idx="72">
                    <c:v>Western New England University</c:v>
                  </c:pt>
                  <c:pt idx="73">
                    <c:v>Dominican University Of California</c:v>
                  </c:pt>
                  <c:pt idx="74">
                    <c:v>University Of Rochester</c:v>
                  </c:pt>
                  <c:pt idx="75">
                    <c:v>Willamette University</c:v>
                  </c:pt>
                  <c:pt idx="76">
                    <c:v>Nichols College</c:v>
                  </c:pt>
                  <c:pt idx="77">
                    <c:v>New York University</c:v>
                  </c:pt>
                  <c:pt idx="78">
                    <c:v>Ohio Northern University</c:v>
                  </c:pt>
                  <c:pt idx="79">
                    <c:v>Fordham University</c:v>
                  </c:pt>
                  <c:pt idx="80">
                    <c:v>University Of Virginia</c:v>
                  </c:pt>
                  <c:pt idx="81">
                    <c:v>University Of California, Davis</c:v>
                  </c:pt>
                  <c:pt idx="82">
                    <c:v>Rochester Institute Of Technology</c:v>
                  </c:pt>
                  <c:pt idx="83">
                    <c:v>Cooper Union For The Advancement Of Science &amp; Art </c:v>
                  </c:pt>
                  <c:pt idx="84">
                    <c:v>Syracuse University</c:v>
                  </c:pt>
                  <c:pt idx="85">
                    <c:v>SUNY Maritime College</c:v>
                  </c:pt>
                  <c:pt idx="86">
                    <c:v>State University Of New York At Stony Brook</c:v>
                  </c:pt>
                  <c:pt idx="87">
                    <c:v>Florida Institute Of Technology</c:v>
                  </c:pt>
                  <c:pt idx="88">
                    <c:v>Washington And Lee University</c:v>
                  </c:pt>
                  <c:pt idx="89">
                    <c:v>Brandeis University</c:v>
                  </c:pt>
                  <c:pt idx="90">
                    <c:v>Connecticut College</c:v>
                  </c:pt>
                  <c:pt idx="91">
                    <c:v>Boston University</c:v>
                  </c:pt>
                  <c:pt idx="92">
                    <c:v>Duke University</c:v>
                  </c:pt>
                  <c:pt idx="93">
                    <c:v>University Of Michigan - Ann Arbor</c:v>
                  </c:pt>
                  <c:pt idx="94">
                    <c:v>George Mason University</c:v>
                  </c:pt>
                  <c:pt idx="95">
                    <c:v>Milwaukee School Of Engineering</c:v>
                  </c:pt>
                  <c:pt idx="96">
                    <c:v>Emory University</c:v>
                  </c:pt>
                  <c:pt idx="97">
                    <c:v>College Of New Jersey </c:v>
                  </c:pt>
                  <c:pt idx="98">
                    <c:v>University Of The Pacific</c:v>
                  </c:pt>
                  <c:pt idx="99">
                    <c:v>Dartmouth College</c:v>
                  </c:pt>
                  <c:pt idx="100">
                    <c:v>MCP Hahnemann And Drexel Universities</c:v>
                  </c:pt>
                  <c:pt idx="101">
                    <c:v>University Of California, Santa Barbara</c:v>
                  </c:pt>
                  <c:pt idx="102">
                    <c:v>Saint Francis College</c:v>
                  </c:pt>
                  <c:pt idx="103">
                    <c:v>Scripps College</c:v>
                  </c:pt>
                  <c:pt idx="104">
                    <c:v>Swarthmore College</c:v>
                  </c:pt>
                  <c:pt idx="105">
                    <c:v>Clarke University</c:v>
                  </c:pt>
                  <c:pt idx="106">
                    <c:v>Rice University</c:v>
                  </c:pt>
                  <c:pt idx="107">
                    <c:v>College Of The Holy Cross</c:v>
                  </c:pt>
                  <c:pt idx="108">
                    <c:v>Quinnipiac University</c:v>
                  </c:pt>
                  <c:pt idx="109">
                    <c:v>University Of Scranton</c:v>
                  </c:pt>
                  <c:pt idx="110">
                    <c:v>Dominican College Of Blauvelt</c:v>
                  </c:pt>
                  <c:pt idx="111">
                    <c:v>Embry-Riddle Aeronautical University</c:v>
                  </c:pt>
                  <c:pt idx="112">
                    <c:v>College Of Saint Scholastica</c:v>
                  </c:pt>
                  <c:pt idx="113">
                    <c:v>Messiah College</c:v>
                  </c:pt>
                  <c:pt idx="114">
                    <c:v>Drake University</c:v>
                  </c:pt>
                  <c:pt idx="115">
                    <c:v>College Of Saint Benedict</c:v>
                  </c:pt>
                  <c:pt idx="116">
                    <c:v>Trinity University</c:v>
                  </c:pt>
                  <c:pt idx="117">
                    <c:v>Butler University</c:v>
                  </c:pt>
                  <c:pt idx="118">
                    <c:v>New Mexico Institute Of Mining &amp; Technology</c:v>
                  </c:pt>
                  <c:pt idx="119">
                    <c:v>Lake Forest College</c:v>
                  </c:pt>
                  <c:pt idx="120">
                    <c:v>Juniata College</c:v>
                  </c:pt>
                  <c:pt idx="121">
                    <c:v>Yeshiva University</c:v>
                  </c:pt>
                  <c:pt idx="122">
                    <c:v>Virginia Polytechnic Institute &amp; State University</c:v>
                  </c:pt>
                  <c:pt idx="123">
                    <c:v>Saint John's University of Queens, NY</c:v>
                  </c:pt>
                  <c:pt idx="124">
                    <c:v>Northeastern University</c:v>
                  </c:pt>
                  <c:pt idx="125">
                    <c:v>University Of Denver</c:v>
                  </c:pt>
                  <c:pt idx="126">
                    <c:v>Trine University</c:v>
                  </c:pt>
                  <c:pt idx="127">
                    <c:v>Augustana College of Rock Island, IL</c:v>
                  </c:pt>
                  <c:pt idx="128">
                    <c:v>CUNY Bernard M. Baruch College</c:v>
                  </c:pt>
                  <c:pt idx="129">
                    <c:v>University Of Connecticut</c:v>
                  </c:pt>
                  <c:pt idx="130">
                    <c:v>Wesleyan University</c:v>
                  </c:pt>
                  <c:pt idx="131">
                    <c:v>University Of San Diego</c:v>
                  </c:pt>
                  <c:pt idx="132">
                    <c:v>Michigan Technological University</c:v>
                  </c:pt>
                  <c:pt idx="133">
                    <c:v>Muhlenberg College</c:v>
                  </c:pt>
                  <c:pt idx="134">
                    <c:v>Amherst College</c:v>
                  </c:pt>
                  <c:pt idx="135">
                    <c:v>Westminster College of Fulton, MO</c:v>
                  </c:pt>
                  <c:pt idx="136">
                    <c:v>University Of San Francisco</c:v>
                  </c:pt>
                  <c:pt idx="137">
                    <c:v>Loyola Marymount University</c:v>
                  </c:pt>
                  <c:pt idx="138">
                    <c:v>California State Polytechnic University, Pomona</c:v>
                  </c:pt>
                  <c:pt idx="139">
                    <c:v>Maine Maritime Academy</c:v>
                  </c:pt>
                  <c:pt idx="140">
                    <c:v>University Of Washington System</c:v>
                  </c:pt>
                  <c:pt idx="141">
                    <c:v>Providence College</c:v>
                  </c:pt>
                  <c:pt idx="142">
                    <c:v>University Of Saint Thomas of Saint Paul, MN</c:v>
                  </c:pt>
                  <c:pt idx="143">
                    <c:v>University Of Chicago </c:v>
                  </c:pt>
                  <c:pt idx="144">
                    <c:v>Pacific Union College</c:v>
                  </c:pt>
                  <c:pt idx="145">
                    <c:v>Union College of Schenectady, NY</c:v>
                  </c:pt>
                  <c:pt idx="146">
                    <c:v>Vaughn College Of Aeronautics And Technology</c:v>
                  </c:pt>
                  <c:pt idx="147">
                    <c:v>Citadel, The Military College Of South Carolina</c:v>
                  </c:pt>
                  <c:pt idx="148">
                    <c:v>Wilkes University</c:v>
                  </c:pt>
                  <c:pt idx="149">
                    <c:v>Texas A&amp;M University</c:v>
                  </c:pt>
                  <c:pt idx="150">
                    <c:v>University Of Texas At Austin</c:v>
                  </c:pt>
                  <c:pt idx="151">
                    <c:v>Skidmore College</c:v>
                  </c:pt>
                  <c:pt idx="152">
                    <c:v>Jamestown College</c:v>
                  </c:pt>
                  <c:pt idx="153">
                    <c:v>SUNY College At Geneseo</c:v>
                  </c:pt>
                  <c:pt idx="154">
                    <c:v>California State University, East Bay</c:v>
                  </c:pt>
                  <c:pt idx="155">
                    <c:v>Gettysburg College</c:v>
                  </c:pt>
                  <c:pt idx="156">
                    <c:v>Saint Mary's College Of California</c:v>
                  </c:pt>
                  <c:pt idx="157">
                    <c:v>Wellesley College</c:v>
                  </c:pt>
                  <c:pt idx="158">
                    <c:v>Salve Regina University</c:v>
                  </c:pt>
                  <c:pt idx="159">
                    <c:v>Hood College</c:v>
                  </c:pt>
                  <c:pt idx="160">
                    <c:v>State University Of New York At Albany</c:v>
                  </c:pt>
                  <c:pt idx="161">
                    <c:v>Saint Joseph's College of Brooklyn, NY</c:v>
                  </c:pt>
                  <c:pt idx="162">
                    <c:v>Virginia Military Institute</c:v>
                  </c:pt>
                  <c:pt idx="163">
                    <c:v>Mount Holyoke College</c:v>
                  </c:pt>
                  <c:pt idx="164">
                    <c:v>Pepperdine University</c:v>
                  </c:pt>
                  <c:pt idx="165">
                    <c:v>Depaul University</c:v>
                  </c:pt>
                  <c:pt idx="166">
                    <c:v>University Of Mary</c:v>
                  </c:pt>
                  <c:pt idx="167">
                    <c:v>Robert Morris University</c:v>
                  </c:pt>
                  <c:pt idx="168">
                    <c:v>University Of Florida</c:v>
                  </c:pt>
                  <c:pt idx="169">
                    <c:v>La Salle University</c:v>
                  </c:pt>
                  <c:pt idx="170">
                    <c:v>Philadelphia University</c:v>
                  </c:pt>
                  <c:pt idx="171">
                    <c:v>Point Loma Nazarene University</c:v>
                  </c:pt>
                  <c:pt idx="172">
                    <c:v>Concordia University of Portland, OR</c:v>
                  </c:pt>
                  <c:pt idx="173">
                    <c:v>Albertus Magnus College</c:v>
                  </c:pt>
                  <c:pt idx="174">
                    <c:v>Assumption College</c:v>
                  </c:pt>
                  <c:pt idx="175">
                    <c:v>Letourneau University</c:v>
                  </c:pt>
                  <c:pt idx="176">
                    <c:v>State University Of New York At Buffalo</c:v>
                  </c:pt>
                  <c:pt idx="177">
                    <c:v>Clark University</c:v>
                  </c:pt>
                  <c:pt idx="178">
                    <c:v>Hofstra University</c:v>
                  </c:pt>
                  <c:pt idx="179">
                    <c:v>George Washington University</c:v>
                  </c:pt>
                  <c:pt idx="180">
                    <c:v>Seton Hall University</c:v>
                  </c:pt>
                  <c:pt idx="181">
                    <c:v>Wagner College</c:v>
                  </c:pt>
                  <c:pt idx="182">
                    <c:v>Saint Louis University</c:v>
                  </c:pt>
                  <c:pt idx="183">
                    <c:v>Sacred Heart University</c:v>
                  </c:pt>
                  <c:pt idx="184">
                    <c:v>University Of Texas At Dallas</c:v>
                  </c:pt>
                  <c:pt idx="185">
                    <c:v>University Of Illinois System</c:v>
                  </c:pt>
                  <c:pt idx="186">
                    <c:v>Saint Olaf College</c:v>
                  </c:pt>
                  <c:pt idx="187">
                    <c:v>Marquette University</c:v>
                  </c:pt>
                  <c:pt idx="188">
                    <c:v>Saint Anselm College</c:v>
                  </c:pt>
                  <c:pt idx="189">
                    <c:v>Bowdoin College</c:v>
                  </c:pt>
                  <c:pt idx="190">
                    <c:v>Manhattanville College</c:v>
                  </c:pt>
                  <c:pt idx="191">
                    <c:v>Duquesne University Of The Holy Spirit</c:v>
                  </c:pt>
                  <c:pt idx="192">
                    <c:v>Bates College</c:v>
                  </c:pt>
                  <c:pt idx="193">
                    <c:v>Ohio Wesleyan University</c:v>
                  </c:pt>
                  <c:pt idx="194">
                    <c:v>Regis University</c:v>
                  </c:pt>
                  <c:pt idx="195">
                    <c:v>McDaniel College</c:v>
                  </c:pt>
                  <c:pt idx="196">
                    <c:v>Grinnell College</c:v>
                  </c:pt>
                  <c:pt idx="197">
                    <c:v>Mount Saint Mary College</c:v>
                  </c:pt>
                  <c:pt idx="198">
                    <c:v>University Of California, Riverside</c:v>
                  </c:pt>
                  <c:pt idx="199">
                    <c:v>Presbyterian College</c:v>
                  </c:pt>
                  <c:pt idx="200">
                    <c:v>Dunwoody College Of Technology</c:v>
                  </c:pt>
                  <c:pt idx="201">
                    <c:v>Simmons College</c:v>
                  </c:pt>
                  <c:pt idx="202">
                    <c:v>San Diego State University</c:v>
                  </c:pt>
                  <c:pt idx="203">
                    <c:v>Kalamazoo College</c:v>
                  </c:pt>
                  <c:pt idx="204">
                    <c:v>Saint Joseph's University</c:v>
                  </c:pt>
                  <c:pt idx="205">
                    <c:v>Thomas A Edison State College</c:v>
                  </c:pt>
                  <c:pt idx="206">
                    <c:v>James Madison University</c:v>
                  </c:pt>
                  <c:pt idx="207">
                    <c:v>Christian Brothers University</c:v>
                  </c:pt>
                  <c:pt idx="208">
                    <c:v>Wake Forest University</c:v>
                  </c:pt>
                  <c:pt idx="209">
                    <c:v>Seattle University</c:v>
                  </c:pt>
                  <c:pt idx="210">
                    <c:v>Bradley University</c:v>
                  </c:pt>
                  <c:pt idx="211">
                    <c:v>Ramapo College Of New Jersey</c:v>
                  </c:pt>
                  <c:pt idx="212">
                    <c:v>ITI Technical College</c:v>
                  </c:pt>
                  <c:pt idx="213">
                    <c:v>Otis College Of Art &amp; Design</c:v>
                  </c:pt>
                  <c:pt idx="214">
                    <c:v>University Of Miami</c:v>
                  </c:pt>
                  <c:pt idx="215">
                    <c:v>Loyola University Maryland</c:v>
                  </c:pt>
                  <c:pt idx="216">
                    <c:v>Southern Methodist University</c:v>
                  </c:pt>
                  <c:pt idx="217">
                    <c:v>Simpson College</c:v>
                  </c:pt>
                  <c:pt idx="218">
                    <c:v>Wabash College</c:v>
                  </c:pt>
                  <c:pt idx="219">
                    <c:v>California State University, Fullerton</c:v>
                  </c:pt>
                  <c:pt idx="220">
                    <c:v>Austin College</c:v>
                  </c:pt>
                  <c:pt idx="221">
                    <c:v>Spring Hill College</c:v>
                  </c:pt>
                  <c:pt idx="222">
                    <c:v>Haverford College</c:v>
                  </c:pt>
                  <c:pt idx="223">
                    <c:v>Hampden Sydney College</c:v>
                  </c:pt>
                  <c:pt idx="224">
                    <c:v>Iona College</c:v>
                  </c:pt>
                  <c:pt idx="225">
                    <c:v>Southern Polytechnic State University</c:v>
                  </c:pt>
                  <c:pt idx="226">
                    <c:v>Occidental College</c:v>
                  </c:pt>
                  <c:pt idx="227">
                    <c:v>Wentworth Institute Of Technology</c:v>
                  </c:pt>
                  <c:pt idx="228">
                    <c:v>University Of Delaware</c:v>
                  </c:pt>
                  <c:pt idx="229">
                    <c:v>Westminster College of New Wilmington, PA</c:v>
                  </c:pt>
                  <c:pt idx="230">
                    <c:v>College Of William &amp; Mary</c:v>
                  </c:pt>
                  <c:pt idx="231">
                    <c:v>Tabor College</c:v>
                  </c:pt>
                  <c:pt idx="232">
                    <c:v>Coe College</c:v>
                  </c:pt>
                  <c:pt idx="233">
                    <c:v>Stevenson University</c:v>
                  </c:pt>
                  <c:pt idx="234">
                    <c:v>Utica College</c:v>
                  </c:pt>
                  <c:pt idx="235">
                    <c:v>Rockhurst University</c:v>
                  </c:pt>
                  <c:pt idx="236">
                    <c:v>California Lutheran University</c:v>
                  </c:pt>
                  <c:pt idx="237">
                    <c:v>California State University, Long Beach</c:v>
                  </c:pt>
                  <c:pt idx="238">
                    <c:v>Catholic University Of America </c:v>
                  </c:pt>
                  <c:pt idx="239">
                    <c:v>Texas Lutheran University</c:v>
                  </c:pt>
                  <c:pt idx="240">
                    <c:v>Saint Mary's University</c:v>
                  </c:pt>
                  <c:pt idx="241">
                    <c:v>King's College of Wilkes-Barre, PA</c:v>
                  </c:pt>
                  <c:pt idx="242">
                    <c:v>Monmouth University</c:v>
                  </c:pt>
                  <c:pt idx="243">
                    <c:v>University Of Saint Joseph</c:v>
                  </c:pt>
                  <c:pt idx="244">
                    <c:v>Benedictine University</c:v>
                  </c:pt>
                  <c:pt idx="245">
                    <c:v>Western Connecticut State University</c:v>
                  </c:pt>
                  <c:pt idx="246">
                    <c:v>Colorado College</c:v>
                  </c:pt>
                  <c:pt idx="247">
                    <c:v>Clemson University</c:v>
                  </c:pt>
                  <c:pt idx="248">
                    <c:v>Queens University Of Charlotte</c:v>
                  </c:pt>
                  <c:pt idx="249">
                    <c:v>Endicott College</c:v>
                  </c:pt>
                  <c:pt idx="250">
                    <c:v>Milwaukee Institute Of Art &amp; Design</c:v>
                  </c:pt>
                  <c:pt idx="251">
                    <c:v>Loyola University Chicago</c:v>
                  </c:pt>
                  <c:pt idx="252">
                    <c:v>University Of California, Santa Cruz</c:v>
                  </c:pt>
                  <c:pt idx="253">
                    <c:v>Whittier College</c:v>
                  </c:pt>
                  <c:pt idx="254">
                    <c:v>Smith College</c:v>
                  </c:pt>
                  <c:pt idx="255">
                    <c:v>Rider University</c:v>
                  </c:pt>
                  <c:pt idx="256">
                    <c:v>Adelphi University</c:v>
                  </c:pt>
                  <c:pt idx="257">
                    <c:v>DePauw University</c:v>
                  </c:pt>
                  <c:pt idx="258">
                    <c:v>Texas Christian University</c:v>
                  </c:pt>
                  <c:pt idx="259">
                    <c:v>State University Of New York At New Paltz</c:v>
                  </c:pt>
                  <c:pt idx="260">
                    <c:v>Ripon College</c:v>
                  </c:pt>
                  <c:pt idx="261">
                    <c:v>Howard University</c:v>
                  </c:pt>
                  <c:pt idx="262">
                    <c:v>University Of Richmond</c:v>
                  </c:pt>
                  <c:pt idx="263">
                    <c:v>New York Institute Of Technology</c:v>
                  </c:pt>
                  <c:pt idx="264">
                    <c:v>Baker University</c:v>
                  </c:pt>
                  <c:pt idx="265">
                    <c:v>Fresno Pacific University</c:v>
                  </c:pt>
                  <c:pt idx="266">
                    <c:v>University Of Dayton</c:v>
                  </c:pt>
                  <c:pt idx="267">
                    <c:v>Stonehill College</c:v>
                  </c:pt>
                  <c:pt idx="268">
                    <c:v>Colgate University</c:v>
                  </c:pt>
                  <c:pt idx="269">
                    <c:v>Perry Technical Institute</c:v>
                  </c:pt>
                  <c:pt idx="270">
                    <c:v>Washington College</c:v>
                  </c:pt>
                  <c:pt idx="271">
                    <c:v>Morehouse College</c:v>
                  </c:pt>
                  <c:pt idx="272">
                    <c:v>American University </c:v>
                  </c:pt>
                  <c:pt idx="273">
                    <c:v>Stetson University</c:v>
                  </c:pt>
                  <c:pt idx="274">
                    <c:v>University Of Massachusetts System</c:v>
                  </c:pt>
                  <c:pt idx="275">
                    <c:v>Ithaca College</c:v>
                  </c:pt>
                  <c:pt idx="276">
                    <c:v>University Of Michigan - Dearborn</c:v>
                  </c:pt>
                  <c:pt idx="277">
                    <c:v>Oregon Institute Of Technology</c:v>
                  </c:pt>
                  <c:pt idx="278">
                    <c:v>SUNY Upstate Medical University And SUNY College Of Environment Science And Forestry</c:v>
                  </c:pt>
                  <c:pt idx="279">
                    <c:v>University Of Central Florida</c:v>
                  </c:pt>
                  <c:pt idx="280">
                    <c:v>Allegheny College</c:v>
                  </c:pt>
                  <c:pt idx="281">
                    <c:v>Rocky Mountain College</c:v>
                  </c:pt>
                  <c:pt idx="282">
                    <c:v>Marymount University</c:v>
                  </c:pt>
                  <c:pt idx="283">
                    <c:v>Hobart And William Smith Colleges</c:v>
                  </c:pt>
                  <c:pt idx="284">
                    <c:v>CUNY John Jay College Of Criminal Justice</c:v>
                  </c:pt>
                  <c:pt idx="285">
                    <c:v>CUNY Hunter College</c:v>
                  </c:pt>
                  <c:pt idx="286">
                    <c:v>Temple University</c:v>
                  </c:pt>
                  <c:pt idx="287">
                    <c:v>Iowa State University Of Science &amp; Technology</c:v>
                  </c:pt>
                  <c:pt idx="288">
                    <c:v>Pitzer College</c:v>
                  </c:pt>
                  <c:pt idx="289">
                    <c:v>Siena College</c:v>
                  </c:pt>
                  <c:pt idx="290">
                    <c:v>Carroll College</c:v>
                  </c:pt>
                  <c:pt idx="291">
                    <c:v>CUNY Queens College</c:v>
                  </c:pt>
                  <c:pt idx="292">
                    <c:v>Colorado State University</c:v>
                  </c:pt>
                  <c:pt idx="293">
                    <c:v>Bryn Mawr College</c:v>
                  </c:pt>
                  <c:pt idx="294">
                    <c:v>Goucher College</c:v>
                  </c:pt>
                  <c:pt idx="295">
                    <c:v>University Of Georgia</c:v>
                  </c:pt>
                  <c:pt idx="296">
                    <c:v>Marist College</c:v>
                  </c:pt>
                  <c:pt idx="297">
                    <c:v>Saint Michael's College</c:v>
                  </c:pt>
                  <c:pt idx="298">
                    <c:v>Roanoke College</c:v>
                  </c:pt>
                  <c:pt idx="299">
                    <c:v>Caldwell College</c:v>
                  </c:pt>
                  <c:pt idx="300">
                    <c:v>Elmhurst College</c:v>
                  </c:pt>
                  <c:pt idx="301">
                    <c:v>Suffolk University</c:v>
                  </c:pt>
                  <c:pt idx="302">
                    <c:v>Fairleigh Dickinson University</c:v>
                  </c:pt>
                  <c:pt idx="303">
                    <c:v>Florida International University</c:v>
                  </c:pt>
                  <c:pt idx="304">
                    <c:v>University Of North Dakota</c:v>
                  </c:pt>
                  <c:pt idx="305">
                    <c:v>CUNY Brooklyn College</c:v>
                  </c:pt>
                  <c:pt idx="306">
                    <c:v>Wheaton College of Norton, MA</c:v>
                  </c:pt>
                  <c:pt idx="307">
                    <c:v>Marietta College</c:v>
                  </c:pt>
                  <c:pt idx="308">
                    <c:v>College Of Idaho </c:v>
                  </c:pt>
                  <c:pt idx="309">
                    <c:v>Saint Francis University</c:v>
                  </c:pt>
                  <c:pt idx="310">
                    <c:v>Sarah Lawrence College</c:v>
                  </c:pt>
                  <c:pt idx="311">
                    <c:v>Elizabethtown College</c:v>
                  </c:pt>
                  <c:pt idx="312">
                    <c:v>Sonoma State University</c:v>
                  </c:pt>
                  <c:pt idx="313">
                    <c:v>Lebanon Valley College</c:v>
                  </c:pt>
                  <c:pt idx="314">
                    <c:v>Florida State University</c:v>
                  </c:pt>
                  <c:pt idx="315">
                    <c:v>Baylor University</c:v>
                  </c:pt>
                  <c:pt idx="316">
                    <c:v>Moravian College</c:v>
                  </c:pt>
                  <c:pt idx="317">
                    <c:v>Woodbury University</c:v>
                  </c:pt>
                  <c:pt idx="318">
                    <c:v>University Of North Carolina School Of The Arts</c:v>
                  </c:pt>
                  <c:pt idx="319">
                    <c:v>St. Lawrence University</c:v>
                  </c:pt>
                  <c:pt idx="320">
                    <c:v>Michigan State University</c:v>
                  </c:pt>
                  <c:pt idx="321">
                    <c:v>Emmanuel College of Boston, MA</c:v>
                  </c:pt>
                  <c:pt idx="322">
                    <c:v>Anna Maria College</c:v>
                  </c:pt>
                  <c:pt idx="323">
                    <c:v>University Of Rhode Island</c:v>
                  </c:pt>
                  <c:pt idx="324">
                    <c:v>Norwich University</c:v>
                  </c:pt>
                  <c:pt idx="325">
                    <c:v>Texas Tech University</c:v>
                  </c:pt>
                  <c:pt idx="326">
                    <c:v>Illinois State University</c:v>
                  </c:pt>
                  <c:pt idx="327">
                    <c:v>Montclair State University</c:v>
                  </c:pt>
                  <c:pt idx="328">
                    <c:v>Western Washington University</c:v>
                  </c:pt>
                  <c:pt idx="329">
                    <c:v>University Of New Hampshire</c:v>
                  </c:pt>
                  <c:pt idx="330">
                    <c:v>Arcadia University</c:v>
                  </c:pt>
                  <c:pt idx="331">
                    <c:v>University Of North Carolina - Chapel Hill</c:v>
                  </c:pt>
                  <c:pt idx="332">
                    <c:v>University Of Saint Thomas of Houston, TX</c:v>
                  </c:pt>
                  <c:pt idx="333">
                    <c:v>Widener University</c:v>
                  </c:pt>
                  <c:pt idx="334">
                    <c:v>University Of Colorado System</c:v>
                  </c:pt>
                  <c:pt idx="335">
                    <c:v>Canisius College</c:v>
                  </c:pt>
                  <c:pt idx="336">
                    <c:v>Saint Mary's College</c:v>
                  </c:pt>
                  <c:pt idx="337">
                    <c:v>Alvernia University</c:v>
                  </c:pt>
                  <c:pt idx="338">
                    <c:v>Washington State University</c:v>
                  </c:pt>
                  <c:pt idx="339">
                    <c:v>University Of Portland</c:v>
                  </c:pt>
                  <c:pt idx="340">
                    <c:v>North Dakota State University - Main Campus - Fargo</c:v>
                  </c:pt>
                  <c:pt idx="341">
                    <c:v>Oglethorpe University</c:v>
                  </c:pt>
                  <c:pt idx="342">
                    <c:v>Whitman College</c:v>
                  </c:pt>
                  <c:pt idx="343">
                    <c:v>California State University, Bakersfield</c:v>
                  </c:pt>
                  <c:pt idx="344">
                    <c:v>Oregon State University</c:v>
                  </c:pt>
                  <c:pt idx="345">
                    <c:v>Oklahoma State University</c:v>
                  </c:pt>
                  <c:pt idx="346">
                    <c:v>University Of Arkansas</c:v>
                  </c:pt>
                  <c:pt idx="347">
                    <c:v>Meredith College</c:v>
                  </c:pt>
                  <c:pt idx="348">
                    <c:v>Vassar College</c:v>
                  </c:pt>
                  <c:pt idx="349">
                    <c:v>Rhode Island School Of Design</c:v>
                  </c:pt>
                  <c:pt idx="350">
                    <c:v>Xavier University</c:v>
                  </c:pt>
                  <c:pt idx="351">
                    <c:v>University Of Tampa </c:v>
                  </c:pt>
                  <c:pt idx="352">
                    <c:v>Cardinal Stritch University</c:v>
                  </c:pt>
                  <c:pt idx="353">
                    <c:v>University Of Puget Sound</c:v>
                  </c:pt>
                  <c:pt idx="354">
                    <c:v>Loras College</c:v>
                  </c:pt>
                  <c:pt idx="355">
                    <c:v>University Of Redlands</c:v>
                  </c:pt>
                  <c:pt idx="356">
                    <c:v>Washington And Jefferson College</c:v>
                  </c:pt>
                  <c:pt idx="357">
                    <c:v>California State University, Monterey Bay</c:v>
                  </c:pt>
                  <c:pt idx="358">
                    <c:v>William Paterson University Of New Jersey</c:v>
                  </c:pt>
                  <c:pt idx="359">
                    <c:v>North Central College</c:v>
                  </c:pt>
                  <c:pt idx="360">
                    <c:v>California State University, Chico</c:v>
                  </c:pt>
                  <c:pt idx="361">
                    <c:v>Wells College</c:v>
                  </c:pt>
                  <c:pt idx="362">
                    <c:v>Augsburg College</c:v>
                  </c:pt>
                  <c:pt idx="363">
                    <c:v>Luther College</c:v>
                  </c:pt>
                  <c:pt idx="364">
                    <c:v>University Of Iowa</c:v>
                  </c:pt>
                  <c:pt idx="365">
                    <c:v>Arizona State And Northern Arizona University And University Of Arizona</c:v>
                  </c:pt>
                  <c:pt idx="366">
                    <c:v>Auburn University</c:v>
                  </c:pt>
                  <c:pt idx="367">
                    <c:v>University Of Northern Iowa</c:v>
                  </c:pt>
                  <c:pt idx="368">
                    <c:v>California State University, Northridge</c:v>
                  </c:pt>
                  <c:pt idx="369">
                    <c:v>California State University - Sacramento</c:v>
                  </c:pt>
                  <c:pt idx="370">
                    <c:v>Chapman University</c:v>
                  </c:pt>
                  <c:pt idx="371">
                    <c:v>Hamline University</c:v>
                  </c:pt>
                  <c:pt idx="372">
                    <c:v>School Of Visual Arts</c:v>
                  </c:pt>
                  <c:pt idx="373">
                    <c:v>Spartan College Of Aeronautics And Technology</c:v>
                  </c:pt>
                  <c:pt idx="374">
                    <c:v>Calvin College</c:v>
                  </c:pt>
                  <c:pt idx="375">
                    <c:v>Transylvania University</c:v>
                  </c:pt>
                  <c:pt idx="376">
                    <c:v>Flagler College</c:v>
                  </c:pt>
                  <c:pt idx="377">
                    <c:v>North Carolina State University</c:v>
                  </c:pt>
                  <c:pt idx="378">
                    <c:v>Mitchell Technical Institute</c:v>
                  </c:pt>
                  <c:pt idx="379">
                    <c:v>Rowan University</c:v>
                  </c:pt>
                  <c:pt idx="380">
                    <c:v>St. John's College</c:v>
                  </c:pt>
                  <c:pt idx="381">
                    <c:v>University Of Pittsburgh System</c:v>
                  </c:pt>
                  <c:pt idx="382">
                    <c:v>Roger Williams University</c:v>
                  </c:pt>
                  <c:pt idx="383">
                    <c:v>State University Of New York Institute Of Technology At Utica</c:v>
                  </c:pt>
                  <c:pt idx="384">
                    <c:v>California State University Channel Islands</c:v>
                  </c:pt>
                  <c:pt idx="385">
                    <c:v>Purdue University</c:v>
                  </c:pt>
                  <c:pt idx="386">
                    <c:v>Ursuline College</c:v>
                  </c:pt>
                  <c:pt idx="387">
                    <c:v>Xavier University Of Louisiana</c:v>
                  </c:pt>
                  <c:pt idx="388">
                    <c:v>Wofford College</c:v>
                  </c:pt>
                  <c:pt idx="389">
                    <c:v>Pacific University</c:v>
                  </c:pt>
                  <c:pt idx="390">
                    <c:v>Shippensburg University Of Pennsylvania</c:v>
                  </c:pt>
                  <c:pt idx="391">
                    <c:v>Lawrence Technological University</c:v>
                  </c:pt>
                  <c:pt idx="392">
                    <c:v>Saint Xavier University</c:v>
                  </c:pt>
                  <c:pt idx="393">
                    <c:v>Bellarmine University</c:v>
                  </c:pt>
                  <c:pt idx="394">
                    <c:v>Furman University</c:v>
                  </c:pt>
                  <c:pt idx="395">
                    <c:v>University Of Houston System</c:v>
                  </c:pt>
                  <c:pt idx="396">
                    <c:v>Digipen Institute Of Technology</c:v>
                  </c:pt>
                  <c:pt idx="397">
                    <c:v>Lim College</c:v>
                  </c:pt>
                  <c:pt idx="398">
                    <c:v>California State University, San Bernardino</c:v>
                  </c:pt>
                  <c:pt idx="399">
                    <c:v>Mount Saint Mary's University</c:v>
                  </c:pt>
                  <c:pt idx="400">
                    <c:v>Gustavus Adolphus College</c:v>
                  </c:pt>
                  <c:pt idx="401">
                    <c:v>Westminster College of Salt Lake City, UT</c:v>
                  </c:pt>
                  <c:pt idx="402">
                    <c:v>Mills College</c:v>
                  </c:pt>
                  <c:pt idx="403">
                    <c:v>University Of The South </c:v>
                  </c:pt>
                  <c:pt idx="404">
                    <c:v>California Baptist University</c:v>
                  </c:pt>
                  <c:pt idx="405">
                    <c:v>Brenau University</c:v>
                  </c:pt>
                  <c:pt idx="406">
                    <c:v>Fitchburg State University</c:v>
                  </c:pt>
                  <c:pt idx="407">
                    <c:v>Azusa Pacific University</c:v>
                  </c:pt>
                  <c:pt idx="408">
                    <c:v>Williams College</c:v>
                  </c:pt>
                  <c:pt idx="409">
                    <c:v>Elon University</c:v>
                  </c:pt>
                  <c:pt idx="410">
                    <c:v>Baldwin Wallace University</c:v>
                  </c:pt>
                  <c:pt idx="411">
                    <c:v>Kean University</c:v>
                  </c:pt>
                  <c:pt idx="412">
                    <c:v>Wheaton College of Wheaton, IL</c:v>
                  </c:pt>
                  <c:pt idx="413">
                    <c:v>Berry College</c:v>
                  </c:pt>
                  <c:pt idx="414">
                    <c:v>University Of Utah</c:v>
                  </c:pt>
                  <c:pt idx="415">
                    <c:v>Art Center College Of Design</c:v>
                  </c:pt>
                  <c:pt idx="416">
                    <c:v>Millsaps College</c:v>
                  </c:pt>
                  <c:pt idx="417">
                    <c:v>North Dakota State College Of Science</c:v>
                  </c:pt>
                  <c:pt idx="418">
                    <c:v>Huntingdon College</c:v>
                  </c:pt>
                  <c:pt idx="419">
                    <c:v>University Of Minnesota System</c:v>
                  </c:pt>
                  <c:pt idx="420">
                    <c:v>SUNY College At Cortland</c:v>
                  </c:pt>
                  <c:pt idx="421">
                    <c:v>University Of Oklahoma</c:v>
                  </c:pt>
                  <c:pt idx="422">
                    <c:v>Dowling College</c:v>
                  </c:pt>
                  <c:pt idx="423">
                    <c:v>University Of Hartford</c:v>
                  </c:pt>
                  <c:pt idx="424">
                    <c:v>West Chester University Of Pennsylvania</c:v>
                  </c:pt>
                  <c:pt idx="425">
                    <c:v>Pennsylvania State University </c:v>
                  </c:pt>
                  <c:pt idx="426">
                    <c:v>Seattle Pacific University</c:v>
                  </c:pt>
                  <c:pt idx="427">
                    <c:v>University Of Wyoming</c:v>
                  </c:pt>
                  <c:pt idx="428">
                    <c:v>Denison University</c:v>
                  </c:pt>
                  <c:pt idx="429">
                    <c:v>Kenyon College</c:v>
                  </c:pt>
                  <c:pt idx="430">
                    <c:v>Mount St. Mary's College</c:v>
                  </c:pt>
                  <c:pt idx="431">
                    <c:v>Albion College</c:v>
                  </c:pt>
                  <c:pt idx="432">
                    <c:v>Crimson Technical College</c:v>
                  </c:pt>
                  <c:pt idx="433">
                    <c:v>Concordia College - Moorhead</c:v>
                  </c:pt>
                  <c:pt idx="434">
                    <c:v>University Of La Verne</c:v>
                  </c:pt>
                  <c:pt idx="435">
                    <c:v>Saint John Fisher College</c:v>
                  </c:pt>
                  <c:pt idx="436">
                    <c:v>Belmont Abbey College</c:v>
                  </c:pt>
                  <c:pt idx="437">
                    <c:v>California State University, Los Angeles</c:v>
                  </c:pt>
                  <c:pt idx="438">
                    <c:v>Saint Vincent College &amp; Seminary</c:v>
                  </c:pt>
                  <c:pt idx="439">
                    <c:v>Oberlin College</c:v>
                  </c:pt>
                  <c:pt idx="440">
                    <c:v>Saint Martin's University</c:v>
                  </c:pt>
                  <c:pt idx="441">
                    <c:v>University Of Saint Francis of Joliet, IL</c:v>
                  </c:pt>
                  <c:pt idx="442">
                    <c:v>Curry College</c:v>
                  </c:pt>
                  <c:pt idx="443">
                    <c:v>Long Island University System</c:v>
                  </c:pt>
                  <c:pt idx="444">
                    <c:v>University Of Missouri System And Missouri University Of Science And Technology</c:v>
                  </c:pt>
                  <c:pt idx="445">
                    <c:v>Gonzaga University</c:v>
                  </c:pt>
                  <c:pt idx="446">
                    <c:v>Davidson College</c:v>
                  </c:pt>
                  <c:pt idx="447">
                    <c:v>Adventist University Of Health Sciences</c:v>
                  </c:pt>
                  <c:pt idx="448">
                    <c:v>Covenant College</c:v>
                  </c:pt>
                  <c:pt idx="449">
                    <c:v>Kansas State University</c:v>
                  </c:pt>
                  <c:pt idx="450">
                    <c:v>University Of Alabama In Huntsville</c:v>
                  </c:pt>
                  <c:pt idx="451">
                    <c:v>Conservatory Of Recording Arts &amp; Sciences</c:v>
                  </c:pt>
                  <c:pt idx="452">
                    <c:v>Brigham Young University</c:v>
                  </c:pt>
                  <c:pt idx="453">
                    <c:v>Dickinson State University</c:v>
                  </c:pt>
                  <c:pt idx="454">
                    <c:v>La Sierra University</c:v>
                  </c:pt>
                  <c:pt idx="455">
                    <c:v>University Of Kansas</c:v>
                  </c:pt>
                  <c:pt idx="456">
                    <c:v>Westmont College</c:v>
                  </c:pt>
                  <c:pt idx="457">
                    <c:v>University Of Maryland System (Except University College) And Baltimore City Community College</c:v>
                  </c:pt>
                  <c:pt idx="458">
                    <c:v>Macalester College</c:v>
                  </c:pt>
                  <c:pt idx="459">
                    <c:v>McPherson College</c:v>
                  </c:pt>
                  <c:pt idx="460">
                    <c:v>College Of Saint Rose</c:v>
                  </c:pt>
                  <c:pt idx="461">
                    <c:v>Montana Tech Of The University Of Montana</c:v>
                  </c:pt>
                  <c:pt idx="462">
                    <c:v>Culinary Institute Of America</c:v>
                  </c:pt>
                  <c:pt idx="463">
                    <c:v>University Of Oregon</c:v>
                  </c:pt>
                  <c:pt idx="464">
                    <c:v>Western Michigan University</c:v>
                  </c:pt>
                  <c:pt idx="465">
                    <c:v>Hartwick College</c:v>
                  </c:pt>
                  <c:pt idx="466">
                    <c:v>Ohlone College</c:v>
                  </c:pt>
                  <c:pt idx="467">
                    <c:v>University Of Nevada - Las Vegas</c:v>
                  </c:pt>
                  <c:pt idx="468">
                    <c:v>Monmouth College</c:v>
                  </c:pt>
                  <c:pt idx="469">
                    <c:v>Lasell College</c:v>
                  </c:pt>
                  <c:pt idx="470">
                    <c:v>California State University, Stanislaus</c:v>
                  </c:pt>
                  <c:pt idx="471">
                    <c:v>College Of Staten Island/CUNY</c:v>
                  </c:pt>
                  <c:pt idx="472">
                    <c:v>Pacific Lutheran University</c:v>
                  </c:pt>
                  <c:pt idx="473">
                    <c:v>Loyola University New Orleans</c:v>
                  </c:pt>
                  <c:pt idx="474">
                    <c:v>University Of Nebraska System</c:v>
                  </c:pt>
                  <c:pt idx="475">
                    <c:v>University Of South Florida</c:v>
                  </c:pt>
                  <c:pt idx="476">
                    <c:v>Central Connecticut State University</c:v>
                  </c:pt>
                  <c:pt idx="477">
                    <c:v>Truman State University</c:v>
                  </c:pt>
                  <c:pt idx="478">
                    <c:v>Rockford University</c:v>
                  </c:pt>
                  <c:pt idx="479">
                    <c:v>Cedarville University</c:v>
                  </c:pt>
                  <c:pt idx="480">
                    <c:v>University Of Dallas</c:v>
                  </c:pt>
                  <c:pt idx="481">
                    <c:v>University Of Vermont And State Agricultural College</c:v>
                  </c:pt>
                  <c:pt idx="482">
                    <c:v>Brazosport College</c:v>
                  </c:pt>
                  <c:pt idx="483">
                    <c:v>University Of Texas At Tyler</c:v>
                  </c:pt>
                  <c:pt idx="484">
                    <c:v>Bay Path College</c:v>
                  </c:pt>
                  <c:pt idx="485">
                    <c:v>University Of Nevada , Reno</c:v>
                  </c:pt>
                  <c:pt idx="486">
                    <c:v>Lewis University</c:v>
                  </c:pt>
                  <c:pt idx="487">
                    <c:v>Trocaire College</c:v>
                  </c:pt>
                  <c:pt idx="488">
                    <c:v>John Carroll University</c:v>
                  </c:pt>
                  <c:pt idx="489">
                    <c:v>Le Moyne College</c:v>
                  </c:pt>
                  <c:pt idx="490">
                    <c:v>Mount Mercy University</c:v>
                  </c:pt>
                  <c:pt idx="491">
                    <c:v>Maryland Institute College Of Art</c:v>
                  </c:pt>
                  <c:pt idx="492">
                    <c:v>Fashion Institute Of Technology</c:v>
                  </c:pt>
                  <c:pt idx="493">
                    <c:v>Georgetown College</c:v>
                  </c:pt>
                  <c:pt idx="494">
                    <c:v>State University Of New York At Farmingdale</c:v>
                  </c:pt>
                  <c:pt idx="495">
                    <c:v>Carthage College</c:v>
                  </c:pt>
                  <c:pt idx="496">
                    <c:v>Buena Vista University</c:v>
                  </c:pt>
                  <c:pt idx="497">
                    <c:v>Eastern Washington University</c:v>
                  </c:pt>
                  <c:pt idx="498">
                    <c:v>Morningside College</c:v>
                  </c:pt>
                  <c:pt idx="499">
                    <c:v>Southern Adventist University</c:v>
                  </c:pt>
                  <c:pt idx="500">
                    <c:v>Miami University</c:v>
                  </c:pt>
                  <c:pt idx="501">
                    <c:v>Tuskegee University</c:v>
                  </c:pt>
                  <c:pt idx="502">
                    <c:v>Old Dominion University</c:v>
                  </c:pt>
                  <c:pt idx="503">
                    <c:v>D'Youville College</c:v>
                  </c:pt>
                  <c:pt idx="504">
                    <c:v>Valparaiso University</c:v>
                  </c:pt>
                  <c:pt idx="505">
                    <c:v>St. Catherine University</c:v>
                  </c:pt>
                  <c:pt idx="506">
                    <c:v>Houghton College</c:v>
                  </c:pt>
                  <c:pt idx="507">
                    <c:v>Richard Stockton College Of New Jersey </c:v>
                  </c:pt>
                  <c:pt idx="508">
                    <c:v>SUNY College At Brockport</c:v>
                  </c:pt>
                  <c:pt idx="509">
                    <c:v>CUNY Lehman College</c:v>
                  </c:pt>
                  <c:pt idx="510">
                    <c:v>Bloomsburg University Of Pennsylvania</c:v>
                  </c:pt>
                  <c:pt idx="511">
                    <c:v>University Of Texas At Arlington</c:v>
                  </c:pt>
                  <c:pt idx="512">
                    <c:v>Bridgewater State University</c:v>
                  </c:pt>
                  <c:pt idx="513">
                    <c:v>Ursinus College</c:v>
                  </c:pt>
                  <c:pt idx="514">
                    <c:v>Marymount Manhattan College</c:v>
                  </c:pt>
                  <c:pt idx="515">
                    <c:v>Centenary College Of Louisiana</c:v>
                  </c:pt>
                  <c:pt idx="516">
                    <c:v>Bethany College of Bethany, WV</c:v>
                  </c:pt>
                  <c:pt idx="517">
                    <c:v>Park University</c:v>
                  </c:pt>
                  <c:pt idx="518">
                    <c:v>Centre College Of Kentucky</c:v>
                  </c:pt>
                  <c:pt idx="519">
                    <c:v>Emerson College</c:v>
                  </c:pt>
                  <c:pt idx="520">
                    <c:v>Salem State University</c:v>
                  </c:pt>
                  <c:pt idx="521">
                    <c:v>Abilene Christian University</c:v>
                  </c:pt>
                  <c:pt idx="522">
                    <c:v>West Valley-Mission Community College District</c:v>
                  </c:pt>
                  <c:pt idx="523">
                    <c:v>Mercer University</c:v>
                  </c:pt>
                  <c:pt idx="524">
                    <c:v>Holy Family University</c:v>
                  </c:pt>
                  <c:pt idx="525">
                    <c:v>Regis College</c:v>
                  </c:pt>
                  <c:pt idx="526">
                    <c:v>Houston Baptist University</c:v>
                  </c:pt>
                  <c:pt idx="527">
                    <c:v>Birmingham Southern College</c:v>
                  </c:pt>
                  <c:pt idx="528">
                    <c:v>New School, The</c:v>
                  </c:pt>
                  <c:pt idx="529">
                    <c:v>University Of North Florida</c:v>
                  </c:pt>
                  <c:pt idx="530">
                    <c:v>Elmira College</c:v>
                  </c:pt>
                  <c:pt idx="531">
                    <c:v>Pratt Institute</c:v>
                  </c:pt>
                  <c:pt idx="532">
                    <c:v>Virginia Commonwealth University</c:v>
                  </c:pt>
                  <c:pt idx="533">
                    <c:v>Reed College</c:v>
                  </c:pt>
                  <c:pt idx="534">
                    <c:v>Texas Woman's University</c:v>
                  </c:pt>
                  <c:pt idx="535">
                    <c:v>Northwest Nazarene University</c:v>
                  </c:pt>
                  <c:pt idx="536">
                    <c:v>Merrimack College</c:v>
                  </c:pt>
                  <c:pt idx="537">
                    <c:v>Northwest University</c:v>
                  </c:pt>
                  <c:pt idx="538">
                    <c:v>School Of The Art Institute Of Chicago</c:v>
                  </c:pt>
                  <c:pt idx="539">
                    <c:v>Hampton University</c:v>
                  </c:pt>
                  <c:pt idx="540">
                    <c:v>Saint Peter's University</c:v>
                  </c:pt>
                  <c:pt idx="541">
                    <c:v>Poster &amp; Chester Institute</c:v>
                  </c:pt>
                  <c:pt idx="542">
                    <c:v>Northwestern College of Orange City, IA</c:v>
                  </c:pt>
                  <c:pt idx="543">
                    <c:v>University Of North Georgia</c:v>
                  </c:pt>
                  <c:pt idx="544">
                    <c:v>Albright College</c:v>
                  </c:pt>
                  <c:pt idx="545">
                    <c:v>Campbell University</c:v>
                  </c:pt>
                  <c:pt idx="546">
                    <c:v>Lewis &amp; Clark College</c:v>
                  </c:pt>
                  <c:pt idx="547">
                    <c:v>Misericordia  University</c:v>
                  </c:pt>
                  <c:pt idx="548">
                    <c:v>Central College</c:v>
                  </c:pt>
                  <c:pt idx="549">
                    <c:v>College Of Saint Elizabeth</c:v>
                  </c:pt>
                  <c:pt idx="550">
                    <c:v>Florida Atlantic University</c:v>
                  </c:pt>
                  <c:pt idx="551">
                    <c:v>University Of Mount Union</c:v>
                  </c:pt>
                  <c:pt idx="552">
                    <c:v>Otterbein University</c:v>
                  </c:pt>
                  <c:pt idx="553">
                    <c:v>California State University, Fresno</c:v>
                  </c:pt>
                  <c:pt idx="554">
                    <c:v>Delaware Valley College Of Science &amp; Agriculture</c:v>
                  </c:pt>
                  <c:pt idx="555">
                    <c:v>Randolph - Macon College</c:v>
                  </c:pt>
                  <c:pt idx="556">
                    <c:v>Concordia University of Irvine, CA</c:v>
                  </c:pt>
                  <c:pt idx="557">
                    <c:v>Sweet Briar College</c:v>
                  </c:pt>
                  <c:pt idx="558">
                    <c:v>Pittsburgh Institute Of Aeronautics</c:v>
                  </c:pt>
                  <c:pt idx="559">
                    <c:v>Simpson University</c:v>
                  </c:pt>
                  <c:pt idx="560">
                    <c:v>New Jersey City University</c:v>
                  </c:pt>
                  <c:pt idx="561">
                    <c:v>George Fox University</c:v>
                  </c:pt>
                  <c:pt idx="562">
                    <c:v>University Of Michigan - Flint</c:v>
                  </c:pt>
                  <c:pt idx="563">
                    <c:v>Saint Ambrose University</c:v>
                  </c:pt>
                  <c:pt idx="564">
                    <c:v>Northern Virginia Community College</c:v>
                  </c:pt>
                  <c:pt idx="565">
                    <c:v>Biola University</c:v>
                  </c:pt>
                  <c:pt idx="566">
                    <c:v>Southern Connecticut State University</c:v>
                  </c:pt>
                  <c:pt idx="567">
                    <c:v>Eastern Illinois University</c:v>
                  </c:pt>
                  <c:pt idx="568">
                    <c:v>Southern New Hampshire University</c:v>
                  </c:pt>
                  <c:pt idx="569">
                    <c:v>Franklin University</c:v>
                  </c:pt>
                  <c:pt idx="570">
                    <c:v>Millikin University</c:v>
                  </c:pt>
                  <c:pt idx="571">
                    <c:v>Andrews University</c:v>
                  </c:pt>
                  <c:pt idx="572">
                    <c:v>SUNY Empire State College</c:v>
                  </c:pt>
                  <c:pt idx="573">
                    <c:v>Union University</c:v>
                  </c:pt>
                  <c:pt idx="574">
                    <c:v>Niagara University</c:v>
                  </c:pt>
                  <c:pt idx="575">
                    <c:v>Midland College</c:v>
                  </c:pt>
                  <c:pt idx="576">
                    <c:v>Hesston College</c:v>
                  </c:pt>
                  <c:pt idx="577">
                    <c:v>SUNY College At Oneonta</c:v>
                  </c:pt>
                  <c:pt idx="578">
                    <c:v>Ouachita Baptist University</c:v>
                  </c:pt>
                  <c:pt idx="579">
                    <c:v>La Roche College</c:v>
                  </c:pt>
                  <c:pt idx="580">
                    <c:v>Columbus College Of Art &amp; Design</c:v>
                  </c:pt>
                  <c:pt idx="581">
                    <c:v>Knox College</c:v>
                  </c:pt>
                  <c:pt idx="582">
                    <c:v>Triangle Tech</c:v>
                  </c:pt>
                  <c:pt idx="583">
                    <c:v>John Brown University</c:v>
                  </c:pt>
                  <c:pt idx="584">
                    <c:v>Texas A&amp;M International University</c:v>
                  </c:pt>
                  <c:pt idx="585">
                    <c:v>Wittenberg University</c:v>
                  </c:pt>
                  <c:pt idx="586">
                    <c:v>Maryville University Of Saint Louis</c:v>
                  </c:pt>
                  <c:pt idx="587">
                    <c:v>East Stroudsburg University Of Pennsylvania</c:v>
                  </c:pt>
                  <c:pt idx="588">
                    <c:v>Colby-Sawyer College</c:v>
                  </c:pt>
                  <c:pt idx="589">
                    <c:v>SUNY At Fredonia</c:v>
                  </c:pt>
                  <c:pt idx="590">
                    <c:v>Belhaven University</c:v>
                  </c:pt>
                  <c:pt idx="591">
                    <c:v>Lawrence University Of Wisconsin</c:v>
                  </c:pt>
                  <c:pt idx="592">
                    <c:v>Central Washington University</c:v>
                  </c:pt>
                  <c:pt idx="593">
                    <c:v>University Of North Carolina - Charlotte</c:v>
                  </c:pt>
                  <c:pt idx="594">
                    <c:v>Samford University</c:v>
                  </c:pt>
                  <c:pt idx="595">
                    <c:v>Greenville College</c:v>
                  </c:pt>
                  <c:pt idx="596">
                    <c:v>Bismarck State College</c:v>
                  </c:pt>
                  <c:pt idx="597">
                    <c:v>University Of Alabama</c:v>
                  </c:pt>
                  <c:pt idx="598">
                    <c:v>Cornell College</c:v>
                  </c:pt>
                  <c:pt idx="599">
                    <c:v>Madonna University</c:v>
                  </c:pt>
                  <c:pt idx="600">
                    <c:v>Notre Dame Of Maryland University</c:v>
                  </c:pt>
                  <c:pt idx="601">
                    <c:v>Doane College</c:v>
                  </c:pt>
                  <c:pt idx="602">
                    <c:v>Louisiana State University System</c:v>
                  </c:pt>
                  <c:pt idx="603">
                    <c:v>State University Of New York College At Plattsburgh</c:v>
                  </c:pt>
                  <c:pt idx="604">
                    <c:v>Champlain College</c:v>
                  </c:pt>
                  <c:pt idx="605">
                    <c:v>University Of Mary Hardin-Baylor</c:v>
                  </c:pt>
                  <c:pt idx="606">
                    <c:v>Southwestern University</c:v>
                  </c:pt>
                  <c:pt idx="607">
                    <c:v>SUNY College At Old Westbury</c:v>
                  </c:pt>
                  <c:pt idx="608">
                    <c:v>Reinhardt University</c:v>
                  </c:pt>
                  <c:pt idx="609">
                    <c:v>Brigham Young University - Hawaii</c:v>
                  </c:pt>
                  <c:pt idx="610">
                    <c:v>San Mateo County Community College District</c:v>
                  </c:pt>
                  <c:pt idx="611">
                    <c:v>Northwood University</c:v>
                  </c:pt>
                  <c:pt idx="612">
                    <c:v>Worcester State University</c:v>
                  </c:pt>
                  <c:pt idx="613">
                    <c:v>Texas State University</c:v>
                  </c:pt>
                  <c:pt idx="614">
                    <c:v>University Of Texas At El Paso</c:v>
                  </c:pt>
                  <c:pt idx="615">
                    <c:v>St. Edward's University</c:v>
                  </c:pt>
                  <c:pt idx="616">
                    <c:v>Colorado State University-Pueblo</c:v>
                  </c:pt>
                  <c:pt idx="617">
                    <c:v>Gwynedd Mercy University</c:v>
                  </c:pt>
                  <c:pt idx="618">
                    <c:v>Devry University, Devry Institute Of Technology And Denver Technical College</c:v>
                  </c:pt>
                  <c:pt idx="619">
                    <c:v>University Of Texas Of The Permian Basin</c:v>
                  </c:pt>
                  <c:pt idx="620">
                    <c:v>Tennessee Technological University</c:v>
                  </c:pt>
                  <c:pt idx="621">
                    <c:v>Western Illinois University</c:v>
                  </c:pt>
                  <c:pt idx="622">
                    <c:v>Grace College And Theological Seminary</c:v>
                  </c:pt>
                  <c:pt idx="623">
                    <c:v>Wesley College</c:v>
                  </c:pt>
                  <c:pt idx="624">
                    <c:v>SUNY College At Purchase</c:v>
                  </c:pt>
                  <c:pt idx="625">
                    <c:v>Eckerd College</c:v>
                  </c:pt>
                  <c:pt idx="626">
                    <c:v>Illinois College</c:v>
                  </c:pt>
                  <c:pt idx="627">
                    <c:v>Nova Southeastern University</c:v>
                  </c:pt>
                  <c:pt idx="628">
                    <c:v>Portland State University</c:v>
                  </c:pt>
                  <c:pt idx="629">
                    <c:v>Florida Southern College</c:v>
                  </c:pt>
                  <c:pt idx="630">
                    <c:v>Cabrini College</c:v>
                  </c:pt>
                  <c:pt idx="631">
                    <c:v>Kennesaw State University</c:v>
                  </c:pt>
                  <c:pt idx="632">
                    <c:v>Montana State University - Northern</c:v>
                  </c:pt>
                  <c:pt idx="633">
                    <c:v>University Of New Haven</c:v>
                  </c:pt>
                  <c:pt idx="634">
                    <c:v>Weber State University</c:v>
                  </c:pt>
                  <c:pt idx="635">
                    <c:v>Beloit College</c:v>
                  </c:pt>
                  <c:pt idx="636">
                    <c:v>Franklin College Of Indiana</c:v>
                  </c:pt>
                  <c:pt idx="637">
                    <c:v>Texas A&amp;M University - Corpus Christi</c:v>
                  </c:pt>
                  <c:pt idx="638">
                    <c:v>Lynn University</c:v>
                  </c:pt>
                  <c:pt idx="639">
                    <c:v>University Of Idaho</c:v>
                  </c:pt>
                  <c:pt idx="640">
                    <c:v>Southwestern College</c:v>
                  </c:pt>
                  <c:pt idx="641">
                    <c:v>University Of Mississippi</c:v>
                  </c:pt>
                  <c:pt idx="642">
                    <c:v>Central Michigan University</c:v>
                  </c:pt>
                  <c:pt idx="643">
                    <c:v>New York City College Of Technology Of The City University Of New</c:v>
                  </c:pt>
                  <c:pt idx="644">
                    <c:v>Bard College</c:v>
                  </c:pt>
                  <c:pt idx="645">
                    <c:v>Waynesburg University</c:v>
                  </c:pt>
                  <c:pt idx="646">
                    <c:v>Plymouth State University Of The University System Of New Hampshire</c:v>
                  </c:pt>
                  <c:pt idx="647">
                    <c:v>Trinity Christian College</c:v>
                  </c:pt>
                  <c:pt idx="648">
                    <c:v>Goshen College</c:v>
                  </c:pt>
                  <c:pt idx="649">
                    <c:v>Dominican University</c:v>
                  </c:pt>
                  <c:pt idx="650">
                    <c:v>Grand Valley State University</c:v>
                  </c:pt>
                  <c:pt idx="651">
                    <c:v>California State University, San Marcos</c:v>
                  </c:pt>
                  <c:pt idx="652">
                    <c:v>Hardin-Simmons University</c:v>
                  </c:pt>
                  <c:pt idx="653">
                    <c:v>Alma College</c:v>
                  </c:pt>
                  <c:pt idx="654">
                    <c:v>Universal Technical Institute of Rancho Cucamonga, CA</c:v>
                  </c:pt>
                  <c:pt idx="655">
                    <c:v>Linfield College</c:v>
                  </c:pt>
                  <c:pt idx="656">
                    <c:v>Warren County Community College</c:v>
                  </c:pt>
                  <c:pt idx="657">
                    <c:v>North Park University</c:v>
                  </c:pt>
                  <c:pt idx="658">
                    <c:v>Concordia University Texas</c:v>
                  </c:pt>
                  <c:pt idx="659">
                    <c:v>Hilbert College</c:v>
                  </c:pt>
                  <c:pt idx="660">
                    <c:v>Wartburg College</c:v>
                  </c:pt>
                  <c:pt idx="661">
                    <c:v>Barry University</c:v>
                  </c:pt>
                  <c:pt idx="662">
                    <c:v>Pittsburg State University</c:v>
                  </c:pt>
                  <c:pt idx="663">
                    <c:v>University Of Northern Colorado</c:v>
                  </c:pt>
                  <c:pt idx="664">
                    <c:v>Bellevue College</c:v>
                  </c:pt>
                  <c:pt idx="665">
                    <c:v>Shenandoah University</c:v>
                  </c:pt>
                  <c:pt idx="666">
                    <c:v>Westfield State University</c:v>
                  </c:pt>
                  <c:pt idx="667">
                    <c:v>Thomas College</c:v>
                  </c:pt>
                  <c:pt idx="668">
                    <c:v>University Of North Texas</c:v>
                  </c:pt>
                  <c:pt idx="669">
                    <c:v>University Of Texas At San Antonio</c:v>
                  </c:pt>
                  <c:pt idx="670">
                    <c:v>Montgomery College</c:v>
                  </c:pt>
                  <c:pt idx="671">
                    <c:v>Colorado Mesa University</c:v>
                  </c:pt>
                  <c:pt idx="672">
                    <c:v>Asbury College</c:v>
                  </c:pt>
                  <c:pt idx="673">
                    <c:v>Odessa College</c:v>
                  </c:pt>
                  <c:pt idx="674">
                    <c:v>Rollins College</c:v>
                  </c:pt>
                  <c:pt idx="675">
                    <c:v>University Of Tulsa </c:v>
                  </c:pt>
                  <c:pt idx="676">
                    <c:v>Bergen Community College</c:v>
                  </c:pt>
                  <c:pt idx="677">
                    <c:v>Sam Houston State University</c:v>
                  </c:pt>
                  <c:pt idx="678">
                    <c:v>College Of Charleston</c:v>
                  </c:pt>
                  <c:pt idx="679">
                    <c:v>Alfred University</c:v>
                  </c:pt>
                  <c:pt idx="680">
                    <c:v>Master's College &amp; Seminary </c:v>
                  </c:pt>
                  <c:pt idx="681">
                    <c:v>Hollins University</c:v>
                  </c:pt>
                  <c:pt idx="682">
                    <c:v>Wharton County Junior College</c:v>
                  </c:pt>
                  <c:pt idx="683">
                    <c:v>Roosevelt University</c:v>
                  </c:pt>
                  <c:pt idx="684">
                    <c:v>Fashion Institute Of Design &amp; Merchandising</c:v>
                  </c:pt>
                  <c:pt idx="685">
                    <c:v>Wisconsin Lutheran College</c:v>
                  </c:pt>
                  <c:pt idx="686">
                    <c:v>University Of West Florida </c:v>
                  </c:pt>
                  <c:pt idx="687">
                    <c:v>Bloomfield College</c:v>
                  </c:pt>
                  <c:pt idx="688">
                    <c:v>Tarleton State University</c:v>
                  </c:pt>
                  <c:pt idx="689">
                    <c:v>Georgian Court University</c:v>
                  </c:pt>
                  <c:pt idx="690">
                    <c:v>Northwest Iowa Community College</c:v>
                  </c:pt>
                  <c:pt idx="691">
                    <c:v>Multnomah University</c:v>
                  </c:pt>
                  <c:pt idx="692">
                    <c:v>MacMurray College</c:v>
                  </c:pt>
                  <c:pt idx="693">
                    <c:v>Georgia State University</c:v>
                  </c:pt>
                  <c:pt idx="694">
                    <c:v>Florida Gulf Coast University</c:v>
                  </c:pt>
                  <c:pt idx="695">
                    <c:v>ETI School Of Skilled Trades</c:v>
                  </c:pt>
                  <c:pt idx="696">
                    <c:v>Concordia University - Saint Paul</c:v>
                  </c:pt>
                  <c:pt idx="697">
                    <c:v>CUNY York College</c:v>
                  </c:pt>
                  <c:pt idx="698">
                    <c:v>University Of Evansville</c:v>
                  </c:pt>
                  <c:pt idx="699">
                    <c:v>Sul Ross State University</c:v>
                  </c:pt>
                  <c:pt idx="700">
                    <c:v>Hannibal - Lagrange University</c:v>
                  </c:pt>
                  <c:pt idx="701">
                    <c:v>Midwestern State University</c:v>
                  </c:pt>
                  <c:pt idx="702">
                    <c:v>Millersville University Of Pennsylvania</c:v>
                  </c:pt>
                  <c:pt idx="703">
                    <c:v>University Of Wisconsin System</c:v>
                  </c:pt>
                  <c:pt idx="704">
                    <c:v>Post University</c:v>
                  </c:pt>
                  <c:pt idx="705">
                    <c:v>Louisiana College</c:v>
                  </c:pt>
                  <c:pt idx="706">
                    <c:v>Freed Hardeman University</c:v>
                  </c:pt>
                  <c:pt idx="707">
                    <c:v>Montana State University Bozeman</c:v>
                  </c:pt>
                  <c:pt idx="708">
                    <c:v>Methodist University</c:v>
                  </c:pt>
                  <c:pt idx="709">
                    <c:v>Radford University</c:v>
                  </c:pt>
                  <c:pt idx="710">
                    <c:v>Williston State College</c:v>
                  </c:pt>
                  <c:pt idx="711">
                    <c:v>Susquehanna University</c:v>
                  </c:pt>
                  <c:pt idx="712">
                    <c:v>Glendale Community College</c:v>
                  </c:pt>
                  <c:pt idx="713">
                    <c:v>Saint Norbert College</c:v>
                  </c:pt>
                  <c:pt idx="714">
                    <c:v>Hawaii Pacific University</c:v>
                  </c:pt>
                  <c:pt idx="715">
                    <c:v>Chaminade University Of Honolulu</c:v>
                  </c:pt>
                  <c:pt idx="716">
                    <c:v>Minot State University</c:v>
                  </c:pt>
                  <c:pt idx="717">
                    <c:v>Christopher Newport University</c:v>
                  </c:pt>
                  <c:pt idx="718">
                    <c:v>Raritan Valley Community College</c:v>
                  </c:pt>
                  <c:pt idx="719">
                    <c:v>Catawba College</c:v>
                  </c:pt>
                  <c:pt idx="720">
                    <c:v>University Of South Dakota, South Dakota State Universities And South Dakota School Of Mines And Technology</c:v>
                  </c:pt>
                  <c:pt idx="721">
                    <c:v>College Of Our Lady Of The Elms</c:v>
                  </c:pt>
                  <c:pt idx="722">
                    <c:v>Defiance College</c:v>
                  </c:pt>
                  <c:pt idx="723">
                    <c:v>Western Oregon University</c:v>
                  </c:pt>
                  <c:pt idx="724">
                    <c:v>Nassau Community College</c:v>
                  </c:pt>
                  <c:pt idx="725">
                    <c:v>Stephen F Austin State University</c:v>
                  </c:pt>
                  <c:pt idx="726">
                    <c:v>Oakland University</c:v>
                  </c:pt>
                  <c:pt idx="727">
                    <c:v>Hope College</c:v>
                  </c:pt>
                  <c:pt idx="728">
                    <c:v>Hastings College</c:v>
                  </c:pt>
                  <c:pt idx="729">
                    <c:v>Springfield College</c:v>
                  </c:pt>
                  <c:pt idx="730">
                    <c:v>West Virginia University, West Virginia University Institute Of Technology, West Virginia University - Parkersburg, And Potomac State College</c:v>
                  </c:pt>
                  <c:pt idx="731">
                    <c:v>Alderson Broaddus University</c:v>
                  </c:pt>
                  <c:pt idx="732">
                    <c:v>University Of Tennessee System</c:v>
                  </c:pt>
                  <c:pt idx="733">
                    <c:v>Lamar University</c:v>
                  </c:pt>
                  <c:pt idx="734">
                    <c:v>Longwood University</c:v>
                  </c:pt>
                  <c:pt idx="735">
                    <c:v>California State University, Dominguez Hills</c:v>
                  </c:pt>
                  <c:pt idx="736">
                    <c:v>University Of Maryland University College</c:v>
                  </c:pt>
                  <c:pt idx="737">
                    <c:v>Bennett College</c:v>
                  </c:pt>
                  <c:pt idx="738">
                    <c:v>Florida Agricultural &amp; Mechanical University</c:v>
                  </c:pt>
                  <c:pt idx="739">
                    <c:v>SUNY College At Oswego</c:v>
                  </c:pt>
                  <c:pt idx="740">
                    <c:v>Gannon University</c:v>
                  </c:pt>
                  <c:pt idx="741">
                    <c:v>Lindenwood University</c:v>
                  </c:pt>
                  <c:pt idx="742">
                    <c:v>San Jacinto Community College District</c:v>
                  </c:pt>
                  <c:pt idx="743">
                    <c:v>Culver-Stockton College</c:v>
                  </c:pt>
                  <c:pt idx="744">
                    <c:v>Hiram College</c:v>
                  </c:pt>
                  <c:pt idx="745">
                    <c:v>Our Lady Of Holy Cross College</c:v>
                  </c:pt>
                  <c:pt idx="746">
                    <c:v>Berkeley College of New York, NY</c:v>
                  </c:pt>
                  <c:pt idx="747">
                    <c:v>High Point University</c:v>
                  </c:pt>
                  <c:pt idx="748">
                    <c:v>SUNY Westchester Community College</c:v>
                  </c:pt>
                  <c:pt idx="749">
                    <c:v>Emory &amp; Henry College</c:v>
                  </c:pt>
                  <c:pt idx="750">
                    <c:v>Oklahoma City University</c:v>
                  </c:pt>
                  <c:pt idx="751">
                    <c:v>Edgewood College</c:v>
                  </c:pt>
                  <c:pt idx="752">
                    <c:v>Tulsa Welding School</c:v>
                  </c:pt>
                  <c:pt idx="753">
                    <c:v>Carroll University</c:v>
                  </c:pt>
                  <c:pt idx="754">
                    <c:v>University Of Sioux Falls</c:v>
                  </c:pt>
                  <c:pt idx="755">
                    <c:v>Carlow University</c:v>
                  </c:pt>
                  <c:pt idx="756">
                    <c:v>Texas A&amp;M University - Kingsville</c:v>
                  </c:pt>
                  <c:pt idx="757">
                    <c:v>University Of West Georgia</c:v>
                  </c:pt>
                  <c:pt idx="758">
                    <c:v>Taylor University</c:v>
                  </c:pt>
                  <c:pt idx="759">
                    <c:v>Coast Community College District</c:v>
                  </c:pt>
                  <c:pt idx="760">
                    <c:v>McMurry University</c:v>
                  </c:pt>
                  <c:pt idx="761">
                    <c:v>Oklahoma Panhandle State University</c:v>
                  </c:pt>
                  <c:pt idx="762">
                    <c:v>Louisiana Tech University</c:v>
                  </c:pt>
                  <c:pt idx="763">
                    <c:v>West Texas A&amp;M University</c:v>
                  </c:pt>
                  <c:pt idx="764">
                    <c:v>Moody Bible Institute</c:v>
                  </c:pt>
                  <c:pt idx="765">
                    <c:v>Southern Oregon University</c:v>
                  </c:pt>
                  <c:pt idx="766">
                    <c:v>Nyack College</c:v>
                  </c:pt>
                  <c:pt idx="767">
                    <c:v>Taft College</c:v>
                  </c:pt>
                  <c:pt idx="768">
                    <c:v>Highline Community College</c:v>
                  </c:pt>
                  <c:pt idx="769">
                    <c:v>Shorter University</c:v>
                  </c:pt>
                  <c:pt idx="770">
                    <c:v>Oklahoma Christian University</c:v>
                  </c:pt>
                  <c:pt idx="771">
                    <c:v>Burlington County College - Pemberton Campus</c:v>
                  </c:pt>
                  <c:pt idx="772">
                    <c:v>Southwestern Adventist University</c:v>
                  </c:pt>
                  <c:pt idx="773">
                    <c:v>University Of New England</c:v>
                  </c:pt>
                  <c:pt idx="774">
                    <c:v>Nashua Community College</c:v>
                  </c:pt>
                  <c:pt idx="775">
                    <c:v>Kutztown University Of Pennsylvania</c:v>
                  </c:pt>
                  <c:pt idx="776">
                    <c:v>Agnes Scott College</c:v>
                  </c:pt>
                  <c:pt idx="777">
                    <c:v>Saint Mary's University Of Minnesota</c:v>
                  </c:pt>
                  <c:pt idx="778">
                    <c:v>Missouri State University</c:v>
                  </c:pt>
                  <c:pt idx="779">
                    <c:v>Bowling Green State University</c:v>
                  </c:pt>
                  <c:pt idx="780">
                    <c:v>Geneva College</c:v>
                  </c:pt>
                  <c:pt idx="781">
                    <c:v>Baptist Bible College</c:v>
                  </c:pt>
                  <c:pt idx="782">
                    <c:v>Howard Payne University</c:v>
                  </c:pt>
                  <c:pt idx="783">
                    <c:v>Mississippi State University</c:v>
                  </c:pt>
                  <c:pt idx="784">
                    <c:v>Saginaw Valley State University</c:v>
                  </c:pt>
                  <c:pt idx="785">
                    <c:v>Dillard University</c:v>
                  </c:pt>
                  <c:pt idx="786">
                    <c:v>New Castle School Of Trades</c:v>
                  </c:pt>
                  <c:pt idx="787">
                    <c:v>Eastern Connecticut State University</c:v>
                  </c:pt>
                  <c:pt idx="788">
                    <c:v>Judson University</c:v>
                  </c:pt>
                  <c:pt idx="789">
                    <c:v>Guilford College</c:v>
                  </c:pt>
                  <c:pt idx="790">
                    <c:v>Southeast Technical Institute</c:v>
                  </c:pt>
                  <c:pt idx="791">
                    <c:v>Southwestern Oklahoma State University</c:v>
                  </c:pt>
                  <c:pt idx="792">
                    <c:v>Pierce College</c:v>
                  </c:pt>
                  <c:pt idx="793">
                    <c:v>University Of Louisiana At Lafayette</c:v>
                  </c:pt>
                  <c:pt idx="794">
                    <c:v>College Of Wooster </c:v>
                  </c:pt>
                  <c:pt idx="795">
                    <c:v>Queensborough Community College-CUNY</c:v>
                  </c:pt>
                  <c:pt idx="796">
                    <c:v>Muskingum University</c:v>
                  </c:pt>
                  <c:pt idx="797">
                    <c:v>College Of Westchester </c:v>
                  </c:pt>
                  <c:pt idx="798">
                    <c:v>Walla Walla University</c:v>
                  </c:pt>
                  <c:pt idx="799">
                    <c:v>Quincy University</c:v>
                  </c:pt>
                  <c:pt idx="800">
                    <c:v>Keene State College</c:v>
                  </c:pt>
                  <c:pt idx="801">
                    <c:v>Green River Community College</c:v>
                  </c:pt>
                  <c:pt idx="802">
                    <c:v>Lenoir-Rhyne University</c:v>
                  </c:pt>
                  <c:pt idx="803">
                    <c:v>Mcneese State University</c:v>
                  </c:pt>
                  <c:pt idx="804">
                    <c:v>Colorado Northwestern Community College</c:v>
                  </c:pt>
                  <c:pt idx="805">
                    <c:v>Prince George's Community College</c:v>
                  </c:pt>
                  <c:pt idx="806">
                    <c:v>Technical Career Institutes</c:v>
                  </c:pt>
                  <c:pt idx="807">
                    <c:v>Massachusetts College Of Art And Design</c:v>
                  </c:pt>
                  <c:pt idx="808">
                    <c:v>Belmont University</c:v>
                  </c:pt>
                  <c:pt idx="809">
                    <c:v>University Of Central Arkansas</c:v>
                  </c:pt>
                  <c:pt idx="810">
                    <c:v>University Of Texas - Pan American</c:v>
                  </c:pt>
                  <c:pt idx="811">
                    <c:v>Shoreline Community College</c:v>
                  </c:pt>
                  <c:pt idx="812">
                    <c:v>University Of North Carolina At Wilmington </c:v>
                  </c:pt>
                  <c:pt idx="813">
                    <c:v>Advanced Technology Institute</c:v>
                  </c:pt>
                  <c:pt idx="814">
                    <c:v>New Mexico Junior College</c:v>
                  </c:pt>
                  <c:pt idx="815">
                    <c:v>Foothill-Deanza Community College District</c:v>
                  </c:pt>
                  <c:pt idx="816">
                    <c:v>Coyne College</c:v>
                  </c:pt>
                  <c:pt idx="817">
                    <c:v>San Francisco Community College District</c:v>
                  </c:pt>
                  <c:pt idx="818">
                    <c:v>Anne Arundel Community College</c:v>
                  </c:pt>
                  <c:pt idx="819">
                    <c:v>Irvine Valley College</c:v>
                  </c:pt>
                  <c:pt idx="820">
                    <c:v>Berklee College Of Music</c:v>
                  </c:pt>
                  <c:pt idx="821">
                    <c:v>McHenry County College</c:v>
                  </c:pt>
                  <c:pt idx="822">
                    <c:v>Manor College</c:v>
                  </c:pt>
                  <c:pt idx="823">
                    <c:v>Lamar Institute Of Technology</c:v>
                  </c:pt>
                  <c:pt idx="824">
                    <c:v>Minneapolis College Of Art &amp; Design</c:v>
                  </c:pt>
                  <c:pt idx="825">
                    <c:v>Linn State Technical College</c:v>
                  </c:pt>
                  <c:pt idx="826">
                    <c:v>Saint Joseph's College of Rensselaer, IN</c:v>
                  </c:pt>
                  <c:pt idx="827">
                    <c:v>Valley City State University</c:v>
                  </c:pt>
                  <c:pt idx="828">
                    <c:v>University Of The Incarnate Word</c:v>
                  </c:pt>
                  <c:pt idx="829">
                    <c:v>Wayne State University</c:v>
                  </c:pt>
                  <c:pt idx="830">
                    <c:v>Georgia Southern University</c:v>
                  </c:pt>
                  <c:pt idx="831">
                    <c:v>University Of Central Oklahoma</c:v>
                  </c:pt>
                  <c:pt idx="832">
                    <c:v>East Carolina University</c:v>
                  </c:pt>
                  <c:pt idx="833">
                    <c:v>Medaille College</c:v>
                  </c:pt>
                  <c:pt idx="834">
                    <c:v>Santa Rosa Junior College</c:v>
                  </c:pt>
                  <c:pt idx="835">
                    <c:v>Santa Monica College</c:v>
                  </c:pt>
                  <c:pt idx="836">
                    <c:v>Eureka College</c:v>
                  </c:pt>
                  <c:pt idx="837">
                    <c:v>Pennsylvania College Of Technology</c:v>
                  </c:pt>
                  <c:pt idx="838">
                    <c:v>Berkeley College of Woodland Park, NJ</c:v>
                  </c:pt>
                  <c:pt idx="839">
                    <c:v>San Jose-Evergreen Community College District</c:v>
                  </c:pt>
                  <c:pt idx="840">
                    <c:v>Rhode Island College</c:v>
                  </c:pt>
                  <c:pt idx="841">
                    <c:v>Palm Beach Atlantic University</c:v>
                  </c:pt>
                  <c:pt idx="842">
                    <c:v>Thomas More College</c:v>
                  </c:pt>
                  <c:pt idx="843">
                    <c:v>Grand View University</c:v>
                  </c:pt>
                  <c:pt idx="844">
                    <c:v>Graceland University</c:v>
                  </c:pt>
                  <c:pt idx="845">
                    <c:v>DeSales University</c:v>
                  </c:pt>
                  <c:pt idx="846">
                    <c:v>Quincy College</c:v>
                  </c:pt>
                  <c:pt idx="847">
                    <c:v>Wheeling Jesuit University</c:v>
                  </c:pt>
                  <c:pt idx="848">
                    <c:v>Alvin Community College</c:v>
                  </c:pt>
                  <c:pt idx="849">
                    <c:v>Casper College</c:v>
                  </c:pt>
                  <c:pt idx="850">
                    <c:v>Eastern Mennonite University</c:v>
                  </c:pt>
                  <c:pt idx="851">
                    <c:v>University Of Alaska System</c:v>
                  </c:pt>
                  <c:pt idx="852">
                    <c:v>Saint Leo University</c:v>
                  </c:pt>
                  <c:pt idx="853">
                    <c:v>Norwalk Community College</c:v>
                  </c:pt>
                  <c:pt idx="854">
                    <c:v>Central Texas College District</c:v>
                  </c:pt>
                  <c:pt idx="855">
                    <c:v>Middlesex Community College of Middletown, CT</c:v>
                  </c:pt>
                  <c:pt idx="856">
                    <c:v>Briarcliffe College</c:v>
                  </c:pt>
                  <c:pt idx="857">
                    <c:v>Lee College</c:v>
                  </c:pt>
                  <c:pt idx="858">
                    <c:v>Southern Illinois University At Carbondale</c:v>
                  </c:pt>
                  <c:pt idx="859">
                    <c:v>Rockland Community College</c:v>
                  </c:pt>
                  <c:pt idx="860">
                    <c:v>Felician College</c:v>
                  </c:pt>
                  <c:pt idx="861">
                    <c:v>Eastern Michigan University</c:v>
                  </c:pt>
                  <c:pt idx="862">
                    <c:v>Martin Methodist College</c:v>
                  </c:pt>
                  <c:pt idx="863">
                    <c:v>Victoria College</c:v>
                  </c:pt>
                  <c:pt idx="864">
                    <c:v>University Of Virginia's College At Wise </c:v>
                  </c:pt>
                  <c:pt idx="865">
                    <c:v>Southern Illinois University Edwardsville</c:v>
                  </c:pt>
                  <c:pt idx="866">
                    <c:v>Mississippi College</c:v>
                  </c:pt>
                  <c:pt idx="867">
                    <c:v>Art Institute Of Portland </c:v>
                  </c:pt>
                  <c:pt idx="868">
                    <c:v>Washington Adventist University</c:v>
                  </c:pt>
                  <c:pt idx="869">
                    <c:v>Ringling College Of Art &amp; Design</c:v>
                  </c:pt>
                  <c:pt idx="870">
                    <c:v>Edmonds Community College</c:v>
                  </c:pt>
                  <c:pt idx="871">
                    <c:v>Savannah College Of Art And Design</c:v>
                  </c:pt>
                  <c:pt idx="872">
                    <c:v>Art Institute Of Seattle </c:v>
                  </c:pt>
                  <c:pt idx="873">
                    <c:v>Suffolk County Community College</c:v>
                  </c:pt>
                  <c:pt idx="874">
                    <c:v>South Seattle Community College</c:v>
                  </c:pt>
                  <c:pt idx="875">
                    <c:v>St. Bonaventure University</c:v>
                  </c:pt>
                  <c:pt idx="876">
                    <c:v>Mount Marty College</c:v>
                  </c:pt>
                  <c:pt idx="877">
                    <c:v>Nicholls State University</c:v>
                  </c:pt>
                  <c:pt idx="878">
                    <c:v>Fort Hays State University</c:v>
                  </c:pt>
                  <c:pt idx="879">
                    <c:v>Northern Michigan University</c:v>
                  </c:pt>
                  <c:pt idx="880">
                    <c:v>University Of Detroit Mercy</c:v>
                  </c:pt>
                  <c:pt idx="881">
                    <c:v>ITT Technical Institute</c:v>
                  </c:pt>
                  <c:pt idx="882">
                    <c:v>College Of Southern Maryland</c:v>
                  </c:pt>
                  <c:pt idx="883">
                    <c:v>Harding University</c:v>
                  </c:pt>
                  <c:pt idx="884">
                    <c:v>University Of North Carolina - Greensboro</c:v>
                  </c:pt>
                  <c:pt idx="885">
                    <c:v>Santa Barbara City College</c:v>
                  </c:pt>
                  <c:pt idx="886">
                    <c:v>Webster University</c:v>
                  </c:pt>
                  <c:pt idx="887">
                    <c:v>Florida College</c:v>
                  </c:pt>
                  <c:pt idx="888">
                    <c:v>Armstrong Atlantic State University</c:v>
                  </c:pt>
                  <c:pt idx="889">
                    <c:v>County College Of Morris</c:v>
                  </c:pt>
                  <c:pt idx="890">
                    <c:v>Bethany College of Lindsborg, KS</c:v>
                  </c:pt>
                  <c:pt idx="891">
                    <c:v>Ferris State University</c:v>
                  </c:pt>
                  <c:pt idx="892">
                    <c:v>Olivet Nazarene University</c:v>
                  </c:pt>
                  <c:pt idx="893">
                    <c:v>Utah Valley University</c:v>
                  </c:pt>
                  <c:pt idx="894">
                    <c:v>Georgia College &amp; State University</c:v>
                  </c:pt>
                  <c:pt idx="895">
                    <c:v>University Of New Orleans </c:v>
                  </c:pt>
                  <c:pt idx="896">
                    <c:v>University Of The Cumberlands</c:v>
                  </c:pt>
                  <c:pt idx="897">
                    <c:v>Clark Atlanta University</c:v>
                  </c:pt>
                  <c:pt idx="898">
                    <c:v>College Of The Ozarks</c:v>
                  </c:pt>
                  <c:pt idx="899">
                    <c:v>Bucks County Community College</c:v>
                  </c:pt>
                  <c:pt idx="900">
                    <c:v>American International College</c:v>
                  </c:pt>
                  <c:pt idx="901">
                    <c:v>Southeastern Oklahoma State University</c:v>
                  </c:pt>
                  <c:pt idx="902">
                    <c:v>Johnson College</c:v>
                  </c:pt>
                  <c:pt idx="903">
                    <c:v>Eastern Oregon University</c:v>
                  </c:pt>
                  <c:pt idx="904">
                    <c:v>Barstow Community College</c:v>
                  </c:pt>
                  <c:pt idx="905">
                    <c:v>Humboldt State University</c:v>
                  </c:pt>
                  <c:pt idx="906">
                    <c:v>Vanguard University Of Southern California</c:v>
                  </c:pt>
                  <c:pt idx="907">
                    <c:v>Kingsborough Commmunity College/CUNY</c:v>
                  </c:pt>
                  <c:pt idx="908">
                    <c:v>Tennessee College Of Applied Technology-Jackson</c:v>
                  </c:pt>
                  <c:pt idx="909">
                    <c:v>Green Mountain College</c:v>
                  </c:pt>
                  <c:pt idx="910">
                    <c:v>Malone University</c:v>
                  </c:pt>
                  <c:pt idx="911">
                    <c:v>University Of Phoenix</c:v>
                  </c:pt>
                  <c:pt idx="912">
                    <c:v>Paul Smith's College Of Arts &amp; Sciences</c:v>
                  </c:pt>
                  <c:pt idx="913">
                    <c:v>Benedictine College</c:v>
                  </c:pt>
                  <c:pt idx="914">
                    <c:v>Contra Costa Community College District</c:v>
                  </c:pt>
                  <c:pt idx="915">
                    <c:v>Brigham Young University-Idaho</c:v>
                  </c:pt>
                  <c:pt idx="916">
                    <c:v>Winthrop University</c:v>
                  </c:pt>
                  <c:pt idx="917">
                    <c:v>Great Basin College</c:v>
                  </c:pt>
                  <c:pt idx="918">
                    <c:v>College For Creative Studies</c:v>
                  </c:pt>
                  <c:pt idx="919">
                    <c:v>University Of Indianapolis</c:v>
                  </c:pt>
                  <c:pt idx="920">
                    <c:v>Angelo State University</c:v>
                  </c:pt>
                  <c:pt idx="921">
                    <c:v>Wingate University</c:v>
                  </c:pt>
                  <c:pt idx="922">
                    <c:v>Auburn University Montgomery</c:v>
                  </c:pt>
                  <c:pt idx="923">
                    <c:v>University Of Louisiana At Monroe</c:v>
                  </c:pt>
                  <c:pt idx="924">
                    <c:v>SUNY College At Buffalo</c:v>
                  </c:pt>
                  <c:pt idx="925">
                    <c:v>Massachusetts College Of Liberal Arts</c:v>
                  </c:pt>
                  <c:pt idx="926">
                    <c:v>University Of South Carolina System</c:v>
                  </c:pt>
                  <c:pt idx="927">
                    <c:v>Western Wyoming Community College</c:v>
                  </c:pt>
                  <c:pt idx="928">
                    <c:v>Oakton Community College</c:v>
                  </c:pt>
                  <c:pt idx="929">
                    <c:v>Charleston Southern University</c:v>
                  </c:pt>
                  <c:pt idx="930">
                    <c:v>North Seattle College</c:v>
                  </c:pt>
                  <c:pt idx="931">
                    <c:v>Pinnacle Career Institute</c:v>
                  </c:pt>
                  <c:pt idx="932">
                    <c:v>Georgia Highlands College</c:v>
                  </c:pt>
                  <c:pt idx="933">
                    <c:v>Pfeiffer University</c:v>
                  </c:pt>
                  <c:pt idx="934">
                    <c:v>Virginia State University</c:v>
                  </c:pt>
                  <c:pt idx="935">
                    <c:v>Elgin Community College</c:v>
                  </c:pt>
                  <c:pt idx="936">
                    <c:v>Keuka College</c:v>
                  </c:pt>
                  <c:pt idx="937">
                    <c:v>Milligan College</c:v>
                  </c:pt>
                  <c:pt idx="938">
                    <c:v>Henderson State University</c:v>
                  </c:pt>
                  <c:pt idx="939">
                    <c:v>New Mexico State University</c:v>
                  </c:pt>
                  <c:pt idx="940">
                    <c:v>Houston Community College</c:v>
                  </c:pt>
                  <c:pt idx="941">
                    <c:v>Middlesex County College</c:v>
                  </c:pt>
                  <c:pt idx="942">
                    <c:v>Miles Community College</c:v>
                  </c:pt>
                  <c:pt idx="943">
                    <c:v>American Institute Of Business</c:v>
                  </c:pt>
                  <c:pt idx="944">
                    <c:v>Seward County Community College/Area Technical School</c:v>
                  </c:pt>
                  <c:pt idx="945">
                    <c:v>Wood Tobe - Coburn School</c:v>
                  </c:pt>
                  <c:pt idx="946">
                    <c:v>Alverno College</c:v>
                  </c:pt>
                  <c:pt idx="947">
                    <c:v>Chestnut Hill College</c:v>
                  </c:pt>
                  <c:pt idx="948">
                    <c:v>Mount San Antonio College</c:v>
                  </c:pt>
                  <c:pt idx="949">
                    <c:v>Hallmark College Of Technology</c:v>
                  </c:pt>
                  <c:pt idx="950">
                    <c:v>Palomar College</c:v>
                  </c:pt>
                  <c:pt idx="951">
                    <c:v>Cumberland County College</c:v>
                  </c:pt>
                  <c:pt idx="952">
                    <c:v>Eastern Nazarene College</c:v>
                  </c:pt>
                  <c:pt idx="953">
                    <c:v>Howard County Junior College District</c:v>
                  </c:pt>
                  <c:pt idx="954">
                    <c:v>Marshall University</c:v>
                  </c:pt>
                  <c:pt idx="955">
                    <c:v>Lakeshore Technical College</c:v>
                  </c:pt>
                  <c:pt idx="956">
                    <c:v>Point Park University</c:v>
                  </c:pt>
                  <c:pt idx="957">
                    <c:v>Strayer University</c:v>
                  </c:pt>
                  <c:pt idx="958">
                    <c:v>Chadron State College</c:v>
                  </c:pt>
                  <c:pt idx="959">
                    <c:v>CUNY Borough Of Manhattan Community College</c:v>
                  </c:pt>
                  <c:pt idx="960">
                    <c:v>Academy Of Art University</c:v>
                  </c:pt>
                  <c:pt idx="961">
                    <c:v>Gardner - Webb University</c:v>
                  </c:pt>
                  <c:pt idx="962">
                    <c:v>Sage Colleges</c:v>
                  </c:pt>
                  <c:pt idx="963">
                    <c:v>Mississippi University For Women</c:v>
                  </c:pt>
                  <c:pt idx="964">
                    <c:v>University Of Bridgeport</c:v>
                  </c:pt>
                  <c:pt idx="965">
                    <c:v>Copper Mountain College</c:v>
                  </c:pt>
                  <c:pt idx="966">
                    <c:v>Indiana University System</c:v>
                  </c:pt>
                  <c:pt idx="967">
                    <c:v>Spring Arbor University</c:v>
                  </c:pt>
                  <c:pt idx="968">
                    <c:v>University Of South Alabama</c:v>
                  </c:pt>
                  <c:pt idx="969">
                    <c:v>South Puget Sound Community College</c:v>
                  </c:pt>
                  <c:pt idx="970">
                    <c:v>Union College of Barbourville, KY</c:v>
                  </c:pt>
                  <c:pt idx="971">
                    <c:v>University Of Toledo</c:v>
                  </c:pt>
                  <c:pt idx="972">
                    <c:v>Alabama Agricultural &amp; Mechanical University</c:v>
                  </c:pt>
                  <c:pt idx="973">
                    <c:v>NHTI  - Concord's Community College</c:v>
                  </c:pt>
                  <c:pt idx="974">
                    <c:v>Huntington University</c:v>
                  </c:pt>
                  <c:pt idx="975">
                    <c:v>University Of Northwestern- St Paul</c:v>
                  </c:pt>
                  <c:pt idx="976">
                    <c:v>Northeastern Illinois University</c:v>
                  </c:pt>
                  <c:pt idx="977">
                    <c:v>Seton Hill University</c:v>
                  </c:pt>
                  <c:pt idx="978">
                    <c:v>Pasadena City College</c:v>
                  </c:pt>
                  <c:pt idx="979">
                    <c:v>Cameron University</c:v>
                  </c:pt>
                  <c:pt idx="980">
                    <c:v>Fontbonne University</c:v>
                  </c:pt>
                  <c:pt idx="981">
                    <c:v>Concordia University of Seward, NE</c:v>
                  </c:pt>
                  <c:pt idx="982">
                    <c:v>Aquinas College</c:v>
                  </c:pt>
                  <c:pt idx="983">
                    <c:v>University Of Kentucky</c:v>
                  </c:pt>
                  <c:pt idx="984">
                    <c:v>University Of North Alabama</c:v>
                  </c:pt>
                  <c:pt idx="985">
                    <c:v>Boise State University</c:v>
                  </c:pt>
                  <c:pt idx="986">
                    <c:v>Franklin Pierce University</c:v>
                  </c:pt>
                  <c:pt idx="987">
                    <c:v>Ball State University</c:v>
                  </c:pt>
                  <c:pt idx="988">
                    <c:v>Middle Tennessee State University</c:v>
                  </c:pt>
                  <c:pt idx="989">
                    <c:v>Orange County Community College</c:v>
                  </c:pt>
                  <c:pt idx="990">
                    <c:v>Northwest Missouri State University</c:v>
                  </c:pt>
                  <c:pt idx="991">
                    <c:v>Murray State University</c:v>
                  </c:pt>
                  <c:pt idx="992">
                    <c:v>Sussex County Community College</c:v>
                  </c:pt>
                  <c:pt idx="993">
                    <c:v>Wichita State University</c:v>
                  </c:pt>
                  <c:pt idx="994">
                    <c:v>Franciscan University Of Steubenville</c:v>
                  </c:pt>
                  <c:pt idx="995">
                    <c:v>Dutchess Community College</c:v>
                  </c:pt>
                  <c:pt idx="996">
                    <c:v>Lewis-Clark State College</c:v>
                  </c:pt>
                  <c:pt idx="997">
                    <c:v>College Of The Canyons</c:v>
                  </c:pt>
                  <c:pt idx="998">
                    <c:v>Northwestern Oklahoma State University</c:v>
                  </c:pt>
                  <c:pt idx="999">
                    <c:v>University Of Southern Mississippi</c:v>
                  </c:pt>
                  <c:pt idx="1000">
                    <c:v>Frederick Community College</c:v>
                  </c:pt>
                  <c:pt idx="1001">
                    <c:v>Thiel College</c:v>
                  </c:pt>
                  <c:pt idx="1002">
                    <c:v>SUNY College Of Technology At Alfred</c:v>
                  </c:pt>
                  <c:pt idx="1003">
                    <c:v>Utah State University</c:v>
                  </c:pt>
                  <c:pt idx="1004">
                    <c:v>Moraine Valley Community College</c:v>
                  </c:pt>
                  <c:pt idx="1005">
                    <c:v>Fox College</c:v>
                  </c:pt>
                  <c:pt idx="1006">
                    <c:v>Chabot-Las Positas Community College District</c:v>
                  </c:pt>
                  <c:pt idx="1007">
                    <c:v>Wilmington University</c:v>
                  </c:pt>
                  <c:pt idx="1008">
                    <c:v>Brookdale Community College</c:v>
                  </c:pt>
                  <c:pt idx="1009">
                    <c:v>Cascadia Community College</c:v>
                  </c:pt>
                  <c:pt idx="1010">
                    <c:v>Lone Star College-North Harris</c:v>
                  </c:pt>
                  <c:pt idx="1011">
                    <c:v>Norfolk State University</c:v>
                  </c:pt>
                  <c:pt idx="1012">
                    <c:v>Western Texas College</c:v>
                  </c:pt>
                  <c:pt idx="1013">
                    <c:v>Wright State University</c:v>
                  </c:pt>
                  <c:pt idx="1014">
                    <c:v>Cuesta College</c:v>
                  </c:pt>
                  <c:pt idx="1015">
                    <c:v>Texas State Technical College West Texas</c:v>
                  </c:pt>
                  <c:pt idx="1016">
                    <c:v>Southern Arkansas University</c:v>
                  </c:pt>
                  <c:pt idx="1017">
                    <c:v>Indiana University Of Pennsylvania</c:v>
                  </c:pt>
                  <c:pt idx="1018">
                    <c:v>Neumann University</c:v>
                  </c:pt>
                  <c:pt idx="1019">
                    <c:v>William Penn University</c:v>
                  </c:pt>
                  <c:pt idx="1020">
                    <c:v>University Of Advancing Computer Technology</c:v>
                  </c:pt>
                  <c:pt idx="1021">
                    <c:v>North Greenville University</c:v>
                  </c:pt>
                  <c:pt idx="1022">
                    <c:v>Anthem Institute</c:v>
                  </c:pt>
                  <c:pt idx="1023">
                    <c:v>Columbia Basin College</c:v>
                  </c:pt>
                  <c:pt idx="1024">
                    <c:v>University Of Central Missouri</c:v>
                  </c:pt>
                  <c:pt idx="1025">
                    <c:v>California University Of Pennsylvania</c:v>
                  </c:pt>
                  <c:pt idx="1026">
                    <c:v>Hanover College</c:v>
                  </c:pt>
                  <c:pt idx="1027">
                    <c:v>Rancho Santiago Community College District</c:v>
                  </c:pt>
                  <c:pt idx="1028">
                    <c:v>CUNY Medgar Evers College</c:v>
                  </c:pt>
                  <c:pt idx="1029">
                    <c:v>Columbus State University</c:v>
                  </c:pt>
                  <c:pt idx="1030">
                    <c:v>Dixie State University</c:v>
                  </c:pt>
                  <c:pt idx="1031">
                    <c:v>Kentucky Wesleyan College</c:v>
                  </c:pt>
                  <c:pt idx="1032">
                    <c:v>Howard Community College</c:v>
                  </c:pt>
                  <c:pt idx="1033">
                    <c:v>Arapahoe Community College</c:v>
                  </c:pt>
                  <c:pt idx="1034">
                    <c:v>Le Cordon Bleu College Of Culinary Arts of Pasadena, CA</c:v>
                  </c:pt>
                  <c:pt idx="1035">
                    <c:v>University Of Louisville</c:v>
                  </c:pt>
                  <c:pt idx="1036">
                    <c:v>Saddleback College</c:v>
                  </c:pt>
                  <c:pt idx="1037">
                    <c:v>Napa Valley College</c:v>
                  </c:pt>
                  <c:pt idx="1038">
                    <c:v>CUNY Laguardia Community College</c:v>
                  </c:pt>
                  <c:pt idx="1039">
                    <c:v>Middlesex Community College of Bedford, MA</c:v>
                  </c:pt>
                  <c:pt idx="1040">
                    <c:v>Las Positas College</c:v>
                  </c:pt>
                  <c:pt idx="1041">
                    <c:v>Slippery Rock University</c:v>
                  </c:pt>
                  <c:pt idx="1042">
                    <c:v>Marymount California University</c:v>
                  </c:pt>
                  <c:pt idx="1043">
                    <c:v>Bridgewater College</c:v>
                  </c:pt>
                  <c:pt idx="1044">
                    <c:v>Del Mar College</c:v>
                  </c:pt>
                  <c:pt idx="1045">
                    <c:v>Cape Cod Community College</c:v>
                  </c:pt>
                  <c:pt idx="1046">
                    <c:v>Grossmont-Cuyamaca Community College District</c:v>
                  </c:pt>
                  <c:pt idx="1047">
                    <c:v>Clarendon College</c:v>
                  </c:pt>
                  <c:pt idx="1048">
                    <c:v>Whatcom Community College</c:v>
                  </c:pt>
                  <c:pt idx="1049">
                    <c:v>Lincoln University of Lincoln University, PA</c:v>
                  </c:pt>
                  <c:pt idx="1050">
                    <c:v>Mary Baldwin College</c:v>
                  </c:pt>
                  <c:pt idx="1051">
                    <c:v>Savannah State University</c:v>
                  </c:pt>
                  <c:pt idx="1052">
                    <c:v>Our Lady Of The Lake University</c:v>
                  </c:pt>
                  <c:pt idx="1053">
                    <c:v>Concordia University of River Forest, IL</c:v>
                  </c:pt>
                  <c:pt idx="1054">
                    <c:v>Maryville College</c:v>
                  </c:pt>
                  <c:pt idx="1055">
                    <c:v>Lesley University</c:v>
                  </c:pt>
                  <c:pt idx="1056">
                    <c:v>University Of Hawaii And Hawaii Community Colleges</c:v>
                  </c:pt>
                  <c:pt idx="1057">
                    <c:v>Chatham University</c:v>
                  </c:pt>
                  <c:pt idx="1058">
                    <c:v>New England Institute Of Technology</c:v>
                  </c:pt>
                  <c:pt idx="1059">
                    <c:v>Tennessee State University</c:v>
                  </c:pt>
                  <c:pt idx="1060">
                    <c:v>Carson - Newman University</c:v>
                  </c:pt>
                  <c:pt idx="1061">
                    <c:v>Bethel University of Saint Paul, MN</c:v>
                  </c:pt>
                  <c:pt idx="1062">
                    <c:v>Chippewa Valley Technical College</c:v>
                  </c:pt>
                  <c:pt idx="1063">
                    <c:v>Macomb Community College</c:v>
                  </c:pt>
                  <c:pt idx="1064">
                    <c:v>Nebraska Wesleyan University</c:v>
                  </c:pt>
                  <c:pt idx="1065">
                    <c:v>Jacksonville University</c:v>
                  </c:pt>
                  <c:pt idx="1066">
                    <c:v>Union County College</c:v>
                  </c:pt>
                  <c:pt idx="1067">
                    <c:v>Valdosta State University</c:v>
                  </c:pt>
                  <c:pt idx="1068">
                    <c:v>Southeastern Illinois College</c:v>
                  </c:pt>
                  <c:pt idx="1069">
                    <c:v>Truett Mcconnell College</c:v>
                  </c:pt>
                  <c:pt idx="1070">
                    <c:v>Eastern Arizona College</c:v>
                  </c:pt>
                  <c:pt idx="1071">
                    <c:v>Le Cordon Bleu College Of Culinary Arts of Dallas, TX</c:v>
                  </c:pt>
                  <c:pt idx="1072">
                    <c:v>Brooks Institute</c:v>
                  </c:pt>
                  <c:pt idx="1073">
                    <c:v>Prairie View Agricultural &amp; Mechanical University</c:v>
                  </c:pt>
                  <c:pt idx="1074">
                    <c:v>Yosemite Community College District</c:v>
                  </c:pt>
                  <c:pt idx="1075">
                    <c:v>Indiana State University</c:v>
                  </c:pt>
                  <c:pt idx="1076">
                    <c:v>Ocean County College</c:v>
                  </c:pt>
                  <c:pt idx="1077">
                    <c:v>Saint Thomas University</c:v>
                  </c:pt>
                  <c:pt idx="1078">
                    <c:v>Randolph College</c:v>
                  </c:pt>
                  <c:pt idx="1079">
                    <c:v>School Of The Museum Of Fine Arts</c:v>
                  </c:pt>
                  <c:pt idx="1080">
                    <c:v>Lamar State College - Orange</c:v>
                  </c:pt>
                  <c:pt idx="1081">
                    <c:v>Lord Fairfax Community College</c:v>
                  </c:pt>
                  <c:pt idx="1082">
                    <c:v>Augustana College of Sioux Falls, SD</c:v>
                  </c:pt>
                  <c:pt idx="1083">
                    <c:v>Eastern University</c:v>
                  </c:pt>
                  <c:pt idx="1084">
                    <c:v>University Of Cincinnati</c:v>
                  </c:pt>
                  <c:pt idx="1085">
                    <c:v>Cisco College</c:v>
                  </c:pt>
                  <c:pt idx="1086">
                    <c:v>Art Institute Of Houston </c:v>
                  </c:pt>
                  <c:pt idx="1087">
                    <c:v>College Of Lake County</c:v>
                  </c:pt>
                  <c:pt idx="1088">
                    <c:v>Kent State University</c:v>
                  </c:pt>
                  <c:pt idx="1089">
                    <c:v>Daniel Webster College</c:v>
                  </c:pt>
                  <c:pt idx="1090">
                    <c:v>Rowan College At Gloucester County</c:v>
                  </c:pt>
                  <c:pt idx="1091">
                    <c:v>Texas A&amp;M University - Commerce</c:v>
                  </c:pt>
                  <c:pt idx="1092">
                    <c:v>Heidelberg University</c:v>
                  </c:pt>
                  <c:pt idx="1093">
                    <c:v>Virginia Wesleyan College</c:v>
                  </c:pt>
                  <c:pt idx="1094">
                    <c:v>Western Carolina University</c:v>
                  </c:pt>
                  <c:pt idx="1095">
                    <c:v>Lee University</c:v>
                  </c:pt>
                  <c:pt idx="1096">
                    <c:v>North Carolina Agricultural &amp; Technical State University</c:v>
                  </c:pt>
                  <c:pt idx="1097">
                    <c:v>State University Of New York College At Potsdam</c:v>
                  </c:pt>
                  <c:pt idx="1098">
                    <c:v>Mercy College</c:v>
                  </c:pt>
                  <c:pt idx="1099">
                    <c:v>Sierra College</c:v>
                  </c:pt>
                  <c:pt idx="1100">
                    <c:v>Adrian College</c:v>
                  </c:pt>
                  <c:pt idx="1101">
                    <c:v>Lake Superior State University</c:v>
                  </c:pt>
                  <c:pt idx="1102">
                    <c:v>Arkansas Tech University</c:v>
                  </c:pt>
                  <c:pt idx="1103">
                    <c:v>Automotive Training Center</c:v>
                  </c:pt>
                  <c:pt idx="1104">
                    <c:v>University Of Alabama At Birmingham</c:v>
                  </c:pt>
                  <c:pt idx="1105">
                    <c:v>Tarrant County College District</c:v>
                  </c:pt>
                  <c:pt idx="1106">
                    <c:v>Waldorf College</c:v>
                  </c:pt>
                  <c:pt idx="1107">
                    <c:v>University Of Saint Francis of Fort Wayne, IN</c:v>
                  </c:pt>
                  <c:pt idx="1108">
                    <c:v>Southeast Community College</c:v>
                  </c:pt>
                  <c:pt idx="1109">
                    <c:v>Clayton State University</c:v>
                  </c:pt>
                  <c:pt idx="1110">
                    <c:v>Kern &amp; North Orange County Community College Districts</c:v>
                  </c:pt>
                  <c:pt idx="1111">
                    <c:v>Johnson &amp; Wales University</c:v>
                  </c:pt>
                  <c:pt idx="1112">
                    <c:v>Manchester Community College of Manchester, CT</c:v>
                  </c:pt>
                  <c:pt idx="1113">
                    <c:v>Northwest College</c:v>
                  </c:pt>
                  <c:pt idx="1114">
                    <c:v>Hudson Valley Community College</c:v>
                  </c:pt>
                  <c:pt idx="1115">
                    <c:v>Laredo Community College</c:v>
                  </c:pt>
                  <c:pt idx="1116">
                    <c:v>Lakes Region Community College</c:v>
                  </c:pt>
                  <c:pt idx="1117">
                    <c:v>Montgomery County Community College</c:v>
                  </c:pt>
                  <c:pt idx="1118">
                    <c:v>San Diego Community College District</c:v>
                  </c:pt>
                  <c:pt idx="1119">
                    <c:v>University Of Montana </c:v>
                  </c:pt>
                  <c:pt idx="1120">
                    <c:v>Gavilan College</c:v>
                  </c:pt>
                  <c:pt idx="1121">
                    <c:v>Western Technical College of El Paso, TX</c:v>
                  </c:pt>
                  <c:pt idx="1122">
                    <c:v>Coastal Carolina University</c:v>
                  </c:pt>
                  <c:pt idx="1123">
                    <c:v>Massachusetts Bay Community College</c:v>
                  </c:pt>
                  <c:pt idx="1124">
                    <c:v>Heald College</c:v>
                  </c:pt>
                  <c:pt idx="1125">
                    <c:v>New England College</c:v>
                  </c:pt>
                  <c:pt idx="1126">
                    <c:v>Southwestern Community College of Creston, IA</c:v>
                  </c:pt>
                  <c:pt idx="1127">
                    <c:v>Eastern Wyoming College</c:v>
                  </c:pt>
                  <c:pt idx="1128">
                    <c:v>Mayville State University</c:v>
                  </c:pt>
                  <c:pt idx="1129">
                    <c:v>University Of The District Of Columbia</c:v>
                  </c:pt>
                  <c:pt idx="1130">
                    <c:v>Salt Lake Community College</c:v>
                  </c:pt>
                  <c:pt idx="1131">
                    <c:v>Ventura County Community College District</c:v>
                  </c:pt>
                  <c:pt idx="1132">
                    <c:v>Georgia Southwestern State University</c:v>
                  </c:pt>
                  <c:pt idx="1133">
                    <c:v>Rio Hondo Community College</c:v>
                  </c:pt>
                  <c:pt idx="1134">
                    <c:v>Capital University</c:v>
                  </c:pt>
                  <c:pt idx="1135">
                    <c:v>University Of Findlay </c:v>
                  </c:pt>
                  <c:pt idx="1136">
                    <c:v>Oklahoma State University Institute Of Technology - Okmulgee</c:v>
                  </c:pt>
                  <c:pt idx="1137">
                    <c:v>Appalachian State University</c:v>
                  </c:pt>
                  <c:pt idx="1138">
                    <c:v>Triton College</c:v>
                  </c:pt>
                  <c:pt idx="1139">
                    <c:v>Northwest Kansas Technical College</c:v>
                  </c:pt>
                  <c:pt idx="1140">
                    <c:v>Ohio University</c:v>
                  </c:pt>
                  <c:pt idx="1141">
                    <c:v>Oral Roberts University</c:v>
                  </c:pt>
                  <c:pt idx="1142">
                    <c:v>Lock Haven University Of Pennsylvania</c:v>
                  </c:pt>
                  <c:pt idx="1143">
                    <c:v>Bristol Community College</c:v>
                  </c:pt>
                  <c:pt idx="1144">
                    <c:v>Troy University And Troy State Universities, Montgomery And Dothan</c:v>
                  </c:pt>
                  <c:pt idx="1145">
                    <c:v>William Jewell College</c:v>
                  </c:pt>
                  <c:pt idx="1146">
                    <c:v>Blinn College</c:v>
                  </c:pt>
                  <c:pt idx="1147">
                    <c:v>Texas State Technical College</c:v>
                  </c:pt>
                  <c:pt idx="1148">
                    <c:v>Shepherd University</c:v>
                  </c:pt>
                  <c:pt idx="1149">
                    <c:v>Marshalltown Community College</c:v>
                  </c:pt>
                  <c:pt idx="1150">
                    <c:v>Southern Nazarene University</c:v>
                  </c:pt>
                  <c:pt idx="1151">
                    <c:v>Los Rios Community College District</c:v>
                  </c:pt>
                  <c:pt idx="1152">
                    <c:v>New England Culinary Institute</c:v>
                  </c:pt>
                  <c:pt idx="1153">
                    <c:v>University Of New Mexico</c:v>
                  </c:pt>
                  <c:pt idx="1154">
                    <c:v>Aurora University</c:v>
                  </c:pt>
                  <c:pt idx="1155">
                    <c:v>Mercyhurst University</c:v>
                  </c:pt>
                  <c:pt idx="1156">
                    <c:v>Ulster County Community College</c:v>
                  </c:pt>
                  <c:pt idx="1157">
                    <c:v>Weatherford College</c:v>
                  </c:pt>
                  <c:pt idx="1158">
                    <c:v>Hartnell Community College</c:v>
                  </c:pt>
                  <c:pt idx="1159">
                    <c:v>Tacoma Community College</c:v>
                  </c:pt>
                  <c:pt idx="1160">
                    <c:v>Vincennes University</c:v>
                  </c:pt>
                  <c:pt idx="1161">
                    <c:v>Campbellsville University</c:v>
                  </c:pt>
                  <c:pt idx="1162">
                    <c:v>San Juan College</c:v>
                  </c:pt>
                  <c:pt idx="1163">
                    <c:v>Concordia University - Wisconsin</c:v>
                  </c:pt>
                  <c:pt idx="1164">
                    <c:v>Nazareth College Of Rochester</c:v>
                  </c:pt>
                  <c:pt idx="1165">
                    <c:v>West Liberty University</c:v>
                  </c:pt>
                  <c:pt idx="1166">
                    <c:v>SUNY College Of Agriculture &amp; Technology At Morrisville</c:v>
                  </c:pt>
                  <c:pt idx="1167">
                    <c:v>Arkansas State University</c:v>
                  </c:pt>
                  <c:pt idx="1168">
                    <c:v>Cleveland State University</c:v>
                  </c:pt>
                  <c:pt idx="1169">
                    <c:v>Central Ohio Technical College</c:v>
                  </c:pt>
                  <c:pt idx="1170">
                    <c:v>Central Methodist University</c:v>
                  </c:pt>
                  <c:pt idx="1171">
                    <c:v>Friends University</c:v>
                  </c:pt>
                  <c:pt idx="1172">
                    <c:v>Harper College</c:v>
                  </c:pt>
                  <c:pt idx="1173">
                    <c:v>Western State Colorado University</c:v>
                  </c:pt>
                  <c:pt idx="1174">
                    <c:v>Lipscomb University</c:v>
                  </c:pt>
                  <c:pt idx="1175">
                    <c:v>College Of Marin</c:v>
                  </c:pt>
                  <c:pt idx="1176">
                    <c:v>Missouri Western State University</c:v>
                  </c:pt>
                  <c:pt idx="1177">
                    <c:v>Bates Technical College</c:v>
                  </c:pt>
                  <c:pt idx="1178">
                    <c:v>Saint Charles Community College</c:v>
                  </c:pt>
                  <c:pt idx="1179">
                    <c:v>Cumberland University</c:v>
                  </c:pt>
                  <c:pt idx="1180">
                    <c:v>Hill College</c:v>
                  </c:pt>
                  <c:pt idx="1181">
                    <c:v>Husson University</c:v>
                  </c:pt>
                  <c:pt idx="1182">
                    <c:v>Missouri Southern State University</c:v>
                  </c:pt>
                  <c:pt idx="1183">
                    <c:v>Colby Community College</c:v>
                  </c:pt>
                  <c:pt idx="1184">
                    <c:v>Midamerica Nazarene University</c:v>
                  </c:pt>
                  <c:pt idx="1185">
                    <c:v>Miami Dade CC</c:v>
                  </c:pt>
                  <c:pt idx="1186">
                    <c:v>Mount Vernon Nazarene University</c:v>
                  </c:pt>
                  <c:pt idx="1187">
                    <c:v>Delaware County Community College</c:v>
                  </c:pt>
                  <c:pt idx="1188">
                    <c:v>Johnson County Community College</c:v>
                  </c:pt>
                  <c:pt idx="1189">
                    <c:v>Adams State University</c:v>
                  </c:pt>
                  <c:pt idx="1190">
                    <c:v>New Mexico Highlands University</c:v>
                  </c:pt>
                  <c:pt idx="1191">
                    <c:v>Pittsburgh Technical Institute</c:v>
                  </c:pt>
                  <c:pt idx="1192">
                    <c:v>Midland University</c:v>
                  </c:pt>
                  <c:pt idx="1193">
                    <c:v>Citrus Community College</c:v>
                  </c:pt>
                  <c:pt idx="1194">
                    <c:v>Mount Hood Community College</c:v>
                  </c:pt>
                  <c:pt idx="1195">
                    <c:v>East Tennessee State University</c:v>
                  </c:pt>
                  <c:pt idx="1196">
                    <c:v>Lincoln Memorial University</c:v>
                  </c:pt>
                  <c:pt idx="1197">
                    <c:v>Minnesota State University System, Century And Various Other Minnesota Community Colleges</c:v>
                  </c:pt>
                  <c:pt idx="1198">
                    <c:v>Metropolitan State University Of Denver</c:v>
                  </c:pt>
                  <c:pt idx="1199">
                    <c:v>Winston-Salem State University</c:v>
                  </c:pt>
                  <c:pt idx="1200">
                    <c:v>Eastern Idaho Technical College</c:v>
                  </c:pt>
                  <c:pt idx="1201">
                    <c:v>Barton County Community College</c:v>
                  </c:pt>
                  <c:pt idx="1202">
                    <c:v>Northern Kentucky University</c:v>
                  </c:pt>
                  <c:pt idx="1203">
                    <c:v>CUNY Bronx Community College</c:v>
                  </c:pt>
                  <c:pt idx="1204">
                    <c:v>Youngstown State University</c:v>
                  </c:pt>
                  <c:pt idx="1205">
                    <c:v>University Of Maine System</c:v>
                  </c:pt>
                  <c:pt idx="1206">
                    <c:v>Los Angeles Community College District</c:v>
                  </c:pt>
                  <c:pt idx="1207">
                    <c:v>Riverside Community College District</c:v>
                  </c:pt>
                  <c:pt idx="1208">
                    <c:v>University Of Akron </c:v>
                  </c:pt>
                  <c:pt idx="1209">
                    <c:v>Lubbock Christian University</c:v>
                  </c:pt>
                  <c:pt idx="1210">
                    <c:v>Daemen College</c:v>
                  </c:pt>
                  <c:pt idx="1211">
                    <c:v>Evangel University</c:v>
                  </c:pt>
                  <c:pt idx="1212">
                    <c:v>Southwestern Assemblies Of God University</c:v>
                  </c:pt>
                  <c:pt idx="1213">
                    <c:v>Ferrum College</c:v>
                  </c:pt>
                  <c:pt idx="1214">
                    <c:v>Texas State Technical College Harlingen</c:v>
                  </c:pt>
                  <c:pt idx="1215">
                    <c:v>Grand Canyon University</c:v>
                  </c:pt>
                  <c:pt idx="1216">
                    <c:v>Northwest Arkansas Community College</c:v>
                  </c:pt>
                  <c:pt idx="1217">
                    <c:v>El Camino College</c:v>
                  </c:pt>
                  <c:pt idx="1218">
                    <c:v>University Of Montevallo</c:v>
                  </c:pt>
                  <c:pt idx="1219">
                    <c:v>CUNY, Hostos Community College</c:v>
                  </c:pt>
                  <c:pt idx="1220">
                    <c:v>North Central University</c:v>
                  </c:pt>
                  <c:pt idx="1221">
                    <c:v>Broward College</c:v>
                  </c:pt>
                  <c:pt idx="1222">
                    <c:v>Columbia - Greene Community College - SUNY Office Of Cmnty Colleg</c:v>
                  </c:pt>
                  <c:pt idx="1223">
                    <c:v>Cerritos Community College</c:v>
                  </c:pt>
                  <c:pt idx="1224">
                    <c:v>Naugatuck Valley Community College</c:v>
                  </c:pt>
                  <c:pt idx="1225">
                    <c:v>Manchester Community College of Manchester, NH</c:v>
                  </c:pt>
                  <c:pt idx="1226">
                    <c:v>North Central Texas College</c:v>
                  </c:pt>
                  <c:pt idx="1227">
                    <c:v>Austin Community College</c:v>
                  </c:pt>
                  <c:pt idx="1228">
                    <c:v>San Joaquin Delta College</c:v>
                  </c:pt>
                  <c:pt idx="1229">
                    <c:v>Wheelock College</c:v>
                  </c:pt>
                  <c:pt idx="1230">
                    <c:v>Our Lady Of The Lake College</c:v>
                  </c:pt>
                  <c:pt idx="1231">
                    <c:v>Salem College</c:v>
                  </c:pt>
                  <c:pt idx="1232">
                    <c:v>Southeastern University</c:v>
                  </c:pt>
                  <c:pt idx="1233">
                    <c:v>University Of Texas At Brownsville</c:v>
                  </c:pt>
                  <c:pt idx="1234">
                    <c:v>Anderson University of Anderson, SC</c:v>
                  </c:pt>
                  <c:pt idx="1235">
                    <c:v>Crown College</c:v>
                  </c:pt>
                  <c:pt idx="1236">
                    <c:v>Snow College</c:v>
                  </c:pt>
                  <c:pt idx="1237">
                    <c:v>Community College Of Baltimore County</c:v>
                  </c:pt>
                  <c:pt idx="1238">
                    <c:v>Immaculata University</c:v>
                  </c:pt>
                  <c:pt idx="1239">
                    <c:v>Reid State Technical College</c:v>
                  </c:pt>
                  <c:pt idx="1240">
                    <c:v>Clarion University Of Pennsylvania</c:v>
                  </c:pt>
                  <c:pt idx="1241">
                    <c:v>Wayland Baptist University</c:v>
                  </c:pt>
                  <c:pt idx="1242">
                    <c:v>East Texas Baptist University</c:v>
                  </c:pt>
                  <c:pt idx="1243">
                    <c:v>Southern University And Agricultural &amp; Mechanical Colg At Baton R</c:v>
                  </c:pt>
                  <c:pt idx="1244">
                    <c:v>Southern Utah University</c:v>
                  </c:pt>
                  <c:pt idx="1245">
                    <c:v>Northeast Community College</c:v>
                  </c:pt>
                  <c:pt idx="1246">
                    <c:v>Waukesha County Technical College</c:v>
                  </c:pt>
                  <c:pt idx="1247">
                    <c:v>Northeastern State University</c:v>
                  </c:pt>
                  <c:pt idx="1248">
                    <c:v>Montana State University - Billings</c:v>
                  </c:pt>
                  <c:pt idx="1249">
                    <c:v>University Of Science &amp; Arts Of Oklahoma</c:v>
                  </c:pt>
                  <c:pt idx="1250">
                    <c:v>Allan Hancock College</c:v>
                  </c:pt>
                  <c:pt idx="1251">
                    <c:v>Delta State University</c:v>
                  </c:pt>
                  <c:pt idx="1252">
                    <c:v>Full Sail University</c:v>
                  </c:pt>
                  <c:pt idx="1253">
                    <c:v>Lake Region State College</c:v>
                  </c:pt>
                  <c:pt idx="1254">
                    <c:v>Ohio Dominican University</c:v>
                  </c:pt>
                  <c:pt idx="1255">
                    <c:v>Coffeyville Community College</c:v>
                  </c:pt>
                  <c:pt idx="1256">
                    <c:v>College Of The Mainland</c:v>
                  </c:pt>
                  <c:pt idx="1257">
                    <c:v>Ranken Technical College</c:v>
                  </c:pt>
                  <c:pt idx="1258">
                    <c:v>University Of Arkansas At Little Rock</c:v>
                  </c:pt>
                  <c:pt idx="1259">
                    <c:v>Lancaster Bible College</c:v>
                  </c:pt>
                  <c:pt idx="1260">
                    <c:v>Massasoit Community College</c:v>
                  </c:pt>
                  <c:pt idx="1261">
                    <c:v>Dallas Baptist University</c:v>
                  </c:pt>
                  <c:pt idx="1262">
                    <c:v>Springfield Technical Community College</c:v>
                  </c:pt>
                  <c:pt idx="1263">
                    <c:v>University Of West Alabama</c:v>
                  </c:pt>
                  <c:pt idx="1264">
                    <c:v>Blue Ridge Community College of Weyers Cave, VA</c:v>
                  </c:pt>
                  <c:pt idx="1265">
                    <c:v>Beth Medrash Govoha Of America</c:v>
                  </c:pt>
                  <c:pt idx="1266">
                    <c:v>Long Beach City College</c:v>
                  </c:pt>
                  <c:pt idx="1267">
                    <c:v>Coastal Carolina Community College</c:v>
                  </c:pt>
                  <c:pt idx="1268">
                    <c:v>Solano Community College</c:v>
                  </c:pt>
                  <c:pt idx="1269">
                    <c:v>Parkland College</c:v>
                  </c:pt>
                  <c:pt idx="1270">
                    <c:v>Waubonsee Community College</c:v>
                  </c:pt>
                  <c:pt idx="1271">
                    <c:v>Valencia College</c:v>
                  </c:pt>
                  <c:pt idx="1272">
                    <c:v>Platt College of Alhambra, CA</c:v>
                  </c:pt>
                  <c:pt idx="1273">
                    <c:v>Western Kentucky University</c:v>
                  </c:pt>
                  <c:pt idx="1274">
                    <c:v>Mount Aloysius College</c:v>
                  </c:pt>
                  <c:pt idx="1275">
                    <c:v>Cecil College</c:v>
                  </c:pt>
                  <c:pt idx="1276">
                    <c:v>Phoenix Metro Community Colleges</c:v>
                  </c:pt>
                  <c:pt idx="1277">
                    <c:v>North Country Community College</c:v>
                  </c:pt>
                  <c:pt idx="1278">
                    <c:v>Whitworth University</c:v>
                  </c:pt>
                  <c:pt idx="1279">
                    <c:v>Anderson University of Anderson, IN</c:v>
                  </c:pt>
                  <c:pt idx="1280">
                    <c:v>Clark College</c:v>
                  </c:pt>
                  <c:pt idx="1281">
                    <c:v>Art Institute Of Colorado </c:v>
                  </c:pt>
                  <c:pt idx="1282">
                    <c:v>Germanna Community College</c:v>
                  </c:pt>
                  <c:pt idx="1283">
                    <c:v>University Of Arkansas At Fort Smith</c:v>
                  </c:pt>
                  <c:pt idx="1284">
                    <c:v>Joliet Junior College</c:v>
                  </c:pt>
                  <c:pt idx="1285">
                    <c:v>Lower Columbia College</c:v>
                  </c:pt>
                  <c:pt idx="1286">
                    <c:v>William Carey University</c:v>
                  </c:pt>
                  <c:pt idx="1287">
                    <c:v>Idaho State University</c:v>
                  </c:pt>
                  <c:pt idx="1288">
                    <c:v>Southeast Missouri State University</c:v>
                  </c:pt>
                  <c:pt idx="1289">
                    <c:v>Washburn University - Topeka</c:v>
                  </c:pt>
                  <c:pt idx="1290">
                    <c:v>California Culinary Academy</c:v>
                  </c:pt>
                  <c:pt idx="1291">
                    <c:v>Redlands Community College</c:v>
                  </c:pt>
                  <c:pt idx="1292">
                    <c:v>John Tyler Community College</c:v>
                  </c:pt>
                  <c:pt idx="1293">
                    <c:v>North Carolina Central University</c:v>
                  </c:pt>
                  <c:pt idx="1294">
                    <c:v>Grambling State University</c:v>
                  </c:pt>
                  <c:pt idx="1295">
                    <c:v>Imperial Valley College</c:v>
                  </c:pt>
                  <c:pt idx="1296">
                    <c:v>Seattle Central Community College</c:v>
                  </c:pt>
                  <c:pt idx="1297">
                    <c:v>Peru State College</c:v>
                  </c:pt>
                  <c:pt idx="1298">
                    <c:v>Western New Mexico University</c:v>
                  </c:pt>
                  <c:pt idx="1299">
                    <c:v>Northwestern State University</c:v>
                  </c:pt>
                  <c:pt idx="1300">
                    <c:v>Dallas County Community College District</c:v>
                  </c:pt>
                  <c:pt idx="1301">
                    <c:v>North Shore Community College</c:v>
                  </c:pt>
                  <c:pt idx="1302">
                    <c:v>Southwest Texas Junior College</c:v>
                  </c:pt>
                  <c:pt idx="1303">
                    <c:v>Peninsula College</c:v>
                  </c:pt>
                  <c:pt idx="1304">
                    <c:v>Lake Washington Institute Of Technology</c:v>
                  </c:pt>
                  <c:pt idx="1305">
                    <c:v>Western Oklahoma State College</c:v>
                  </c:pt>
                  <c:pt idx="1306">
                    <c:v>Viterbo University</c:v>
                  </c:pt>
                  <c:pt idx="1307">
                    <c:v>Vernon College</c:v>
                  </c:pt>
                  <c:pt idx="1308">
                    <c:v>Mount Mary University</c:v>
                  </c:pt>
                  <c:pt idx="1309">
                    <c:v>Labette Community College</c:v>
                  </c:pt>
                  <c:pt idx="1310">
                    <c:v>Gordon College</c:v>
                  </c:pt>
                  <c:pt idx="1311">
                    <c:v>Craven Community College</c:v>
                  </c:pt>
                  <c:pt idx="1312">
                    <c:v>South Texas College</c:v>
                  </c:pt>
                  <c:pt idx="1313">
                    <c:v>Cochise College</c:v>
                  </c:pt>
                  <c:pt idx="1314">
                    <c:v>University Of The Arts </c:v>
                  </c:pt>
                  <c:pt idx="1315">
                    <c:v>College Of Du Page</c:v>
                  </c:pt>
                  <c:pt idx="1316">
                    <c:v>Morton College</c:v>
                  </c:pt>
                  <c:pt idx="1317">
                    <c:v>Art Institute Of York  - Pennsylvania</c:v>
                  </c:pt>
                  <c:pt idx="1318">
                    <c:v>University Of North Carolina At Pembroke</c:v>
                  </c:pt>
                  <c:pt idx="1319">
                    <c:v>Hagerstown Community College</c:v>
                  </c:pt>
                  <c:pt idx="1320">
                    <c:v>Laramie County Community College</c:v>
                  </c:pt>
                  <c:pt idx="1321">
                    <c:v>Tunxis Community College</c:v>
                  </c:pt>
                  <c:pt idx="1322">
                    <c:v>Mount Wachusett Community College</c:v>
                  </c:pt>
                  <c:pt idx="1323">
                    <c:v>Spartanburg Methodist College</c:v>
                  </c:pt>
                  <c:pt idx="1324">
                    <c:v>Essex County College</c:v>
                  </c:pt>
                  <c:pt idx="1325">
                    <c:v>College Of The Desert</c:v>
                  </c:pt>
                  <c:pt idx="1326">
                    <c:v>Robert Morgan And Miami Lakes Educational Centers</c:v>
                  </c:pt>
                  <c:pt idx="1327">
                    <c:v>Hampshire College</c:v>
                  </c:pt>
                  <c:pt idx="1328">
                    <c:v>Ranger College</c:v>
                  </c:pt>
                  <c:pt idx="1329">
                    <c:v>Collin County Community College</c:v>
                  </c:pt>
                  <c:pt idx="1330">
                    <c:v>Oklahoma City Community College</c:v>
                  </c:pt>
                  <c:pt idx="1331">
                    <c:v>Wilmington College</c:v>
                  </c:pt>
                  <c:pt idx="1332">
                    <c:v>University Of Arkansas At Monticello</c:v>
                  </c:pt>
                  <c:pt idx="1333">
                    <c:v>Siena Heights University</c:v>
                  </c:pt>
                  <c:pt idx="1334">
                    <c:v>Southwestern Oregon Community College</c:v>
                  </c:pt>
                  <c:pt idx="1335">
                    <c:v>Camden County College</c:v>
                  </c:pt>
                  <c:pt idx="1336">
                    <c:v>Lake Area Technical Institute</c:v>
                  </c:pt>
                  <c:pt idx="1337">
                    <c:v>Northern Wyoming Community College District</c:v>
                  </c:pt>
                  <c:pt idx="1338">
                    <c:v>Walsh University</c:v>
                  </c:pt>
                  <c:pt idx="1339">
                    <c:v>San Bernardino Community College District</c:v>
                  </c:pt>
                  <c:pt idx="1340">
                    <c:v>Harrington College Of Design</c:v>
                  </c:pt>
                  <c:pt idx="1341">
                    <c:v>Jefferson Community College</c:v>
                  </c:pt>
                  <c:pt idx="1342">
                    <c:v>Roberts Wesleyan College</c:v>
                  </c:pt>
                  <c:pt idx="1343">
                    <c:v>Monterey Peninsula College</c:v>
                  </c:pt>
                  <c:pt idx="1344">
                    <c:v>Emporia State University</c:v>
                  </c:pt>
                  <c:pt idx="1345">
                    <c:v>Southeastern Louisiana University</c:v>
                  </c:pt>
                  <c:pt idx="1346">
                    <c:v>YTI Career Institute</c:v>
                  </c:pt>
                  <c:pt idx="1347">
                    <c:v>Le Cordon Bleu College Of Culinary Arts of Scottsdale, AZ</c:v>
                  </c:pt>
                  <c:pt idx="1348">
                    <c:v>Schoolcraft College</c:v>
                  </c:pt>
                  <c:pt idx="1349">
                    <c:v>Mt. San Jacinto College</c:v>
                  </c:pt>
                  <c:pt idx="1350">
                    <c:v>SUNY College Of Agriculture &amp; Technology At Cobleskill</c:v>
                  </c:pt>
                  <c:pt idx="1351">
                    <c:v>Rose State College</c:v>
                  </c:pt>
                  <c:pt idx="1352">
                    <c:v>Marywood University</c:v>
                  </c:pt>
                  <c:pt idx="1353">
                    <c:v>Lander University</c:v>
                  </c:pt>
                  <c:pt idx="1354">
                    <c:v>Cornish College Of The Arts</c:v>
                  </c:pt>
                  <c:pt idx="1355">
                    <c:v>Bellevue University</c:v>
                  </c:pt>
                  <c:pt idx="1356">
                    <c:v>Fisher College</c:v>
                  </c:pt>
                  <c:pt idx="1357">
                    <c:v>Mid-Plains Community College</c:v>
                  </c:pt>
                  <c:pt idx="1358">
                    <c:v>Mansfield University Of Pennsylvania</c:v>
                  </c:pt>
                  <c:pt idx="1359">
                    <c:v>Universal Technical Institute of Orlando, FL</c:v>
                  </c:pt>
                  <c:pt idx="1360">
                    <c:v>Quinsigamond Community College</c:v>
                  </c:pt>
                  <c:pt idx="1361">
                    <c:v>Tennessee College Of Applied Technology-Shelbyville</c:v>
                  </c:pt>
                  <c:pt idx="1362">
                    <c:v>Renton Technical College</c:v>
                  </c:pt>
                  <c:pt idx="1363">
                    <c:v>Allegany College Of Maryland</c:v>
                  </c:pt>
                  <c:pt idx="1364">
                    <c:v>University Of Mobile</c:v>
                  </c:pt>
                  <c:pt idx="1365">
                    <c:v>Temple College</c:v>
                  </c:pt>
                  <c:pt idx="1366">
                    <c:v>College Of Southern Nevada</c:v>
                  </c:pt>
                  <c:pt idx="1367">
                    <c:v>Tulsa Community College</c:v>
                  </c:pt>
                  <c:pt idx="1368">
                    <c:v>Everett Community College</c:v>
                  </c:pt>
                  <c:pt idx="1369">
                    <c:v>Seminole State College Of Florida</c:v>
                  </c:pt>
                  <c:pt idx="1370">
                    <c:v>Art Institute Of Fort Lauderdale </c:v>
                  </c:pt>
                  <c:pt idx="1371">
                    <c:v>Art Institute Of Philadelphia </c:v>
                  </c:pt>
                  <c:pt idx="1372">
                    <c:v>Polk State College</c:v>
                  </c:pt>
                  <c:pt idx="1373">
                    <c:v>Helena College University Of Montana</c:v>
                  </c:pt>
                  <c:pt idx="1374">
                    <c:v>Coker College</c:v>
                  </c:pt>
                  <c:pt idx="1375">
                    <c:v>Illinois Central College</c:v>
                  </c:pt>
                  <c:pt idx="1376">
                    <c:v>Louisiana State University In Shreveport</c:v>
                  </c:pt>
                  <c:pt idx="1377">
                    <c:v>Edinboro University Of Pennsylvania</c:v>
                  </c:pt>
                  <c:pt idx="1378">
                    <c:v>University Of North Carolina  Asheville</c:v>
                  </c:pt>
                  <c:pt idx="1379">
                    <c:v>Indiana Institute Of Technology</c:v>
                  </c:pt>
                  <c:pt idx="1380">
                    <c:v>Sterling College</c:v>
                  </c:pt>
                  <c:pt idx="1381">
                    <c:v>Cabrillo College</c:v>
                  </c:pt>
                  <c:pt idx="1382">
                    <c:v>Columbia College of Columbia, MO</c:v>
                  </c:pt>
                  <c:pt idx="1383">
                    <c:v>Big Bend Community College</c:v>
                  </c:pt>
                  <c:pt idx="1384">
                    <c:v>Oklahoma Baptist University</c:v>
                  </c:pt>
                  <c:pt idx="1385">
                    <c:v>Northeast Alabama Community College</c:v>
                  </c:pt>
                  <c:pt idx="1386">
                    <c:v>Yakima Valley Community College</c:v>
                  </c:pt>
                  <c:pt idx="1387">
                    <c:v>University Of Memphis </c:v>
                  </c:pt>
                  <c:pt idx="1388">
                    <c:v>Northampton County Area Community College</c:v>
                  </c:pt>
                  <c:pt idx="1389">
                    <c:v>Santa Fe College</c:v>
                  </c:pt>
                  <c:pt idx="1390">
                    <c:v>Capital Area Technical College</c:v>
                  </c:pt>
                  <c:pt idx="1391">
                    <c:v>Butte College</c:v>
                  </c:pt>
                  <c:pt idx="1392">
                    <c:v>Carroll Community College</c:v>
                  </c:pt>
                  <c:pt idx="1393">
                    <c:v>Skagit Valley College</c:v>
                  </c:pt>
                  <c:pt idx="1394">
                    <c:v>Grayson  County College</c:v>
                  </c:pt>
                  <c:pt idx="1395">
                    <c:v>New River Community College</c:v>
                  </c:pt>
                  <c:pt idx="1396">
                    <c:v>Enterprise State Community College</c:v>
                  </c:pt>
                  <c:pt idx="1397">
                    <c:v>Trinity Valley Community College</c:v>
                  </c:pt>
                  <c:pt idx="1398">
                    <c:v>George C. Wallace State Community College</c:v>
                  </c:pt>
                  <c:pt idx="1399">
                    <c:v>Cleveland State Community College</c:v>
                  </c:pt>
                  <c:pt idx="1400">
                    <c:v>Victor Valley Community College</c:v>
                  </c:pt>
                  <c:pt idx="1401">
                    <c:v>Elizabeth City State University</c:v>
                  </c:pt>
                  <c:pt idx="1402">
                    <c:v>Centralia College</c:v>
                  </c:pt>
                  <c:pt idx="1403">
                    <c:v>Hillsborough Community College</c:v>
                  </c:pt>
                  <c:pt idx="1404">
                    <c:v>Chaffey Community College</c:v>
                  </c:pt>
                  <c:pt idx="1405">
                    <c:v>Lincoln Technical Institute And Lincoln College Of Technology</c:v>
                  </c:pt>
                  <c:pt idx="1406">
                    <c:v>Amarillo College</c:v>
                  </c:pt>
                  <c:pt idx="1407">
                    <c:v>Southern West Virginia Community And Technical College</c:v>
                  </c:pt>
                  <c:pt idx="1408">
                    <c:v>University Of Montana Western </c:v>
                  </c:pt>
                  <c:pt idx="1409">
                    <c:v>Palm Beach State College</c:v>
                  </c:pt>
                  <c:pt idx="1410">
                    <c:v>Art Institute Of Pittsburgh </c:v>
                  </c:pt>
                  <c:pt idx="1411">
                    <c:v>Fort Valley State University</c:v>
                  </c:pt>
                  <c:pt idx="1412">
                    <c:v>SUNY College Of Technology At Canton</c:v>
                  </c:pt>
                  <c:pt idx="1413">
                    <c:v>Dakota College At Bottineau</c:v>
                  </c:pt>
                  <c:pt idx="1414">
                    <c:v>College Of New Rochelle </c:v>
                  </c:pt>
                  <c:pt idx="1415">
                    <c:v>West Virginia Community And Technical College System</c:v>
                  </c:pt>
                  <c:pt idx="1416">
                    <c:v>Brown College</c:v>
                  </c:pt>
                  <c:pt idx="1417">
                    <c:v>Corning Community College - SUNY Office Of Community Colleges</c:v>
                  </c:pt>
                  <c:pt idx="1418">
                    <c:v>Delaware Technical Community College of Wilmington, DE</c:v>
                  </c:pt>
                  <c:pt idx="1419">
                    <c:v>Wayne State College</c:v>
                  </c:pt>
                  <c:pt idx="1420">
                    <c:v>Lackawanna College</c:v>
                  </c:pt>
                  <c:pt idx="1421">
                    <c:v>Berkshire Community College</c:v>
                  </c:pt>
                  <c:pt idx="1422">
                    <c:v>SUNY College Of Technology At Delhi</c:v>
                  </c:pt>
                  <c:pt idx="1423">
                    <c:v>CC Of Philadelphia</c:v>
                  </c:pt>
                  <c:pt idx="1424">
                    <c:v>Southwestern Community College District</c:v>
                  </c:pt>
                  <c:pt idx="1425">
                    <c:v>United Talmudical Seminary</c:v>
                  </c:pt>
                  <c:pt idx="1426">
                    <c:v>Metropolitan Community College of Kansas City, MO</c:v>
                  </c:pt>
                  <c:pt idx="1427">
                    <c:v>Georgia Perimeter College</c:v>
                  </c:pt>
                  <c:pt idx="1428">
                    <c:v>California Institute Of The Arts</c:v>
                  </c:pt>
                  <c:pt idx="1429">
                    <c:v>Antelope Valley College</c:v>
                  </c:pt>
                  <c:pt idx="1430">
                    <c:v>Mars Hill University</c:v>
                  </c:pt>
                  <c:pt idx="1431">
                    <c:v>Finger Lakes Community College - SUNY Office Of Community College</c:v>
                  </c:pt>
                  <c:pt idx="1432">
                    <c:v>Texarkana College</c:v>
                  </c:pt>
                  <c:pt idx="1433">
                    <c:v>Mississippi Gulf Coast Community College</c:v>
                  </c:pt>
                  <c:pt idx="1434">
                    <c:v>Clackamas Community College</c:v>
                  </c:pt>
                  <c:pt idx="1435">
                    <c:v>Edison State College</c:v>
                  </c:pt>
                  <c:pt idx="1436">
                    <c:v>Marian University of Fond Du Lac, WI</c:v>
                  </c:pt>
                  <c:pt idx="1437">
                    <c:v>El Paso Community College</c:v>
                  </c:pt>
                  <c:pt idx="1438">
                    <c:v>West Hills Community College District</c:v>
                  </c:pt>
                  <c:pt idx="1439">
                    <c:v>Central Wyoming College</c:v>
                  </c:pt>
                  <c:pt idx="1440">
                    <c:v>Oklahoma State University - Oklahoma City</c:v>
                  </c:pt>
                  <c:pt idx="1441">
                    <c:v>Northwest Florida State College</c:v>
                  </c:pt>
                  <c:pt idx="1442">
                    <c:v>College Of The Sequoias</c:v>
                  </c:pt>
                  <c:pt idx="1443">
                    <c:v>Western Dakota Technical Institute</c:v>
                  </c:pt>
                  <c:pt idx="1444">
                    <c:v>Colorado Mountain College</c:v>
                  </c:pt>
                  <c:pt idx="1445">
                    <c:v>Fort Lewis College</c:v>
                  </c:pt>
                  <c:pt idx="1446">
                    <c:v>Emily Griffith Technical College</c:v>
                  </c:pt>
                  <c:pt idx="1447">
                    <c:v>Bethany Lutheran College</c:v>
                  </c:pt>
                  <c:pt idx="1448">
                    <c:v>Truckee Meadows Community College</c:v>
                  </c:pt>
                  <c:pt idx="1449">
                    <c:v>New England Institute Of Art </c:v>
                  </c:pt>
                  <c:pt idx="1450">
                    <c:v>Ashland University</c:v>
                  </c:pt>
                  <c:pt idx="1451">
                    <c:v>Yuba Community College District</c:v>
                  </c:pt>
                  <c:pt idx="1452">
                    <c:v>Trinity International University</c:v>
                  </c:pt>
                  <c:pt idx="1453">
                    <c:v>Yavapai College</c:v>
                  </c:pt>
                  <c:pt idx="1454">
                    <c:v>Austin Peay State University</c:v>
                  </c:pt>
                  <c:pt idx="1455">
                    <c:v>Linn-Benton Community College</c:v>
                  </c:pt>
                  <c:pt idx="1456">
                    <c:v>Lake Sumter State College</c:v>
                  </c:pt>
                  <c:pt idx="1457">
                    <c:v>Ozark Christian College</c:v>
                  </c:pt>
                  <c:pt idx="1458">
                    <c:v>Miracosta College</c:v>
                  </c:pt>
                  <c:pt idx="1459">
                    <c:v>Wenatchee Valley College</c:v>
                  </c:pt>
                  <c:pt idx="1460">
                    <c:v>Monroe County Community College</c:v>
                  </c:pt>
                  <c:pt idx="1461">
                    <c:v>Cowley County Community College &amp; Area Vocational Technical Schoo</c:v>
                  </c:pt>
                  <c:pt idx="1462">
                    <c:v>Arkansas State University - Beebe</c:v>
                  </c:pt>
                  <c:pt idx="1463">
                    <c:v>Claflin University</c:v>
                  </c:pt>
                  <c:pt idx="1464">
                    <c:v>Moore Norman Technology Center School District No. 17</c:v>
                  </c:pt>
                  <c:pt idx="1465">
                    <c:v>State College Of Florida, Manatee-Sarasota</c:v>
                  </c:pt>
                  <c:pt idx="1466">
                    <c:v>East Central College</c:v>
                  </c:pt>
                  <c:pt idx="1467">
                    <c:v>Northeast Texas Community College</c:v>
                  </c:pt>
                  <c:pt idx="1468">
                    <c:v>Flathead Valley Community College</c:v>
                  </c:pt>
                  <c:pt idx="1469">
                    <c:v>Southern Virginia University</c:v>
                  </c:pt>
                  <c:pt idx="1470">
                    <c:v>Bethel College</c:v>
                  </c:pt>
                  <c:pt idx="1471">
                    <c:v>Calhoun Community College</c:v>
                  </c:pt>
                  <c:pt idx="1472">
                    <c:v>Eastern Oklahoma State College</c:v>
                  </c:pt>
                  <c:pt idx="1473">
                    <c:v>Blackburn University</c:v>
                  </c:pt>
                  <c:pt idx="1474">
                    <c:v>Mid-State Technical College</c:v>
                  </c:pt>
                  <c:pt idx="1475">
                    <c:v>Robert Morris University Illinois</c:v>
                  </c:pt>
                  <c:pt idx="1476">
                    <c:v>Kirkwood Community College</c:v>
                  </c:pt>
                  <c:pt idx="1477">
                    <c:v>Blue Mountain Community College</c:v>
                  </c:pt>
                  <c:pt idx="1478">
                    <c:v>William Peace University</c:v>
                  </c:pt>
                  <c:pt idx="1479">
                    <c:v>North Iowa Area Community College</c:v>
                  </c:pt>
                  <c:pt idx="1480">
                    <c:v>Florida State College At Jacksonville</c:v>
                  </c:pt>
                  <c:pt idx="1481">
                    <c:v>Alamo Community College District</c:v>
                  </c:pt>
                  <c:pt idx="1482">
                    <c:v>University Of Charleston</c:v>
                  </c:pt>
                  <c:pt idx="1483">
                    <c:v>Illinois Institute Of Art </c:v>
                  </c:pt>
                  <c:pt idx="1484">
                    <c:v>Emmanuel College of Franklin Springs, GA</c:v>
                  </c:pt>
                  <c:pt idx="1485">
                    <c:v>Northeast Wisconsin Technical College</c:v>
                  </c:pt>
                  <c:pt idx="1486">
                    <c:v>Lewis And Clark Community College</c:v>
                  </c:pt>
                  <c:pt idx="1487">
                    <c:v>Columbia Gorge Community College</c:v>
                  </c:pt>
                  <c:pt idx="1488">
                    <c:v>Gordon State College</c:v>
                  </c:pt>
                  <c:pt idx="1489">
                    <c:v>Motlow State Community College</c:v>
                  </c:pt>
                  <c:pt idx="1490">
                    <c:v>Kankakee Community College</c:v>
                  </c:pt>
                  <c:pt idx="1491">
                    <c:v>Middle Georgia State College</c:v>
                  </c:pt>
                  <c:pt idx="1492">
                    <c:v>St. Petersburg College</c:v>
                  </c:pt>
                  <c:pt idx="1493">
                    <c:v>Wor-Wic Community College</c:v>
                  </c:pt>
                  <c:pt idx="1494">
                    <c:v>Grays Harbor College</c:v>
                  </c:pt>
                  <c:pt idx="1495">
                    <c:v>Maranatha Baptist University</c:v>
                  </c:pt>
                  <c:pt idx="1496">
                    <c:v>Drury University</c:v>
                  </c:pt>
                  <c:pt idx="1497">
                    <c:v>Albany State University</c:v>
                  </c:pt>
                  <c:pt idx="1498">
                    <c:v>Portland Community College</c:v>
                  </c:pt>
                  <c:pt idx="1499">
                    <c:v>Delaware Technical Community College of Dover, DE</c:v>
                  </c:pt>
                  <c:pt idx="1500">
                    <c:v>Saint Johns River State College</c:v>
                  </c:pt>
                  <c:pt idx="1501">
                    <c:v>Texas Southern University</c:v>
                  </c:pt>
                  <c:pt idx="1502">
                    <c:v>Harford Community College</c:v>
                  </c:pt>
                  <c:pt idx="1503">
                    <c:v>Concord University</c:v>
                  </c:pt>
                  <c:pt idx="1504">
                    <c:v>Lakeland Community College</c:v>
                  </c:pt>
                  <c:pt idx="1505">
                    <c:v>Institute Of Audio Research</c:v>
                  </c:pt>
                  <c:pt idx="1506">
                    <c:v>Shawnee State University</c:v>
                  </c:pt>
                  <c:pt idx="1507">
                    <c:v>California College Of The Arts</c:v>
                  </c:pt>
                  <c:pt idx="1508">
                    <c:v>Kilgore College</c:v>
                  </c:pt>
                  <c:pt idx="1509">
                    <c:v>Hudson County Community College</c:v>
                  </c:pt>
                  <c:pt idx="1510">
                    <c:v>Centenary College</c:v>
                  </c:pt>
                  <c:pt idx="1511">
                    <c:v>Connors State College</c:v>
                  </c:pt>
                  <c:pt idx="1512">
                    <c:v>Umpqua Community College</c:v>
                  </c:pt>
                  <c:pt idx="1513">
                    <c:v>Chattahoochee Technical College</c:v>
                  </c:pt>
                  <c:pt idx="1514">
                    <c:v>Holyoke Community College</c:v>
                  </c:pt>
                  <c:pt idx="1515">
                    <c:v>North Idaho College</c:v>
                  </c:pt>
                  <c:pt idx="1516">
                    <c:v>Webber International University</c:v>
                  </c:pt>
                  <c:pt idx="1517">
                    <c:v>University Of Arkansas Community College At Hope</c:v>
                  </c:pt>
                  <c:pt idx="1518">
                    <c:v>Virginia Western Community College</c:v>
                  </c:pt>
                  <c:pt idx="1519">
                    <c:v>Georgia Military College</c:v>
                  </c:pt>
                  <c:pt idx="1520">
                    <c:v>Urbana University</c:v>
                  </c:pt>
                  <c:pt idx="1521">
                    <c:v>Miami International University Of Art &amp; Design</c:v>
                  </c:pt>
                  <c:pt idx="1522">
                    <c:v>Certain Colorado Community Colleges</c:v>
                  </c:pt>
                  <c:pt idx="1523">
                    <c:v>Lassen College</c:v>
                  </c:pt>
                  <c:pt idx="1524">
                    <c:v>Lycoming College</c:v>
                  </c:pt>
                  <c:pt idx="1525">
                    <c:v>Lamar State College - Port Arthur</c:v>
                  </c:pt>
                  <c:pt idx="1526">
                    <c:v>Northern Essex Community College</c:v>
                  </c:pt>
                  <c:pt idx="1527">
                    <c:v>Carl Sandburg College</c:v>
                  </c:pt>
                  <c:pt idx="1528">
                    <c:v>Western Nebraska Community College</c:v>
                  </c:pt>
                  <c:pt idx="1529">
                    <c:v>Mercer County Community College</c:v>
                  </c:pt>
                  <c:pt idx="1530">
                    <c:v>Bunker Hill CC</c:v>
                  </c:pt>
                  <c:pt idx="1531">
                    <c:v>Rogers State University</c:v>
                  </c:pt>
                  <c:pt idx="1532">
                    <c:v>Eastern Kentucky University</c:v>
                  </c:pt>
                  <c:pt idx="1533">
                    <c:v>Oakland Community College</c:v>
                  </c:pt>
                  <c:pt idx="1534">
                    <c:v>Morehead State University</c:v>
                  </c:pt>
                  <c:pt idx="1535">
                    <c:v>Iowa Central Community College</c:v>
                  </c:pt>
                  <c:pt idx="1536">
                    <c:v>Lurleen B. Wallace Community College</c:v>
                  </c:pt>
                  <c:pt idx="1537">
                    <c:v>Tyler Junior College</c:v>
                  </c:pt>
                  <c:pt idx="1538">
                    <c:v>South Carolina State University</c:v>
                  </c:pt>
                  <c:pt idx="1539">
                    <c:v>Northeast Iowa Community College</c:v>
                  </c:pt>
                  <c:pt idx="1540">
                    <c:v>Dalton State College</c:v>
                  </c:pt>
                  <c:pt idx="1541">
                    <c:v>Art Institute Of New York City </c:v>
                  </c:pt>
                  <c:pt idx="1542">
                    <c:v>Gene Juarez Beauty Schools</c:v>
                  </c:pt>
                  <c:pt idx="1543">
                    <c:v>Kentucky State University</c:v>
                  </c:pt>
                  <c:pt idx="1544">
                    <c:v>Kishwaukee College</c:v>
                  </c:pt>
                  <c:pt idx="1545">
                    <c:v>Tidewater Community College</c:v>
                  </c:pt>
                  <c:pt idx="1546">
                    <c:v>Ecpi University And Skyline Colleges</c:v>
                  </c:pt>
                  <c:pt idx="1547">
                    <c:v>Mitchell College</c:v>
                  </c:pt>
                  <c:pt idx="1548">
                    <c:v>Genesee Community College</c:v>
                  </c:pt>
                  <c:pt idx="1549">
                    <c:v>Greensboro College</c:v>
                  </c:pt>
                  <c:pt idx="1550">
                    <c:v>Pima County Community College</c:v>
                  </c:pt>
                  <c:pt idx="1551">
                    <c:v>Paris Junior College</c:v>
                  </c:pt>
                  <c:pt idx="1552">
                    <c:v>Garrett College</c:v>
                  </c:pt>
                  <c:pt idx="1553">
                    <c:v>Pasco - Hernando State College</c:v>
                  </c:pt>
                  <c:pt idx="1554">
                    <c:v>Capital Community College</c:v>
                  </c:pt>
                  <c:pt idx="1555">
                    <c:v>Lincoln Technical Institutes And Lincoln College Of Technology</c:v>
                  </c:pt>
                  <c:pt idx="1556">
                    <c:v>West Shore Community College</c:v>
                  </c:pt>
                  <c:pt idx="1557">
                    <c:v>Clearwater Christian College</c:v>
                  </c:pt>
                  <c:pt idx="1558">
                    <c:v>College Of The Siskiyous</c:v>
                  </c:pt>
                  <c:pt idx="1559">
                    <c:v>Alabama Southern Community College</c:v>
                  </c:pt>
                  <c:pt idx="1560">
                    <c:v>Henry Ford Community College</c:v>
                  </c:pt>
                  <c:pt idx="1561">
                    <c:v>Westwood College - South Bay</c:v>
                  </c:pt>
                  <c:pt idx="1562">
                    <c:v>Erie Community College</c:v>
                  </c:pt>
                  <c:pt idx="1563">
                    <c:v>Cazenovia College</c:v>
                  </c:pt>
                  <c:pt idx="1564">
                    <c:v>Richard Bland College</c:v>
                  </c:pt>
                  <c:pt idx="1565">
                    <c:v>Briar Cliff University</c:v>
                  </c:pt>
                  <c:pt idx="1566">
                    <c:v>Mount Ida College</c:v>
                  </c:pt>
                  <c:pt idx="1567">
                    <c:v>Sanford-Brown College of Farmington, CT</c:v>
                  </c:pt>
                  <c:pt idx="1568">
                    <c:v>Jacksonville State University</c:v>
                  </c:pt>
                  <c:pt idx="1569">
                    <c:v>Luzerne County Community College</c:v>
                  </c:pt>
                  <c:pt idx="1570">
                    <c:v>Pellissippi State Community College</c:v>
                  </c:pt>
                  <c:pt idx="1571">
                    <c:v>Allen County Community College</c:v>
                  </c:pt>
                  <c:pt idx="1572">
                    <c:v>Williams Baptist College</c:v>
                  </c:pt>
                  <c:pt idx="1573">
                    <c:v>Missouri Valley College</c:v>
                  </c:pt>
                  <c:pt idx="1574">
                    <c:v>Central Oregon Community College</c:v>
                  </c:pt>
                  <c:pt idx="1575">
                    <c:v>Corban University</c:v>
                  </c:pt>
                  <c:pt idx="1576">
                    <c:v>Herkimer County Community College - SUNY Office Of Community Coll</c:v>
                  </c:pt>
                  <c:pt idx="1577">
                    <c:v>Texas Wesleyan University</c:v>
                  </c:pt>
                  <c:pt idx="1578">
                    <c:v>Northeastern Oklahoma A &amp; M College</c:v>
                  </c:pt>
                  <c:pt idx="1579">
                    <c:v>Copiah-Lincoln Community College</c:v>
                  </c:pt>
                  <c:pt idx="1580">
                    <c:v>Tennessee College Of Applied Technology - Knoxville</c:v>
                  </c:pt>
                  <c:pt idx="1581">
                    <c:v>Carl Albert State College</c:v>
                  </c:pt>
                  <c:pt idx="1582">
                    <c:v>University Of The Ozarks</c:v>
                  </c:pt>
                  <c:pt idx="1583">
                    <c:v>Hendrix College</c:v>
                  </c:pt>
                  <c:pt idx="1584">
                    <c:v>Midwest Technical Institute</c:v>
                  </c:pt>
                  <c:pt idx="1585">
                    <c:v>American Musical &amp; Dramatic Academy</c:v>
                  </c:pt>
                  <c:pt idx="1586">
                    <c:v>Northwestern Michigan College</c:v>
                  </c:pt>
                  <c:pt idx="1587">
                    <c:v>Sauk Valley Community College</c:v>
                  </c:pt>
                  <c:pt idx="1588">
                    <c:v>Clovis Community College</c:v>
                  </c:pt>
                  <c:pt idx="1589">
                    <c:v>Coconino County Community College</c:v>
                  </c:pt>
                  <c:pt idx="1590">
                    <c:v>Manchester University</c:v>
                  </c:pt>
                  <c:pt idx="1591">
                    <c:v>Washtenaw Community College</c:v>
                  </c:pt>
                  <c:pt idx="1592">
                    <c:v>Bennington College</c:v>
                  </c:pt>
                  <c:pt idx="1593">
                    <c:v>Northern Oklahoma College</c:v>
                  </c:pt>
                  <c:pt idx="1594">
                    <c:v>Olympic College</c:v>
                  </c:pt>
                  <c:pt idx="1595">
                    <c:v>American Intercontinental University</c:v>
                  </c:pt>
                  <c:pt idx="1596">
                    <c:v>University Of Southern Indiana</c:v>
                  </c:pt>
                  <c:pt idx="1597">
                    <c:v>Lake Land College</c:v>
                  </c:pt>
                  <c:pt idx="1598">
                    <c:v>St. Clair County Community College</c:v>
                  </c:pt>
                  <c:pt idx="1599">
                    <c:v>Cairn University</c:v>
                  </c:pt>
                  <c:pt idx="1600">
                    <c:v>Housatonic Community College</c:v>
                  </c:pt>
                  <c:pt idx="1601">
                    <c:v>Indian River State College</c:v>
                  </c:pt>
                  <c:pt idx="1602">
                    <c:v>Galveston College</c:v>
                  </c:pt>
                  <c:pt idx="1603">
                    <c:v>Eastern Florida State College</c:v>
                  </c:pt>
                  <c:pt idx="1604">
                    <c:v>Elaine P. Nunez Community College</c:v>
                  </c:pt>
                  <c:pt idx="1605">
                    <c:v>Francis Marion University</c:v>
                  </c:pt>
                  <c:pt idx="1606">
                    <c:v>Asnuntuck Community College</c:v>
                  </c:pt>
                  <c:pt idx="1607">
                    <c:v>Mohawk Valley Community College - SUNY Office Of Community Colleg</c:v>
                  </c:pt>
                  <c:pt idx="1608">
                    <c:v>Wytheville Community College</c:v>
                  </c:pt>
                  <c:pt idx="1609">
                    <c:v>Lamar Community College</c:v>
                  </c:pt>
                  <c:pt idx="1610">
                    <c:v>Panola College</c:v>
                  </c:pt>
                  <c:pt idx="1611">
                    <c:v>Walla Walla Community College</c:v>
                  </c:pt>
                  <c:pt idx="1612">
                    <c:v>South Plains College</c:v>
                  </c:pt>
                  <c:pt idx="1613">
                    <c:v>North Carolina Wesleyan College</c:v>
                  </c:pt>
                  <c:pt idx="1614">
                    <c:v>Columbus State Community College</c:v>
                  </c:pt>
                  <c:pt idx="1615">
                    <c:v>South Hills School Of Business &amp; Technology</c:v>
                  </c:pt>
                  <c:pt idx="1616">
                    <c:v>Lake Tahoe Community College</c:v>
                  </c:pt>
                  <c:pt idx="1617">
                    <c:v>Pearl River Community College</c:v>
                  </c:pt>
                  <c:pt idx="1618">
                    <c:v>Gulf Coast State College</c:v>
                  </c:pt>
                  <c:pt idx="1619">
                    <c:v>Clinton Community College - SUNY Office Of Community Colleges</c:v>
                  </c:pt>
                  <c:pt idx="1620">
                    <c:v>Navarro College</c:v>
                  </c:pt>
                  <c:pt idx="1621">
                    <c:v>Harrisburg Area Community College</c:v>
                  </c:pt>
                  <c:pt idx="1622">
                    <c:v>Spokane And Spokane Falls Community Colleges</c:v>
                  </c:pt>
                  <c:pt idx="1623">
                    <c:v>Southwest Baptist University</c:v>
                  </c:pt>
                  <c:pt idx="1624">
                    <c:v>SBI Campus - An Affiliate Of Sanford-Brown</c:v>
                  </c:pt>
                  <c:pt idx="1625">
                    <c:v>Jefferson College</c:v>
                  </c:pt>
                  <c:pt idx="1626">
                    <c:v>Community College Of Rhode Island</c:v>
                  </c:pt>
                  <c:pt idx="1627">
                    <c:v>Jackson State University</c:v>
                  </c:pt>
                  <c:pt idx="1628">
                    <c:v>Upper Iowa University</c:v>
                  </c:pt>
                  <c:pt idx="1629">
                    <c:v>Fortis College of Houston, TX</c:v>
                  </c:pt>
                  <c:pt idx="1630">
                    <c:v>H. Councill Trenholm State Technical College</c:v>
                  </c:pt>
                  <c:pt idx="1631">
                    <c:v>West Virginia State University</c:v>
                  </c:pt>
                  <c:pt idx="1632">
                    <c:v>Piedmont Virginia Community College</c:v>
                  </c:pt>
                  <c:pt idx="1633">
                    <c:v>Southern Union State Community College</c:v>
                  </c:pt>
                  <c:pt idx="1634">
                    <c:v>Lincoln University of Jefferson City, MO</c:v>
                  </c:pt>
                  <c:pt idx="1635">
                    <c:v>Piedmont College</c:v>
                  </c:pt>
                  <c:pt idx="1636">
                    <c:v>Fayetteville State University</c:v>
                  </c:pt>
                  <c:pt idx="1637">
                    <c:v>Olivet College</c:v>
                  </c:pt>
                  <c:pt idx="1638">
                    <c:v>Madison Area Technical College</c:v>
                  </c:pt>
                  <c:pt idx="1639">
                    <c:v>Colleges with insufficient data</c:v>
                  </c:pt>
                  <c:pt idx="1640">
                    <c:v>Abraham Baldwin Agricultural College</c:v>
                  </c:pt>
                  <c:pt idx="1641">
                    <c:v>Alpena Community College</c:v>
                  </c:pt>
                  <c:pt idx="1642">
                    <c:v>D G Erwin Technical Center</c:v>
                  </c:pt>
                  <c:pt idx="1643">
                    <c:v>Warren Wilson College</c:v>
                  </c:pt>
                  <c:pt idx="1644">
                    <c:v>Eastern New Mexico University</c:v>
                  </c:pt>
                  <c:pt idx="1645">
                    <c:v>Western Nevada College</c:v>
                  </c:pt>
                  <c:pt idx="1646">
                    <c:v>Becker College</c:v>
                  </c:pt>
                  <c:pt idx="1647">
                    <c:v>Bellingham Technical College</c:v>
                  </c:pt>
                  <c:pt idx="1648">
                    <c:v>Atlantic Cape Community College</c:v>
                  </c:pt>
                  <c:pt idx="1649">
                    <c:v>South Suburban College Of Cook County</c:v>
                  </c:pt>
                  <c:pt idx="1650">
                    <c:v>Lake Michigan College</c:v>
                  </c:pt>
                  <c:pt idx="1651">
                    <c:v>Herzing University</c:v>
                  </c:pt>
                  <c:pt idx="1652">
                    <c:v>Merced Community College</c:v>
                  </c:pt>
                  <c:pt idx="1653">
                    <c:v>Northwestern College of Bridgeview, IL</c:v>
                  </c:pt>
                  <c:pt idx="1654">
                    <c:v>Southern University At New Orleans</c:v>
                  </c:pt>
                  <c:pt idx="1655">
                    <c:v>Shaw University</c:v>
                  </c:pt>
                  <c:pt idx="1656">
                    <c:v>Owens State Community College</c:v>
                  </c:pt>
                  <c:pt idx="1657">
                    <c:v>Northeastern Junior College</c:v>
                  </c:pt>
                  <c:pt idx="1658">
                    <c:v>Three Rivers Community College of Poplar Bluff, MO</c:v>
                  </c:pt>
                  <c:pt idx="1659">
                    <c:v>State Center Community College District</c:v>
                  </c:pt>
                  <c:pt idx="1660">
                    <c:v>Chattanooga State Community College</c:v>
                  </c:pt>
                  <c:pt idx="1661">
                    <c:v>North Central State College</c:v>
                  </c:pt>
                  <c:pt idx="1662">
                    <c:v>Metropolitan Community College of Omaha, NE</c:v>
                  </c:pt>
                  <c:pt idx="1663">
                    <c:v>Chemeketa Community College</c:v>
                  </c:pt>
                  <c:pt idx="1664">
                    <c:v>Kentucky Christian University</c:v>
                  </c:pt>
                  <c:pt idx="1665">
                    <c:v>University Of Arkansas Community College At Batesville</c:v>
                  </c:pt>
                  <c:pt idx="1666">
                    <c:v>Cossatot Community College Of The University Of Arkansas</c:v>
                  </c:pt>
                  <c:pt idx="1667">
                    <c:v>Columbia State Community College</c:v>
                  </c:pt>
                  <c:pt idx="1668">
                    <c:v>Monroe Community College</c:v>
                  </c:pt>
                  <c:pt idx="1669">
                    <c:v>Illinois Valley Community College</c:v>
                  </c:pt>
                  <c:pt idx="1670">
                    <c:v>McLennan Community College</c:v>
                  </c:pt>
                  <c:pt idx="1671">
                    <c:v>Chesapeake College</c:v>
                  </c:pt>
                  <c:pt idx="1672">
                    <c:v>Chattahoochee Valley Community College</c:v>
                  </c:pt>
                  <c:pt idx="1673">
                    <c:v>City Colleges Of Chicago</c:v>
                  </c:pt>
                  <c:pt idx="1674">
                    <c:v>Indian Hills Community College</c:v>
                  </c:pt>
                  <c:pt idx="1675">
                    <c:v>McKendree University</c:v>
                  </c:pt>
                  <c:pt idx="1676">
                    <c:v>Pioneer Pacific College</c:v>
                  </c:pt>
                  <c:pt idx="1677">
                    <c:v>Delta College</c:v>
                  </c:pt>
                  <c:pt idx="1678">
                    <c:v>Jones County Junior College</c:v>
                  </c:pt>
                  <c:pt idx="1679">
                    <c:v>Dean College</c:v>
                  </c:pt>
                  <c:pt idx="1680">
                    <c:v>Bethune Cookman University</c:v>
                  </c:pt>
                  <c:pt idx="1681">
                    <c:v>Jackson State Community College</c:v>
                  </c:pt>
                  <c:pt idx="1682">
                    <c:v>Columbia College of Chicago, IL</c:v>
                  </c:pt>
                  <c:pt idx="1683">
                    <c:v>Blue Ridge Community College of Flat Rock, NC</c:v>
                  </c:pt>
                  <c:pt idx="1684">
                    <c:v>College Of Central Florida</c:v>
                  </c:pt>
                  <c:pt idx="1685">
                    <c:v>Saint Joseph's College of Standish, ME</c:v>
                  </c:pt>
                  <c:pt idx="1686">
                    <c:v>Wake Technical Community College</c:v>
                  </c:pt>
                  <c:pt idx="1687">
                    <c:v>Broome Community College</c:v>
                  </c:pt>
                  <c:pt idx="1688">
                    <c:v>Trident Technical College</c:v>
                  </c:pt>
                  <c:pt idx="1689">
                    <c:v>Fox Valley Technical College</c:v>
                  </c:pt>
                  <c:pt idx="1690">
                    <c:v>Snead State Community College</c:v>
                  </c:pt>
                  <c:pt idx="1691">
                    <c:v>Goldey-Beacom College</c:v>
                  </c:pt>
                  <c:pt idx="1692">
                    <c:v>Iowa Western Community College</c:v>
                  </c:pt>
                  <c:pt idx="1693">
                    <c:v>South Arkansas Community College</c:v>
                  </c:pt>
                  <c:pt idx="1694">
                    <c:v>Lane Community College</c:v>
                  </c:pt>
                  <c:pt idx="1695">
                    <c:v>Wilkes Community College</c:v>
                  </c:pt>
                  <c:pt idx="1696">
                    <c:v>Dordt College</c:v>
                  </c:pt>
                  <c:pt idx="1697">
                    <c:v>Cayuga Community College - SUNY Office Of Community College</c:v>
                  </c:pt>
                  <c:pt idx="1698">
                    <c:v>North Arkansas College</c:v>
                  </c:pt>
                  <c:pt idx="1699">
                    <c:v>Southwest Wisconsin Technical College</c:v>
                  </c:pt>
                  <c:pt idx="1700">
                    <c:v>Jefferson Community And Technical College</c:v>
                  </c:pt>
                  <c:pt idx="1701">
                    <c:v>Kellogg Community College</c:v>
                  </c:pt>
                  <c:pt idx="1702">
                    <c:v>Jefferson State Community College</c:v>
                  </c:pt>
                  <c:pt idx="1703">
                    <c:v>Tri-County Technical College</c:v>
                  </c:pt>
                  <c:pt idx="1704">
                    <c:v>Des Moines Area Community College</c:v>
                  </c:pt>
                  <c:pt idx="1705">
                    <c:v>Passaic County Community College</c:v>
                  </c:pt>
                  <c:pt idx="1706">
                    <c:v>Gateway Community College</c:v>
                  </c:pt>
                  <c:pt idx="1707">
                    <c:v>Zane State College</c:v>
                  </c:pt>
                  <c:pt idx="1708">
                    <c:v>Gadsden State Community College</c:v>
                  </c:pt>
                  <c:pt idx="1709">
                    <c:v>Three Rivers Community College of Norwich, CT</c:v>
                  </c:pt>
                  <c:pt idx="1710">
                    <c:v>Columbia College of Columbia, SC</c:v>
                  </c:pt>
                  <c:pt idx="1711">
                    <c:v>Rock Valley College</c:v>
                  </c:pt>
                  <c:pt idx="1712">
                    <c:v>Hutchinson Community College</c:v>
                  </c:pt>
                  <c:pt idx="1713">
                    <c:v>Washington State Community College</c:v>
                  </c:pt>
                  <c:pt idx="1714">
                    <c:v>Moberly Area Community College</c:v>
                  </c:pt>
                  <c:pt idx="1715">
                    <c:v>Southwest Mississippi Community College</c:v>
                  </c:pt>
                  <c:pt idx="1716">
                    <c:v>Black Hawk College</c:v>
                  </c:pt>
                  <c:pt idx="1717">
                    <c:v>College Of Coastal Georgia</c:v>
                  </c:pt>
                  <c:pt idx="1718">
                    <c:v>Northeast Mississippi Community College</c:v>
                  </c:pt>
                  <c:pt idx="1719">
                    <c:v>Arizona Western College</c:v>
                  </c:pt>
                  <c:pt idx="1720">
                    <c:v>Gwinnett Technical College</c:v>
                  </c:pt>
                  <c:pt idx="1721">
                    <c:v>CollegeAmerica Denver</c:v>
                  </c:pt>
                  <c:pt idx="1722">
                    <c:v>Community College Of Allegheny County</c:v>
                  </c:pt>
                  <c:pt idx="1723">
                    <c:v>Specs Howard School Of Media Arts</c:v>
                  </c:pt>
                  <c:pt idx="1724">
                    <c:v>College Of Southern Idaho</c:v>
                  </c:pt>
                  <c:pt idx="1725">
                    <c:v>West Virginia Wesleyan College</c:v>
                  </c:pt>
                  <c:pt idx="1726">
                    <c:v>Santa Fe Community College</c:v>
                  </c:pt>
                  <c:pt idx="1727">
                    <c:v>Montcalm Community College</c:v>
                  </c:pt>
                  <c:pt idx="1728">
                    <c:v>Garden City Community College</c:v>
                  </c:pt>
                  <c:pt idx="1729">
                    <c:v>Colorado Technical University</c:v>
                  </c:pt>
                  <c:pt idx="1730">
                    <c:v>Stark State College</c:v>
                  </c:pt>
                  <c:pt idx="1731">
                    <c:v>Rappahannock Community College</c:v>
                  </c:pt>
                  <c:pt idx="1732">
                    <c:v>Angelina College</c:v>
                  </c:pt>
                  <c:pt idx="1733">
                    <c:v>Northwest - Shoals Community College</c:v>
                  </c:pt>
                  <c:pt idx="1734">
                    <c:v>University Of Arkansas At Pine Bluff</c:v>
                  </c:pt>
                  <c:pt idx="1735">
                    <c:v>Belmont College</c:v>
                  </c:pt>
                  <c:pt idx="1736">
                    <c:v>Monroe College</c:v>
                  </c:pt>
                  <c:pt idx="1737">
                    <c:v>Converse College</c:v>
                  </c:pt>
                  <c:pt idx="1738">
                    <c:v>James A. Rhodes State College</c:v>
                  </c:pt>
                  <c:pt idx="1739">
                    <c:v>Lansing Community College</c:v>
                  </c:pt>
                  <c:pt idx="1740">
                    <c:v>Stephens College</c:v>
                  </c:pt>
                  <c:pt idx="1741">
                    <c:v>Adirondack Community College - SUNY Office Of Community Colleges</c:v>
                  </c:pt>
                  <c:pt idx="1742">
                    <c:v>Central Arizona College</c:v>
                  </c:pt>
                  <c:pt idx="1743">
                    <c:v>Kansas City Kansas Community College</c:v>
                  </c:pt>
                  <c:pt idx="1744">
                    <c:v>Fayetteville Technical Community College</c:v>
                  </c:pt>
                  <c:pt idx="1745">
                    <c:v>Mississippi Valley State University</c:v>
                  </c:pt>
                  <c:pt idx="1746">
                    <c:v>J Sargeant Reynolds Community College</c:v>
                  </c:pt>
                  <c:pt idx="1747">
                    <c:v>Northland College</c:v>
                  </c:pt>
                  <c:pt idx="1748">
                    <c:v>MTI College</c:v>
                  </c:pt>
                  <c:pt idx="1749">
                    <c:v>Feather River College</c:v>
                  </c:pt>
                  <c:pt idx="1750">
                    <c:v>Hawkeye Community College</c:v>
                  </c:pt>
                  <c:pt idx="1751">
                    <c:v>Globe University</c:v>
                  </c:pt>
                  <c:pt idx="1752">
                    <c:v>Central State University</c:v>
                  </c:pt>
                  <c:pt idx="1753">
                    <c:v>Southwestern Illinois College</c:v>
                  </c:pt>
                  <c:pt idx="1754">
                    <c:v>Stevens Henager College</c:v>
                  </c:pt>
                  <c:pt idx="1755">
                    <c:v>Delaware Technical Community College - Owens Campus</c:v>
                  </c:pt>
                  <c:pt idx="1756">
                    <c:v>Eastern Iowa Community College District</c:v>
                  </c:pt>
                  <c:pt idx="1757">
                    <c:v>Jackson College</c:v>
                  </c:pt>
                  <c:pt idx="1758">
                    <c:v>Hocking Technical College</c:v>
                  </c:pt>
                  <c:pt idx="1759">
                    <c:v>Colorado Christian University</c:v>
                  </c:pt>
                  <c:pt idx="1760">
                    <c:v>Muskegon Community College</c:v>
                  </c:pt>
                  <c:pt idx="1761">
                    <c:v>Jamestown Community College</c:v>
                  </c:pt>
                  <c:pt idx="1762">
                    <c:v>Florida Gateway College</c:v>
                  </c:pt>
                  <c:pt idx="1763">
                    <c:v>Grand Rapids Community College</c:v>
                  </c:pt>
                  <c:pt idx="1764">
                    <c:v>Lehigh Carbon Community College</c:v>
                  </c:pt>
                  <c:pt idx="1765">
                    <c:v>East Central Community College</c:v>
                  </c:pt>
                  <c:pt idx="1766">
                    <c:v>Aiken Technical College</c:v>
                  </c:pt>
                  <c:pt idx="1767">
                    <c:v>Le Cordon Bleu College Of Culinary Arts In Chicago</c:v>
                  </c:pt>
                  <c:pt idx="1768">
                    <c:v>Western Iowa Tech Community College</c:v>
                  </c:pt>
                  <c:pt idx="1769">
                    <c:v>Blackhawk Technical College</c:v>
                  </c:pt>
                  <c:pt idx="1770">
                    <c:v>Brevard College</c:v>
                  </c:pt>
                  <c:pt idx="1771">
                    <c:v>Ozarks Technical Community College</c:v>
                  </c:pt>
                  <c:pt idx="1772">
                    <c:v>Butler County Community College of El Dorado, KS</c:v>
                  </c:pt>
                  <c:pt idx="1773">
                    <c:v>Northcentral Technical College</c:v>
                  </c:pt>
                  <c:pt idx="1774">
                    <c:v>College Of Mount Saint Joseph</c:v>
                  </c:pt>
                  <c:pt idx="1775">
                    <c:v>James H. Faulkner State Community College</c:v>
                  </c:pt>
                  <c:pt idx="1776">
                    <c:v>Bevill State Community College</c:v>
                  </c:pt>
                  <c:pt idx="1777">
                    <c:v>Schreiner University</c:v>
                  </c:pt>
                  <c:pt idx="1778">
                    <c:v>Niagara County Community College</c:v>
                  </c:pt>
                  <c:pt idx="1779">
                    <c:v>Hohokus School - RETS/Nutley</c:v>
                  </c:pt>
                  <c:pt idx="1780">
                    <c:v>Northland Pioneer College</c:v>
                  </c:pt>
                  <c:pt idx="1781">
                    <c:v>Newman University</c:v>
                  </c:pt>
                  <c:pt idx="1782">
                    <c:v>Glendale Career College</c:v>
                  </c:pt>
                  <c:pt idx="1783">
                    <c:v>University Of Rio Grande</c:v>
                  </c:pt>
                  <c:pt idx="1784">
                    <c:v>Heartland Community College</c:v>
                  </c:pt>
                  <c:pt idx="1785">
                    <c:v>Cornerstone University</c:v>
                  </c:pt>
                  <c:pt idx="1786">
                    <c:v>Tompkins Cortland Community College</c:v>
                  </c:pt>
                  <c:pt idx="1787">
                    <c:v>North Georgia Technical College</c:v>
                  </c:pt>
                  <c:pt idx="1788">
                    <c:v>Haywood Community College</c:v>
                  </c:pt>
                  <c:pt idx="1789">
                    <c:v>Plaza College</c:v>
                  </c:pt>
                  <c:pt idx="1790">
                    <c:v>Northeast State Community College</c:v>
                  </c:pt>
                  <c:pt idx="1791">
                    <c:v>Davis Applied Technology College</c:v>
                  </c:pt>
                  <c:pt idx="1792">
                    <c:v>Sullivan University, Sullivan College Of Technology And Design And Spencerian College</c:v>
                  </c:pt>
                  <c:pt idx="1793">
                    <c:v>Volunteer State Community College</c:v>
                  </c:pt>
                  <c:pt idx="1794">
                    <c:v>Baptist Bible College Of Pennsylvania</c:v>
                  </c:pt>
                  <c:pt idx="1795">
                    <c:v>Iowa Lakes Community College</c:v>
                  </c:pt>
                  <c:pt idx="1796">
                    <c:v>Moraine Park Technical College</c:v>
                  </c:pt>
                  <c:pt idx="1797">
                    <c:v>Richland Community College</c:v>
                  </c:pt>
                  <c:pt idx="1798">
                    <c:v>Bethel University of McKenzie, TN</c:v>
                  </c:pt>
                  <c:pt idx="1799">
                    <c:v>Onondaga Community College</c:v>
                  </c:pt>
                  <c:pt idx="1800">
                    <c:v>Cheyney University Of Pennsylvania</c:v>
                  </c:pt>
                  <c:pt idx="1801">
                    <c:v>Greenville Technical College</c:v>
                  </c:pt>
                  <c:pt idx="1802">
                    <c:v>Kaskaskia College</c:v>
                  </c:pt>
                  <c:pt idx="1803">
                    <c:v>Salem Community College</c:v>
                  </c:pt>
                  <c:pt idx="1804">
                    <c:v>Crowder College</c:v>
                  </c:pt>
                  <c:pt idx="1805">
                    <c:v>Newberry College</c:v>
                  </c:pt>
                  <c:pt idx="1806">
                    <c:v>Cape Fear Community College</c:v>
                  </c:pt>
                  <c:pt idx="1807">
                    <c:v>Shelton State Community College</c:v>
                  </c:pt>
                  <c:pt idx="1808">
                    <c:v>Illinois Eastern Community Colleges - Olney Central College</c:v>
                  </c:pt>
                  <c:pt idx="1809">
                    <c:v>University Of Arkansas Community College At Morrilton</c:v>
                  </c:pt>
                  <c:pt idx="1810">
                    <c:v>Avila University</c:v>
                  </c:pt>
                  <c:pt idx="1811">
                    <c:v>North Central Missouri College</c:v>
                  </c:pt>
                  <c:pt idx="1812">
                    <c:v>Lincoln College</c:v>
                  </c:pt>
                  <c:pt idx="1813">
                    <c:v>George C. Wallace Community College</c:v>
                  </c:pt>
                  <c:pt idx="1814">
                    <c:v>Kiamichi Technology Center</c:v>
                  </c:pt>
                  <c:pt idx="1815">
                    <c:v>Lincoln Land Community College</c:v>
                  </c:pt>
                  <c:pt idx="1816">
                    <c:v>Thomas Nelson Community College</c:v>
                  </c:pt>
                  <c:pt idx="1817">
                    <c:v>Florida Memorial University</c:v>
                  </c:pt>
                  <c:pt idx="1818">
                    <c:v>Kalamazoo Valley Community College</c:v>
                  </c:pt>
                  <c:pt idx="1819">
                    <c:v>Tennessee College Of Applied Technology - Dickson</c:v>
                  </c:pt>
                  <c:pt idx="1820">
                    <c:v>Terra State Community College</c:v>
                  </c:pt>
                  <c:pt idx="1821">
                    <c:v>Trevecca Nazarene University</c:v>
                  </c:pt>
                  <c:pt idx="1822">
                    <c:v>Wisconsin Indianhead Technical College</c:v>
                  </c:pt>
                  <c:pt idx="1823">
                    <c:v>Southwestern Michigan College</c:v>
                  </c:pt>
                  <c:pt idx="1824">
                    <c:v>San Joaquin Valley College</c:v>
                  </c:pt>
                  <c:pt idx="1825">
                    <c:v>Pratt Community College</c:v>
                  </c:pt>
                  <c:pt idx="1826">
                    <c:v>Surry Community College</c:v>
                  </c:pt>
                  <c:pt idx="1827">
                    <c:v>Daytona State College</c:v>
                  </c:pt>
                  <c:pt idx="1828">
                    <c:v>Bay State College</c:v>
                  </c:pt>
                  <c:pt idx="1829">
                    <c:v>Johnson University</c:v>
                  </c:pt>
                  <c:pt idx="1830">
                    <c:v>Meridian Community College</c:v>
                  </c:pt>
                  <c:pt idx="1831">
                    <c:v>Boricua College</c:v>
                  </c:pt>
                  <c:pt idx="1832">
                    <c:v>Bossier Parish Community College</c:v>
                  </c:pt>
                  <c:pt idx="1833">
                    <c:v>Darton State College</c:v>
                  </c:pt>
                  <c:pt idx="1834">
                    <c:v>Glenville State College</c:v>
                  </c:pt>
                  <c:pt idx="1835">
                    <c:v>Evergreen State College </c:v>
                  </c:pt>
                  <c:pt idx="1836">
                    <c:v>Art Institutes International Minnesota </c:v>
                  </c:pt>
                  <c:pt idx="1837">
                    <c:v>Mineral Area College</c:v>
                  </c:pt>
                  <c:pt idx="1838">
                    <c:v>Quinebaug Valley Community College</c:v>
                  </c:pt>
                  <c:pt idx="1839">
                    <c:v>University Of Pikeville</c:v>
                  </c:pt>
                  <c:pt idx="1840">
                    <c:v>International Academy Of Design And Technology of Orlando, FL</c:v>
                  </c:pt>
                  <c:pt idx="1841">
                    <c:v>Northwest State Community College</c:v>
                  </c:pt>
                  <c:pt idx="1842">
                    <c:v>Mohave Community College</c:v>
                  </c:pt>
                  <c:pt idx="1843">
                    <c:v>Georgia Piedmont Technical College</c:v>
                  </c:pt>
                  <c:pt idx="1844">
                    <c:v>Art Institute Of Phoenix </c:v>
                  </c:pt>
                  <c:pt idx="1845">
                    <c:v>Rogue Community College</c:v>
                  </c:pt>
                  <c:pt idx="1846">
                    <c:v>Treasure Valley Community College</c:v>
                  </c:pt>
                  <c:pt idx="1847">
                    <c:v>St Louis Community Colleges</c:v>
                  </c:pt>
                  <c:pt idx="1848">
                    <c:v>Harris - Stowe State University</c:v>
                  </c:pt>
                  <c:pt idx="1849">
                    <c:v>South Georgia Technical College</c:v>
                  </c:pt>
                  <c:pt idx="1850">
                    <c:v>College Of The Redwoods</c:v>
                  </c:pt>
                  <c:pt idx="1851">
                    <c:v>Central Community College</c:v>
                  </c:pt>
                  <c:pt idx="1852">
                    <c:v>Southern Careers Institute</c:v>
                  </c:pt>
                  <c:pt idx="1853">
                    <c:v>Butler County Community College of Butler, PA</c:v>
                  </c:pt>
                  <c:pt idx="1854">
                    <c:v>Delgado Community College</c:v>
                  </c:pt>
                  <c:pt idx="1855">
                    <c:v>Aveda Institute</c:v>
                  </c:pt>
                  <c:pt idx="1856">
                    <c:v>University Of Mount Olive</c:v>
                  </c:pt>
                  <c:pt idx="1857">
                    <c:v>Central New Mexico Community College</c:v>
                  </c:pt>
                  <c:pt idx="1858">
                    <c:v>National Park Community College</c:v>
                  </c:pt>
                  <c:pt idx="1859">
                    <c:v>Ivy Tech Community College Of Indiana System</c:v>
                  </c:pt>
                  <c:pt idx="1860">
                    <c:v>Bryan College</c:v>
                  </c:pt>
                  <c:pt idx="1861">
                    <c:v>Clover Park Technical College</c:v>
                  </c:pt>
                  <c:pt idx="1862">
                    <c:v>Midlands Technical College</c:v>
                  </c:pt>
                  <c:pt idx="1863">
                    <c:v>Sheridan Technical Center</c:v>
                  </c:pt>
                  <c:pt idx="1864">
                    <c:v>Rend Lake College</c:v>
                  </c:pt>
                  <c:pt idx="1865">
                    <c:v>Southwestern Community College of Sylva, NC</c:v>
                  </c:pt>
                  <c:pt idx="1866">
                    <c:v>Seminole State College</c:v>
                  </c:pt>
                  <c:pt idx="1867">
                    <c:v>Schenectady County Community College</c:v>
                  </c:pt>
                  <c:pt idx="1868">
                    <c:v>Central Piedmont Community College</c:v>
                  </c:pt>
                  <c:pt idx="1869">
                    <c:v>Pensacola State College</c:v>
                  </c:pt>
                  <c:pt idx="1870">
                    <c:v>Barton College</c:v>
                  </c:pt>
                  <c:pt idx="1871">
                    <c:v>SUNY Fulton-Montgomery Community College</c:v>
                  </c:pt>
                  <c:pt idx="1872">
                    <c:v>Southeast Arkansas College</c:v>
                  </c:pt>
                  <c:pt idx="1873">
                    <c:v>Nashville State Community College</c:v>
                  </c:pt>
                  <c:pt idx="1874">
                    <c:v>Sullivan County Community College - SUNY Office Of Community Coll</c:v>
                  </c:pt>
                  <c:pt idx="1875">
                    <c:v>John, Castleton And Lyndon State Colleges And Community College Of Vermont</c:v>
                  </c:pt>
                  <c:pt idx="1876">
                    <c:v>Lindsey Wilson College</c:v>
                  </c:pt>
                  <c:pt idx="1877">
                    <c:v>Cleveland Community College</c:v>
                  </c:pt>
                  <c:pt idx="1878">
                    <c:v>Reading Area Community College</c:v>
                  </c:pt>
                  <c:pt idx="1879">
                    <c:v>Clatsop Community College</c:v>
                  </c:pt>
                  <c:pt idx="1880">
                    <c:v>Hinds Community College</c:v>
                  </c:pt>
                  <c:pt idx="1881">
                    <c:v>Westmoreland County Community College</c:v>
                  </c:pt>
                  <c:pt idx="1882">
                    <c:v>Averett University</c:v>
                  </c:pt>
                  <c:pt idx="1883">
                    <c:v>Vatterott College</c:v>
                  </c:pt>
                  <c:pt idx="1884">
                    <c:v>Tiffin University</c:v>
                  </c:pt>
                  <c:pt idx="1885">
                    <c:v>Word Of Life Bible Institute</c:v>
                  </c:pt>
                  <c:pt idx="1886">
                    <c:v>North Central Michigan College</c:v>
                  </c:pt>
                  <c:pt idx="1887">
                    <c:v>Tennessee Wesleyan College</c:v>
                  </c:pt>
                  <c:pt idx="1888">
                    <c:v>Tallahassee Community College</c:v>
                  </c:pt>
                  <c:pt idx="1889">
                    <c:v>Greenfield Community College</c:v>
                  </c:pt>
                  <c:pt idx="1890">
                    <c:v>Intercoast Colleges</c:v>
                  </c:pt>
                  <c:pt idx="1891">
                    <c:v>Carrington College California</c:v>
                  </c:pt>
                  <c:pt idx="1892">
                    <c:v>Fort Scott Community College</c:v>
                  </c:pt>
                  <c:pt idx="1893">
                    <c:v>International Academy Of Design And Technology of Chicago, IL</c:v>
                  </c:pt>
                  <c:pt idx="1894">
                    <c:v>White Mountains Community College</c:v>
                  </c:pt>
                  <c:pt idx="1895">
                    <c:v>Virginia Highlands Community College</c:v>
                  </c:pt>
                  <c:pt idx="1896">
                    <c:v>Eastern Shore Community College</c:v>
                  </c:pt>
                  <c:pt idx="1897">
                    <c:v>Brewton Parker College</c:v>
                  </c:pt>
                  <c:pt idx="1898">
                    <c:v>Southern State Community College</c:v>
                  </c:pt>
                  <c:pt idx="1899">
                    <c:v>Keiser University</c:v>
                  </c:pt>
                  <c:pt idx="1900">
                    <c:v>Isothermal Community College</c:v>
                  </c:pt>
                  <c:pt idx="1901">
                    <c:v>Southwest Virginia Community College</c:v>
                  </c:pt>
                  <c:pt idx="1902">
                    <c:v>Cloud County Community College</c:v>
                  </c:pt>
                  <c:pt idx="1903">
                    <c:v>Holmes Community College</c:v>
                  </c:pt>
                  <c:pt idx="1904">
                    <c:v>Clark State Community College</c:v>
                  </c:pt>
                  <c:pt idx="1905">
                    <c:v>Saint Augustine's University</c:v>
                  </c:pt>
                  <c:pt idx="1906">
                    <c:v>Langston University</c:v>
                  </c:pt>
                  <c:pt idx="1907">
                    <c:v>Caldwell Community College &amp; Technical Institute</c:v>
                  </c:pt>
                  <c:pt idx="1908">
                    <c:v>Paine College</c:v>
                  </c:pt>
                  <c:pt idx="1909">
                    <c:v>Danville Community College</c:v>
                  </c:pt>
                  <c:pt idx="1910">
                    <c:v>Lanier Technical College</c:v>
                  </c:pt>
                  <c:pt idx="1911">
                    <c:v>Roane State Community College</c:v>
                  </c:pt>
                  <c:pt idx="1912">
                    <c:v>Dodge City Community College</c:v>
                  </c:pt>
                  <c:pt idx="1913">
                    <c:v>Southern Wesleyan University</c:v>
                  </c:pt>
                  <c:pt idx="1914">
                    <c:v>Keystone College</c:v>
                  </c:pt>
                  <c:pt idx="1915">
                    <c:v>Stanly Community College</c:v>
                  </c:pt>
                  <c:pt idx="1916">
                    <c:v>Westwood College - Los Angeles</c:v>
                  </c:pt>
                  <c:pt idx="1917">
                    <c:v>East Mississippi Community College</c:v>
                  </c:pt>
                  <c:pt idx="1918">
                    <c:v>Madison Media Institute</c:v>
                  </c:pt>
                  <c:pt idx="1919">
                    <c:v>Roxbury Community College</c:v>
                  </c:pt>
                  <c:pt idx="1920">
                    <c:v>Lincoln Christian University</c:v>
                  </c:pt>
                  <c:pt idx="1921">
                    <c:v>Rust College</c:v>
                  </c:pt>
                  <c:pt idx="1922">
                    <c:v>Western Technical College of La Crosse, WI</c:v>
                  </c:pt>
                  <c:pt idx="1923">
                    <c:v>Ottawa University</c:v>
                  </c:pt>
                  <c:pt idx="1924">
                    <c:v>Tulsa Technology Center School</c:v>
                  </c:pt>
                  <c:pt idx="1925">
                    <c:v>Bridgerland Applied Technology College</c:v>
                  </c:pt>
                  <c:pt idx="1926">
                    <c:v>Gogebic Community College</c:v>
                  </c:pt>
                  <c:pt idx="1927">
                    <c:v>East Georgia State College</c:v>
                  </c:pt>
                  <c:pt idx="1928">
                    <c:v>West Virginia Northern Community College</c:v>
                  </c:pt>
                  <c:pt idx="1929">
                    <c:v>Bluefield State College</c:v>
                  </c:pt>
                  <c:pt idx="1930">
                    <c:v>Sanford-Brown College of McLean, VA</c:v>
                  </c:pt>
                  <c:pt idx="1931">
                    <c:v>Great Falls College Montana State University</c:v>
                  </c:pt>
                  <c:pt idx="1932">
                    <c:v>Central Penn College</c:v>
                  </c:pt>
                  <c:pt idx="1933">
                    <c:v>Milan Institute of Sparks, NV</c:v>
                  </c:pt>
                  <c:pt idx="1934">
                    <c:v>Charles Stewart Mott Community College</c:v>
                  </c:pt>
                  <c:pt idx="1935">
                    <c:v>Danville Area Community College</c:v>
                  </c:pt>
                  <c:pt idx="1936">
                    <c:v>Pivot Point Academy</c:v>
                  </c:pt>
                  <c:pt idx="1937">
                    <c:v>Orleans Technical Institute</c:v>
                  </c:pt>
                  <c:pt idx="1938">
                    <c:v>Walters State Community College</c:v>
                  </c:pt>
                  <c:pt idx="1939">
                    <c:v>Rowan-Cabarrus Community College</c:v>
                  </c:pt>
                  <c:pt idx="1940">
                    <c:v>Sanford-Brown College of Boston, MA</c:v>
                  </c:pt>
                  <c:pt idx="1941">
                    <c:v>Lagrange College</c:v>
                  </c:pt>
                  <c:pt idx="1942">
                    <c:v>John A. Logan College</c:v>
                  </c:pt>
                  <c:pt idx="1943">
                    <c:v>South Georgia State College</c:v>
                  </c:pt>
                  <c:pt idx="1944">
                    <c:v>Northwest Mississippi Community College</c:v>
                  </c:pt>
                  <c:pt idx="1945">
                    <c:v>Central Virginia Community College</c:v>
                  </c:pt>
                  <c:pt idx="1946">
                    <c:v>Orange Technical Education Centers - Orlando Technical</c:v>
                  </c:pt>
                  <c:pt idx="1947">
                    <c:v>Prairie State College</c:v>
                  </c:pt>
                  <c:pt idx="1948">
                    <c:v>Otero Junior College</c:v>
                  </c:pt>
                  <c:pt idx="1949">
                    <c:v>Piedmont Technical College</c:v>
                  </c:pt>
                  <c:pt idx="1950">
                    <c:v>Miller-Motte Technical College &amp; McCann School Of Business &amp; Technology</c:v>
                  </c:pt>
                  <c:pt idx="1951">
                    <c:v>Central Carolina Community College</c:v>
                  </c:pt>
                  <c:pt idx="1952">
                    <c:v>Ancilla Domini College</c:v>
                  </c:pt>
                  <c:pt idx="1953">
                    <c:v>Altamaha Technical College</c:v>
                  </c:pt>
                  <c:pt idx="1954">
                    <c:v>Limestone College</c:v>
                  </c:pt>
                  <c:pt idx="1955">
                    <c:v>William Woods University</c:v>
                  </c:pt>
                  <c:pt idx="1956">
                    <c:v>Mississippi Delta Community College</c:v>
                  </c:pt>
                  <c:pt idx="1957">
                    <c:v>Eastern Gateway Community College</c:v>
                  </c:pt>
                  <c:pt idx="1958">
                    <c:v>Southeastern Community College of Whiteville, NC</c:v>
                  </c:pt>
                  <c:pt idx="1959">
                    <c:v>Davenport University</c:v>
                  </c:pt>
                  <c:pt idx="1960">
                    <c:v>South Florida State College</c:v>
                  </c:pt>
                  <c:pt idx="1961">
                    <c:v>Pennsylvania Highlands Community College</c:v>
                  </c:pt>
                  <c:pt idx="1962">
                    <c:v>Community College Of Beaver County</c:v>
                  </c:pt>
                  <c:pt idx="1963">
                    <c:v>Missouri State University - West Plains</c:v>
                  </c:pt>
                  <c:pt idx="1964">
                    <c:v>Lorenzo Walker Institute Of Technology</c:v>
                  </c:pt>
                  <c:pt idx="1965">
                    <c:v>Savannah Technical College</c:v>
                  </c:pt>
                  <c:pt idx="1966">
                    <c:v>Southside Virginia Community College</c:v>
                  </c:pt>
                  <c:pt idx="1967">
                    <c:v>Le Cordon Bleu College Of Culinary Arts of Tucker, GA</c:v>
                  </c:pt>
                  <c:pt idx="1968">
                    <c:v>Mendocino College</c:v>
                  </c:pt>
                  <c:pt idx="1969">
                    <c:v>Wilson Community College</c:v>
                  </c:pt>
                  <c:pt idx="1970">
                    <c:v>Lakeland College</c:v>
                  </c:pt>
                  <c:pt idx="1971">
                    <c:v>Utah College Of Massage Therapy</c:v>
                  </c:pt>
                  <c:pt idx="1972">
                    <c:v>Pulaski Technical College</c:v>
                  </c:pt>
                  <c:pt idx="1973">
                    <c:v>Black River Technical College</c:v>
                  </c:pt>
                  <c:pt idx="1974">
                    <c:v>Northwestern Connecticut Community College</c:v>
                  </c:pt>
                  <c:pt idx="1975">
                    <c:v>College Of Health Care Professions </c:v>
                  </c:pt>
                  <c:pt idx="1976">
                    <c:v>Luna Community College</c:v>
                  </c:pt>
                  <c:pt idx="1977">
                    <c:v>Davidson County Community College</c:v>
                  </c:pt>
                  <c:pt idx="1978">
                    <c:v>Young Harris College</c:v>
                  </c:pt>
                  <c:pt idx="1979">
                    <c:v>Vance - Granville Community College</c:v>
                  </c:pt>
                  <c:pt idx="1980">
                    <c:v>Gateway Technical College</c:v>
                  </c:pt>
                  <c:pt idx="1981">
                    <c:v>Summit College</c:v>
                  </c:pt>
                  <c:pt idx="1982">
                    <c:v>Klamath Community College</c:v>
                  </c:pt>
                  <c:pt idx="1983">
                    <c:v>Sinclair Community College</c:v>
                  </c:pt>
                  <c:pt idx="1984">
                    <c:v>Florida Technical College</c:v>
                  </c:pt>
                  <c:pt idx="1985">
                    <c:v>Arkansas Northeastern College</c:v>
                  </c:pt>
                  <c:pt idx="1986">
                    <c:v>Jefferson Davis Community College</c:v>
                  </c:pt>
                  <c:pt idx="1987">
                    <c:v>Southeastern Community College of West Burlington, IA</c:v>
                  </c:pt>
                  <c:pt idx="1988">
                    <c:v>East Arkansas Community College</c:v>
                  </c:pt>
                  <c:pt idx="1989">
                    <c:v>Southwest Tennessee Community College</c:v>
                  </c:pt>
                  <c:pt idx="1990">
                    <c:v>Cincinnati Christian University</c:v>
                  </c:pt>
                  <c:pt idx="1991">
                    <c:v>Cincinnati State Technical &amp; Community College</c:v>
                  </c:pt>
                  <c:pt idx="1992">
                    <c:v>Bradford School of Pittsburgh, PA</c:v>
                  </c:pt>
                  <c:pt idx="1993">
                    <c:v>Cuyahoga Community College</c:v>
                  </c:pt>
                  <c:pt idx="1994">
                    <c:v>Johnston Community College</c:v>
                  </c:pt>
                  <c:pt idx="1995">
                    <c:v>Dawson Community College</c:v>
                  </c:pt>
                  <c:pt idx="1996">
                    <c:v>Tennessee College Of Applied Technology - Morristown</c:v>
                  </c:pt>
                  <c:pt idx="1997">
                    <c:v>Asheville Buncombe Technical Community College</c:v>
                  </c:pt>
                  <c:pt idx="1998">
                    <c:v>Itawamba Community College</c:v>
                  </c:pt>
                  <c:pt idx="1999">
                    <c:v>Bladen Community College</c:v>
                  </c:pt>
                  <c:pt idx="2000">
                    <c:v>Bishop State Community College</c:v>
                  </c:pt>
                  <c:pt idx="2001">
                    <c:v>Lenoir Community College</c:v>
                  </c:pt>
                  <c:pt idx="2002">
                    <c:v>North Florida Community College</c:v>
                  </c:pt>
                  <c:pt idx="2003">
                    <c:v>Athens Technical College</c:v>
                  </c:pt>
                  <c:pt idx="2004">
                    <c:v>Dyersburg State Community College</c:v>
                  </c:pt>
                  <c:pt idx="2005">
                    <c:v>Institute For Business &amp; Technology</c:v>
                  </c:pt>
                  <c:pt idx="2006">
                    <c:v>Highland Community College of Freeport, IL</c:v>
                  </c:pt>
                  <c:pt idx="2007">
                    <c:v>River Parishes Community College</c:v>
                  </c:pt>
                  <c:pt idx="2008">
                    <c:v>Atlanta Metropolitan  State College</c:v>
                  </c:pt>
                  <c:pt idx="2009">
                    <c:v>Florence - Darlington Technical College</c:v>
                  </c:pt>
                  <c:pt idx="2010">
                    <c:v>Marion Technical College</c:v>
                  </c:pt>
                  <c:pt idx="2011">
                    <c:v>Shawnee Community College</c:v>
                  </c:pt>
                  <c:pt idx="2012">
                    <c:v>Baker College</c:v>
                  </c:pt>
                  <c:pt idx="2013">
                    <c:v>Patrick Henry Community College</c:v>
                  </c:pt>
                  <c:pt idx="2014">
                    <c:v>United Education Institute</c:v>
                  </c:pt>
                  <c:pt idx="2015">
                    <c:v>Francis Tuttle Technology Center School District No. 21</c:v>
                  </c:pt>
                  <c:pt idx="2016">
                    <c:v>Fort Myers Institute Of Technology And Cape Coral Institute Of Technology</c:v>
                  </c:pt>
                  <c:pt idx="2017">
                    <c:v>Carrington College of Spokane Valley, WA</c:v>
                  </c:pt>
                  <c:pt idx="2018">
                    <c:v>Southwest Florida College</c:v>
                  </c:pt>
                  <c:pt idx="2019">
                    <c:v>South University</c:v>
                  </c:pt>
                  <c:pt idx="2020">
                    <c:v>Illinois School Of Health Careers</c:v>
                  </c:pt>
                  <c:pt idx="2021">
                    <c:v>North Central Kansas Technical College</c:v>
                  </c:pt>
                  <c:pt idx="2022">
                    <c:v>Pima Medical Institute</c:v>
                  </c:pt>
                  <c:pt idx="2023">
                    <c:v>Western Piedmont Community College</c:v>
                  </c:pt>
                  <c:pt idx="2024">
                    <c:v>Bluffton University</c:v>
                  </c:pt>
                  <c:pt idx="2025">
                    <c:v>Tusculum College</c:v>
                  </c:pt>
                  <c:pt idx="2026">
                    <c:v>Mountain Empire Community College</c:v>
                  </c:pt>
                  <c:pt idx="2027">
                    <c:v>Empire Beauty School of Somersworth, NH</c:v>
                  </c:pt>
                  <c:pt idx="2028">
                    <c:v>Davis &amp; Elkins College</c:v>
                  </c:pt>
                  <c:pt idx="2029">
                    <c:v>Paul D. Camp Community College</c:v>
                  </c:pt>
                  <c:pt idx="2030">
                    <c:v>West Georgia Technical College</c:v>
                  </c:pt>
                  <c:pt idx="2031">
                    <c:v>Hodges University</c:v>
                  </c:pt>
                  <c:pt idx="2032">
                    <c:v>School Of Communication Arts Of North Carolina</c:v>
                  </c:pt>
                  <c:pt idx="2033">
                    <c:v>York Technical College</c:v>
                  </c:pt>
                  <c:pt idx="2034">
                    <c:v>Milwaukee Area Technical College</c:v>
                  </c:pt>
                  <c:pt idx="2035">
                    <c:v>Highland Community College of Highland, KS</c:v>
                  </c:pt>
                  <c:pt idx="2036">
                    <c:v>Bainbridge State College</c:v>
                  </c:pt>
                  <c:pt idx="2037">
                    <c:v>Anthem College And The Bryman School Of Arizona</c:v>
                  </c:pt>
                  <c:pt idx="2038">
                    <c:v>Spartanburg Community College</c:v>
                  </c:pt>
                  <c:pt idx="2039">
                    <c:v>Late College Goers</c:v>
                  </c:pt>
                  <c:pt idx="2040">
                    <c:v>Earlham College</c:v>
                  </c:pt>
                  <c:pt idx="2041">
                    <c:v>Independence Community College</c:v>
                  </c:pt>
                  <c:pt idx="2042">
                    <c:v>Wayne Community College</c:v>
                  </c:pt>
                  <c:pt idx="2043">
                    <c:v>Spoon River College</c:v>
                  </c:pt>
                  <c:pt idx="2044">
                    <c:v>American Career College of Los Angeles, CA</c:v>
                  </c:pt>
                  <c:pt idx="2045">
                    <c:v>Pitt Community College</c:v>
                  </c:pt>
                  <c:pt idx="2046">
                    <c:v>Bay De Noc Community College</c:v>
                  </c:pt>
                  <c:pt idx="2047">
                    <c:v>Stillman College</c:v>
                  </c:pt>
                  <c:pt idx="2048">
                    <c:v>Maynard A. Traviss Career Center</c:v>
                  </c:pt>
                  <c:pt idx="2049">
                    <c:v>Catawba Valley Community College</c:v>
                  </c:pt>
                  <c:pt idx="2050">
                    <c:v>Lincoln College Of New England</c:v>
                  </c:pt>
                  <c:pt idx="2051">
                    <c:v>Medtech College</c:v>
                  </c:pt>
                  <c:pt idx="2052">
                    <c:v>John Wood Community College</c:v>
                  </c:pt>
                  <c:pt idx="2053">
                    <c:v>Harcum College</c:v>
                  </c:pt>
                  <c:pt idx="2054">
                    <c:v>Robeson Community College</c:v>
                  </c:pt>
                  <c:pt idx="2055">
                    <c:v>ASA Institute Of Business &amp; Computer Technology</c:v>
                  </c:pt>
                  <c:pt idx="2056">
                    <c:v>Durham Technical Community College</c:v>
                  </c:pt>
                  <c:pt idx="2057">
                    <c:v>Ogeechee Technical College</c:v>
                  </c:pt>
                  <c:pt idx="2058">
                    <c:v>Faulkner University</c:v>
                  </c:pt>
                  <c:pt idx="2059">
                    <c:v>Piedmont Community College</c:v>
                  </c:pt>
                  <c:pt idx="2060">
                    <c:v>Gallaudet University</c:v>
                  </c:pt>
                  <c:pt idx="2061">
                    <c:v>Interactive College Of Technology</c:v>
                  </c:pt>
                  <c:pt idx="2062">
                    <c:v>Franklin Career Institute</c:v>
                  </c:pt>
                  <c:pt idx="2063">
                    <c:v>Metro Business College</c:v>
                  </c:pt>
                  <c:pt idx="2064">
                    <c:v>Horry - Georgetown Technical College</c:v>
                  </c:pt>
                  <c:pt idx="2065">
                    <c:v>Okefenokee Technical College</c:v>
                  </c:pt>
                  <c:pt idx="2066">
                    <c:v>Brunswick Community College</c:v>
                  </c:pt>
                  <c:pt idx="2067">
                    <c:v>Orangeburg - Calhoun Technical College</c:v>
                  </c:pt>
                  <c:pt idx="2068">
                    <c:v>Illinois And Ohio Center For Broadcasting</c:v>
                  </c:pt>
                  <c:pt idx="2069">
                    <c:v>Edgecombe Community College</c:v>
                  </c:pt>
                  <c:pt idx="2070">
                    <c:v>Tri-County Community College</c:v>
                  </c:pt>
                  <c:pt idx="2071">
                    <c:v>Wichita Area Technical College</c:v>
                  </c:pt>
                  <c:pt idx="2072">
                    <c:v>Nash Community College</c:v>
                  </c:pt>
                  <c:pt idx="2073">
                    <c:v>Guilford Technical Community College</c:v>
                  </c:pt>
                  <c:pt idx="2074">
                    <c:v>Fortis Institute of Palm Springs, FL</c:v>
                  </c:pt>
                  <c:pt idx="2075">
                    <c:v>Hickey College</c:v>
                  </c:pt>
                  <c:pt idx="2076">
                    <c:v>Beaufort County Community College</c:v>
                  </c:pt>
                  <c:pt idx="2077">
                    <c:v>Empire Beauty School of New York, NY</c:v>
                  </c:pt>
                  <c:pt idx="2078">
                    <c:v>Randolph Community College</c:v>
                  </c:pt>
                  <c:pt idx="2079">
                    <c:v>Halifax Community College</c:v>
                  </c:pt>
                  <c:pt idx="2080">
                    <c:v>Sandhills Community College</c:v>
                  </c:pt>
                  <c:pt idx="2081">
                    <c:v>Atlanta Technical College</c:v>
                  </c:pt>
                  <c:pt idx="2082">
                    <c:v>Gaston College</c:v>
                  </c:pt>
                  <c:pt idx="2083">
                    <c:v>Chipola College</c:v>
                  </c:pt>
                  <c:pt idx="2084">
                    <c:v>Everest Institute of Miami, FL</c:v>
                  </c:pt>
                  <c:pt idx="2085">
                    <c:v>Southwest Georgia Technical College</c:v>
                  </c:pt>
                  <c:pt idx="2086">
                    <c:v>Mitchell Community College</c:v>
                  </c:pt>
                  <c:pt idx="2087">
                    <c:v>Never Attended College (up to year 2013)</c:v>
                  </c:pt>
                  <c:pt idx="2088">
                    <c:v>Lees-Mcrae College</c:v>
                  </c:pt>
                  <c:pt idx="2089">
                    <c:v>St. Catharine College</c:v>
                  </c:pt>
                  <c:pt idx="2090">
                    <c:v>International Business College of Fort Wayne, IN</c:v>
                  </c:pt>
                  <c:pt idx="2091">
                    <c:v>River Valley Community College</c:v>
                  </c:pt>
                  <c:pt idx="2092">
                    <c:v>Central Carolina Technical College</c:v>
                  </c:pt>
                  <c:pt idx="2093">
                    <c:v>Brookline College</c:v>
                  </c:pt>
                  <c:pt idx="2094">
                    <c:v>Forsyth Technical Community College</c:v>
                  </c:pt>
                  <c:pt idx="2095">
                    <c:v>Tennessee College Of Applied Technology-Memphis</c:v>
                  </c:pt>
                  <c:pt idx="2096">
                    <c:v>Nicolet Area Technical College</c:v>
                  </c:pt>
                  <c:pt idx="2097">
                    <c:v>Wayne County Community College District</c:v>
                  </c:pt>
                  <c:pt idx="2098">
                    <c:v>Minnesota School Of Business</c:v>
                  </c:pt>
                  <c:pt idx="2099">
                    <c:v>Roanoke Chowan Community College</c:v>
                  </c:pt>
                  <c:pt idx="2100">
                    <c:v>Williamsburg Technical College</c:v>
                  </c:pt>
                  <c:pt idx="2101">
                    <c:v>Southeastern Technical College</c:v>
                  </c:pt>
                  <c:pt idx="2102">
                    <c:v>Antonelli College</c:v>
                  </c:pt>
                  <c:pt idx="2103">
                    <c:v>Texas School Of Business</c:v>
                  </c:pt>
                  <c:pt idx="2104">
                    <c:v>Montgomery Community College</c:v>
                  </c:pt>
                  <c:pt idx="2105">
                    <c:v>Martin Community College</c:v>
                  </c:pt>
                  <c:pt idx="2106">
                    <c:v>Lourdes University</c:v>
                  </c:pt>
                  <c:pt idx="2107">
                    <c:v>Alamance Community College</c:v>
                  </c:pt>
                  <c:pt idx="2108">
                    <c:v>American National University</c:v>
                  </c:pt>
                  <c:pt idx="2109">
                    <c:v>Saint Augustine College</c:v>
                  </c:pt>
                  <c:pt idx="2110">
                    <c:v>Virginia College</c:v>
                  </c:pt>
                  <c:pt idx="2111">
                    <c:v>Albany Technical College</c:v>
                  </c:pt>
                  <c:pt idx="2112">
                    <c:v>Institute Of Production And Recording </c:v>
                  </c:pt>
                  <c:pt idx="2113">
                    <c:v>Rockingham Community College</c:v>
                  </c:pt>
                  <c:pt idx="2114">
                    <c:v>Augusta Technical College</c:v>
                  </c:pt>
                  <c:pt idx="2115">
                    <c:v>Columbus Technical College</c:v>
                  </c:pt>
                  <c:pt idx="2116">
                    <c:v>Marinello School Of Beauty, Xenon International Academy, International School Of Skin And Nailcare And Hair Professionals Academy</c:v>
                  </c:pt>
                  <c:pt idx="2117">
                    <c:v>Moultrie Technical College</c:v>
                  </c:pt>
                  <c:pt idx="2118">
                    <c:v>Carteret Community College</c:v>
                  </c:pt>
                  <c:pt idx="2119">
                    <c:v>King's College</c:v>
                  </c:pt>
                  <c:pt idx="2120">
                    <c:v>PCI Health Training Center</c:v>
                  </c:pt>
                  <c:pt idx="2121">
                    <c:v>Philander Smith College</c:v>
                  </c:pt>
                  <c:pt idx="2122">
                    <c:v>College Of The Ouachitas</c:v>
                  </c:pt>
                  <c:pt idx="2123">
                    <c:v>Western International University</c:v>
                  </c:pt>
                  <c:pt idx="2124">
                    <c:v>Center For Employment Training</c:v>
                  </c:pt>
                  <c:pt idx="2125">
                    <c:v>International Career Development Center</c:v>
                  </c:pt>
                  <c:pt idx="2126">
                    <c:v>Erskine College</c:v>
                  </c:pt>
                  <c:pt idx="2127">
                    <c:v>Oakland City University</c:v>
                  </c:pt>
                  <c:pt idx="2128">
                    <c:v>Phillips Community College Of The University Of Arkansas</c:v>
                  </c:pt>
                  <c:pt idx="2129">
                    <c:v>Rich Mountain Community College</c:v>
                  </c:pt>
                  <c:pt idx="2130">
                    <c:v>Missouri Baptist University</c:v>
                  </c:pt>
                  <c:pt idx="2131">
                    <c:v>Central Georgia Technical College</c:v>
                  </c:pt>
                  <c:pt idx="2132">
                    <c:v>Dabney S Lancaster Community College</c:v>
                  </c:pt>
                  <c:pt idx="2133">
                    <c:v>Cambria Rowe Business College</c:v>
                  </c:pt>
                  <c:pt idx="2134">
                    <c:v>Heritage College</c:v>
                  </c:pt>
                  <c:pt idx="2135">
                    <c:v>Sanford-Brown College of Fenton, MO</c:v>
                  </c:pt>
                  <c:pt idx="2136">
                    <c:v>Richmond Community College</c:v>
                  </c:pt>
                  <c:pt idx="2137">
                    <c:v>IBMC College</c:v>
                  </c:pt>
                  <c:pt idx="2138">
                    <c:v>Musicians Institute</c:v>
                  </c:pt>
                  <c:pt idx="2139">
                    <c:v>Carrington College of Mesa, AZ</c:v>
                  </c:pt>
                  <c:pt idx="2140">
                    <c:v>Mid-South Community College</c:v>
                  </c:pt>
                  <c:pt idx="2141">
                    <c:v>National College</c:v>
                  </c:pt>
                  <c:pt idx="2142">
                    <c:v>Southeastern College</c:v>
                  </c:pt>
                  <c:pt idx="2143">
                    <c:v>National College Of Business And Technology</c:v>
                  </c:pt>
                  <c:pt idx="2144">
                    <c:v>College Of The Albemarle</c:v>
                  </c:pt>
                  <c:pt idx="2145">
                    <c:v>Nationwide Beauty Academy</c:v>
                  </c:pt>
                  <c:pt idx="2146">
                    <c:v>Wichita Technical Institute</c:v>
                  </c:pt>
                  <c:pt idx="2147">
                    <c:v>Santa Barbara Business College</c:v>
                  </c:pt>
                  <c:pt idx="2148">
                    <c:v>James Sprunt Community College</c:v>
                  </c:pt>
                  <c:pt idx="2149">
                    <c:v>Mayland Community College</c:v>
                  </c:pt>
                  <c:pt idx="2150">
                    <c:v>Sampson Community College</c:v>
                  </c:pt>
                  <c:pt idx="2151">
                    <c:v>Missouri College</c:v>
                  </c:pt>
                  <c:pt idx="2152">
                    <c:v>Santa Fe University Of Art And Design</c:v>
                  </c:pt>
                  <c:pt idx="2153">
                    <c:v>Argosy University</c:v>
                  </c:pt>
                  <c:pt idx="2154">
                    <c:v>Bradford School of Columbus, OH</c:v>
                  </c:pt>
                  <c:pt idx="2155">
                    <c:v>Lively Technical Center</c:v>
                  </c:pt>
                  <c:pt idx="2156">
                    <c:v>Olympian Academy Of Cosmetology</c:v>
                  </c:pt>
                  <c:pt idx="2157">
                    <c:v>Salter College</c:v>
                  </c:pt>
                  <c:pt idx="2158">
                    <c:v>Columbia International University</c:v>
                  </c:pt>
                  <c:pt idx="2159">
                    <c:v>Eastern College Of Health Vocations</c:v>
                  </c:pt>
                  <c:pt idx="2160">
                    <c:v>Wright Career College</c:v>
                  </c:pt>
                  <c:pt idx="2161">
                    <c:v>Douglas J Aveda Institute</c:v>
                  </c:pt>
                  <c:pt idx="2162">
                    <c:v>Nevada State College</c:v>
                  </c:pt>
                  <c:pt idx="2163">
                    <c:v>Platt College of Tulsa, OK</c:v>
                  </c:pt>
                  <c:pt idx="2164">
                    <c:v>Empire Beauty School of Moosic, PA</c:v>
                  </c:pt>
                  <c:pt idx="2165">
                    <c:v>Northeastern Technical College</c:v>
                  </c:pt>
                  <c:pt idx="2166">
                    <c:v>Fortis College of Largo, FL</c:v>
                  </c:pt>
                  <c:pt idx="2167">
                    <c:v>McDowell Technical Community College</c:v>
                  </c:pt>
                  <c:pt idx="2168">
                    <c:v>Lake Erie College</c:v>
                  </c:pt>
                  <c:pt idx="2169">
                    <c:v>Pinellas Technical Education Center - Clearwater Campus</c:v>
                  </c:pt>
                  <c:pt idx="2170">
                    <c:v>Baltimore School Of Massage</c:v>
                  </c:pt>
                  <c:pt idx="2171">
                    <c:v>Fortis College of Richmond, VA</c:v>
                  </c:pt>
                  <c:pt idx="2172">
                    <c:v>King University</c:v>
                  </c:pt>
                  <c:pt idx="2173">
                    <c:v>Aveda Institute Covington</c:v>
                  </c:pt>
                  <c:pt idx="2174">
                    <c:v>Paul Mitchell The School of Costa Mesa, CA</c:v>
                  </c:pt>
                  <c:pt idx="2175">
                    <c:v>New Mexico Military Institute</c:v>
                  </c:pt>
                  <c:pt idx="2176">
                    <c:v>Kansas City Art Institute</c:v>
                  </c:pt>
                  <c:pt idx="2177">
                    <c:v>Stautzenberger College</c:v>
                  </c:pt>
                  <c:pt idx="2178">
                    <c:v>Dorsey School Of Business</c:v>
                  </c:pt>
                  <c:pt idx="2179">
                    <c:v>Empire Beauty School of Philadelphia, PA</c:v>
                  </c:pt>
                  <c:pt idx="2180">
                    <c:v>Regency Beauty Institute</c:v>
                  </c:pt>
                  <c:pt idx="2181">
                    <c:v>Cleveland Institute Of Dental - Medical Assistants</c:v>
                  </c:pt>
                  <c:pt idx="2182">
                    <c:v>McNally Smith College Of Music</c:v>
                  </c:pt>
                  <c:pt idx="2183">
                    <c:v>Landmark College</c:v>
                  </c:pt>
                  <c:pt idx="2184">
                    <c:v>Minneapolis Business College</c:v>
                  </c:pt>
                  <c:pt idx="2185">
                    <c:v>Kansas Wesleyan University</c:v>
                  </c:pt>
                  <c:pt idx="2186">
                    <c:v>Sunstate Academy</c:v>
                  </c:pt>
                  <c:pt idx="2187">
                    <c:v>Milan Institute of Palm Desert, CA</c:v>
                  </c:pt>
                  <c:pt idx="2188">
                    <c:v>Empire Beauty School of Portland, ME</c:v>
                  </c:pt>
                  <c:pt idx="2189">
                    <c:v>Prism Career Institute</c:v>
                  </c:pt>
                  <c:pt idx="2190">
                    <c:v>Capri Institute Of Hair Design</c:v>
                  </c:pt>
                  <c:pt idx="2191">
                    <c:v>Latter Day Saints Business College</c:v>
                  </c:pt>
                  <c:pt idx="2192">
                    <c:v>Midred Elley College And Austin's School Of Spa Technology</c:v>
                  </c:pt>
                  <c:pt idx="2193">
                    <c:v>Bel - Rea Institute Of Animal Technology</c:v>
                  </c:pt>
                  <c:pt idx="2194">
                    <c:v>Florida College Of Natural Health</c:v>
                  </c:pt>
                  <c:pt idx="2195">
                    <c:v>Northern Illinois University</c:v>
                  </c:pt>
                  <c:pt idx="2196">
                    <c:v>Rutgers</c:v>
                  </c:pt>
                  <c:pt idx="2197">
                    <c:v>Spelman College</c:v>
                  </c:pt>
                  <c:pt idx="2198">
                    <c:v>San Francisco State University</c:v>
                  </c:pt>
                  <c:pt idx="2199">
                    <c:v>San Jose State University</c:v>
                  </c:pt>
                  <c:pt idx="2200">
                    <c:v>Chicago State University</c:v>
                  </c:pt>
                  <c:pt idx="2201">
                    <c:v>City College Of New York - CUNY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89C-7405-42D2-84DE-F8EA208DA7BA}"/>
            </c:ext>
          </c:extLst>
        </c:ser>
        <c:ser>
          <c:idx val="2"/>
          <c:order val="2"/>
          <c:tx>
            <c:v>Elite Institutions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2B8F43"/>
              </a:solidFill>
              <a:ln w="9525">
                <a:solidFill>
                  <a:srgbClr val="2B8F43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D-7405-42D2-84DE-F8EA208DA7B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E-7405-42D2-84DE-F8EA208DA7B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9F-7405-42D2-84DE-F8EA208DA7B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0-7405-42D2-84DE-F8EA208DA7B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1-7405-42D2-84DE-F8EA208DA7B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2-7405-42D2-84DE-F8EA208DA7B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3-7405-42D2-84DE-F8EA208DA7B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4-7405-42D2-84DE-F8EA208DA7B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5-7405-42D2-84DE-F8EA208DA7B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6-7405-42D2-84DE-F8EA208DA7B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7-7405-42D2-84DE-F8EA208DA7B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A003B19-AE57-4F41-96AC-41352DD69EB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8-7405-42D2-84DE-F8EA208DA7B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9-7405-42D2-84DE-F8EA208DA7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A-7405-42D2-84DE-F8EA208DA7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B-7405-42D2-84DE-F8EA208DA7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C-7405-42D2-84DE-F8EA208DA7B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D-7405-42D2-84DE-F8EA208DA7B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E-7405-42D2-84DE-F8EA208DA7B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AF-7405-42D2-84DE-F8EA208DA7B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D1213D25-0A74-4946-8D7A-F39C443BC26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0-7405-42D2-84DE-F8EA208DA7BA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1-7405-42D2-84DE-F8EA208DA7BA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2-7405-42D2-84DE-F8EA208DA7B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3-7405-42D2-84DE-F8EA208DA7B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4-7405-42D2-84DE-F8EA208DA7B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5-7405-42D2-84DE-F8EA208DA7B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6-7405-42D2-84DE-F8EA208DA7BA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7-7405-42D2-84DE-F8EA208DA7B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8-7405-42D2-84DE-F8EA208DA7BA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9-7405-42D2-84DE-F8EA208DA7BA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A-7405-42D2-84DE-F8EA208DA7BA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B-7405-42D2-84DE-F8EA208DA7BA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C-7405-42D2-84DE-F8EA208DA7BA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D-7405-42D2-84DE-F8EA208DA7BA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E-7405-42D2-84DE-F8EA208DA7BA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BF-7405-42D2-84DE-F8EA208DA7BA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0-7405-42D2-84DE-F8EA208DA7BA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1-7405-42D2-84DE-F8EA208DA7BA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2-7405-42D2-84DE-F8EA208DA7BA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3-7405-42D2-84DE-F8EA208DA7BA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4-7405-42D2-84DE-F8EA208DA7BA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5-7405-42D2-84DE-F8EA208DA7BA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3A216440-7500-4D99-AB06-B1617C0AA30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6-7405-42D2-84DE-F8EA208DA7BA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7-7405-42D2-84DE-F8EA208DA7BA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8-7405-42D2-84DE-F8EA208DA7BA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9-7405-42D2-84DE-F8EA208DA7BA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A-7405-42D2-84DE-F8EA208DA7BA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B-7405-42D2-84DE-F8EA208DA7BA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C-7405-42D2-84DE-F8EA208DA7BA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D-7405-42D2-84DE-F8EA208DA7BA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E-7405-42D2-84DE-F8EA208DA7BA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CF-7405-42D2-84DE-F8EA208DA7BA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0-7405-42D2-84DE-F8EA208DA7BA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1-7405-42D2-84DE-F8EA208DA7BA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2-7405-42D2-84DE-F8EA208DA7BA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3-7405-42D2-84DE-F8EA208DA7BA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4-7405-42D2-84DE-F8EA208DA7BA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5-7405-42D2-84DE-F8EA208DA7BA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6-7405-42D2-84DE-F8EA208DA7BA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7-7405-42D2-84DE-F8EA208DA7BA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8-7405-42D2-84DE-F8EA208DA7BA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9-7405-42D2-84DE-F8EA208DA7BA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A-7405-42D2-84DE-F8EA208DA7BA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B-7405-42D2-84DE-F8EA208DA7BA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C-7405-42D2-84DE-F8EA208DA7BA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D-7405-42D2-84DE-F8EA208DA7BA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E-7405-42D2-84DE-F8EA208DA7BA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DF-7405-42D2-84DE-F8EA208DA7BA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0-7405-42D2-84DE-F8EA208DA7BA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1-7405-42D2-84DE-F8EA208DA7BA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2-7405-42D2-84DE-F8EA208DA7BA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3-7405-42D2-84DE-F8EA208DA7BA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4-7405-42D2-84DE-F8EA208DA7BA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5-7405-42D2-84DE-F8EA208DA7BA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6-7405-42D2-84DE-F8EA208DA7BA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7-7405-42D2-84DE-F8EA208DA7BA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8-7405-42D2-84DE-F8EA208DA7BA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9-7405-42D2-84DE-F8EA208DA7BA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A-7405-42D2-84DE-F8EA208DA7BA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B-7405-42D2-84DE-F8EA208DA7BA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C-7405-42D2-84DE-F8EA208DA7BA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D-7405-42D2-84DE-F8EA208DA7BA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E-7405-42D2-84DE-F8EA208DA7BA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EF-7405-42D2-84DE-F8EA208DA7BA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0-7405-42D2-84DE-F8EA208DA7BA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1-7405-42D2-84DE-F8EA208DA7BA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2-7405-42D2-84DE-F8EA208DA7BA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3-7405-42D2-84DE-F8EA208DA7BA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4-7405-42D2-84DE-F8EA208DA7BA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5-7405-42D2-84DE-F8EA208DA7BA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6-7405-42D2-84DE-F8EA208DA7BA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7-7405-42D2-84DE-F8EA208DA7BA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8-7405-42D2-84DE-F8EA208DA7BA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9-7405-42D2-84DE-F8EA208DA7BA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A-7405-42D2-84DE-F8EA208DA7BA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B-7405-42D2-84DE-F8EA208DA7BA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C-7405-42D2-84DE-F8EA208DA7BA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D-7405-42D2-84DE-F8EA208DA7BA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E-7405-42D2-84DE-F8EA208DA7BA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8FF-7405-42D2-84DE-F8EA208DA7BA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0-7405-42D2-84DE-F8EA208DA7BA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1-7405-42D2-84DE-F8EA208DA7BA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2-7405-42D2-84DE-F8EA208DA7BA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3-7405-42D2-84DE-F8EA208DA7BA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4-7405-42D2-84DE-F8EA208DA7BA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5-7405-42D2-84DE-F8EA208DA7BA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6-7405-42D2-84DE-F8EA208DA7BA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7-7405-42D2-84DE-F8EA208DA7BA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8-7405-42D2-84DE-F8EA208DA7BA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9-7405-42D2-84DE-F8EA208DA7BA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A-7405-42D2-84DE-F8EA208DA7BA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B-7405-42D2-84DE-F8EA208DA7BA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C-7405-42D2-84DE-F8EA208DA7BA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D-7405-42D2-84DE-F8EA208DA7BA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E-7405-42D2-84DE-F8EA208DA7BA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0F-7405-42D2-84DE-F8EA208DA7BA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0-7405-42D2-84DE-F8EA208DA7BA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1-7405-42D2-84DE-F8EA208DA7BA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2-7405-42D2-84DE-F8EA208DA7BA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3-7405-42D2-84DE-F8EA208DA7BA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4-7405-42D2-84DE-F8EA208DA7BA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5-7405-42D2-84DE-F8EA208DA7BA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6-7405-42D2-84DE-F8EA208DA7BA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7-7405-42D2-84DE-F8EA208DA7BA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8-7405-42D2-84DE-F8EA208DA7BA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9-7405-42D2-84DE-F8EA208DA7BA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A-7405-42D2-84DE-F8EA208DA7BA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B-7405-42D2-84DE-F8EA208DA7BA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C-7405-42D2-84DE-F8EA208DA7BA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D-7405-42D2-84DE-F8EA208DA7BA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E-7405-42D2-84DE-F8EA208DA7BA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1F-7405-42D2-84DE-F8EA208DA7BA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0-7405-42D2-84DE-F8EA208DA7BA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1-7405-42D2-84DE-F8EA208DA7BA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2-7405-42D2-84DE-F8EA208DA7BA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3-7405-42D2-84DE-F8EA208DA7BA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4-7405-42D2-84DE-F8EA208DA7BA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5-7405-42D2-84DE-F8EA208DA7BA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6-7405-42D2-84DE-F8EA208DA7BA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7-7405-42D2-84DE-F8EA208DA7BA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8-7405-42D2-84DE-F8EA208DA7BA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9-7405-42D2-84DE-F8EA208DA7BA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A-7405-42D2-84DE-F8EA208DA7BA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B-7405-42D2-84DE-F8EA208DA7BA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C-7405-42D2-84DE-F8EA208DA7BA}"/>
                </c:ext>
              </c:extLst>
            </c:dLbl>
            <c:dLbl>
              <c:idx val="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D-7405-42D2-84DE-F8EA208DA7BA}"/>
                </c:ext>
              </c:extLst>
            </c:dLbl>
            <c:dLbl>
              <c:idx val="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E-7405-42D2-84DE-F8EA208DA7BA}"/>
                </c:ext>
              </c:extLst>
            </c:dLbl>
            <c:dLbl>
              <c:idx val="146"/>
              <c:tx>
                <c:rich>
                  <a:bodyPr/>
                  <a:lstStyle/>
                  <a:p>
                    <a:fld id="{085767A7-4F1F-498C-9C0C-E3D35C0E7CE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2F-7405-42D2-84DE-F8EA208DA7BA}"/>
                </c:ext>
              </c:extLst>
            </c:dLbl>
            <c:dLbl>
              <c:idx val="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0-7405-42D2-84DE-F8EA208DA7BA}"/>
                </c:ext>
              </c:extLst>
            </c:dLbl>
            <c:dLbl>
              <c:idx val="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1-7405-42D2-84DE-F8EA208DA7BA}"/>
                </c:ext>
              </c:extLst>
            </c:dLbl>
            <c:dLbl>
              <c:idx val="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2-7405-42D2-84DE-F8EA208DA7BA}"/>
                </c:ext>
              </c:extLst>
            </c:dLbl>
            <c:dLbl>
              <c:idx val="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3-7405-42D2-84DE-F8EA208DA7BA}"/>
                </c:ext>
              </c:extLst>
            </c:dLbl>
            <c:dLbl>
              <c:idx val="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4-7405-42D2-84DE-F8EA208DA7BA}"/>
                </c:ext>
              </c:extLst>
            </c:dLbl>
            <c:dLbl>
              <c:idx val="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5-7405-42D2-84DE-F8EA208DA7BA}"/>
                </c:ext>
              </c:extLst>
            </c:dLbl>
            <c:dLbl>
              <c:idx val="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6-7405-42D2-84DE-F8EA208DA7BA}"/>
                </c:ext>
              </c:extLst>
            </c:dLbl>
            <c:dLbl>
              <c:idx val="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7-7405-42D2-84DE-F8EA208DA7BA}"/>
                </c:ext>
              </c:extLst>
            </c:dLbl>
            <c:dLbl>
              <c:idx val="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8-7405-42D2-84DE-F8EA208DA7BA}"/>
                </c:ext>
              </c:extLst>
            </c:dLbl>
            <c:dLbl>
              <c:idx val="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9-7405-42D2-84DE-F8EA208DA7BA}"/>
                </c:ext>
              </c:extLst>
            </c:dLbl>
            <c:dLbl>
              <c:idx val="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A-7405-42D2-84DE-F8EA208DA7BA}"/>
                </c:ext>
              </c:extLst>
            </c:dLbl>
            <c:dLbl>
              <c:idx val="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B-7405-42D2-84DE-F8EA208DA7BA}"/>
                </c:ext>
              </c:extLst>
            </c:dLbl>
            <c:dLbl>
              <c:idx val="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C-7405-42D2-84DE-F8EA208DA7BA}"/>
                </c:ext>
              </c:extLst>
            </c:dLbl>
            <c:dLbl>
              <c:idx val="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D-7405-42D2-84DE-F8EA208DA7BA}"/>
                </c:ext>
              </c:extLst>
            </c:dLbl>
            <c:dLbl>
              <c:idx val="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E-7405-42D2-84DE-F8EA208DA7BA}"/>
                </c:ext>
              </c:extLst>
            </c:dLbl>
            <c:dLbl>
              <c:idx val="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3F-7405-42D2-84DE-F8EA208DA7BA}"/>
                </c:ext>
              </c:extLst>
            </c:dLbl>
            <c:dLbl>
              <c:idx val="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0-7405-42D2-84DE-F8EA208DA7BA}"/>
                </c:ext>
              </c:extLst>
            </c:dLbl>
            <c:dLbl>
              <c:idx val="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1-7405-42D2-84DE-F8EA208DA7BA}"/>
                </c:ext>
              </c:extLst>
            </c:dLbl>
            <c:dLbl>
              <c:idx val="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2-7405-42D2-84DE-F8EA208DA7BA}"/>
                </c:ext>
              </c:extLst>
            </c:dLbl>
            <c:dLbl>
              <c:idx val="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3-7405-42D2-84DE-F8EA208DA7BA}"/>
                </c:ext>
              </c:extLst>
            </c:dLbl>
            <c:dLbl>
              <c:idx val="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4-7405-42D2-84DE-F8EA208DA7BA}"/>
                </c:ext>
              </c:extLst>
            </c:dLbl>
            <c:dLbl>
              <c:idx val="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5-7405-42D2-84DE-F8EA208DA7BA}"/>
                </c:ext>
              </c:extLst>
            </c:dLbl>
            <c:dLbl>
              <c:idx val="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6-7405-42D2-84DE-F8EA208DA7BA}"/>
                </c:ext>
              </c:extLst>
            </c:dLbl>
            <c:dLbl>
              <c:idx val="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7-7405-42D2-84DE-F8EA208DA7BA}"/>
                </c:ext>
              </c:extLst>
            </c:dLbl>
            <c:dLbl>
              <c:idx val="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8-7405-42D2-84DE-F8EA208DA7BA}"/>
                </c:ext>
              </c:extLst>
            </c:dLbl>
            <c:dLbl>
              <c:idx val="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9-7405-42D2-84DE-F8EA208DA7BA}"/>
                </c:ext>
              </c:extLst>
            </c:dLbl>
            <c:dLbl>
              <c:idx val="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A-7405-42D2-84DE-F8EA208DA7BA}"/>
                </c:ext>
              </c:extLst>
            </c:dLbl>
            <c:dLbl>
              <c:idx val="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B-7405-42D2-84DE-F8EA208DA7BA}"/>
                </c:ext>
              </c:extLst>
            </c:dLbl>
            <c:dLbl>
              <c:idx val="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C-7405-42D2-84DE-F8EA208DA7BA}"/>
                </c:ext>
              </c:extLst>
            </c:dLbl>
            <c:dLbl>
              <c:idx val="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D-7405-42D2-84DE-F8EA208DA7BA}"/>
                </c:ext>
              </c:extLst>
            </c:dLbl>
            <c:dLbl>
              <c:idx val="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E-7405-42D2-84DE-F8EA208DA7BA}"/>
                </c:ext>
              </c:extLst>
            </c:dLbl>
            <c:dLbl>
              <c:idx val="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4F-7405-42D2-84DE-F8EA208DA7BA}"/>
                </c:ext>
              </c:extLst>
            </c:dLbl>
            <c:dLbl>
              <c:idx val="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0-7405-42D2-84DE-F8EA208DA7BA}"/>
                </c:ext>
              </c:extLst>
            </c:dLbl>
            <c:dLbl>
              <c:idx val="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1-7405-42D2-84DE-F8EA208DA7BA}"/>
                </c:ext>
              </c:extLst>
            </c:dLbl>
            <c:dLbl>
              <c:idx val="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2-7405-42D2-84DE-F8EA208DA7BA}"/>
                </c:ext>
              </c:extLst>
            </c:dLbl>
            <c:dLbl>
              <c:idx val="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3-7405-42D2-84DE-F8EA208DA7BA}"/>
                </c:ext>
              </c:extLst>
            </c:dLbl>
            <c:dLbl>
              <c:idx val="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4-7405-42D2-84DE-F8EA208DA7BA}"/>
                </c:ext>
              </c:extLst>
            </c:dLbl>
            <c:dLbl>
              <c:idx val="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5-7405-42D2-84DE-F8EA208DA7BA}"/>
                </c:ext>
              </c:extLst>
            </c:dLbl>
            <c:dLbl>
              <c:idx val="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6-7405-42D2-84DE-F8EA208DA7BA}"/>
                </c:ext>
              </c:extLst>
            </c:dLbl>
            <c:dLbl>
              <c:idx val="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7-7405-42D2-84DE-F8EA208DA7BA}"/>
                </c:ext>
              </c:extLst>
            </c:dLbl>
            <c:dLbl>
              <c:idx val="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8-7405-42D2-84DE-F8EA208DA7BA}"/>
                </c:ext>
              </c:extLst>
            </c:dLbl>
            <c:dLbl>
              <c:idx val="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9-7405-42D2-84DE-F8EA208DA7BA}"/>
                </c:ext>
              </c:extLst>
            </c:dLbl>
            <c:dLbl>
              <c:idx val="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A-7405-42D2-84DE-F8EA208DA7BA}"/>
                </c:ext>
              </c:extLst>
            </c:dLbl>
            <c:dLbl>
              <c:idx val="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B-7405-42D2-84DE-F8EA208DA7BA}"/>
                </c:ext>
              </c:extLst>
            </c:dLbl>
            <c:dLbl>
              <c:idx val="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C-7405-42D2-84DE-F8EA208DA7BA}"/>
                </c:ext>
              </c:extLst>
            </c:dLbl>
            <c:dLbl>
              <c:idx val="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D-7405-42D2-84DE-F8EA208DA7BA}"/>
                </c:ext>
              </c:extLst>
            </c:dLbl>
            <c:dLbl>
              <c:idx val="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E-7405-42D2-84DE-F8EA208DA7BA}"/>
                </c:ext>
              </c:extLst>
            </c:dLbl>
            <c:dLbl>
              <c:idx val="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5F-7405-42D2-84DE-F8EA208DA7BA}"/>
                </c:ext>
              </c:extLst>
            </c:dLbl>
            <c:dLbl>
              <c:idx val="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0-7405-42D2-84DE-F8EA208DA7BA}"/>
                </c:ext>
              </c:extLst>
            </c:dLbl>
            <c:dLbl>
              <c:idx val="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1-7405-42D2-84DE-F8EA208DA7BA}"/>
                </c:ext>
              </c:extLst>
            </c:dLbl>
            <c:dLbl>
              <c:idx val="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2-7405-42D2-84DE-F8EA208DA7BA}"/>
                </c:ext>
              </c:extLst>
            </c:dLbl>
            <c:dLbl>
              <c:idx val="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3-7405-42D2-84DE-F8EA208DA7BA}"/>
                </c:ext>
              </c:extLst>
            </c:dLbl>
            <c:dLbl>
              <c:idx val="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4-7405-42D2-84DE-F8EA208DA7BA}"/>
                </c:ext>
              </c:extLst>
            </c:dLbl>
            <c:dLbl>
              <c:idx val="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5-7405-42D2-84DE-F8EA208DA7BA}"/>
                </c:ext>
              </c:extLst>
            </c:dLbl>
            <c:dLbl>
              <c:idx val="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6-7405-42D2-84DE-F8EA208DA7BA}"/>
                </c:ext>
              </c:extLst>
            </c:dLbl>
            <c:dLbl>
              <c:idx val="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7-7405-42D2-84DE-F8EA208DA7BA}"/>
                </c:ext>
              </c:extLst>
            </c:dLbl>
            <c:dLbl>
              <c:idx val="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8-7405-42D2-84DE-F8EA208DA7BA}"/>
                </c:ext>
              </c:extLst>
            </c:dLbl>
            <c:dLbl>
              <c:idx val="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9-7405-42D2-84DE-F8EA208DA7BA}"/>
                </c:ext>
              </c:extLst>
            </c:dLbl>
            <c:dLbl>
              <c:idx val="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A-7405-42D2-84DE-F8EA208DA7BA}"/>
                </c:ext>
              </c:extLst>
            </c:dLbl>
            <c:dLbl>
              <c:idx val="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B-7405-42D2-84DE-F8EA208DA7BA}"/>
                </c:ext>
              </c:extLst>
            </c:dLbl>
            <c:dLbl>
              <c:idx val="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C-7405-42D2-84DE-F8EA208DA7BA}"/>
                </c:ext>
              </c:extLst>
            </c:dLbl>
            <c:dLbl>
              <c:idx val="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D-7405-42D2-84DE-F8EA208DA7BA}"/>
                </c:ext>
              </c:extLst>
            </c:dLbl>
            <c:dLbl>
              <c:idx val="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E-7405-42D2-84DE-F8EA208DA7BA}"/>
                </c:ext>
              </c:extLst>
            </c:dLbl>
            <c:dLbl>
              <c:idx val="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6F-7405-42D2-84DE-F8EA208DA7BA}"/>
                </c:ext>
              </c:extLst>
            </c:dLbl>
            <c:dLbl>
              <c:idx val="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0-7405-42D2-84DE-F8EA208DA7BA}"/>
                </c:ext>
              </c:extLst>
            </c:dLbl>
            <c:dLbl>
              <c:idx val="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1-7405-42D2-84DE-F8EA208DA7BA}"/>
                </c:ext>
              </c:extLst>
            </c:dLbl>
            <c:dLbl>
              <c:idx val="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2-7405-42D2-84DE-F8EA208DA7BA}"/>
                </c:ext>
              </c:extLst>
            </c:dLbl>
            <c:dLbl>
              <c:idx val="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3-7405-42D2-84DE-F8EA208DA7BA}"/>
                </c:ext>
              </c:extLst>
            </c:dLbl>
            <c:dLbl>
              <c:idx val="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4-7405-42D2-84DE-F8EA208DA7BA}"/>
                </c:ext>
              </c:extLst>
            </c:dLbl>
            <c:dLbl>
              <c:idx val="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5-7405-42D2-84DE-F8EA208DA7BA}"/>
                </c:ext>
              </c:extLst>
            </c:dLbl>
            <c:dLbl>
              <c:idx val="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6-7405-42D2-84DE-F8EA208DA7BA}"/>
                </c:ext>
              </c:extLst>
            </c:dLbl>
            <c:dLbl>
              <c:idx val="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7-7405-42D2-84DE-F8EA208DA7BA}"/>
                </c:ext>
              </c:extLst>
            </c:dLbl>
            <c:dLbl>
              <c:idx val="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8-7405-42D2-84DE-F8EA208DA7BA}"/>
                </c:ext>
              </c:extLst>
            </c:dLbl>
            <c:dLbl>
              <c:idx val="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9-7405-42D2-84DE-F8EA208DA7BA}"/>
                </c:ext>
              </c:extLst>
            </c:dLbl>
            <c:dLbl>
              <c:idx val="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A-7405-42D2-84DE-F8EA208DA7BA}"/>
                </c:ext>
              </c:extLst>
            </c:dLbl>
            <c:dLbl>
              <c:idx val="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B-7405-42D2-84DE-F8EA208DA7BA}"/>
                </c:ext>
              </c:extLst>
            </c:dLbl>
            <c:dLbl>
              <c:idx val="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C-7405-42D2-84DE-F8EA208DA7BA}"/>
                </c:ext>
              </c:extLst>
            </c:dLbl>
            <c:dLbl>
              <c:idx val="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D-7405-42D2-84DE-F8EA208DA7BA}"/>
                </c:ext>
              </c:extLst>
            </c:dLbl>
            <c:dLbl>
              <c:idx val="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E-7405-42D2-84DE-F8EA208DA7BA}"/>
                </c:ext>
              </c:extLst>
            </c:dLbl>
            <c:dLbl>
              <c:idx val="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7F-7405-42D2-84DE-F8EA208DA7BA}"/>
                </c:ext>
              </c:extLst>
            </c:dLbl>
            <c:dLbl>
              <c:idx val="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0-7405-42D2-84DE-F8EA208DA7BA}"/>
                </c:ext>
              </c:extLst>
            </c:dLbl>
            <c:dLbl>
              <c:idx val="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1-7405-42D2-84DE-F8EA208DA7BA}"/>
                </c:ext>
              </c:extLst>
            </c:dLbl>
            <c:dLbl>
              <c:idx val="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2-7405-42D2-84DE-F8EA208DA7BA}"/>
                </c:ext>
              </c:extLst>
            </c:dLbl>
            <c:dLbl>
              <c:idx val="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3-7405-42D2-84DE-F8EA208DA7BA}"/>
                </c:ext>
              </c:extLst>
            </c:dLbl>
            <c:dLbl>
              <c:idx val="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4-7405-42D2-84DE-F8EA208DA7BA}"/>
                </c:ext>
              </c:extLst>
            </c:dLbl>
            <c:dLbl>
              <c:idx val="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5-7405-42D2-84DE-F8EA208DA7BA}"/>
                </c:ext>
              </c:extLst>
            </c:dLbl>
            <c:dLbl>
              <c:idx val="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6-7405-42D2-84DE-F8EA208DA7BA}"/>
                </c:ext>
              </c:extLst>
            </c:dLbl>
            <c:dLbl>
              <c:idx val="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7-7405-42D2-84DE-F8EA208DA7BA}"/>
                </c:ext>
              </c:extLst>
            </c:dLbl>
            <c:dLbl>
              <c:idx val="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8-7405-42D2-84DE-F8EA208DA7BA}"/>
                </c:ext>
              </c:extLst>
            </c:dLbl>
            <c:dLbl>
              <c:idx val="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9-7405-42D2-84DE-F8EA208DA7BA}"/>
                </c:ext>
              </c:extLst>
            </c:dLbl>
            <c:dLbl>
              <c:idx val="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A-7405-42D2-84DE-F8EA208DA7BA}"/>
                </c:ext>
              </c:extLst>
            </c:dLbl>
            <c:dLbl>
              <c:idx val="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B-7405-42D2-84DE-F8EA208DA7BA}"/>
                </c:ext>
              </c:extLst>
            </c:dLbl>
            <c:dLbl>
              <c:idx val="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C-7405-42D2-84DE-F8EA208DA7BA}"/>
                </c:ext>
              </c:extLst>
            </c:dLbl>
            <c:dLbl>
              <c:idx val="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D-7405-42D2-84DE-F8EA208DA7BA}"/>
                </c:ext>
              </c:extLst>
            </c:dLbl>
            <c:dLbl>
              <c:idx val="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E-7405-42D2-84DE-F8EA208DA7BA}"/>
                </c:ext>
              </c:extLst>
            </c:dLbl>
            <c:dLbl>
              <c:idx val="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8F-7405-42D2-84DE-F8EA208DA7BA}"/>
                </c:ext>
              </c:extLst>
            </c:dLbl>
            <c:dLbl>
              <c:idx val="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0-7405-42D2-84DE-F8EA208DA7BA}"/>
                </c:ext>
              </c:extLst>
            </c:dLbl>
            <c:dLbl>
              <c:idx val="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1-7405-42D2-84DE-F8EA208DA7BA}"/>
                </c:ext>
              </c:extLst>
            </c:dLbl>
            <c:dLbl>
              <c:idx val="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2-7405-42D2-84DE-F8EA208DA7BA}"/>
                </c:ext>
              </c:extLst>
            </c:dLbl>
            <c:dLbl>
              <c:idx val="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3-7405-42D2-84DE-F8EA208DA7BA}"/>
                </c:ext>
              </c:extLst>
            </c:dLbl>
            <c:dLbl>
              <c:idx val="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4-7405-42D2-84DE-F8EA208DA7BA}"/>
                </c:ext>
              </c:extLst>
            </c:dLbl>
            <c:dLbl>
              <c:idx val="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5-7405-42D2-84DE-F8EA208DA7BA}"/>
                </c:ext>
              </c:extLst>
            </c:dLbl>
            <c:dLbl>
              <c:idx val="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6-7405-42D2-84DE-F8EA208DA7BA}"/>
                </c:ext>
              </c:extLst>
            </c:dLbl>
            <c:dLbl>
              <c:idx val="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7-7405-42D2-84DE-F8EA208DA7BA}"/>
                </c:ext>
              </c:extLst>
            </c:dLbl>
            <c:dLbl>
              <c:idx val="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8-7405-42D2-84DE-F8EA208DA7BA}"/>
                </c:ext>
              </c:extLst>
            </c:dLbl>
            <c:dLbl>
              <c:idx val="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9-7405-42D2-84DE-F8EA208DA7BA}"/>
                </c:ext>
              </c:extLst>
            </c:dLbl>
            <c:dLbl>
              <c:idx val="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A-7405-42D2-84DE-F8EA208DA7BA}"/>
                </c:ext>
              </c:extLst>
            </c:dLbl>
            <c:dLbl>
              <c:idx val="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B-7405-42D2-84DE-F8EA208DA7BA}"/>
                </c:ext>
              </c:extLst>
            </c:dLbl>
            <c:dLbl>
              <c:idx val="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C-7405-42D2-84DE-F8EA208DA7BA}"/>
                </c:ext>
              </c:extLst>
            </c:dLbl>
            <c:dLbl>
              <c:idx val="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D-7405-42D2-84DE-F8EA208DA7BA}"/>
                </c:ext>
              </c:extLst>
            </c:dLbl>
            <c:dLbl>
              <c:idx val="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E-7405-42D2-84DE-F8EA208DA7BA}"/>
                </c:ext>
              </c:extLst>
            </c:dLbl>
            <c:dLbl>
              <c:idx val="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9F-7405-42D2-84DE-F8EA208DA7BA}"/>
                </c:ext>
              </c:extLst>
            </c:dLbl>
            <c:dLbl>
              <c:idx val="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0-7405-42D2-84DE-F8EA208DA7BA}"/>
                </c:ext>
              </c:extLst>
            </c:dLbl>
            <c:dLbl>
              <c:idx val="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1-7405-42D2-84DE-F8EA208DA7BA}"/>
                </c:ext>
              </c:extLst>
            </c:dLbl>
            <c:dLbl>
              <c:idx val="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2-7405-42D2-84DE-F8EA208DA7BA}"/>
                </c:ext>
              </c:extLst>
            </c:dLbl>
            <c:dLbl>
              <c:idx val="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3-7405-42D2-84DE-F8EA208DA7BA}"/>
                </c:ext>
              </c:extLst>
            </c:dLbl>
            <c:dLbl>
              <c:idx val="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4-7405-42D2-84DE-F8EA208DA7BA}"/>
                </c:ext>
              </c:extLst>
            </c:dLbl>
            <c:dLbl>
              <c:idx val="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5-7405-42D2-84DE-F8EA208DA7BA}"/>
                </c:ext>
              </c:extLst>
            </c:dLbl>
            <c:dLbl>
              <c:idx val="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6-7405-42D2-84DE-F8EA208DA7BA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7-7405-42D2-84DE-F8EA208DA7BA}"/>
                </c:ext>
              </c:extLst>
            </c:dLbl>
            <c:dLbl>
              <c:idx val="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8-7405-42D2-84DE-F8EA208DA7BA}"/>
                </c:ext>
              </c:extLst>
            </c:dLbl>
            <c:dLbl>
              <c:idx val="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9-7405-42D2-84DE-F8EA208DA7BA}"/>
                </c:ext>
              </c:extLst>
            </c:dLbl>
            <c:dLbl>
              <c:idx val="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A-7405-42D2-84DE-F8EA208DA7BA}"/>
                </c:ext>
              </c:extLst>
            </c:dLbl>
            <c:dLbl>
              <c:idx val="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B-7405-42D2-84DE-F8EA208DA7BA}"/>
                </c:ext>
              </c:extLst>
            </c:dLbl>
            <c:dLbl>
              <c:idx val="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C-7405-42D2-84DE-F8EA208DA7BA}"/>
                </c:ext>
              </c:extLst>
            </c:dLbl>
            <c:dLbl>
              <c:idx val="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D-7405-42D2-84DE-F8EA208DA7BA}"/>
                </c:ext>
              </c:extLst>
            </c:dLbl>
            <c:dLbl>
              <c:idx val="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E-7405-42D2-84DE-F8EA208DA7BA}"/>
                </c:ext>
              </c:extLst>
            </c:dLbl>
            <c:dLbl>
              <c:idx val="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AF-7405-42D2-84DE-F8EA208DA7BA}"/>
                </c:ext>
              </c:extLst>
            </c:dLbl>
            <c:dLbl>
              <c:idx val="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0-7405-42D2-84DE-F8EA208DA7BA}"/>
                </c:ext>
              </c:extLst>
            </c:dLbl>
            <c:dLbl>
              <c:idx val="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1-7405-42D2-84DE-F8EA208DA7BA}"/>
                </c:ext>
              </c:extLst>
            </c:dLbl>
            <c:dLbl>
              <c:idx val="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2-7405-42D2-84DE-F8EA208DA7BA}"/>
                </c:ext>
              </c:extLst>
            </c:dLbl>
            <c:dLbl>
              <c:idx val="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3-7405-42D2-84DE-F8EA208DA7BA}"/>
                </c:ext>
              </c:extLst>
            </c:dLbl>
            <c:dLbl>
              <c:idx val="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4-7405-42D2-84DE-F8EA208DA7BA}"/>
                </c:ext>
              </c:extLst>
            </c:dLbl>
            <c:dLbl>
              <c:idx val="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5-7405-42D2-84DE-F8EA208DA7BA}"/>
                </c:ext>
              </c:extLst>
            </c:dLbl>
            <c:dLbl>
              <c:idx val="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6-7405-42D2-84DE-F8EA208DA7BA}"/>
                </c:ext>
              </c:extLst>
            </c:dLbl>
            <c:dLbl>
              <c:idx val="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7-7405-42D2-84DE-F8EA208DA7BA}"/>
                </c:ext>
              </c:extLst>
            </c:dLbl>
            <c:dLbl>
              <c:idx val="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8-7405-42D2-84DE-F8EA208DA7BA}"/>
                </c:ext>
              </c:extLst>
            </c:dLbl>
            <c:dLbl>
              <c:idx val="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9-7405-42D2-84DE-F8EA208DA7BA}"/>
                </c:ext>
              </c:extLst>
            </c:dLbl>
            <c:dLbl>
              <c:idx val="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A-7405-42D2-84DE-F8EA208DA7BA}"/>
                </c:ext>
              </c:extLst>
            </c:dLbl>
            <c:dLbl>
              <c:idx val="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B-7405-42D2-84DE-F8EA208DA7BA}"/>
                </c:ext>
              </c:extLst>
            </c:dLbl>
            <c:dLbl>
              <c:idx val="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C-7405-42D2-84DE-F8EA208DA7BA}"/>
                </c:ext>
              </c:extLst>
            </c:dLbl>
            <c:dLbl>
              <c:idx val="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D-7405-42D2-84DE-F8EA208DA7BA}"/>
                </c:ext>
              </c:extLst>
            </c:dLbl>
            <c:dLbl>
              <c:idx val="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E-7405-42D2-84DE-F8EA208DA7BA}"/>
                </c:ext>
              </c:extLst>
            </c:dLbl>
            <c:dLbl>
              <c:idx val="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BF-7405-42D2-84DE-F8EA208DA7BA}"/>
                </c:ext>
              </c:extLst>
            </c:dLbl>
            <c:dLbl>
              <c:idx val="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0-7405-42D2-84DE-F8EA208DA7BA}"/>
                </c:ext>
              </c:extLst>
            </c:dLbl>
            <c:dLbl>
              <c:idx val="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1-7405-42D2-84DE-F8EA208DA7BA}"/>
                </c:ext>
              </c:extLst>
            </c:dLbl>
            <c:dLbl>
              <c:idx val="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2-7405-42D2-84DE-F8EA208DA7BA}"/>
                </c:ext>
              </c:extLst>
            </c:dLbl>
            <c:dLbl>
              <c:idx val="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3-7405-42D2-84DE-F8EA208DA7BA}"/>
                </c:ext>
              </c:extLst>
            </c:dLbl>
            <c:dLbl>
              <c:idx val="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4-7405-42D2-84DE-F8EA208DA7BA}"/>
                </c:ext>
              </c:extLst>
            </c:dLbl>
            <c:dLbl>
              <c:idx val="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5-7405-42D2-84DE-F8EA208DA7BA}"/>
                </c:ext>
              </c:extLst>
            </c:dLbl>
            <c:dLbl>
              <c:idx val="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6-7405-42D2-84DE-F8EA208DA7BA}"/>
                </c:ext>
              </c:extLst>
            </c:dLbl>
            <c:dLbl>
              <c:idx val="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7-7405-42D2-84DE-F8EA208DA7BA}"/>
                </c:ext>
              </c:extLst>
            </c:dLbl>
            <c:dLbl>
              <c:idx val="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8-7405-42D2-84DE-F8EA208DA7BA}"/>
                </c:ext>
              </c:extLst>
            </c:dLbl>
            <c:dLbl>
              <c:idx val="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9-7405-42D2-84DE-F8EA208DA7BA}"/>
                </c:ext>
              </c:extLst>
            </c:dLbl>
            <c:dLbl>
              <c:idx val="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A-7405-42D2-84DE-F8EA208DA7BA}"/>
                </c:ext>
              </c:extLst>
            </c:dLbl>
            <c:dLbl>
              <c:idx val="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B-7405-42D2-84DE-F8EA208DA7BA}"/>
                </c:ext>
              </c:extLst>
            </c:dLbl>
            <c:dLbl>
              <c:idx val="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C-7405-42D2-84DE-F8EA208DA7BA}"/>
                </c:ext>
              </c:extLst>
            </c:dLbl>
            <c:dLbl>
              <c:idx val="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D-7405-42D2-84DE-F8EA208DA7BA}"/>
                </c:ext>
              </c:extLst>
            </c:dLbl>
            <c:dLbl>
              <c:idx val="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E-7405-42D2-84DE-F8EA208DA7BA}"/>
                </c:ext>
              </c:extLst>
            </c:dLbl>
            <c:dLbl>
              <c:idx val="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CF-7405-42D2-84DE-F8EA208DA7BA}"/>
                </c:ext>
              </c:extLst>
            </c:dLbl>
            <c:dLbl>
              <c:idx val="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0-7405-42D2-84DE-F8EA208DA7BA}"/>
                </c:ext>
              </c:extLst>
            </c:dLbl>
            <c:dLbl>
              <c:idx val="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1-7405-42D2-84DE-F8EA208DA7BA}"/>
                </c:ext>
              </c:extLst>
            </c:dLbl>
            <c:dLbl>
              <c:idx val="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2-7405-42D2-84DE-F8EA208DA7BA}"/>
                </c:ext>
              </c:extLst>
            </c:dLbl>
            <c:dLbl>
              <c:idx val="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3-7405-42D2-84DE-F8EA208DA7BA}"/>
                </c:ext>
              </c:extLst>
            </c:dLbl>
            <c:dLbl>
              <c:idx val="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4-7405-42D2-84DE-F8EA208DA7BA}"/>
                </c:ext>
              </c:extLst>
            </c:dLbl>
            <c:dLbl>
              <c:idx val="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5-7405-42D2-84DE-F8EA208DA7BA}"/>
                </c:ext>
              </c:extLst>
            </c:dLbl>
            <c:dLbl>
              <c:idx val="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6-7405-42D2-84DE-F8EA208DA7BA}"/>
                </c:ext>
              </c:extLst>
            </c:dLbl>
            <c:dLbl>
              <c:idx val="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7-7405-42D2-84DE-F8EA208DA7BA}"/>
                </c:ext>
              </c:extLst>
            </c:dLbl>
            <c:dLbl>
              <c:idx val="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8-7405-42D2-84DE-F8EA208DA7BA}"/>
                </c:ext>
              </c:extLst>
            </c:dLbl>
            <c:dLbl>
              <c:idx val="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9-7405-42D2-84DE-F8EA208DA7BA}"/>
                </c:ext>
              </c:extLst>
            </c:dLbl>
            <c:dLbl>
              <c:idx val="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A-7405-42D2-84DE-F8EA208DA7BA}"/>
                </c:ext>
              </c:extLst>
            </c:dLbl>
            <c:dLbl>
              <c:idx val="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B-7405-42D2-84DE-F8EA208DA7BA}"/>
                </c:ext>
              </c:extLst>
            </c:dLbl>
            <c:dLbl>
              <c:idx val="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C-7405-42D2-84DE-F8EA208DA7BA}"/>
                </c:ext>
              </c:extLst>
            </c:dLbl>
            <c:dLbl>
              <c:idx val="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D-7405-42D2-84DE-F8EA208DA7BA}"/>
                </c:ext>
              </c:extLst>
            </c:dLbl>
            <c:dLbl>
              <c:idx val="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E-7405-42D2-84DE-F8EA208DA7BA}"/>
                </c:ext>
              </c:extLst>
            </c:dLbl>
            <c:dLbl>
              <c:idx val="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DF-7405-42D2-84DE-F8EA208DA7BA}"/>
                </c:ext>
              </c:extLst>
            </c:dLbl>
            <c:dLbl>
              <c:idx val="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0-7405-42D2-84DE-F8EA208DA7BA}"/>
                </c:ext>
              </c:extLst>
            </c:dLbl>
            <c:dLbl>
              <c:idx val="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1-7405-42D2-84DE-F8EA208DA7BA}"/>
                </c:ext>
              </c:extLst>
            </c:dLbl>
            <c:dLbl>
              <c:idx val="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2-7405-42D2-84DE-F8EA208DA7BA}"/>
                </c:ext>
              </c:extLst>
            </c:dLbl>
            <c:dLbl>
              <c:idx val="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3-7405-42D2-84DE-F8EA208DA7BA}"/>
                </c:ext>
              </c:extLst>
            </c:dLbl>
            <c:dLbl>
              <c:idx val="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4-7405-42D2-84DE-F8EA208DA7BA}"/>
                </c:ext>
              </c:extLst>
            </c:dLbl>
            <c:dLbl>
              <c:idx val="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5-7405-42D2-84DE-F8EA208DA7BA}"/>
                </c:ext>
              </c:extLst>
            </c:dLbl>
            <c:dLbl>
              <c:idx val="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6-7405-42D2-84DE-F8EA208DA7BA}"/>
                </c:ext>
              </c:extLst>
            </c:dLbl>
            <c:dLbl>
              <c:idx val="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7-7405-42D2-84DE-F8EA208DA7BA}"/>
                </c:ext>
              </c:extLst>
            </c:dLbl>
            <c:dLbl>
              <c:idx val="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8-7405-42D2-84DE-F8EA208DA7BA}"/>
                </c:ext>
              </c:extLst>
            </c:dLbl>
            <c:dLbl>
              <c:idx val="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9-7405-42D2-84DE-F8EA208DA7BA}"/>
                </c:ext>
              </c:extLst>
            </c:dLbl>
            <c:dLbl>
              <c:idx val="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A-7405-42D2-84DE-F8EA208DA7BA}"/>
                </c:ext>
              </c:extLst>
            </c:dLbl>
            <c:dLbl>
              <c:idx val="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B-7405-42D2-84DE-F8EA208DA7BA}"/>
                </c:ext>
              </c:extLst>
            </c:dLbl>
            <c:dLbl>
              <c:idx val="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C-7405-42D2-84DE-F8EA208DA7BA}"/>
                </c:ext>
              </c:extLst>
            </c:dLbl>
            <c:dLbl>
              <c:idx val="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D-7405-42D2-84DE-F8EA208DA7BA}"/>
                </c:ext>
              </c:extLst>
            </c:dLbl>
            <c:dLbl>
              <c:idx val="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E-7405-42D2-84DE-F8EA208DA7BA}"/>
                </c:ext>
              </c:extLst>
            </c:dLbl>
            <c:dLbl>
              <c:idx val="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EF-7405-42D2-84DE-F8EA208DA7BA}"/>
                </c:ext>
              </c:extLst>
            </c:dLbl>
            <c:dLbl>
              <c:idx val="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0-7405-42D2-84DE-F8EA208DA7BA}"/>
                </c:ext>
              </c:extLst>
            </c:dLbl>
            <c:dLbl>
              <c:idx val="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1-7405-42D2-84DE-F8EA208DA7BA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2-7405-42D2-84DE-F8EA208DA7BA}"/>
                </c:ext>
              </c:extLst>
            </c:dLbl>
            <c:dLbl>
              <c:idx val="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3-7405-42D2-84DE-F8EA208DA7BA}"/>
                </c:ext>
              </c:extLst>
            </c:dLbl>
            <c:dLbl>
              <c:idx val="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4-7405-42D2-84DE-F8EA208DA7BA}"/>
                </c:ext>
              </c:extLst>
            </c:dLbl>
            <c:dLbl>
              <c:idx val="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5-7405-42D2-84DE-F8EA208DA7BA}"/>
                </c:ext>
              </c:extLst>
            </c:dLbl>
            <c:dLbl>
              <c:idx val="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6-7405-42D2-84DE-F8EA208DA7BA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7-7405-42D2-84DE-F8EA208DA7BA}"/>
                </c:ext>
              </c:extLst>
            </c:dLbl>
            <c:dLbl>
              <c:idx val="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8-7405-42D2-84DE-F8EA208DA7BA}"/>
                </c:ext>
              </c:extLst>
            </c:dLbl>
            <c:dLbl>
              <c:idx val="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9-7405-42D2-84DE-F8EA208DA7BA}"/>
                </c:ext>
              </c:extLst>
            </c:dLbl>
            <c:dLbl>
              <c:idx val="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A-7405-42D2-84DE-F8EA208DA7BA}"/>
                </c:ext>
              </c:extLst>
            </c:dLbl>
            <c:dLbl>
              <c:idx val="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B-7405-42D2-84DE-F8EA208DA7BA}"/>
                </c:ext>
              </c:extLst>
            </c:dLbl>
            <c:dLbl>
              <c:idx val="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C-7405-42D2-84DE-F8EA208DA7BA}"/>
                </c:ext>
              </c:extLst>
            </c:dLbl>
            <c:dLbl>
              <c:idx val="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D-7405-42D2-84DE-F8EA208DA7BA}"/>
                </c:ext>
              </c:extLst>
            </c:dLbl>
            <c:dLbl>
              <c:idx val="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E-7405-42D2-84DE-F8EA208DA7BA}"/>
                </c:ext>
              </c:extLst>
            </c:dLbl>
            <c:dLbl>
              <c:idx val="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9FF-7405-42D2-84DE-F8EA208DA7BA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0-7405-42D2-84DE-F8EA208DA7BA}"/>
                </c:ext>
              </c:extLst>
            </c:dLbl>
            <c:dLbl>
              <c:idx val="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1-7405-42D2-84DE-F8EA208DA7BA}"/>
                </c:ext>
              </c:extLst>
            </c:dLbl>
            <c:dLbl>
              <c:idx val="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2-7405-42D2-84DE-F8EA208DA7BA}"/>
                </c:ext>
              </c:extLst>
            </c:dLbl>
            <c:dLbl>
              <c:idx val="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3-7405-42D2-84DE-F8EA208DA7BA}"/>
                </c:ext>
              </c:extLst>
            </c:dLbl>
            <c:dLbl>
              <c:idx val="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4-7405-42D2-84DE-F8EA208DA7BA}"/>
                </c:ext>
              </c:extLst>
            </c:dLbl>
            <c:dLbl>
              <c:idx val="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5-7405-42D2-84DE-F8EA208DA7BA}"/>
                </c:ext>
              </c:extLst>
            </c:dLbl>
            <c:dLbl>
              <c:idx val="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6-7405-42D2-84DE-F8EA208DA7BA}"/>
                </c:ext>
              </c:extLst>
            </c:dLbl>
            <c:dLbl>
              <c:idx val="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7-7405-42D2-84DE-F8EA208DA7BA}"/>
                </c:ext>
              </c:extLst>
            </c:dLbl>
            <c:dLbl>
              <c:idx val="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8-7405-42D2-84DE-F8EA208DA7BA}"/>
                </c:ext>
              </c:extLst>
            </c:dLbl>
            <c:dLbl>
              <c:idx val="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9-7405-42D2-84DE-F8EA208DA7BA}"/>
                </c:ext>
              </c:extLst>
            </c:dLbl>
            <c:dLbl>
              <c:idx val="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A-7405-42D2-84DE-F8EA208DA7BA}"/>
                </c:ext>
              </c:extLst>
            </c:dLbl>
            <c:dLbl>
              <c:idx val="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B-7405-42D2-84DE-F8EA208DA7BA}"/>
                </c:ext>
              </c:extLst>
            </c:dLbl>
            <c:dLbl>
              <c:idx val="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C-7405-42D2-84DE-F8EA208DA7BA}"/>
                </c:ext>
              </c:extLst>
            </c:dLbl>
            <c:dLbl>
              <c:idx val="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D-7405-42D2-84DE-F8EA208DA7BA}"/>
                </c:ext>
              </c:extLst>
            </c:dLbl>
            <c:dLbl>
              <c:idx val="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E-7405-42D2-84DE-F8EA208DA7BA}"/>
                </c:ext>
              </c:extLst>
            </c:dLbl>
            <c:dLbl>
              <c:idx val="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0F-7405-42D2-84DE-F8EA208DA7BA}"/>
                </c:ext>
              </c:extLst>
            </c:dLbl>
            <c:dLbl>
              <c:idx val="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0-7405-42D2-84DE-F8EA208DA7BA}"/>
                </c:ext>
              </c:extLst>
            </c:dLbl>
            <c:dLbl>
              <c:idx val="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1-7405-42D2-84DE-F8EA208DA7BA}"/>
                </c:ext>
              </c:extLst>
            </c:dLbl>
            <c:dLbl>
              <c:idx val="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2-7405-42D2-84DE-F8EA208DA7BA}"/>
                </c:ext>
              </c:extLst>
            </c:dLbl>
            <c:dLbl>
              <c:idx val="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3-7405-42D2-84DE-F8EA208DA7BA}"/>
                </c:ext>
              </c:extLst>
            </c:dLbl>
            <c:dLbl>
              <c:idx val="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4-7405-42D2-84DE-F8EA208DA7BA}"/>
                </c:ext>
              </c:extLst>
            </c:dLbl>
            <c:dLbl>
              <c:idx val="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5-7405-42D2-84DE-F8EA208DA7BA}"/>
                </c:ext>
              </c:extLst>
            </c:dLbl>
            <c:dLbl>
              <c:idx val="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6-7405-42D2-84DE-F8EA208DA7BA}"/>
                </c:ext>
              </c:extLst>
            </c:dLbl>
            <c:dLbl>
              <c:idx val="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7-7405-42D2-84DE-F8EA208DA7BA}"/>
                </c:ext>
              </c:extLst>
            </c:dLbl>
            <c:dLbl>
              <c:idx val="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8-7405-42D2-84DE-F8EA208DA7BA}"/>
                </c:ext>
              </c:extLst>
            </c:dLbl>
            <c:dLbl>
              <c:idx val="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9-7405-42D2-84DE-F8EA208DA7BA}"/>
                </c:ext>
              </c:extLst>
            </c:dLbl>
            <c:dLbl>
              <c:idx val="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A-7405-42D2-84DE-F8EA208DA7BA}"/>
                </c:ext>
              </c:extLst>
            </c:dLbl>
            <c:dLbl>
              <c:idx val="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B-7405-42D2-84DE-F8EA208DA7BA}"/>
                </c:ext>
              </c:extLst>
            </c:dLbl>
            <c:dLbl>
              <c:idx val="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C-7405-42D2-84DE-F8EA208DA7BA}"/>
                </c:ext>
              </c:extLst>
            </c:dLbl>
            <c:dLbl>
              <c:idx val="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D-7405-42D2-84DE-F8EA208DA7BA}"/>
                </c:ext>
              </c:extLst>
            </c:dLbl>
            <c:dLbl>
              <c:idx val="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E-7405-42D2-84DE-F8EA208DA7BA}"/>
                </c:ext>
              </c:extLst>
            </c:dLbl>
            <c:dLbl>
              <c:idx val="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1F-7405-42D2-84DE-F8EA208DA7BA}"/>
                </c:ext>
              </c:extLst>
            </c:dLbl>
            <c:dLbl>
              <c:idx val="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0-7405-42D2-84DE-F8EA208DA7BA}"/>
                </c:ext>
              </c:extLst>
            </c:dLbl>
            <c:dLbl>
              <c:idx val="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1-7405-42D2-84DE-F8EA208DA7BA}"/>
                </c:ext>
              </c:extLst>
            </c:dLbl>
            <c:dLbl>
              <c:idx val="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2-7405-42D2-84DE-F8EA208DA7BA}"/>
                </c:ext>
              </c:extLst>
            </c:dLbl>
            <c:dLbl>
              <c:idx val="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3-7405-42D2-84DE-F8EA208DA7BA}"/>
                </c:ext>
              </c:extLst>
            </c:dLbl>
            <c:dLbl>
              <c:idx val="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4-7405-42D2-84DE-F8EA208DA7BA}"/>
                </c:ext>
              </c:extLst>
            </c:dLbl>
            <c:dLbl>
              <c:idx val="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5-7405-42D2-84DE-F8EA208DA7BA}"/>
                </c:ext>
              </c:extLst>
            </c:dLbl>
            <c:dLbl>
              <c:idx val="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6-7405-42D2-84DE-F8EA208DA7BA}"/>
                </c:ext>
              </c:extLst>
            </c:dLbl>
            <c:dLbl>
              <c:idx val="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7-7405-42D2-84DE-F8EA208DA7BA}"/>
                </c:ext>
              </c:extLst>
            </c:dLbl>
            <c:dLbl>
              <c:idx val="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8-7405-42D2-84DE-F8EA208DA7BA}"/>
                </c:ext>
              </c:extLst>
            </c:dLbl>
            <c:dLbl>
              <c:idx val="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9-7405-42D2-84DE-F8EA208DA7BA}"/>
                </c:ext>
              </c:extLst>
            </c:dLbl>
            <c:dLbl>
              <c:idx val="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A-7405-42D2-84DE-F8EA208DA7BA}"/>
                </c:ext>
              </c:extLst>
            </c:dLbl>
            <c:dLbl>
              <c:idx val="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B-7405-42D2-84DE-F8EA208DA7BA}"/>
                </c:ext>
              </c:extLst>
            </c:dLbl>
            <c:dLbl>
              <c:idx val="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C-7405-42D2-84DE-F8EA208DA7BA}"/>
                </c:ext>
              </c:extLst>
            </c:dLbl>
            <c:dLbl>
              <c:idx val="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D-7405-42D2-84DE-F8EA208DA7BA}"/>
                </c:ext>
              </c:extLst>
            </c:dLbl>
            <c:dLbl>
              <c:idx val="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E-7405-42D2-84DE-F8EA208DA7BA}"/>
                </c:ext>
              </c:extLst>
            </c:dLbl>
            <c:dLbl>
              <c:idx val="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2F-7405-42D2-84DE-F8EA208DA7BA}"/>
                </c:ext>
              </c:extLst>
            </c:dLbl>
            <c:dLbl>
              <c:idx val="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0-7405-42D2-84DE-F8EA208DA7BA}"/>
                </c:ext>
              </c:extLst>
            </c:dLbl>
            <c:dLbl>
              <c:idx val="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1-7405-42D2-84DE-F8EA208DA7BA}"/>
                </c:ext>
              </c:extLst>
            </c:dLbl>
            <c:dLbl>
              <c:idx val="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2-7405-42D2-84DE-F8EA208DA7BA}"/>
                </c:ext>
              </c:extLst>
            </c:dLbl>
            <c:dLbl>
              <c:idx val="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3-7405-42D2-84DE-F8EA208DA7BA}"/>
                </c:ext>
              </c:extLst>
            </c:dLbl>
            <c:dLbl>
              <c:idx val="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4-7405-42D2-84DE-F8EA208DA7BA}"/>
                </c:ext>
              </c:extLst>
            </c:dLbl>
            <c:dLbl>
              <c:idx val="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5-7405-42D2-84DE-F8EA208DA7BA}"/>
                </c:ext>
              </c:extLst>
            </c:dLbl>
            <c:dLbl>
              <c:idx val="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6-7405-42D2-84DE-F8EA208DA7BA}"/>
                </c:ext>
              </c:extLst>
            </c:dLbl>
            <c:dLbl>
              <c:idx val="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7-7405-42D2-84DE-F8EA208DA7BA}"/>
                </c:ext>
              </c:extLst>
            </c:dLbl>
            <c:dLbl>
              <c:idx val="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8-7405-42D2-84DE-F8EA208DA7BA}"/>
                </c:ext>
              </c:extLst>
            </c:dLbl>
            <c:dLbl>
              <c:idx val="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9-7405-42D2-84DE-F8EA208DA7BA}"/>
                </c:ext>
              </c:extLst>
            </c:dLbl>
            <c:dLbl>
              <c:idx val="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A-7405-42D2-84DE-F8EA208DA7BA}"/>
                </c:ext>
              </c:extLst>
            </c:dLbl>
            <c:dLbl>
              <c:idx val="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B-7405-42D2-84DE-F8EA208DA7BA}"/>
                </c:ext>
              </c:extLst>
            </c:dLbl>
            <c:dLbl>
              <c:idx val="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C-7405-42D2-84DE-F8EA208DA7BA}"/>
                </c:ext>
              </c:extLst>
            </c:dLbl>
            <c:dLbl>
              <c:idx val="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D-7405-42D2-84DE-F8EA208DA7BA}"/>
                </c:ext>
              </c:extLst>
            </c:dLbl>
            <c:dLbl>
              <c:idx val="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E-7405-42D2-84DE-F8EA208DA7BA}"/>
                </c:ext>
              </c:extLst>
            </c:dLbl>
            <c:dLbl>
              <c:idx val="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3F-7405-42D2-84DE-F8EA208DA7BA}"/>
                </c:ext>
              </c:extLst>
            </c:dLbl>
            <c:dLbl>
              <c:idx val="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0-7405-42D2-84DE-F8EA208DA7BA}"/>
                </c:ext>
              </c:extLst>
            </c:dLbl>
            <c:dLbl>
              <c:idx val="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1-7405-42D2-84DE-F8EA208DA7BA}"/>
                </c:ext>
              </c:extLst>
            </c:dLbl>
            <c:dLbl>
              <c:idx val="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2-7405-42D2-84DE-F8EA208DA7BA}"/>
                </c:ext>
              </c:extLst>
            </c:dLbl>
            <c:dLbl>
              <c:idx val="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3-7405-42D2-84DE-F8EA208DA7BA}"/>
                </c:ext>
              </c:extLst>
            </c:dLbl>
            <c:dLbl>
              <c:idx val="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4-7405-42D2-84DE-F8EA208DA7BA}"/>
                </c:ext>
              </c:extLst>
            </c:dLbl>
            <c:dLbl>
              <c:idx val="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5-7405-42D2-84DE-F8EA208DA7BA}"/>
                </c:ext>
              </c:extLst>
            </c:dLbl>
            <c:dLbl>
              <c:idx val="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6-7405-42D2-84DE-F8EA208DA7BA}"/>
                </c:ext>
              </c:extLst>
            </c:dLbl>
            <c:dLbl>
              <c:idx val="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7-7405-42D2-84DE-F8EA208DA7BA}"/>
                </c:ext>
              </c:extLst>
            </c:dLbl>
            <c:dLbl>
              <c:idx val="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8-7405-42D2-84DE-F8EA208DA7BA}"/>
                </c:ext>
              </c:extLst>
            </c:dLbl>
            <c:dLbl>
              <c:idx val="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9-7405-42D2-84DE-F8EA208DA7BA}"/>
                </c:ext>
              </c:extLst>
            </c:dLbl>
            <c:dLbl>
              <c:idx val="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A-7405-42D2-84DE-F8EA208DA7BA}"/>
                </c:ext>
              </c:extLst>
            </c:dLbl>
            <c:dLbl>
              <c:idx val="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B-7405-42D2-84DE-F8EA208DA7BA}"/>
                </c:ext>
              </c:extLst>
            </c:dLbl>
            <c:dLbl>
              <c:idx val="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C-7405-42D2-84DE-F8EA208DA7BA}"/>
                </c:ext>
              </c:extLst>
            </c:dLbl>
            <c:dLbl>
              <c:idx val="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D-7405-42D2-84DE-F8EA208DA7BA}"/>
                </c:ext>
              </c:extLst>
            </c:dLbl>
            <c:dLbl>
              <c:idx val="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E-7405-42D2-84DE-F8EA208DA7BA}"/>
                </c:ext>
              </c:extLst>
            </c:dLbl>
            <c:dLbl>
              <c:idx val="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4F-7405-42D2-84DE-F8EA208DA7BA}"/>
                </c:ext>
              </c:extLst>
            </c:dLbl>
            <c:dLbl>
              <c:idx val="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0-7405-42D2-84DE-F8EA208DA7BA}"/>
                </c:ext>
              </c:extLst>
            </c:dLbl>
            <c:dLbl>
              <c:idx val="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1-7405-42D2-84DE-F8EA208DA7BA}"/>
                </c:ext>
              </c:extLst>
            </c:dLbl>
            <c:dLbl>
              <c:idx val="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2-7405-42D2-84DE-F8EA208DA7BA}"/>
                </c:ext>
              </c:extLst>
            </c:dLbl>
            <c:dLbl>
              <c:idx val="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3-7405-42D2-84DE-F8EA208DA7BA}"/>
                </c:ext>
              </c:extLst>
            </c:dLbl>
            <c:dLbl>
              <c:idx val="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4-7405-42D2-84DE-F8EA208DA7BA}"/>
                </c:ext>
              </c:extLst>
            </c:dLbl>
            <c:dLbl>
              <c:idx val="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5-7405-42D2-84DE-F8EA208DA7BA}"/>
                </c:ext>
              </c:extLst>
            </c:dLbl>
            <c:dLbl>
              <c:idx val="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6-7405-42D2-84DE-F8EA208DA7BA}"/>
                </c:ext>
              </c:extLst>
            </c:dLbl>
            <c:dLbl>
              <c:idx val="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7-7405-42D2-84DE-F8EA208DA7BA}"/>
                </c:ext>
              </c:extLst>
            </c:dLbl>
            <c:dLbl>
              <c:idx val="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8-7405-42D2-84DE-F8EA208DA7BA}"/>
                </c:ext>
              </c:extLst>
            </c:dLbl>
            <c:dLbl>
              <c:idx val="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9-7405-42D2-84DE-F8EA208DA7BA}"/>
                </c:ext>
              </c:extLst>
            </c:dLbl>
            <c:dLbl>
              <c:idx val="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A-7405-42D2-84DE-F8EA208DA7BA}"/>
                </c:ext>
              </c:extLst>
            </c:dLbl>
            <c:dLbl>
              <c:idx val="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B-7405-42D2-84DE-F8EA208DA7BA}"/>
                </c:ext>
              </c:extLst>
            </c:dLbl>
            <c:dLbl>
              <c:idx val="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C-7405-42D2-84DE-F8EA208DA7BA}"/>
                </c:ext>
              </c:extLst>
            </c:dLbl>
            <c:dLbl>
              <c:idx val="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D-7405-42D2-84DE-F8EA208DA7BA}"/>
                </c:ext>
              </c:extLst>
            </c:dLbl>
            <c:dLbl>
              <c:idx val="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E-7405-42D2-84DE-F8EA208DA7BA}"/>
                </c:ext>
              </c:extLst>
            </c:dLbl>
            <c:dLbl>
              <c:idx val="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5F-7405-42D2-84DE-F8EA208DA7BA}"/>
                </c:ext>
              </c:extLst>
            </c:dLbl>
            <c:dLbl>
              <c:idx val="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0-7405-42D2-84DE-F8EA208DA7BA}"/>
                </c:ext>
              </c:extLst>
            </c:dLbl>
            <c:dLbl>
              <c:idx val="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1-7405-42D2-84DE-F8EA208DA7BA}"/>
                </c:ext>
              </c:extLst>
            </c:dLbl>
            <c:dLbl>
              <c:idx val="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2-7405-42D2-84DE-F8EA208DA7BA}"/>
                </c:ext>
              </c:extLst>
            </c:dLbl>
            <c:dLbl>
              <c:idx val="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3-7405-42D2-84DE-F8EA208DA7BA}"/>
                </c:ext>
              </c:extLst>
            </c:dLbl>
            <c:dLbl>
              <c:idx val="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4-7405-42D2-84DE-F8EA208DA7BA}"/>
                </c:ext>
              </c:extLst>
            </c:dLbl>
            <c:dLbl>
              <c:idx val="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5-7405-42D2-84DE-F8EA208DA7BA}"/>
                </c:ext>
              </c:extLst>
            </c:dLbl>
            <c:dLbl>
              <c:idx val="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6-7405-42D2-84DE-F8EA208DA7BA}"/>
                </c:ext>
              </c:extLst>
            </c:dLbl>
            <c:dLbl>
              <c:idx val="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7-7405-42D2-84DE-F8EA208DA7BA}"/>
                </c:ext>
              </c:extLst>
            </c:dLbl>
            <c:dLbl>
              <c:idx val="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8-7405-42D2-84DE-F8EA208DA7BA}"/>
                </c:ext>
              </c:extLst>
            </c:dLbl>
            <c:dLbl>
              <c:idx val="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9-7405-42D2-84DE-F8EA208DA7BA}"/>
                </c:ext>
              </c:extLst>
            </c:dLbl>
            <c:dLbl>
              <c:idx val="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A-7405-42D2-84DE-F8EA208DA7BA}"/>
                </c:ext>
              </c:extLst>
            </c:dLbl>
            <c:dLbl>
              <c:idx val="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B-7405-42D2-84DE-F8EA208DA7BA}"/>
                </c:ext>
              </c:extLst>
            </c:dLbl>
            <c:dLbl>
              <c:idx val="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C-7405-42D2-84DE-F8EA208DA7BA}"/>
                </c:ext>
              </c:extLst>
            </c:dLbl>
            <c:dLbl>
              <c:idx val="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D-7405-42D2-84DE-F8EA208DA7BA}"/>
                </c:ext>
              </c:extLst>
            </c:dLbl>
            <c:dLbl>
              <c:idx val="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E-7405-42D2-84DE-F8EA208DA7BA}"/>
                </c:ext>
              </c:extLst>
            </c:dLbl>
            <c:dLbl>
              <c:idx val="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6F-7405-42D2-84DE-F8EA208DA7BA}"/>
                </c:ext>
              </c:extLst>
            </c:dLbl>
            <c:dLbl>
              <c:idx val="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0-7405-42D2-84DE-F8EA208DA7BA}"/>
                </c:ext>
              </c:extLst>
            </c:dLbl>
            <c:dLbl>
              <c:idx val="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1-7405-42D2-84DE-F8EA208DA7BA}"/>
                </c:ext>
              </c:extLst>
            </c:dLbl>
            <c:dLbl>
              <c:idx val="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2-7405-42D2-84DE-F8EA208DA7BA}"/>
                </c:ext>
              </c:extLst>
            </c:dLbl>
            <c:dLbl>
              <c:idx val="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3-7405-42D2-84DE-F8EA208DA7BA}"/>
                </c:ext>
              </c:extLst>
            </c:dLbl>
            <c:dLbl>
              <c:idx val="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4-7405-42D2-84DE-F8EA208DA7BA}"/>
                </c:ext>
              </c:extLst>
            </c:dLbl>
            <c:dLbl>
              <c:idx val="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5-7405-42D2-84DE-F8EA208DA7BA}"/>
                </c:ext>
              </c:extLst>
            </c:dLbl>
            <c:dLbl>
              <c:idx val="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6-7405-42D2-84DE-F8EA208DA7BA}"/>
                </c:ext>
              </c:extLst>
            </c:dLbl>
            <c:dLbl>
              <c:idx val="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7-7405-42D2-84DE-F8EA208DA7BA}"/>
                </c:ext>
              </c:extLst>
            </c:dLbl>
            <c:dLbl>
              <c:idx val="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8-7405-42D2-84DE-F8EA208DA7BA}"/>
                </c:ext>
              </c:extLst>
            </c:dLbl>
            <c:dLbl>
              <c:idx val="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9-7405-42D2-84DE-F8EA208DA7BA}"/>
                </c:ext>
              </c:extLst>
            </c:dLbl>
            <c:dLbl>
              <c:idx val="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A-7405-42D2-84DE-F8EA208DA7BA}"/>
                </c:ext>
              </c:extLst>
            </c:dLbl>
            <c:dLbl>
              <c:idx val="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B-7405-42D2-84DE-F8EA208DA7BA}"/>
                </c:ext>
              </c:extLst>
            </c:dLbl>
            <c:dLbl>
              <c:idx val="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C-7405-42D2-84DE-F8EA208DA7BA}"/>
                </c:ext>
              </c:extLst>
            </c:dLbl>
            <c:dLbl>
              <c:idx val="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D-7405-42D2-84DE-F8EA208DA7BA}"/>
                </c:ext>
              </c:extLst>
            </c:dLbl>
            <c:dLbl>
              <c:idx val="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E-7405-42D2-84DE-F8EA208DA7BA}"/>
                </c:ext>
              </c:extLst>
            </c:dLbl>
            <c:dLbl>
              <c:idx val="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7F-7405-42D2-84DE-F8EA208DA7BA}"/>
                </c:ext>
              </c:extLst>
            </c:dLbl>
            <c:dLbl>
              <c:idx val="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0-7405-42D2-84DE-F8EA208DA7BA}"/>
                </c:ext>
              </c:extLst>
            </c:dLbl>
            <c:dLbl>
              <c:idx val="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1-7405-42D2-84DE-F8EA208DA7BA}"/>
                </c:ext>
              </c:extLst>
            </c:dLbl>
            <c:dLbl>
              <c:idx val="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2-7405-42D2-84DE-F8EA208DA7BA}"/>
                </c:ext>
              </c:extLst>
            </c:dLbl>
            <c:dLbl>
              <c:idx val="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3-7405-42D2-84DE-F8EA208DA7BA}"/>
                </c:ext>
              </c:extLst>
            </c:dLbl>
            <c:dLbl>
              <c:idx val="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4-7405-42D2-84DE-F8EA208DA7BA}"/>
                </c:ext>
              </c:extLst>
            </c:dLbl>
            <c:dLbl>
              <c:idx val="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5-7405-42D2-84DE-F8EA208DA7BA}"/>
                </c:ext>
              </c:extLst>
            </c:dLbl>
            <c:dLbl>
              <c:idx val="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6-7405-42D2-84DE-F8EA208DA7BA}"/>
                </c:ext>
              </c:extLst>
            </c:dLbl>
            <c:dLbl>
              <c:idx val="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7-7405-42D2-84DE-F8EA208DA7BA}"/>
                </c:ext>
              </c:extLst>
            </c:dLbl>
            <c:dLbl>
              <c:idx val="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8-7405-42D2-84DE-F8EA208DA7BA}"/>
                </c:ext>
              </c:extLst>
            </c:dLbl>
            <c:dLbl>
              <c:idx val="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9-7405-42D2-84DE-F8EA208DA7BA}"/>
                </c:ext>
              </c:extLst>
            </c:dLbl>
            <c:dLbl>
              <c:idx val="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A-7405-42D2-84DE-F8EA208DA7BA}"/>
                </c:ext>
              </c:extLst>
            </c:dLbl>
            <c:dLbl>
              <c:idx val="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B-7405-42D2-84DE-F8EA208DA7BA}"/>
                </c:ext>
              </c:extLst>
            </c:dLbl>
            <c:dLbl>
              <c:idx val="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C-7405-42D2-84DE-F8EA208DA7BA}"/>
                </c:ext>
              </c:extLst>
            </c:dLbl>
            <c:dLbl>
              <c:idx val="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D-7405-42D2-84DE-F8EA208DA7BA}"/>
                </c:ext>
              </c:extLst>
            </c:dLbl>
            <c:dLbl>
              <c:idx val="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E-7405-42D2-84DE-F8EA208DA7BA}"/>
                </c:ext>
              </c:extLst>
            </c:dLbl>
            <c:dLbl>
              <c:idx val="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8F-7405-42D2-84DE-F8EA208DA7BA}"/>
                </c:ext>
              </c:extLst>
            </c:dLbl>
            <c:dLbl>
              <c:idx val="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0-7405-42D2-84DE-F8EA208DA7BA}"/>
                </c:ext>
              </c:extLst>
            </c:dLbl>
            <c:dLbl>
              <c:idx val="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1-7405-42D2-84DE-F8EA208DA7BA}"/>
                </c:ext>
              </c:extLst>
            </c:dLbl>
            <c:dLbl>
              <c:idx val="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2-7405-42D2-84DE-F8EA208DA7BA}"/>
                </c:ext>
              </c:extLst>
            </c:dLbl>
            <c:dLbl>
              <c:idx val="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3-7405-42D2-84DE-F8EA208DA7BA}"/>
                </c:ext>
              </c:extLst>
            </c:dLbl>
            <c:dLbl>
              <c:idx val="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4-7405-42D2-84DE-F8EA208DA7BA}"/>
                </c:ext>
              </c:extLst>
            </c:dLbl>
            <c:dLbl>
              <c:idx val="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5-7405-42D2-84DE-F8EA208DA7BA}"/>
                </c:ext>
              </c:extLst>
            </c:dLbl>
            <c:dLbl>
              <c:idx val="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6-7405-42D2-84DE-F8EA208DA7BA}"/>
                </c:ext>
              </c:extLst>
            </c:dLbl>
            <c:dLbl>
              <c:idx val="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7-7405-42D2-84DE-F8EA208DA7BA}"/>
                </c:ext>
              </c:extLst>
            </c:dLbl>
            <c:dLbl>
              <c:idx val="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8-7405-42D2-84DE-F8EA208DA7BA}"/>
                </c:ext>
              </c:extLst>
            </c:dLbl>
            <c:dLbl>
              <c:idx val="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9-7405-42D2-84DE-F8EA208DA7BA}"/>
                </c:ext>
              </c:extLst>
            </c:dLbl>
            <c:dLbl>
              <c:idx val="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A-7405-42D2-84DE-F8EA208DA7BA}"/>
                </c:ext>
              </c:extLst>
            </c:dLbl>
            <c:dLbl>
              <c:idx val="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B-7405-42D2-84DE-F8EA208DA7BA}"/>
                </c:ext>
              </c:extLst>
            </c:dLbl>
            <c:dLbl>
              <c:idx val="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C-7405-42D2-84DE-F8EA208DA7BA}"/>
                </c:ext>
              </c:extLst>
            </c:dLbl>
            <c:dLbl>
              <c:idx val="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D-7405-42D2-84DE-F8EA208DA7BA}"/>
                </c:ext>
              </c:extLst>
            </c:dLbl>
            <c:dLbl>
              <c:idx val="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E-7405-42D2-84DE-F8EA208DA7BA}"/>
                </c:ext>
              </c:extLst>
            </c:dLbl>
            <c:dLbl>
              <c:idx val="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9F-7405-42D2-84DE-F8EA208DA7BA}"/>
                </c:ext>
              </c:extLst>
            </c:dLbl>
            <c:dLbl>
              <c:idx val="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0-7405-42D2-84DE-F8EA208DA7BA}"/>
                </c:ext>
              </c:extLst>
            </c:dLbl>
            <c:dLbl>
              <c:idx val="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1-7405-42D2-84DE-F8EA208DA7BA}"/>
                </c:ext>
              </c:extLst>
            </c:dLbl>
            <c:dLbl>
              <c:idx val="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2-7405-42D2-84DE-F8EA208DA7BA}"/>
                </c:ext>
              </c:extLst>
            </c:dLbl>
            <c:dLbl>
              <c:idx val="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3-7405-42D2-84DE-F8EA208DA7BA}"/>
                </c:ext>
              </c:extLst>
            </c:dLbl>
            <c:dLbl>
              <c:idx val="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4-7405-42D2-84DE-F8EA208DA7BA}"/>
                </c:ext>
              </c:extLst>
            </c:dLbl>
            <c:dLbl>
              <c:idx val="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5-7405-42D2-84DE-F8EA208DA7BA}"/>
                </c:ext>
              </c:extLst>
            </c:dLbl>
            <c:dLbl>
              <c:idx val="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6-7405-42D2-84DE-F8EA208DA7BA}"/>
                </c:ext>
              </c:extLst>
            </c:dLbl>
            <c:dLbl>
              <c:idx val="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7-7405-42D2-84DE-F8EA208DA7BA}"/>
                </c:ext>
              </c:extLst>
            </c:dLbl>
            <c:dLbl>
              <c:idx val="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8-7405-42D2-84DE-F8EA208DA7BA}"/>
                </c:ext>
              </c:extLst>
            </c:dLbl>
            <c:dLbl>
              <c:idx val="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9-7405-42D2-84DE-F8EA208DA7BA}"/>
                </c:ext>
              </c:extLst>
            </c:dLbl>
            <c:dLbl>
              <c:idx val="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A-7405-42D2-84DE-F8EA208DA7BA}"/>
                </c:ext>
              </c:extLst>
            </c:dLbl>
            <c:dLbl>
              <c:idx val="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B-7405-42D2-84DE-F8EA208DA7BA}"/>
                </c:ext>
              </c:extLst>
            </c:dLbl>
            <c:dLbl>
              <c:idx val="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C-7405-42D2-84DE-F8EA208DA7BA}"/>
                </c:ext>
              </c:extLst>
            </c:dLbl>
            <c:dLbl>
              <c:idx val="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D-7405-42D2-84DE-F8EA208DA7BA}"/>
                </c:ext>
              </c:extLst>
            </c:dLbl>
            <c:dLbl>
              <c:idx val="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E-7405-42D2-84DE-F8EA208DA7BA}"/>
                </c:ext>
              </c:extLst>
            </c:dLbl>
            <c:dLbl>
              <c:idx val="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AF-7405-42D2-84DE-F8EA208DA7BA}"/>
                </c:ext>
              </c:extLst>
            </c:dLbl>
            <c:dLbl>
              <c:idx val="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0-7405-42D2-84DE-F8EA208DA7BA}"/>
                </c:ext>
              </c:extLst>
            </c:dLbl>
            <c:dLbl>
              <c:idx val="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1-7405-42D2-84DE-F8EA208DA7BA}"/>
                </c:ext>
              </c:extLst>
            </c:dLbl>
            <c:dLbl>
              <c:idx val="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2-7405-42D2-84DE-F8EA208DA7BA}"/>
                </c:ext>
              </c:extLst>
            </c:dLbl>
            <c:dLbl>
              <c:idx val="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3-7405-42D2-84DE-F8EA208DA7BA}"/>
                </c:ext>
              </c:extLst>
            </c:dLbl>
            <c:dLbl>
              <c:idx val="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4-7405-42D2-84DE-F8EA208DA7BA}"/>
                </c:ext>
              </c:extLst>
            </c:dLbl>
            <c:dLbl>
              <c:idx val="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5-7405-42D2-84DE-F8EA208DA7BA}"/>
                </c:ext>
              </c:extLst>
            </c:dLbl>
            <c:dLbl>
              <c:idx val="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6-7405-42D2-84DE-F8EA208DA7BA}"/>
                </c:ext>
              </c:extLst>
            </c:dLbl>
            <c:dLbl>
              <c:idx val="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7-7405-42D2-84DE-F8EA208DA7BA}"/>
                </c:ext>
              </c:extLst>
            </c:dLbl>
            <c:dLbl>
              <c:idx val="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8-7405-42D2-84DE-F8EA208DA7BA}"/>
                </c:ext>
              </c:extLst>
            </c:dLbl>
            <c:dLbl>
              <c:idx val="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9-7405-42D2-84DE-F8EA208DA7BA}"/>
                </c:ext>
              </c:extLst>
            </c:dLbl>
            <c:dLbl>
              <c:idx val="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A-7405-42D2-84DE-F8EA208DA7BA}"/>
                </c:ext>
              </c:extLst>
            </c:dLbl>
            <c:dLbl>
              <c:idx val="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B-7405-42D2-84DE-F8EA208DA7BA}"/>
                </c:ext>
              </c:extLst>
            </c:dLbl>
            <c:dLbl>
              <c:idx val="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C-7405-42D2-84DE-F8EA208DA7BA}"/>
                </c:ext>
              </c:extLst>
            </c:dLbl>
            <c:dLbl>
              <c:idx val="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D-7405-42D2-84DE-F8EA208DA7BA}"/>
                </c:ext>
              </c:extLst>
            </c:dLbl>
            <c:dLbl>
              <c:idx val="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E-7405-42D2-84DE-F8EA208DA7BA}"/>
                </c:ext>
              </c:extLst>
            </c:dLbl>
            <c:dLbl>
              <c:idx val="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BF-7405-42D2-84DE-F8EA208DA7BA}"/>
                </c:ext>
              </c:extLst>
            </c:dLbl>
            <c:dLbl>
              <c:idx val="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0-7405-42D2-84DE-F8EA208DA7BA}"/>
                </c:ext>
              </c:extLst>
            </c:dLbl>
            <c:dLbl>
              <c:idx val="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1-7405-42D2-84DE-F8EA208DA7BA}"/>
                </c:ext>
              </c:extLst>
            </c:dLbl>
            <c:dLbl>
              <c:idx val="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2-7405-42D2-84DE-F8EA208DA7BA}"/>
                </c:ext>
              </c:extLst>
            </c:dLbl>
            <c:dLbl>
              <c:idx val="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3-7405-42D2-84DE-F8EA208DA7BA}"/>
                </c:ext>
              </c:extLst>
            </c:dLbl>
            <c:dLbl>
              <c:idx val="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4-7405-42D2-84DE-F8EA208DA7BA}"/>
                </c:ext>
              </c:extLst>
            </c:dLbl>
            <c:dLbl>
              <c:idx val="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5-7405-42D2-84DE-F8EA208DA7BA}"/>
                </c:ext>
              </c:extLst>
            </c:dLbl>
            <c:dLbl>
              <c:idx val="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6-7405-42D2-84DE-F8EA208DA7BA}"/>
                </c:ext>
              </c:extLst>
            </c:dLbl>
            <c:dLbl>
              <c:idx val="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7-7405-42D2-84DE-F8EA208DA7BA}"/>
                </c:ext>
              </c:extLst>
            </c:dLbl>
            <c:dLbl>
              <c:idx val="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8-7405-42D2-84DE-F8EA208DA7BA}"/>
                </c:ext>
              </c:extLst>
            </c:dLbl>
            <c:dLbl>
              <c:idx val="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9-7405-42D2-84DE-F8EA208DA7BA}"/>
                </c:ext>
              </c:extLst>
            </c:dLbl>
            <c:dLbl>
              <c:idx val="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A-7405-42D2-84DE-F8EA208DA7BA}"/>
                </c:ext>
              </c:extLst>
            </c:dLbl>
            <c:dLbl>
              <c:idx val="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B-7405-42D2-84DE-F8EA208DA7BA}"/>
                </c:ext>
              </c:extLst>
            </c:dLbl>
            <c:dLbl>
              <c:idx val="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C-7405-42D2-84DE-F8EA208DA7BA}"/>
                </c:ext>
              </c:extLst>
            </c:dLbl>
            <c:dLbl>
              <c:idx val="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D-7405-42D2-84DE-F8EA208DA7BA}"/>
                </c:ext>
              </c:extLst>
            </c:dLbl>
            <c:dLbl>
              <c:idx val="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E-7405-42D2-84DE-F8EA208DA7BA}"/>
                </c:ext>
              </c:extLst>
            </c:dLbl>
            <c:dLbl>
              <c:idx val="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CF-7405-42D2-84DE-F8EA208DA7BA}"/>
                </c:ext>
              </c:extLst>
            </c:dLbl>
            <c:dLbl>
              <c:idx val="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0-7405-42D2-84DE-F8EA208DA7BA}"/>
                </c:ext>
              </c:extLst>
            </c:dLbl>
            <c:dLbl>
              <c:idx val="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1-7405-42D2-84DE-F8EA208DA7BA}"/>
                </c:ext>
              </c:extLst>
            </c:dLbl>
            <c:dLbl>
              <c:idx val="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2-7405-42D2-84DE-F8EA208DA7BA}"/>
                </c:ext>
              </c:extLst>
            </c:dLbl>
            <c:dLbl>
              <c:idx val="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3-7405-42D2-84DE-F8EA208DA7BA}"/>
                </c:ext>
              </c:extLst>
            </c:dLbl>
            <c:dLbl>
              <c:idx val="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4-7405-42D2-84DE-F8EA208DA7BA}"/>
                </c:ext>
              </c:extLst>
            </c:dLbl>
            <c:dLbl>
              <c:idx val="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5-7405-42D2-84DE-F8EA208DA7BA}"/>
                </c:ext>
              </c:extLst>
            </c:dLbl>
            <c:dLbl>
              <c:idx val="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6-7405-42D2-84DE-F8EA208DA7BA}"/>
                </c:ext>
              </c:extLst>
            </c:dLbl>
            <c:dLbl>
              <c:idx val="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7-7405-42D2-84DE-F8EA208DA7BA}"/>
                </c:ext>
              </c:extLst>
            </c:dLbl>
            <c:dLbl>
              <c:idx val="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8-7405-42D2-84DE-F8EA208DA7BA}"/>
                </c:ext>
              </c:extLst>
            </c:dLbl>
            <c:dLbl>
              <c:idx val="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9-7405-42D2-84DE-F8EA208DA7BA}"/>
                </c:ext>
              </c:extLst>
            </c:dLbl>
            <c:dLbl>
              <c:idx val="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A-7405-42D2-84DE-F8EA208DA7BA}"/>
                </c:ext>
              </c:extLst>
            </c:dLbl>
            <c:dLbl>
              <c:idx val="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B-7405-42D2-84DE-F8EA208DA7BA}"/>
                </c:ext>
              </c:extLst>
            </c:dLbl>
            <c:dLbl>
              <c:idx val="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C-7405-42D2-84DE-F8EA208DA7BA}"/>
                </c:ext>
              </c:extLst>
            </c:dLbl>
            <c:dLbl>
              <c:idx val="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D-7405-42D2-84DE-F8EA208DA7BA}"/>
                </c:ext>
              </c:extLst>
            </c:dLbl>
            <c:dLbl>
              <c:idx val="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E-7405-42D2-84DE-F8EA208DA7BA}"/>
                </c:ext>
              </c:extLst>
            </c:dLbl>
            <c:dLbl>
              <c:idx val="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DF-7405-42D2-84DE-F8EA208DA7BA}"/>
                </c:ext>
              </c:extLst>
            </c:dLbl>
            <c:dLbl>
              <c:idx val="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0-7405-42D2-84DE-F8EA208DA7BA}"/>
                </c:ext>
              </c:extLst>
            </c:dLbl>
            <c:dLbl>
              <c:idx val="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1-7405-42D2-84DE-F8EA208DA7BA}"/>
                </c:ext>
              </c:extLst>
            </c:dLbl>
            <c:dLbl>
              <c:idx val="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2-7405-42D2-84DE-F8EA208DA7BA}"/>
                </c:ext>
              </c:extLst>
            </c:dLbl>
            <c:dLbl>
              <c:idx val="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3-7405-42D2-84DE-F8EA208DA7BA}"/>
                </c:ext>
              </c:extLst>
            </c:dLbl>
            <c:dLbl>
              <c:idx val="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4-7405-42D2-84DE-F8EA208DA7BA}"/>
                </c:ext>
              </c:extLst>
            </c:dLbl>
            <c:dLbl>
              <c:idx val="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5-7405-42D2-84DE-F8EA208DA7BA}"/>
                </c:ext>
              </c:extLst>
            </c:dLbl>
            <c:dLbl>
              <c:idx val="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6-7405-42D2-84DE-F8EA208DA7BA}"/>
                </c:ext>
              </c:extLst>
            </c:dLbl>
            <c:dLbl>
              <c:idx val="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7-7405-42D2-84DE-F8EA208DA7BA}"/>
                </c:ext>
              </c:extLst>
            </c:dLbl>
            <c:dLbl>
              <c:idx val="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8-7405-42D2-84DE-F8EA208DA7BA}"/>
                </c:ext>
              </c:extLst>
            </c:dLbl>
            <c:dLbl>
              <c:idx val="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9-7405-42D2-84DE-F8EA208DA7BA}"/>
                </c:ext>
              </c:extLst>
            </c:dLbl>
            <c:dLbl>
              <c:idx val="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A-7405-42D2-84DE-F8EA208DA7BA}"/>
                </c:ext>
              </c:extLst>
            </c:dLbl>
            <c:dLbl>
              <c:idx val="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B-7405-42D2-84DE-F8EA208DA7BA}"/>
                </c:ext>
              </c:extLst>
            </c:dLbl>
            <c:dLbl>
              <c:idx val="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C-7405-42D2-84DE-F8EA208DA7BA}"/>
                </c:ext>
              </c:extLst>
            </c:dLbl>
            <c:dLbl>
              <c:idx val="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D-7405-42D2-84DE-F8EA208DA7BA}"/>
                </c:ext>
              </c:extLst>
            </c:dLbl>
            <c:dLbl>
              <c:idx val="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E-7405-42D2-84DE-F8EA208DA7BA}"/>
                </c:ext>
              </c:extLst>
            </c:dLbl>
            <c:dLbl>
              <c:idx val="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EF-7405-42D2-84DE-F8EA208DA7BA}"/>
                </c:ext>
              </c:extLst>
            </c:dLbl>
            <c:dLbl>
              <c:idx val="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0-7405-42D2-84DE-F8EA208DA7BA}"/>
                </c:ext>
              </c:extLst>
            </c:dLbl>
            <c:dLbl>
              <c:idx val="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1-7405-42D2-84DE-F8EA208DA7BA}"/>
                </c:ext>
              </c:extLst>
            </c:dLbl>
            <c:dLbl>
              <c:idx val="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2-7405-42D2-84DE-F8EA208DA7BA}"/>
                </c:ext>
              </c:extLst>
            </c:dLbl>
            <c:dLbl>
              <c:idx val="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3-7405-42D2-84DE-F8EA208DA7BA}"/>
                </c:ext>
              </c:extLst>
            </c:dLbl>
            <c:dLbl>
              <c:idx val="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4-7405-42D2-84DE-F8EA208DA7BA}"/>
                </c:ext>
              </c:extLst>
            </c:dLbl>
            <c:dLbl>
              <c:idx val="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5-7405-42D2-84DE-F8EA208DA7BA}"/>
                </c:ext>
              </c:extLst>
            </c:dLbl>
            <c:dLbl>
              <c:idx val="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6-7405-42D2-84DE-F8EA208DA7BA}"/>
                </c:ext>
              </c:extLst>
            </c:dLbl>
            <c:dLbl>
              <c:idx val="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7-7405-42D2-84DE-F8EA208DA7BA}"/>
                </c:ext>
              </c:extLst>
            </c:dLbl>
            <c:dLbl>
              <c:idx val="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8-7405-42D2-84DE-F8EA208DA7BA}"/>
                </c:ext>
              </c:extLst>
            </c:dLbl>
            <c:dLbl>
              <c:idx val="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9-7405-42D2-84DE-F8EA208DA7BA}"/>
                </c:ext>
              </c:extLst>
            </c:dLbl>
            <c:dLbl>
              <c:idx val="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A-7405-42D2-84DE-F8EA208DA7BA}"/>
                </c:ext>
              </c:extLst>
            </c:dLbl>
            <c:dLbl>
              <c:idx val="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B-7405-42D2-84DE-F8EA208DA7BA}"/>
                </c:ext>
              </c:extLst>
            </c:dLbl>
            <c:dLbl>
              <c:idx val="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C-7405-42D2-84DE-F8EA208DA7BA}"/>
                </c:ext>
              </c:extLst>
            </c:dLbl>
            <c:dLbl>
              <c:idx val="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D-7405-42D2-84DE-F8EA208DA7BA}"/>
                </c:ext>
              </c:extLst>
            </c:dLbl>
            <c:dLbl>
              <c:idx val="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E-7405-42D2-84DE-F8EA208DA7BA}"/>
                </c:ext>
              </c:extLst>
            </c:dLbl>
            <c:dLbl>
              <c:idx val="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AFF-7405-42D2-84DE-F8EA208DA7BA}"/>
                </c:ext>
              </c:extLst>
            </c:dLbl>
            <c:dLbl>
              <c:idx val="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0-7405-42D2-84DE-F8EA208DA7BA}"/>
                </c:ext>
              </c:extLst>
            </c:dLbl>
            <c:dLbl>
              <c:idx val="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1-7405-42D2-84DE-F8EA208DA7BA}"/>
                </c:ext>
              </c:extLst>
            </c:dLbl>
            <c:dLbl>
              <c:idx val="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2-7405-42D2-84DE-F8EA208DA7BA}"/>
                </c:ext>
              </c:extLst>
            </c:dLbl>
            <c:dLbl>
              <c:idx val="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3-7405-42D2-84DE-F8EA208DA7BA}"/>
                </c:ext>
              </c:extLst>
            </c:dLbl>
            <c:dLbl>
              <c:idx val="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4-7405-42D2-84DE-F8EA208DA7BA}"/>
                </c:ext>
              </c:extLst>
            </c:dLbl>
            <c:dLbl>
              <c:idx val="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5-7405-42D2-84DE-F8EA208DA7BA}"/>
                </c:ext>
              </c:extLst>
            </c:dLbl>
            <c:dLbl>
              <c:idx val="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6-7405-42D2-84DE-F8EA208DA7BA}"/>
                </c:ext>
              </c:extLst>
            </c:dLbl>
            <c:dLbl>
              <c:idx val="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7-7405-42D2-84DE-F8EA208DA7BA}"/>
                </c:ext>
              </c:extLst>
            </c:dLbl>
            <c:dLbl>
              <c:idx val="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8-7405-42D2-84DE-F8EA208DA7BA}"/>
                </c:ext>
              </c:extLst>
            </c:dLbl>
            <c:dLbl>
              <c:idx val="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9-7405-42D2-84DE-F8EA208DA7BA}"/>
                </c:ext>
              </c:extLst>
            </c:dLbl>
            <c:dLbl>
              <c:idx val="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A-7405-42D2-84DE-F8EA208DA7BA}"/>
                </c:ext>
              </c:extLst>
            </c:dLbl>
            <c:dLbl>
              <c:idx val="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B-7405-42D2-84DE-F8EA208DA7BA}"/>
                </c:ext>
              </c:extLst>
            </c:dLbl>
            <c:dLbl>
              <c:idx val="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C-7405-42D2-84DE-F8EA208DA7BA}"/>
                </c:ext>
              </c:extLst>
            </c:dLbl>
            <c:dLbl>
              <c:idx val="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D-7405-42D2-84DE-F8EA208DA7BA}"/>
                </c:ext>
              </c:extLst>
            </c:dLbl>
            <c:dLbl>
              <c:idx val="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E-7405-42D2-84DE-F8EA208DA7BA}"/>
                </c:ext>
              </c:extLst>
            </c:dLbl>
            <c:dLbl>
              <c:idx val="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0F-7405-42D2-84DE-F8EA208DA7BA}"/>
                </c:ext>
              </c:extLst>
            </c:dLbl>
            <c:dLbl>
              <c:idx val="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0-7405-42D2-84DE-F8EA208DA7BA}"/>
                </c:ext>
              </c:extLst>
            </c:dLbl>
            <c:dLbl>
              <c:idx val="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1-7405-42D2-84DE-F8EA208DA7BA}"/>
                </c:ext>
              </c:extLst>
            </c:dLbl>
            <c:dLbl>
              <c:idx val="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2-7405-42D2-84DE-F8EA208DA7BA}"/>
                </c:ext>
              </c:extLst>
            </c:dLbl>
            <c:dLbl>
              <c:idx val="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3-7405-42D2-84DE-F8EA208DA7BA}"/>
                </c:ext>
              </c:extLst>
            </c:dLbl>
            <c:dLbl>
              <c:idx val="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4-7405-42D2-84DE-F8EA208DA7BA}"/>
                </c:ext>
              </c:extLst>
            </c:dLbl>
            <c:dLbl>
              <c:idx val="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5-7405-42D2-84DE-F8EA208DA7BA}"/>
                </c:ext>
              </c:extLst>
            </c:dLbl>
            <c:dLbl>
              <c:idx val="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6-7405-42D2-84DE-F8EA208DA7BA}"/>
                </c:ext>
              </c:extLst>
            </c:dLbl>
            <c:dLbl>
              <c:idx val="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7-7405-42D2-84DE-F8EA208DA7BA}"/>
                </c:ext>
              </c:extLst>
            </c:dLbl>
            <c:dLbl>
              <c:idx val="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8-7405-42D2-84DE-F8EA208DA7BA}"/>
                </c:ext>
              </c:extLst>
            </c:dLbl>
            <c:dLbl>
              <c:idx val="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9-7405-42D2-84DE-F8EA208DA7BA}"/>
                </c:ext>
              </c:extLst>
            </c:dLbl>
            <c:dLbl>
              <c:idx val="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A-7405-42D2-84DE-F8EA208DA7BA}"/>
                </c:ext>
              </c:extLst>
            </c:dLbl>
            <c:dLbl>
              <c:idx val="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B-7405-42D2-84DE-F8EA208DA7BA}"/>
                </c:ext>
              </c:extLst>
            </c:dLbl>
            <c:dLbl>
              <c:idx val="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C-7405-42D2-84DE-F8EA208DA7BA}"/>
                </c:ext>
              </c:extLst>
            </c:dLbl>
            <c:dLbl>
              <c:idx val="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D-7405-42D2-84DE-F8EA208DA7BA}"/>
                </c:ext>
              </c:extLst>
            </c:dLbl>
            <c:dLbl>
              <c:idx val="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E-7405-42D2-84DE-F8EA208DA7BA}"/>
                </c:ext>
              </c:extLst>
            </c:dLbl>
            <c:dLbl>
              <c:idx val="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1F-7405-42D2-84DE-F8EA208DA7BA}"/>
                </c:ext>
              </c:extLst>
            </c:dLbl>
            <c:dLbl>
              <c:idx val="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0-7405-42D2-84DE-F8EA208DA7BA}"/>
                </c:ext>
              </c:extLst>
            </c:dLbl>
            <c:dLbl>
              <c:idx val="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1-7405-42D2-84DE-F8EA208DA7BA}"/>
                </c:ext>
              </c:extLst>
            </c:dLbl>
            <c:dLbl>
              <c:idx val="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2-7405-42D2-84DE-F8EA208DA7BA}"/>
                </c:ext>
              </c:extLst>
            </c:dLbl>
            <c:dLbl>
              <c:idx val="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3-7405-42D2-84DE-F8EA208DA7BA}"/>
                </c:ext>
              </c:extLst>
            </c:dLbl>
            <c:dLbl>
              <c:idx val="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4-7405-42D2-84DE-F8EA208DA7BA}"/>
                </c:ext>
              </c:extLst>
            </c:dLbl>
            <c:dLbl>
              <c:idx val="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5-7405-42D2-84DE-F8EA208DA7BA}"/>
                </c:ext>
              </c:extLst>
            </c:dLbl>
            <c:dLbl>
              <c:idx val="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6-7405-42D2-84DE-F8EA208DA7BA}"/>
                </c:ext>
              </c:extLst>
            </c:dLbl>
            <c:dLbl>
              <c:idx val="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7-7405-42D2-84DE-F8EA208DA7BA}"/>
                </c:ext>
              </c:extLst>
            </c:dLbl>
            <c:dLbl>
              <c:idx val="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8-7405-42D2-84DE-F8EA208DA7BA}"/>
                </c:ext>
              </c:extLst>
            </c:dLbl>
            <c:dLbl>
              <c:idx val="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9-7405-42D2-84DE-F8EA208DA7BA}"/>
                </c:ext>
              </c:extLst>
            </c:dLbl>
            <c:dLbl>
              <c:idx val="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A-7405-42D2-84DE-F8EA208DA7BA}"/>
                </c:ext>
              </c:extLst>
            </c:dLbl>
            <c:dLbl>
              <c:idx val="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B-7405-42D2-84DE-F8EA208DA7BA}"/>
                </c:ext>
              </c:extLst>
            </c:dLbl>
            <c:dLbl>
              <c:idx val="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C-7405-42D2-84DE-F8EA208DA7BA}"/>
                </c:ext>
              </c:extLst>
            </c:dLbl>
            <c:dLbl>
              <c:idx val="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D-7405-42D2-84DE-F8EA208DA7BA}"/>
                </c:ext>
              </c:extLst>
            </c:dLbl>
            <c:dLbl>
              <c:idx val="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E-7405-42D2-84DE-F8EA208DA7BA}"/>
                </c:ext>
              </c:extLst>
            </c:dLbl>
            <c:dLbl>
              <c:idx val="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2F-7405-42D2-84DE-F8EA208DA7BA}"/>
                </c:ext>
              </c:extLst>
            </c:dLbl>
            <c:dLbl>
              <c:idx val="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0-7405-42D2-84DE-F8EA208DA7BA}"/>
                </c:ext>
              </c:extLst>
            </c:dLbl>
            <c:dLbl>
              <c:idx val="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1-7405-42D2-84DE-F8EA208DA7BA}"/>
                </c:ext>
              </c:extLst>
            </c:dLbl>
            <c:dLbl>
              <c:idx val="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2-7405-42D2-84DE-F8EA208DA7BA}"/>
                </c:ext>
              </c:extLst>
            </c:dLbl>
            <c:dLbl>
              <c:idx val="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3-7405-42D2-84DE-F8EA208DA7BA}"/>
                </c:ext>
              </c:extLst>
            </c:dLbl>
            <c:dLbl>
              <c:idx val="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4-7405-42D2-84DE-F8EA208DA7BA}"/>
                </c:ext>
              </c:extLst>
            </c:dLbl>
            <c:dLbl>
              <c:idx val="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5-7405-42D2-84DE-F8EA208DA7BA}"/>
                </c:ext>
              </c:extLst>
            </c:dLbl>
            <c:dLbl>
              <c:idx val="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6-7405-42D2-84DE-F8EA208DA7BA}"/>
                </c:ext>
              </c:extLst>
            </c:dLbl>
            <c:dLbl>
              <c:idx val="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7-7405-42D2-84DE-F8EA208DA7BA}"/>
                </c:ext>
              </c:extLst>
            </c:dLbl>
            <c:dLbl>
              <c:idx val="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8-7405-42D2-84DE-F8EA208DA7BA}"/>
                </c:ext>
              </c:extLst>
            </c:dLbl>
            <c:dLbl>
              <c:idx val="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9-7405-42D2-84DE-F8EA208DA7BA}"/>
                </c:ext>
              </c:extLst>
            </c:dLbl>
            <c:dLbl>
              <c:idx val="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A-7405-42D2-84DE-F8EA208DA7BA}"/>
                </c:ext>
              </c:extLst>
            </c:dLbl>
            <c:dLbl>
              <c:idx val="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B-7405-42D2-84DE-F8EA208DA7BA}"/>
                </c:ext>
              </c:extLst>
            </c:dLbl>
            <c:dLbl>
              <c:idx val="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C-7405-42D2-84DE-F8EA208DA7BA}"/>
                </c:ext>
              </c:extLst>
            </c:dLbl>
            <c:dLbl>
              <c:idx val="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D-7405-42D2-84DE-F8EA208DA7BA}"/>
                </c:ext>
              </c:extLst>
            </c:dLbl>
            <c:dLbl>
              <c:idx val="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E-7405-42D2-84DE-F8EA208DA7BA}"/>
                </c:ext>
              </c:extLst>
            </c:dLbl>
            <c:dLbl>
              <c:idx val="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3F-7405-42D2-84DE-F8EA208DA7BA}"/>
                </c:ext>
              </c:extLst>
            </c:dLbl>
            <c:dLbl>
              <c:idx val="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0-7405-42D2-84DE-F8EA208DA7BA}"/>
                </c:ext>
              </c:extLst>
            </c:dLbl>
            <c:dLbl>
              <c:idx val="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1-7405-42D2-84DE-F8EA208DA7BA}"/>
                </c:ext>
              </c:extLst>
            </c:dLbl>
            <c:dLbl>
              <c:idx val="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2-7405-42D2-84DE-F8EA208DA7BA}"/>
                </c:ext>
              </c:extLst>
            </c:dLbl>
            <c:dLbl>
              <c:idx val="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3-7405-42D2-84DE-F8EA208DA7BA}"/>
                </c:ext>
              </c:extLst>
            </c:dLbl>
            <c:dLbl>
              <c:idx val="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4-7405-42D2-84DE-F8EA208DA7BA}"/>
                </c:ext>
              </c:extLst>
            </c:dLbl>
            <c:dLbl>
              <c:idx val="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5-7405-42D2-84DE-F8EA208DA7BA}"/>
                </c:ext>
              </c:extLst>
            </c:dLbl>
            <c:dLbl>
              <c:idx val="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6-7405-42D2-84DE-F8EA208DA7BA}"/>
                </c:ext>
              </c:extLst>
            </c:dLbl>
            <c:dLbl>
              <c:idx val="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7-7405-42D2-84DE-F8EA208DA7BA}"/>
                </c:ext>
              </c:extLst>
            </c:dLbl>
            <c:dLbl>
              <c:idx val="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8-7405-42D2-84DE-F8EA208DA7BA}"/>
                </c:ext>
              </c:extLst>
            </c:dLbl>
            <c:dLbl>
              <c:idx val="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9-7405-42D2-84DE-F8EA208DA7BA}"/>
                </c:ext>
              </c:extLst>
            </c:dLbl>
            <c:dLbl>
              <c:idx val="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A-7405-42D2-84DE-F8EA208DA7BA}"/>
                </c:ext>
              </c:extLst>
            </c:dLbl>
            <c:dLbl>
              <c:idx val="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B-7405-42D2-84DE-F8EA208DA7BA}"/>
                </c:ext>
              </c:extLst>
            </c:dLbl>
            <c:dLbl>
              <c:idx val="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C-7405-42D2-84DE-F8EA208DA7BA}"/>
                </c:ext>
              </c:extLst>
            </c:dLbl>
            <c:dLbl>
              <c:idx val="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D-7405-42D2-84DE-F8EA208DA7BA}"/>
                </c:ext>
              </c:extLst>
            </c:dLbl>
            <c:dLbl>
              <c:idx val="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E-7405-42D2-84DE-F8EA208DA7BA}"/>
                </c:ext>
              </c:extLst>
            </c:dLbl>
            <c:dLbl>
              <c:idx val="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4F-7405-42D2-84DE-F8EA208DA7BA}"/>
                </c:ext>
              </c:extLst>
            </c:dLbl>
            <c:dLbl>
              <c:idx val="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0-7405-42D2-84DE-F8EA208DA7BA}"/>
                </c:ext>
              </c:extLst>
            </c:dLbl>
            <c:dLbl>
              <c:idx val="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1-7405-42D2-84DE-F8EA208DA7BA}"/>
                </c:ext>
              </c:extLst>
            </c:dLbl>
            <c:dLbl>
              <c:idx val="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2-7405-42D2-84DE-F8EA208DA7BA}"/>
                </c:ext>
              </c:extLst>
            </c:dLbl>
            <c:dLbl>
              <c:idx val="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3-7405-42D2-84DE-F8EA208DA7BA}"/>
                </c:ext>
              </c:extLst>
            </c:dLbl>
            <c:dLbl>
              <c:idx val="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4-7405-42D2-84DE-F8EA208DA7BA}"/>
                </c:ext>
              </c:extLst>
            </c:dLbl>
            <c:dLbl>
              <c:idx val="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5-7405-42D2-84DE-F8EA208DA7BA}"/>
                </c:ext>
              </c:extLst>
            </c:dLbl>
            <c:dLbl>
              <c:idx val="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6-7405-42D2-84DE-F8EA208DA7BA}"/>
                </c:ext>
              </c:extLst>
            </c:dLbl>
            <c:dLbl>
              <c:idx val="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7-7405-42D2-84DE-F8EA208DA7BA}"/>
                </c:ext>
              </c:extLst>
            </c:dLbl>
            <c:dLbl>
              <c:idx val="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8-7405-42D2-84DE-F8EA208DA7BA}"/>
                </c:ext>
              </c:extLst>
            </c:dLbl>
            <c:dLbl>
              <c:idx val="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9-7405-42D2-84DE-F8EA208DA7BA}"/>
                </c:ext>
              </c:extLst>
            </c:dLbl>
            <c:dLbl>
              <c:idx val="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A-7405-42D2-84DE-F8EA208DA7BA}"/>
                </c:ext>
              </c:extLst>
            </c:dLbl>
            <c:dLbl>
              <c:idx val="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B-7405-42D2-84DE-F8EA208DA7BA}"/>
                </c:ext>
              </c:extLst>
            </c:dLbl>
            <c:dLbl>
              <c:idx val="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C-7405-42D2-84DE-F8EA208DA7BA}"/>
                </c:ext>
              </c:extLst>
            </c:dLbl>
            <c:dLbl>
              <c:idx val="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D-7405-42D2-84DE-F8EA208DA7BA}"/>
                </c:ext>
              </c:extLst>
            </c:dLbl>
            <c:dLbl>
              <c:idx val="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E-7405-42D2-84DE-F8EA208DA7BA}"/>
                </c:ext>
              </c:extLst>
            </c:dLbl>
            <c:dLbl>
              <c:idx val="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5F-7405-42D2-84DE-F8EA208DA7BA}"/>
                </c:ext>
              </c:extLst>
            </c:dLbl>
            <c:dLbl>
              <c:idx val="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0-7405-42D2-84DE-F8EA208DA7BA}"/>
                </c:ext>
              </c:extLst>
            </c:dLbl>
            <c:dLbl>
              <c:idx val="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1-7405-42D2-84DE-F8EA208DA7BA}"/>
                </c:ext>
              </c:extLst>
            </c:dLbl>
            <c:dLbl>
              <c:idx val="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2-7405-42D2-84DE-F8EA208DA7BA}"/>
                </c:ext>
              </c:extLst>
            </c:dLbl>
            <c:dLbl>
              <c:idx val="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3-7405-42D2-84DE-F8EA208DA7BA}"/>
                </c:ext>
              </c:extLst>
            </c:dLbl>
            <c:dLbl>
              <c:idx val="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4-7405-42D2-84DE-F8EA208DA7BA}"/>
                </c:ext>
              </c:extLst>
            </c:dLbl>
            <c:dLbl>
              <c:idx val="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5-7405-42D2-84DE-F8EA208DA7BA}"/>
                </c:ext>
              </c:extLst>
            </c:dLbl>
            <c:dLbl>
              <c:idx val="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6-7405-42D2-84DE-F8EA208DA7BA}"/>
                </c:ext>
              </c:extLst>
            </c:dLbl>
            <c:dLbl>
              <c:idx val="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7-7405-42D2-84DE-F8EA208DA7BA}"/>
                </c:ext>
              </c:extLst>
            </c:dLbl>
            <c:dLbl>
              <c:idx val="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8-7405-42D2-84DE-F8EA208DA7BA}"/>
                </c:ext>
              </c:extLst>
            </c:dLbl>
            <c:dLbl>
              <c:idx val="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9-7405-42D2-84DE-F8EA208DA7BA}"/>
                </c:ext>
              </c:extLst>
            </c:dLbl>
            <c:dLbl>
              <c:idx val="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A-7405-42D2-84DE-F8EA208DA7BA}"/>
                </c:ext>
              </c:extLst>
            </c:dLbl>
            <c:dLbl>
              <c:idx val="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B-7405-42D2-84DE-F8EA208DA7BA}"/>
                </c:ext>
              </c:extLst>
            </c:dLbl>
            <c:dLbl>
              <c:idx val="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C-7405-42D2-84DE-F8EA208DA7BA}"/>
                </c:ext>
              </c:extLst>
            </c:dLbl>
            <c:dLbl>
              <c:idx val="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D-7405-42D2-84DE-F8EA208DA7BA}"/>
                </c:ext>
              </c:extLst>
            </c:dLbl>
            <c:dLbl>
              <c:idx val="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E-7405-42D2-84DE-F8EA208DA7BA}"/>
                </c:ext>
              </c:extLst>
            </c:dLbl>
            <c:dLbl>
              <c:idx val="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6F-7405-42D2-84DE-F8EA208DA7BA}"/>
                </c:ext>
              </c:extLst>
            </c:dLbl>
            <c:dLbl>
              <c:idx val="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0-7405-42D2-84DE-F8EA208DA7BA}"/>
                </c:ext>
              </c:extLst>
            </c:dLbl>
            <c:dLbl>
              <c:idx val="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1-7405-42D2-84DE-F8EA208DA7BA}"/>
                </c:ext>
              </c:extLst>
            </c:dLbl>
            <c:dLbl>
              <c:idx val="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2-7405-42D2-84DE-F8EA208DA7BA}"/>
                </c:ext>
              </c:extLst>
            </c:dLbl>
            <c:dLbl>
              <c:idx val="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3-7405-42D2-84DE-F8EA208DA7BA}"/>
                </c:ext>
              </c:extLst>
            </c:dLbl>
            <c:dLbl>
              <c:idx val="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4-7405-42D2-84DE-F8EA208DA7BA}"/>
                </c:ext>
              </c:extLst>
            </c:dLbl>
            <c:dLbl>
              <c:idx val="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5-7405-42D2-84DE-F8EA208DA7BA}"/>
                </c:ext>
              </c:extLst>
            </c:dLbl>
            <c:dLbl>
              <c:idx val="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6-7405-42D2-84DE-F8EA208DA7BA}"/>
                </c:ext>
              </c:extLst>
            </c:dLbl>
            <c:dLbl>
              <c:idx val="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7-7405-42D2-84DE-F8EA208DA7BA}"/>
                </c:ext>
              </c:extLst>
            </c:dLbl>
            <c:dLbl>
              <c:idx val="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8-7405-42D2-84DE-F8EA208DA7BA}"/>
                </c:ext>
              </c:extLst>
            </c:dLbl>
            <c:dLbl>
              <c:idx val="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9-7405-42D2-84DE-F8EA208DA7BA}"/>
                </c:ext>
              </c:extLst>
            </c:dLbl>
            <c:dLbl>
              <c:idx val="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A-7405-42D2-84DE-F8EA208DA7BA}"/>
                </c:ext>
              </c:extLst>
            </c:dLbl>
            <c:dLbl>
              <c:idx val="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B-7405-42D2-84DE-F8EA208DA7BA}"/>
                </c:ext>
              </c:extLst>
            </c:dLbl>
            <c:dLbl>
              <c:idx val="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C-7405-42D2-84DE-F8EA208DA7BA}"/>
                </c:ext>
              </c:extLst>
            </c:dLbl>
            <c:dLbl>
              <c:idx val="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D-7405-42D2-84DE-F8EA208DA7BA}"/>
                </c:ext>
              </c:extLst>
            </c:dLbl>
            <c:dLbl>
              <c:idx val="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E-7405-42D2-84DE-F8EA208DA7BA}"/>
                </c:ext>
              </c:extLst>
            </c:dLbl>
            <c:dLbl>
              <c:idx val="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7F-7405-42D2-84DE-F8EA208DA7BA}"/>
                </c:ext>
              </c:extLst>
            </c:dLbl>
            <c:dLbl>
              <c:idx val="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0-7405-42D2-84DE-F8EA208DA7BA}"/>
                </c:ext>
              </c:extLst>
            </c:dLbl>
            <c:dLbl>
              <c:idx val="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1-7405-42D2-84DE-F8EA208DA7BA}"/>
                </c:ext>
              </c:extLst>
            </c:dLbl>
            <c:dLbl>
              <c:idx val="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2-7405-42D2-84DE-F8EA208DA7BA}"/>
                </c:ext>
              </c:extLst>
            </c:dLbl>
            <c:dLbl>
              <c:idx val="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3-7405-42D2-84DE-F8EA208DA7BA}"/>
                </c:ext>
              </c:extLst>
            </c:dLbl>
            <c:dLbl>
              <c:idx val="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4-7405-42D2-84DE-F8EA208DA7BA}"/>
                </c:ext>
              </c:extLst>
            </c:dLbl>
            <c:dLbl>
              <c:idx val="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5-7405-42D2-84DE-F8EA208DA7BA}"/>
                </c:ext>
              </c:extLst>
            </c:dLbl>
            <c:dLbl>
              <c:idx val="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6-7405-42D2-84DE-F8EA208DA7BA}"/>
                </c:ext>
              </c:extLst>
            </c:dLbl>
            <c:dLbl>
              <c:idx val="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7-7405-42D2-84DE-F8EA208DA7BA}"/>
                </c:ext>
              </c:extLst>
            </c:dLbl>
            <c:dLbl>
              <c:idx val="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8-7405-42D2-84DE-F8EA208DA7BA}"/>
                </c:ext>
              </c:extLst>
            </c:dLbl>
            <c:dLbl>
              <c:idx val="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9-7405-42D2-84DE-F8EA208DA7BA}"/>
                </c:ext>
              </c:extLst>
            </c:dLbl>
            <c:dLbl>
              <c:idx val="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A-7405-42D2-84DE-F8EA208DA7BA}"/>
                </c:ext>
              </c:extLst>
            </c:dLbl>
            <c:dLbl>
              <c:idx val="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B-7405-42D2-84DE-F8EA208DA7BA}"/>
                </c:ext>
              </c:extLst>
            </c:dLbl>
            <c:dLbl>
              <c:idx val="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C-7405-42D2-84DE-F8EA208DA7BA}"/>
                </c:ext>
              </c:extLst>
            </c:dLbl>
            <c:dLbl>
              <c:idx val="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D-7405-42D2-84DE-F8EA208DA7BA}"/>
                </c:ext>
              </c:extLst>
            </c:dLbl>
            <c:dLbl>
              <c:idx val="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E-7405-42D2-84DE-F8EA208DA7BA}"/>
                </c:ext>
              </c:extLst>
            </c:dLbl>
            <c:dLbl>
              <c:idx val="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8F-7405-42D2-84DE-F8EA208DA7BA}"/>
                </c:ext>
              </c:extLst>
            </c:dLbl>
            <c:dLbl>
              <c:idx val="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0-7405-42D2-84DE-F8EA208DA7BA}"/>
                </c:ext>
              </c:extLst>
            </c:dLbl>
            <c:dLbl>
              <c:idx val="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1-7405-42D2-84DE-F8EA208DA7BA}"/>
                </c:ext>
              </c:extLst>
            </c:dLbl>
            <c:dLbl>
              <c:idx val="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2-7405-42D2-84DE-F8EA208DA7BA}"/>
                </c:ext>
              </c:extLst>
            </c:dLbl>
            <c:dLbl>
              <c:idx val="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3-7405-42D2-84DE-F8EA208DA7BA}"/>
                </c:ext>
              </c:extLst>
            </c:dLbl>
            <c:dLbl>
              <c:idx val="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4-7405-42D2-84DE-F8EA208DA7BA}"/>
                </c:ext>
              </c:extLst>
            </c:dLbl>
            <c:dLbl>
              <c:idx val="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5-7405-42D2-84DE-F8EA208DA7BA}"/>
                </c:ext>
              </c:extLst>
            </c:dLbl>
            <c:dLbl>
              <c:idx val="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6-7405-42D2-84DE-F8EA208DA7BA}"/>
                </c:ext>
              </c:extLst>
            </c:dLbl>
            <c:dLbl>
              <c:idx val="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7-7405-42D2-84DE-F8EA208DA7BA}"/>
                </c:ext>
              </c:extLst>
            </c:dLbl>
            <c:dLbl>
              <c:idx val="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8-7405-42D2-84DE-F8EA208DA7BA}"/>
                </c:ext>
              </c:extLst>
            </c:dLbl>
            <c:dLbl>
              <c:idx val="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9-7405-42D2-84DE-F8EA208DA7BA}"/>
                </c:ext>
              </c:extLst>
            </c:dLbl>
            <c:dLbl>
              <c:idx val="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A-7405-42D2-84DE-F8EA208DA7BA}"/>
                </c:ext>
              </c:extLst>
            </c:dLbl>
            <c:dLbl>
              <c:idx val="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B-7405-42D2-84DE-F8EA208DA7BA}"/>
                </c:ext>
              </c:extLst>
            </c:dLbl>
            <c:dLbl>
              <c:idx val="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C-7405-42D2-84DE-F8EA208DA7BA}"/>
                </c:ext>
              </c:extLst>
            </c:dLbl>
            <c:dLbl>
              <c:idx val="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D-7405-42D2-84DE-F8EA208DA7BA}"/>
                </c:ext>
              </c:extLst>
            </c:dLbl>
            <c:dLbl>
              <c:idx val="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E-7405-42D2-84DE-F8EA208DA7BA}"/>
                </c:ext>
              </c:extLst>
            </c:dLbl>
            <c:dLbl>
              <c:idx val="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9F-7405-42D2-84DE-F8EA208DA7BA}"/>
                </c:ext>
              </c:extLst>
            </c:dLbl>
            <c:dLbl>
              <c:idx val="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0-7405-42D2-84DE-F8EA208DA7BA}"/>
                </c:ext>
              </c:extLst>
            </c:dLbl>
            <c:dLbl>
              <c:idx val="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1-7405-42D2-84DE-F8EA208DA7BA}"/>
                </c:ext>
              </c:extLst>
            </c:dLbl>
            <c:dLbl>
              <c:idx val="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2-7405-42D2-84DE-F8EA208DA7BA}"/>
                </c:ext>
              </c:extLst>
            </c:dLbl>
            <c:dLbl>
              <c:idx val="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3-7405-42D2-84DE-F8EA208DA7BA}"/>
                </c:ext>
              </c:extLst>
            </c:dLbl>
            <c:dLbl>
              <c:idx val="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4-7405-42D2-84DE-F8EA208DA7BA}"/>
                </c:ext>
              </c:extLst>
            </c:dLbl>
            <c:dLbl>
              <c:idx val="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5-7405-42D2-84DE-F8EA208DA7BA}"/>
                </c:ext>
              </c:extLst>
            </c:dLbl>
            <c:dLbl>
              <c:idx val="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6-7405-42D2-84DE-F8EA208DA7BA}"/>
                </c:ext>
              </c:extLst>
            </c:dLbl>
            <c:dLbl>
              <c:idx val="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7-7405-42D2-84DE-F8EA208DA7BA}"/>
                </c:ext>
              </c:extLst>
            </c:dLbl>
            <c:dLbl>
              <c:idx val="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8-7405-42D2-84DE-F8EA208DA7BA}"/>
                </c:ext>
              </c:extLst>
            </c:dLbl>
            <c:dLbl>
              <c:idx val="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9-7405-42D2-84DE-F8EA208DA7BA}"/>
                </c:ext>
              </c:extLst>
            </c:dLbl>
            <c:dLbl>
              <c:idx val="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A-7405-42D2-84DE-F8EA208DA7BA}"/>
                </c:ext>
              </c:extLst>
            </c:dLbl>
            <c:dLbl>
              <c:idx val="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B-7405-42D2-84DE-F8EA208DA7BA}"/>
                </c:ext>
              </c:extLst>
            </c:dLbl>
            <c:dLbl>
              <c:idx val="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C-7405-42D2-84DE-F8EA208DA7BA}"/>
                </c:ext>
              </c:extLst>
            </c:dLbl>
            <c:dLbl>
              <c:idx val="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D-7405-42D2-84DE-F8EA208DA7BA}"/>
                </c:ext>
              </c:extLst>
            </c:dLbl>
            <c:dLbl>
              <c:idx val="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E-7405-42D2-84DE-F8EA208DA7BA}"/>
                </c:ext>
              </c:extLst>
            </c:dLbl>
            <c:dLbl>
              <c:idx val="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AF-7405-42D2-84DE-F8EA208DA7BA}"/>
                </c:ext>
              </c:extLst>
            </c:dLbl>
            <c:dLbl>
              <c:idx val="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0-7405-42D2-84DE-F8EA208DA7BA}"/>
                </c:ext>
              </c:extLst>
            </c:dLbl>
            <c:dLbl>
              <c:idx val="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1-7405-42D2-84DE-F8EA208DA7BA}"/>
                </c:ext>
              </c:extLst>
            </c:dLbl>
            <c:dLbl>
              <c:idx val="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2-7405-42D2-84DE-F8EA208DA7BA}"/>
                </c:ext>
              </c:extLst>
            </c:dLbl>
            <c:dLbl>
              <c:idx val="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3-7405-42D2-84DE-F8EA208DA7BA}"/>
                </c:ext>
              </c:extLst>
            </c:dLbl>
            <c:dLbl>
              <c:idx val="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4-7405-42D2-84DE-F8EA208DA7BA}"/>
                </c:ext>
              </c:extLst>
            </c:dLbl>
            <c:dLbl>
              <c:idx val="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5-7405-42D2-84DE-F8EA208DA7BA}"/>
                </c:ext>
              </c:extLst>
            </c:dLbl>
            <c:dLbl>
              <c:idx val="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6-7405-42D2-84DE-F8EA208DA7BA}"/>
                </c:ext>
              </c:extLst>
            </c:dLbl>
            <c:dLbl>
              <c:idx val="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7-7405-42D2-84DE-F8EA208DA7BA}"/>
                </c:ext>
              </c:extLst>
            </c:dLbl>
            <c:dLbl>
              <c:idx val="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8-7405-42D2-84DE-F8EA208DA7BA}"/>
                </c:ext>
              </c:extLst>
            </c:dLbl>
            <c:dLbl>
              <c:idx val="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9-7405-42D2-84DE-F8EA208DA7BA}"/>
                </c:ext>
              </c:extLst>
            </c:dLbl>
            <c:dLbl>
              <c:idx val="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A-7405-42D2-84DE-F8EA208DA7BA}"/>
                </c:ext>
              </c:extLst>
            </c:dLbl>
            <c:dLbl>
              <c:idx val="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B-7405-42D2-84DE-F8EA208DA7BA}"/>
                </c:ext>
              </c:extLst>
            </c:dLbl>
            <c:dLbl>
              <c:idx val="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C-7405-42D2-84DE-F8EA208DA7BA}"/>
                </c:ext>
              </c:extLst>
            </c:dLbl>
            <c:dLbl>
              <c:idx val="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D-7405-42D2-84DE-F8EA208DA7BA}"/>
                </c:ext>
              </c:extLst>
            </c:dLbl>
            <c:dLbl>
              <c:idx val="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E-7405-42D2-84DE-F8EA208DA7BA}"/>
                </c:ext>
              </c:extLst>
            </c:dLbl>
            <c:dLbl>
              <c:idx val="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BF-7405-42D2-84DE-F8EA208DA7BA}"/>
                </c:ext>
              </c:extLst>
            </c:dLbl>
            <c:dLbl>
              <c:idx val="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0-7405-42D2-84DE-F8EA208DA7BA}"/>
                </c:ext>
              </c:extLst>
            </c:dLbl>
            <c:dLbl>
              <c:idx val="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1-7405-42D2-84DE-F8EA208DA7BA}"/>
                </c:ext>
              </c:extLst>
            </c:dLbl>
            <c:dLbl>
              <c:idx val="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2-7405-42D2-84DE-F8EA208DA7BA}"/>
                </c:ext>
              </c:extLst>
            </c:dLbl>
            <c:dLbl>
              <c:idx val="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3-7405-42D2-84DE-F8EA208DA7BA}"/>
                </c:ext>
              </c:extLst>
            </c:dLbl>
            <c:dLbl>
              <c:idx val="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4-7405-42D2-84DE-F8EA208DA7BA}"/>
                </c:ext>
              </c:extLst>
            </c:dLbl>
            <c:dLbl>
              <c:idx val="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5-7405-42D2-84DE-F8EA208DA7BA}"/>
                </c:ext>
              </c:extLst>
            </c:dLbl>
            <c:dLbl>
              <c:idx val="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6-7405-42D2-84DE-F8EA208DA7BA}"/>
                </c:ext>
              </c:extLst>
            </c:dLbl>
            <c:dLbl>
              <c:idx val="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7-7405-42D2-84DE-F8EA208DA7BA}"/>
                </c:ext>
              </c:extLst>
            </c:dLbl>
            <c:dLbl>
              <c:idx val="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8-7405-42D2-84DE-F8EA208DA7BA}"/>
                </c:ext>
              </c:extLst>
            </c:dLbl>
            <c:dLbl>
              <c:idx val="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9-7405-42D2-84DE-F8EA208DA7BA}"/>
                </c:ext>
              </c:extLst>
            </c:dLbl>
            <c:dLbl>
              <c:idx val="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A-7405-42D2-84DE-F8EA208DA7BA}"/>
                </c:ext>
              </c:extLst>
            </c:dLbl>
            <c:dLbl>
              <c:idx val="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B-7405-42D2-84DE-F8EA208DA7BA}"/>
                </c:ext>
              </c:extLst>
            </c:dLbl>
            <c:dLbl>
              <c:idx val="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C-7405-42D2-84DE-F8EA208DA7BA}"/>
                </c:ext>
              </c:extLst>
            </c:dLbl>
            <c:dLbl>
              <c:idx val="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D-7405-42D2-84DE-F8EA208DA7BA}"/>
                </c:ext>
              </c:extLst>
            </c:dLbl>
            <c:dLbl>
              <c:idx val="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E-7405-42D2-84DE-F8EA208DA7BA}"/>
                </c:ext>
              </c:extLst>
            </c:dLbl>
            <c:dLbl>
              <c:idx val="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CF-7405-42D2-84DE-F8EA208DA7BA}"/>
                </c:ext>
              </c:extLst>
            </c:dLbl>
            <c:dLbl>
              <c:idx val="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0-7405-42D2-84DE-F8EA208DA7BA}"/>
                </c:ext>
              </c:extLst>
            </c:dLbl>
            <c:dLbl>
              <c:idx val="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1-7405-42D2-84DE-F8EA208DA7BA}"/>
                </c:ext>
              </c:extLst>
            </c:dLbl>
            <c:dLbl>
              <c:idx val="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2-7405-42D2-84DE-F8EA208DA7BA}"/>
                </c:ext>
              </c:extLst>
            </c:dLbl>
            <c:dLbl>
              <c:idx val="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3-7405-42D2-84DE-F8EA208DA7BA}"/>
                </c:ext>
              </c:extLst>
            </c:dLbl>
            <c:dLbl>
              <c:idx val="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4-7405-42D2-84DE-F8EA208DA7BA}"/>
                </c:ext>
              </c:extLst>
            </c:dLbl>
            <c:dLbl>
              <c:idx val="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5-7405-42D2-84DE-F8EA208DA7BA}"/>
                </c:ext>
              </c:extLst>
            </c:dLbl>
            <c:dLbl>
              <c:idx val="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6-7405-42D2-84DE-F8EA208DA7BA}"/>
                </c:ext>
              </c:extLst>
            </c:dLbl>
            <c:dLbl>
              <c:idx val="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7-7405-42D2-84DE-F8EA208DA7BA}"/>
                </c:ext>
              </c:extLst>
            </c:dLbl>
            <c:dLbl>
              <c:idx val="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8-7405-42D2-84DE-F8EA208DA7BA}"/>
                </c:ext>
              </c:extLst>
            </c:dLbl>
            <c:dLbl>
              <c:idx val="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9-7405-42D2-84DE-F8EA208DA7BA}"/>
                </c:ext>
              </c:extLst>
            </c:dLbl>
            <c:dLbl>
              <c:idx val="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A-7405-42D2-84DE-F8EA208DA7BA}"/>
                </c:ext>
              </c:extLst>
            </c:dLbl>
            <c:dLbl>
              <c:idx val="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B-7405-42D2-84DE-F8EA208DA7BA}"/>
                </c:ext>
              </c:extLst>
            </c:dLbl>
            <c:dLbl>
              <c:idx val="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C-7405-42D2-84DE-F8EA208DA7BA}"/>
                </c:ext>
              </c:extLst>
            </c:dLbl>
            <c:dLbl>
              <c:idx val="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D-7405-42D2-84DE-F8EA208DA7BA}"/>
                </c:ext>
              </c:extLst>
            </c:dLbl>
            <c:dLbl>
              <c:idx val="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E-7405-42D2-84DE-F8EA208DA7BA}"/>
                </c:ext>
              </c:extLst>
            </c:dLbl>
            <c:dLbl>
              <c:idx val="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DF-7405-42D2-84DE-F8EA208DA7BA}"/>
                </c:ext>
              </c:extLst>
            </c:dLbl>
            <c:dLbl>
              <c:idx val="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0-7405-42D2-84DE-F8EA208DA7BA}"/>
                </c:ext>
              </c:extLst>
            </c:dLbl>
            <c:dLbl>
              <c:idx val="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1-7405-42D2-84DE-F8EA208DA7BA}"/>
                </c:ext>
              </c:extLst>
            </c:dLbl>
            <c:dLbl>
              <c:idx val="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2-7405-42D2-84DE-F8EA208DA7BA}"/>
                </c:ext>
              </c:extLst>
            </c:dLbl>
            <c:dLbl>
              <c:idx val="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3-7405-42D2-84DE-F8EA208DA7BA}"/>
                </c:ext>
              </c:extLst>
            </c:dLbl>
            <c:dLbl>
              <c:idx val="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4-7405-42D2-84DE-F8EA208DA7BA}"/>
                </c:ext>
              </c:extLst>
            </c:dLbl>
            <c:dLbl>
              <c:idx val="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5-7405-42D2-84DE-F8EA208DA7BA}"/>
                </c:ext>
              </c:extLst>
            </c:dLbl>
            <c:dLbl>
              <c:idx val="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6-7405-42D2-84DE-F8EA208DA7BA}"/>
                </c:ext>
              </c:extLst>
            </c:dLbl>
            <c:dLbl>
              <c:idx val="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7-7405-42D2-84DE-F8EA208DA7BA}"/>
                </c:ext>
              </c:extLst>
            </c:dLbl>
            <c:dLbl>
              <c:idx val="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8-7405-42D2-84DE-F8EA208DA7BA}"/>
                </c:ext>
              </c:extLst>
            </c:dLbl>
            <c:dLbl>
              <c:idx val="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9-7405-42D2-84DE-F8EA208DA7BA}"/>
                </c:ext>
              </c:extLst>
            </c:dLbl>
            <c:dLbl>
              <c:idx val="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A-7405-42D2-84DE-F8EA208DA7BA}"/>
                </c:ext>
              </c:extLst>
            </c:dLbl>
            <c:dLbl>
              <c:idx val="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B-7405-42D2-84DE-F8EA208DA7BA}"/>
                </c:ext>
              </c:extLst>
            </c:dLbl>
            <c:dLbl>
              <c:idx val="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C-7405-42D2-84DE-F8EA208DA7BA}"/>
                </c:ext>
              </c:extLst>
            </c:dLbl>
            <c:dLbl>
              <c:idx val="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D-7405-42D2-84DE-F8EA208DA7BA}"/>
                </c:ext>
              </c:extLst>
            </c:dLbl>
            <c:dLbl>
              <c:idx val="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E-7405-42D2-84DE-F8EA208DA7BA}"/>
                </c:ext>
              </c:extLst>
            </c:dLbl>
            <c:dLbl>
              <c:idx val="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EF-7405-42D2-84DE-F8EA208DA7BA}"/>
                </c:ext>
              </c:extLst>
            </c:dLbl>
            <c:dLbl>
              <c:idx val="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0-7405-42D2-84DE-F8EA208DA7BA}"/>
                </c:ext>
              </c:extLst>
            </c:dLbl>
            <c:dLbl>
              <c:idx val="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1-7405-42D2-84DE-F8EA208DA7BA}"/>
                </c:ext>
              </c:extLst>
            </c:dLbl>
            <c:dLbl>
              <c:idx val="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2-7405-42D2-84DE-F8EA208DA7BA}"/>
                </c:ext>
              </c:extLst>
            </c:dLbl>
            <c:dLbl>
              <c:idx val="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3-7405-42D2-84DE-F8EA208DA7BA}"/>
                </c:ext>
              </c:extLst>
            </c:dLbl>
            <c:dLbl>
              <c:idx val="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4-7405-42D2-84DE-F8EA208DA7BA}"/>
                </c:ext>
              </c:extLst>
            </c:dLbl>
            <c:dLbl>
              <c:idx val="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5-7405-42D2-84DE-F8EA208DA7BA}"/>
                </c:ext>
              </c:extLst>
            </c:dLbl>
            <c:dLbl>
              <c:idx val="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6-7405-42D2-84DE-F8EA208DA7BA}"/>
                </c:ext>
              </c:extLst>
            </c:dLbl>
            <c:dLbl>
              <c:idx val="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7-7405-42D2-84DE-F8EA208DA7BA}"/>
                </c:ext>
              </c:extLst>
            </c:dLbl>
            <c:dLbl>
              <c:idx val="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8-7405-42D2-84DE-F8EA208DA7BA}"/>
                </c:ext>
              </c:extLst>
            </c:dLbl>
            <c:dLbl>
              <c:idx val="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9-7405-42D2-84DE-F8EA208DA7BA}"/>
                </c:ext>
              </c:extLst>
            </c:dLbl>
            <c:dLbl>
              <c:idx val="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A-7405-42D2-84DE-F8EA208DA7BA}"/>
                </c:ext>
              </c:extLst>
            </c:dLbl>
            <c:dLbl>
              <c:idx val="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B-7405-42D2-84DE-F8EA208DA7BA}"/>
                </c:ext>
              </c:extLst>
            </c:dLbl>
            <c:dLbl>
              <c:idx val="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C-7405-42D2-84DE-F8EA208DA7BA}"/>
                </c:ext>
              </c:extLst>
            </c:dLbl>
            <c:dLbl>
              <c:idx val="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D-7405-42D2-84DE-F8EA208DA7BA}"/>
                </c:ext>
              </c:extLst>
            </c:dLbl>
            <c:dLbl>
              <c:idx val="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E-7405-42D2-84DE-F8EA208DA7BA}"/>
                </c:ext>
              </c:extLst>
            </c:dLbl>
            <c:dLbl>
              <c:idx val="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BFF-7405-42D2-84DE-F8EA208DA7BA}"/>
                </c:ext>
              </c:extLst>
            </c:dLbl>
            <c:dLbl>
              <c:idx val="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0-7405-42D2-84DE-F8EA208DA7BA}"/>
                </c:ext>
              </c:extLst>
            </c:dLbl>
            <c:dLbl>
              <c:idx val="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1-7405-42D2-84DE-F8EA208DA7BA}"/>
                </c:ext>
              </c:extLst>
            </c:dLbl>
            <c:dLbl>
              <c:idx val="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2-7405-42D2-84DE-F8EA208DA7BA}"/>
                </c:ext>
              </c:extLst>
            </c:dLbl>
            <c:dLbl>
              <c:idx val="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3-7405-42D2-84DE-F8EA208DA7BA}"/>
                </c:ext>
              </c:extLst>
            </c:dLbl>
            <c:dLbl>
              <c:idx val="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4-7405-42D2-84DE-F8EA208DA7BA}"/>
                </c:ext>
              </c:extLst>
            </c:dLbl>
            <c:dLbl>
              <c:idx val="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5-7405-42D2-84DE-F8EA208DA7BA}"/>
                </c:ext>
              </c:extLst>
            </c:dLbl>
            <c:dLbl>
              <c:idx val="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6-7405-42D2-84DE-F8EA208DA7BA}"/>
                </c:ext>
              </c:extLst>
            </c:dLbl>
            <c:dLbl>
              <c:idx val="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7-7405-42D2-84DE-F8EA208DA7BA}"/>
                </c:ext>
              </c:extLst>
            </c:dLbl>
            <c:dLbl>
              <c:idx val="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8-7405-42D2-84DE-F8EA208DA7BA}"/>
                </c:ext>
              </c:extLst>
            </c:dLbl>
            <c:dLbl>
              <c:idx val="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9-7405-42D2-84DE-F8EA208DA7BA}"/>
                </c:ext>
              </c:extLst>
            </c:dLbl>
            <c:dLbl>
              <c:idx val="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A-7405-42D2-84DE-F8EA208DA7BA}"/>
                </c:ext>
              </c:extLst>
            </c:dLbl>
            <c:dLbl>
              <c:idx val="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B-7405-42D2-84DE-F8EA208DA7BA}"/>
                </c:ext>
              </c:extLst>
            </c:dLbl>
            <c:dLbl>
              <c:idx val="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C-7405-42D2-84DE-F8EA208DA7BA}"/>
                </c:ext>
              </c:extLst>
            </c:dLbl>
            <c:dLbl>
              <c:idx val="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D-7405-42D2-84DE-F8EA208DA7BA}"/>
                </c:ext>
              </c:extLst>
            </c:dLbl>
            <c:dLbl>
              <c:idx val="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E-7405-42D2-84DE-F8EA208DA7BA}"/>
                </c:ext>
              </c:extLst>
            </c:dLbl>
            <c:dLbl>
              <c:idx val="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0F-7405-42D2-84DE-F8EA208DA7BA}"/>
                </c:ext>
              </c:extLst>
            </c:dLbl>
            <c:dLbl>
              <c:idx val="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0-7405-42D2-84DE-F8EA208DA7BA}"/>
                </c:ext>
              </c:extLst>
            </c:dLbl>
            <c:dLbl>
              <c:idx val="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1-7405-42D2-84DE-F8EA208DA7BA}"/>
                </c:ext>
              </c:extLst>
            </c:dLbl>
            <c:dLbl>
              <c:idx val="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2-7405-42D2-84DE-F8EA208DA7BA}"/>
                </c:ext>
              </c:extLst>
            </c:dLbl>
            <c:dLbl>
              <c:idx val="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3-7405-42D2-84DE-F8EA208DA7BA}"/>
                </c:ext>
              </c:extLst>
            </c:dLbl>
            <c:dLbl>
              <c:idx val="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4-7405-42D2-84DE-F8EA208DA7BA}"/>
                </c:ext>
              </c:extLst>
            </c:dLbl>
            <c:dLbl>
              <c:idx val="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5-7405-42D2-84DE-F8EA208DA7BA}"/>
                </c:ext>
              </c:extLst>
            </c:dLbl>
            <c:dLbl>
              <c:idx val="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6-7405-42D2-84DE-F8EA208DA7BA}"/>
                </c:ext>
              </c:extLst>
            </c:dLbl>
            <c:dLbl>
              <c:idx val="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7-7405-42D2-84DE-F8EA208DA7BA}"/>
                </c:ext>
              </c:extLst>
            </c:dLbl>
            <c:dLbl>
              <c:idx val="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8-7405-42D2-84DE-F8EA208DA7BA}"/>
                </c:ext>
              </c:extLst>
            </c:dLbl>
            <c:dLbl>
              <c:idx val="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9-7405-42D2-84DE-F8EA208DA7BA}"/>
                </c:ext>
              </c:extLst>
            </c:dLbl>
            <c:dLbl>
              <c:idx val="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A-7405-42D2-84DE-F8EA208DA7BA}"/>
                </c:ext>
              </c:extLst>
            </c:dLbl>
            <c:dLbl>
              <c:idx val="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B-7405-42D2-84DE-F8EA208DA7BA}"/>
                </c:ext>
              </c:extLst>
            </c:dLbl>
            <c:dLbl>
              <c:idx val="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C-7405-42D2-84DE-F8EA208DA7BA}"/>
                </c:ext>
              </c:extLst>
            </c:dLbl>
            <c:dLbl>
              <c:idx val="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D-7405-42D2-84DE-F8EA208DA7BA}"/>
                </c:ext>
              </c:extLst>
            </c:dLbl>
            <c:dLbl>
              <c:idx val="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E-7405-42D2-84DE-F8EA208DA7BA}"/>
                </c:ext>
              </c:extLst>
            </c:dLbl>
            <c:dLbl>
              <c:idx val="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1F-7405-42D2-84DE-F8EA208DA7BA}"/>
                </c:ext>
              </c:extLst>
            </c:dLbl>
            <c:dLbl>
              <c:idx val="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0-7405-42D2-84DE-F8EA208DA7BA}"/>
                </c:ext>
              </c:extLst>
            </c:dLbl>
            <c:dLbl>
              <c:idx val="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1-7405-42D2-84DE-F8EA208DA7BA}"/>
                </c:ext>
              </c:extLst>
            </c:dLbl>
            <c:dLbl>
              <c:idx val="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2-7405-42D2-84DE-F8EA208DA7BA}"/>
                </c:ext>
              </c:extLst>
            </c:dLbl>
            <c:dLbl>
              <c:idx val="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3-7405-42D2-84DE-F8EA208DA7BA}"/>
                </c:ext>
              </c:extLst>
            </c:dLbl>
            <c:dLbl>
              <c:idx val="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4-7405-42D2-84DE-F8EA208DA7BA}"/>
                </c:ext>
              </c:extLst>
            </c:dLbl>
            <c:dLbl>
              <c:idx val="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5-7405-42D2-84DE-F8EA208DA7BA}"/>
                </c:ext>
              </c:extLst>
            </c:dLbl>
            <c:dLbl>
              <c:idx val="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6-7405-42D2-84DE-F8EA208DA7BA}"/>
                </c:ext>
              </c:extLst>
            </c:dLbl>
            <c:dLbl>
              <c:idx val="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7-7405-42D2-84DE-F8EA208DA7BA}"/>
                </c:ext>
              </c:extLst>
            </c:dLbl>
            <c:dLbl>
              <c:idx val="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8-7405-42D2-84DE-F8EA208DA7BA}"/>
                </c:ext>
              </c:extLst>
            </c:dLbl>
            <c:dLbl>
              <c:idx val="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9-7405-42D2-84DE-F8EA208DA7BA}"/>
                </c:ext>
              </c:extLst>
            </c:dLbl>
            <c:dLbl>
              <c:idx val="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A-7405-42D2-84DE-F8EA208DA7BA}"/>
                </c:ext>
              </c:extLst>
            </c:dLbl>
            <c:dLbl>
              <c:idx val="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B-7405-42D2-84DE-F8EA208DA7BA}"/>
                </c:ext>
              </c:extLst>
            </c:dLbl>
            <c:dLbl>
              <c:idx val="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C-7405-42D2-84DE-F8EA208DA7BA}"/>
                </c:ext>
              </c:extLst>
            </c:dLbl>
            <c:dLbl>
              <c:idx val="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D-7405-42D2-84DE-F8EA208DA7BA}"/>
                </c:ext>
              </c:extLst>
            </c:dLbl>
            <c:dLbl>
              <c:idx val="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E-7405-42D2-84DE-F8EA208DA7BA}"/>
                </c:ext>
              </c:extLst>
            </c:dLbl>
            <c:dLbl>
              <c:idx val="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2F-7405-42D2-84DE-F8EA208DA7BA}"/>
                </c:ext>
              </c:extLst>
            </c:dLbl>
            <c:dLbl>
              <c:idx val="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0-7405-42D2-84DE-F8EA208DA7BA}"/>
                </c:ext>
              </c:extLst>
            </c:dLbl>
            <c:dLbl>
              <c:idx val="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1-7405-42D2-84DE-F8EA208DA7BA}"/>
                </c:ext>
              </c:extLst>
            </c:dLbl>
            <c:dLbl>
              <c:idx val="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2-7405-42D2-84DE-F8EA208DA7BA}"/>
                </c:ext>
              </c:extLst>
            </c:dLbl>
            <c:dLbl>
              <c:idx val="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3-7405-42D2-84DE-F8EA208DA7BA}"/>
                </c:ext>
              </c:extLst>
            </c:dLbl>
            <c:dLbl>
              <c:idx val="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4-7405-42D2-84DE-F8EA208DA7BA}"/>
                </c:ext>
              </c:extLst>
            </c:dLbl>
            <c:dLbl>
              <c:idx val="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5-7405-42D2-84DE-F8EA208DA7BA}"/>
                </c:ext>
              </c:extLst>
            </c:dLbl>
            <c:dLbl>
              <c:idx val="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6-7405-42D2-84DE-F8EA208DA7BA}"/>
                </c:ext>
              </c:extLst>
            </c:dLbl>
            <c:dLbl>
              <c:idx val="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7-7405-42D2-84DE-F8EA208DA7BA}"/>
                </c:ext>
              </c:extLst>
            </c:dLbl>
            <c:dLbl>
              <c:idx val="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8-7405-42D2-84DE-F8EA208DA7BA}"/>
                </c:ext>
              </c:extLst>
            </c:dLbl>
            <c:dLbl>
              <c:idx val="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9-7405-42D2-84DE-F8EA208DA7BA}"/>
                </c:ext>
              </c:extLst>
            </c:dLbl>
            <c:dLbl>
              <c:idx val="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A-7405-42D2-84DE-F8EA208DA7BA}"/>
                </c:ext>
              </c:extLst>
            </c:dLbl>
            <c:dLbl>
              <c:idx val="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B-7405-42D2-84DE-F8EA208DA7BA}"/>
                </c:ext>
              </c:extLst>
            </c:dLbl>
            <c:dLbl>
              <c:idx val="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C-7405-42D2-84DE-F8EA208DA7BA}"/>
                </c:ext>
              </c:extLst>
            </c:dLbl>
            <c:dLbl>
              <c:idx val="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D-7405-42D2-84DE-F8EA208DA7BA}"/>
                </c:ext>
              </c:extLst>
            </c:dLbl>
            <c:dLbl>
              <c:idx val="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E-7405-42D2-84DE-F8EA208DA7BA}"/>
                </c:ext>
              </c:extLst>
            </c:dLbl>
            <c:dLbl>
              <c:idx val="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3F-7405-42D2-84DE-F8EA208DA7BA}"/>
                </c:ext>
              </c:extLst>
            </c:dLbl>
            <c:dLbl>
              <c:idx val="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0-7405-42D2-84DE-F8EA208DA7BA}"/>
                </c:ext>
              </c:extLst>
            </c:dLbl>
            <c:dLbl>
              <c:idx val="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1-7405-42D2-84DE-F8EA208DA7BA}"/>
                </c:ext>
              </c:extLst>
            </c:dLbl>
            <c:dLbl>
              <c:idx val="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2-7405-42D2-84DE-F8EA208DA7BA}"/>
                </c:ext>
              </c:extLst>
            </c:dLbl>
            <c:dLbl>
              <c:idx val="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3-7405-42D2-84DE-F8EA208DA7BA}"/>
                </c:ext>
              </c:extLst>
            </c:dLbl>
            <c:dLbl>
              <c:idx val="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4-7405-42D2-84DE-F8EA208DA7BA}"/>
                </c:ext>
              </c:extLst>
            </c:dLbl>
            <c:dLbl>
              <c:idx val="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5-7405-42D2-84DE-F8EA208DA7BA}"/>
                </c:ext>
              </c:extLst>
            </c:dLbl>
            <c:dLbl>
              <c:idx val="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6-7405-42D2-84DE-F8EA208DA7BA}"/>
                </c:ext>
              </c:extLst>
            </c:dLbl>
            <c:dLbl>
              <c:idx val="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7-7405-42D2-84DE-F8EA208DA7BA}"/>
                </c:ext>
              </c:extLst>
            </c:dLbl>
            <c:dLbl>
              <c:idx val="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8-7405-42D2-84DE-F8EA208DA7BA}"/>
                </c:ext>
              </c:extLst>
            </c:dLbl>
            <c:dLbl>
              <c:idx val="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9-7405-42D2-84DE-F8EA208DA7BA}"/>
                </c:ext>
              </c:extLst>
            </c:dLbl>
            <c:dLbl>
              <c:idx val="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A-7405-42D2-84DE-F8EA208DA7BA}"/>
                </c:ext>
              </c:extLst>
            </c:dLbl>
            <c:dLbl>
              <c:idx val="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B-7405-42D2-84DE-F8EA208DA7BA}"/>
                </c:ext>
              </c:extLst>
            </c:dLbl>
            <c:dLbl>
              <c:idx val="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C-7405-42D2-84DE-F8EA208DA7BA}"/>
                </c:ext>
              </c:extLst>
            </c:dLbl>
            <c:dLbl>
              <c:idx val="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D-7405-42D2-84DE-F8EA208DA7BA}"/>
                </c:ext>
              </c:extLst>
            </c:dLbl>
            <c:dLbl>
              <c:idx val="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E-7405-42D2-84DE-F8EA208DA7BA}"/>
                </c:ext>
              </c:extLst>
            </c:dLbl>
            <c:dLbl>
              <c:idx val="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4F-7405-42D2-84DE-F8EA208DA7BA}"/>
                </c:ext>
              </c:extLst>
            </c:dLbl>
            <c:dLbl>
              <c:idx val="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0-7405-42D2-84DE-F8EA208DA7BA}"/>
                </c:ext>
              </c:extLst>
            </c:dLbl>
            <c:dLbl>
              <c:idx val="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1-7405-42D2-84DE-F8EA208DA7BA}"/>
                </c:ext>
              </c:extLst>
            </c:dLbl>
            <c:dLbl>
              <c:idx val="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2-7405-42D2-84DE-F8EA208DA7BA}"/>
                </c:ext>
              </c:extLst>
            </c:dLbl>
            <c:dLbl>
              <c:idx val="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3-7405-42D2-84DE-F8EA208DA7BA}"/>
                </c:ext>
              </c:extLst>
            </c:dLbl>
            <c:dLbl>
              <c:idx val="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4-7405-42D2-84DE-F8EA208DA7BA}"/>
                </c:ext>
              </c:extLst>
            </c:dLbl>
            <c:dLbl>
              <c:idx val="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5-7405-42D2-84DE-F8EA208DA7BA}"/>
                </c:ext>
              </c:extLst>
            </c:dLbl>
            <c:dLbl>
              <c:idx val="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6-7405-42D2-84DE-F8EA208DA7BA}"/>
                </c:ext>
              </c:extLst>
            </c:dLbl>
            <c:dLbl>
              <c:idx val="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7-7405-42D2-84DE-F8EA208DA7BA}"/>
                </c:ext>
              </c:extLst>
            </c:dLbl>
            <c:dLbl>
              <c:idx val="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8-7405-42D2-84DE-F8EA208DA7BA}"/>
                </c:ext>
              </c:extLst>
            </c:dLbl>
            <c:dLbl>
              <c:idx val="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9-7405-42D2-84DE-F8EA208DA7BA}"/>
                </c:ext>
              </c:extLst>
            </c:dLbl>
            <c:dLbl>
              <c:idx val="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A-7405-42D2-84DE-F8EA208DA7BA}"/>
                </c:ext>
              </c:extLst>
            </c:dLbl>
            <c:dLbl>
              <c:idx val="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B-7405-42D2-84DE-F8EA208DA7BA}"/>
                </c:ext>
              </c:extLst>
            </c:dLbl>
            <c:dLbl>
              <c:idx val="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C-7405-42D2-84DE-F8EA208DA7BA}"/>
                </c:ext>
              </c:extLst>
            </c:dLbl>
            <c:dLbl>
              <c:idx val="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D-7405-42D2-84DE-F8EA208DA7BA}"/>
                </c:ext>
              </c:extLst>
            </c:dLbl>
            <c:dLbl>
              <c:idx val="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E-7405-42D2-84DE-F8EA208DA7BA}"/>
                </c:ext>
              </c:extLst>
            </c:dLbl>
            <c:dLbl>
              <c:idx val="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5F-7405-42D2-84DE-F8EA208DA7BA}"/>
                </c:ext>
              </c:extLst>
            </c:dLbl>
            <c:dLbl>
              <c:idx val="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0-7405-42D2-84DE-F8EA208DA7BA}"/>
                </c:ext>
              </c:extLst>
            </c:dLbl>
            <c:dLbl>
              <c:idx val="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1-7405-42D2-84DE-F8EA208DA7BA}"/>
                </c:ext>
              </c:extLst>
            </c:dLbl>
            <c:dLbl>
              <c:idx val="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2-7405-42D2-84DE-F8EA208DA7BA}"/>
                </c:ext>
              </c:extLst>
            </c:dLbl>
            <c:dLbl>
              <c:idx val="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3-7405-42D2-84DE-F8EA208DA7BA}"/>
                </c:ext>
              </c:extLst>
            </c:dLbl>
            <c:dLbl>
              <c:idx val="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4-7405-42D2-84DE-F8EA208DA7BA}"/>
                </c:ext>
              </c:extLst>
            </c:dLbl>
            <c:dLbl>
              <c:idx val="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5-7405-42D2-84DE-F8EA208DA7BA}"/>
                </c:ext>
              </c:extLst>
            </c:dLbl>
            <c:dLbl>
              <c:idx val="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6-7405-42D2-84DE-F8EA208DA7BA}"/>
                </c:ext>
              </c:extLst>
            </c:dLbl>
            <c:dLbl>
              <c:idx val="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7-7405-42D2-84DE-F8EA208DA7BA}"/>
                </c:ext>
              </c:extLst>
            </c:dLbl>
            <c:dLbl>
              <c:idx val="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8-7405-42D2-84DE-F8EA208DA7BA}"/>
                </c:ext>
              </c:extLst>
            </c:dLbl>
            <c:dLbl>
              <c:idx val="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9-7405-42D2-84DE-F8EA208DA7BA}"/>
                </c:ext>
              </c:extLst>
            </c:dLbl>
            <c:dLbl>
              <c:idx val="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A-7405-42D2-84DE-F8EA208DA7BA}"/>
                </c:ext>
              </c:extLst>
            </c:dLbl>
            <c:dLbl>
              <c:idx val="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B-7405-42D2-84DE-F8EA208DA7BA}"/>
                </c:ext>
              </c:extLst>
            </c:dLbl>
            <c:dLbl>
              <c:idx val="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C-7405-42D2-84DE-F8EA208DA7BA}"/>
                </c:ext>
              </c:extLst>
            </c:dLbl>
            <c:dLbl>
              <c:idx val="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D-7405-42D2-84DE-F8EA208DA7BA}"/>
                </c:ext>
              </c:extLst>
            </c:dLbl>
            <c:dLbl>
              <c:idx val="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E-7405-42D2-84DE-F8EA208DA7BA}"/>
                </c:ext>
              </c:extLst>
            </c:dLbl>
            <c:dLbl>
              <c:idx val="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6F-7405-42D2-84DE-F8EA208DA7BA}"/>
                </c:ext>
              </c:extLst>
            </c:dLbl>
            <c:dLbl>
              <c:idx val="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0-7405-42D2-84DE-F8EA208DA7BA}"/>
                </c:ext>
              </c:extLst>
            </c:dLbl>
            <c:dLbl>
              <c:idx val="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1-7405-42D2-84DE-F8EA208DA7BA}"/>
                </c:ext>
              </c:extLst>
            </c:dLbl>
            <c:dLbl>
              <c:idx val="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2-7405-42D2-84DE-F8EA208DA7BA}"/>
                </c:ext>
              </c:extLst>
            </c:dLbl>
            <c:dLbl>
              <c:idx val="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3-7405-42D2-84DE-F8EA208DA7BA}"/>
                </c:ext>
              </c:extLst>
            </c:dLbl>
            <c:dLbl>
              <c:idx val="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4-7405-42D2-84DE-F8EA208DA7BA}"/>
                </c:ext>
              </c:extLst>
            </c:dLbl>
            <c:dLbl>
              <c:idx val="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5-7405-42D2-84DE-F8EA208DA7BA}"/>
                </c:ext>
              </c:extLst>
            </c:dLbl>
            <c:dLbl>
              <c:idx val="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6-7405-42D2-84DE-F8EA208DA7BA}"/>
                </c:ext>
              </c:extLst>
            </c:dLbl>
            <c:dLbl>
              <c:idx val="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7-7405-42D2-84DE-F8EA208DA7BA}"/>
                </c:ext>
              </c:extLst>
            </c:dLbl>
            <c:dLbl>
              <c:idx val="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8-7405-42D2-84DE-F8EA208DA7BA}"/>
                </c:ext>
              </c:extLst>
            </c:dLbl>
            <c:dLbl>
              <c:idx val="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9-7405-42D2-84DE-F8EA208DA7BA}"/>
                </c:ext>
              </c:extLst>
            </c:dLbl>
            <c:dLbl>
              <c:idx val="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A-7405-42D2-84DE-F8EA208DA7BA}"/>
                </c:ext>
              </c:extLst>
            </c:dLbl>
            <c:dLbl>
              <c:idx val="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B-7405-42D2-84DE-F8EA208DA7BA}"/>
                </c:ext>
              </c:extLst>
            </c:dLbl>
            <c:dLbl>
              <c:idx val="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C-7405-42D2-84DE-F8EA208DA7BA}"/>
                </c:ext>
              </c:extLst>
            </c:dLbl>
            <c:dLbl>
              <c:idx val="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D-7405-42D2-84DE-F8EA208DA7BA}"/>
                </c:ext>
              </c:extLst>
            </c:dLbl>
            <c:dLbl>
              <c:idx val="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E-7405-42D2-84DE-F8EA208DA7BA}"/>
                </c:ext>
              </c:extLst>
            </c:dLbl>
            <c:dLbl>
              <c:idx val="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7F-7405-42D2-84DE-F8EA208DA7BA}"/>
                </c:ext>
              </c:extLst>
            </c:dLbl>
            <c:dLbl>
              <c:idx val="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0-7405-42D2-84DE-F8EA208DA7BA}"/>
                </c:ext>
              </c:extLst>
            </c:dLbl>
            <c:dLbl>
              <c:idx val="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1-7405-42D2-84DE-F8EA208DA7BA}"/>
                </c:ext>
              </c:extLst>
            </c:dLbl>
            <c:dLbl>
              <c:idx val="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2-7405-42D2-84DE-F8EA208DA7BA}"/>
                </c:ext>
              </c:extLst>
            </c:dLbl>
            <c:dLbl>
              <c:idx val="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3-7405-42D2-84DE-F8EA208DA7BA}"/>
                </c:ext>
              </c:extLst>
            </c:dLbl>
            <c:dLbl>
              <c:idx val="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4-7405-42D2-84DE-F8EA208DA7BA}"/>
                </c:ext>
              </c:extLst>
            </c:dLbl>
            <c:dLbl>
              <c:idx val="1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5-7405-42D2-84DE-F8EA208DA7BA}"/>
                </c:ext>
              </c:extLst>
            </c:dLbl>
            <c:dLbl>
              <c:idx val="1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6-7405-42D2-84DE-F8EA208DA7BA}"/>
                </c:ext>
              </c:extLst>
            </c:dLbl>
            <c:dLbl>
              <c:idx val="1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7-7405-42D2-84DE-F8EA208DA7BA}"/>
                </c:ext>
              </c:extLst>
            </c:dLbl>
            <c:dLbl>
              <c:idx val="1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8-7405-42D2-84DE-F8EA208DA7BA}"/>
                </c:ext>
              </c:extLst>
            </c:dLbl>
            <c:dLbl>
              <c:idx val="1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9-7405-42D2-84DE-F8EA208DA7BA}"/>
                </c:ext>
              </c:extLst>
            </c:dLbl>
            <c:dLbl>
              <c:idx val="1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A-7405-42D2-84DE-F8EA208DA7BA}"/>
                </c:ext>
              </c:extLst>
            </c:dLbl>
            <c:dLbl>
              <c:idx val="1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B-7405-42D2-84DE-F8EA208DA7BA}"/>
                </c:ext>
              </c:extLst>
            </c:dLbl>
            <c:dLbl>
              <c:idx val="1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C-7405-42D2-84DE-F8EA208DA7BA}"/>
                </c:ext>
              </c:extLst>
            </c:dLbl>
            <c:dLbl>
              <c:idx val="1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D-7405-42D2-84DE-F8EA208DA7BA}"/>
                </c:ext>
              </c:extLst>
            </c:dLbl>
            <c:dLbl>
              <c:idx val="1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E-7405-42D2-84DE-F8EA208DA7BA}"/>
                </c:ext>
              </c:extLst>
            </c:dLbl>
            <c:dLbl>
              <c:idx val="1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8F-7405-42D2-84DE-F8EA208DA7BA}"/>
                </c:ext>
              </c:extLst>
            </c:dLbl>
            <c:dLbl>
              <c:idx val="1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0-7405-42D2-84DE-F8EA208DA7BA}"/>
                </c:ext>
              </c:extLst>
            </c:dLbl>
            <c:dLbl>
              <c:idx val="1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1-7405-42D2-84DE-F8EA208DA7BA}"/>
                </c:ext>
              </c:extLst>
            </c:dLbl>
            <c:dLbl>
              <c:idx val="1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2-7405-42D2-84DE-F8EA208DA7BA}"/>
                </c:ext>
              </c:extLst>
            </c:dLbl>
            <c:dLbl>
              <c:idx val="1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3-7405-42D2-84DE-F8EA208DA7BA}"/>
                </c:ext>
              </c:extLst>
            </c:dLbl>
            <c:dLbl>
              <c:idx val="1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4-7405-42D2-84DE-F8EA208DA7BA}"/>
                </c:ext>
              </c:extLst>
            </c:dLbl>
            <c:dLbl>
              <c:idx val="1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5-7405-42D2-84DE-F8EA208DA7BA}"/>
                </c:ext>
              </c:extLst>
            </c:dLbl>
            <c:dLbl>
              <c:idx val="1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6-7405-42D2-84DE-F8EA208DA7BA}"/>
                </c:ext>
              </c:extLst>
            </c:dLbl>
            <c:dLbl>
              <c:idx val="1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7-7405-42D2-84DE-F8EA208DA7BA}"/>
                </c:ext>
              </c:extLst>
            </c:dLbl>
            <c:dLbl>
              <c:idx val="1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8-7405-42D2-84DE-F8EA208DA7BA}"/>
                </c:ext>
              </c:extLst>
            </c:dLbl>
            <c:dLbl>
              <c:idx val="1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9-7405-42D2-84DE-F8EA208DA7BA}"/>
                </c:ext>
              </c:extLst>
            </c:dLbl>
            <c:dLbl>
              <c:idx val="1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A-7405-42D2-84DE-F8EA208DA7BA}"/>
                </c:ext>
              </c:extLst>
            </c:dLbl>
            <c:dLbl>
              <c:idx val="1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B-7405-42D2-84DE-F8EA208DA7BA}"/>
                </c:ext>
              </c:extLst>
            </c:dLbl>
            <c:dLbl>
              <c:idx val="1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C-7405-42D2-84DE-F8EA208DA7BA}"/>
                </c:ext>
              </c:extLst>
            </c:dLbl>
            <c:dLbl>
              <c:idx val="1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D-7405-42D2-84DE-F8EA208DA7BA}"/>
                </c:ext>
              </c:extLst>
            </c:dLbl>
            <c:dLbl>
              <c:idx val="1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E-7405-42D2-84DE-F8EA208DA7BA}"/>
                </c:ext>
              </c:extLst>
            </c:dLbl>
            <c:dLbl>
              <c:idx val="1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9F-7405-42D2-84DE-F8EA208DA7BA}"/>
                </c:ext>
              </c:extLst>
            </c:dLbl>
            <c:dLbl>
              <c:idx val="1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0-7405-42D2-84DE-F8EA208DA7BA}"/>
                </c:ext>
              </c:extLst>
            </c:dLbl>
            <c:dLbl>
              <c:idx val="1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1-7405-42D2-84DE-F8EA208DA7BA}"/>
                </c:ext>
              </c:extLst>
            </c:dLbl>
            <c:dLbl>
              <c:idx val="1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2-7405-42D2-84DE-F8EA208DA7BA}"/>
                </c:ext>
              </c:extLst>
            </c:dLbl>
            <c:dLbl>
              <c:idx val="1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3-7405-42D2-84DE-F8EA208DA7BA}"/>
                </c:ext>
              </c:extLst>
            </c:dLbl>
            <c:dLbl>
              <c:idx val="1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4-7405-42D2-84DE-F8EA208DA7BA}"/>
                </c:ext>
              </c:extLst>
            </c:dLbl>
            <c:dLbl>
              <c:idx val="1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5-7405-42D2-84DE-F8EA208DA7BA}"/>
                </c:ext>
              </c:extLst>
            </c:dLbl>
            <c:dLbl>
              <c:idx val="1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6-7405-42D2-84DE-F8EA208DA7BA}"/>
                </c:ext>
              </c:extLst>
            </c:dLbl>
            <c:dLbl>
              <c:idx val="1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7-7405-42D2-84DE-F8EA208DA7BA}"/>
                </c:ext>
              </c:extLst>
            </c:dLbl>
            <c:dLbl>
              <c:idx val="1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8-7405-42D2-84DE-F8EA208DA7BA}"/>
                </c:ext>
              </c:extLst>
            </c:dLbl>
            <c:dLbl>
              <c:idx val="1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9-7405-42D2-84DE-F8EA208DA7BA}"/>
                </c:ext>
              </c:extLst>
            </c:dLbl>
            <c:dLbl>
              <c:idx val="1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A-7405-42D2-84DE-F8EA208DA7BA}"/>
                </c:ext>
              </c:extLst>
            </c:dLbl>
            <c:dLbl>
              <c:idx val="1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B-7405-42D2-84DE-F8EA208DA7BA}"/>
                </c:ext>
              </c:extLst>
            </c:dLbl>
            <c:dLbl>
              <c:idx val="1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C-7405-42D2-84DE-F8EA208DA7BA}"/>
                </c:ext>
              </c:extLst>
            </c:dLbl>
            <c:dLbl>
              <c:idx val="1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D-7405-42D2-84DE-F8EA208DA7BA}"/>
                </c:ext>
              </c:extLst>
            </c:dLbl>
            <c:dLbl>
              <c:idx val="1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E-7405-42D2-84DE-F8EA208DA7BA}"/>
                </c:ext>
              </c:extLst>
            </c:dLbl>
            <c:dLbl>
              <c:idx val="1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AF-7405-42D2-84DE-F8EA208DA7BA}"/>
                </c:ext>
              </c:extLst>
            </c:dLbl>
            <c:dLbl>
              <c:idx val="1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0-7405-42D2-84DE-F8EA208DA7BA}"/>
                </c:ext>
              </c:extLst>
            </c:dLbl>
            <c:dLbl>
              <c:idx val="1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1-7405-42D2-84DE-F8EA208DA7BA}"/>
                </c:ext>
              </c:extLst>
            </c:dLbl>
            <c:dLbl>
              <c:idx val="1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2-7405-42D2-84DE-F8EA208DA7BA}"/>
                </c:ext>
              </c:extLst>
            </c:dLbl>
            <c:dLbl>
              <c:idx val="1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3-7405-42D2-84DE-F8EA208DA7BA}"/>
                </c:ext>
              </c:extLst>
            </c:dLbl>
            <c:dLbl>
              <c:idx val="1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4-7405-42D2-84DE-F8EA208DA7BA}"/>
                </c:ext>
              </c:extLst>
            </c:dLbl>
            <c:dLbl>
              <c:idx val="1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5-7405-42D2-84DE-F8EA208DA7BA}"/>
                </c:ext>
              </c:extLst>
            </c:dLbl>
            <c:dLbl>
              <c:idx val="1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6-7405-42D2-84DE-F8EA208DA7BA}"/>
                </c:ext>
              </c:extLst>
            </c:dLbl>
            <c:dLbl>
              <c:idx val="1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7-7405-42D2-84DE-F8EA208DA7BA}"/>
                </c:ext>
              </c:extLst>
            </c:dLbl>
            <c:dLbl>
              <c:idx val="1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8-7405-42D2-84DE-F8EA208DA7BA}"/>
                </c:ext>
              </c:extLst>
            </c:dLbl>
            <c:dLbl>
              <c:idx val="1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9-7405-42D2-84DE-F8EA208DA7BA}"/>
                </c:ext>
              </c:extLst>
            </c:dLbl>
            <c:dLbl>
              <c:idx val="1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A-7405-42D2-84DE-F8EA208DA7BA}"/>
                </c:ext>
              </c:extLst>
            </c:dLbl>
            <c:dLbl>
              <c:idx val="1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B-7405-42D2-84DE-F8EA208DA7BA}"/>
                </c:ext>
              </c:extLst>
            </c:dLbl>
            <c:dLbl>
              <c:idx val="1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C-7405-42D2-84DE-F8EA208DA7BA}"/>
                </c:ext>
              </c:extLst>
            </c:dLbl>
            <c:dLbl>
              <c:idx val="1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D-7405-42D2-84DE-F8EA208DA7BA}"/>
                </c:ext>
              </c:extLst>
            </c:dLbl>
            <c:dLbl>
              <c:idx val="1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E-7405-42D2-84DE-F8EA208DA7BA}"/>
                </c:ext>
              </c:extLst>
            </c:dLbl>
            <c:dLbl>
              <c:idx val="1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BF-7405-42D2-84DE-F8EA208DA7BA}"/>
                </c:ext>
              </c:extLst>
            </c:dLbl>
            <c:dLbl>
              <c:idx val="1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0-7405-42D2-84DE-F8EA208DA7BA}"/>
                </c:ext>
              </c:extLst>
            </c:dLbl>
            <c:dLbl>
              <c:idx val="1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1-7405-42D2-84DE-F8EA208DA7BA}"/>
                </c:ext>
              </c:extLst>
            </c:dLbl>
            <c:dLbl>
              <c:idx val="1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2-7405-42D2-84DE-F8EA208DA7BA}"/>
                </c:ext>
              </c:extLst>
            </c:dLbl>
            <c:dLbl>
              <c:idx val="1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3-7405-42D2-84DE-F8EA208DA7BA}"/>
                </c:ext>
              </c:extLst>
            </c:dLbl>
            <c:dLbl>
              <c:idx val="1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4-7405-42D2-84DE-F8EA208DA7BA}"/>
                </c:ext>
              </c:extLst>
            </c:dLbl>
            <c:dLbl>
              <c:idx val="1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5-7405-42D2-84DE-F8EA208DA7BA}"/>
                </c:ext>
              </c:extLst>
            </c:dLbl>
            <c:dLbl>
              <c:idx val="1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6-7405-42D2-84DE-F8EA208DA7BA}"/>
                </c:ext>
              </c:extLst>
            </c:dLbl>
            <c:dLbl>
              <c:idx val="1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7-7405-42D2-84DE-F8EA208DA7BA}"/>
                </c:ext>
              </c:extLst>
            </c:dLbl>
            <c:dLbl>
              <c:idx val="1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8-7405-42D2-84DE-F8EA208DA7BA}"/>
                </c:ext>
              </c:extLst>
            </c:dLbl>
            <c:dLbl>
              <c:idx val="1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9-7405-42D2-84DE-F8EA208DA7BA}"/>
                </c:ext>
              </c:extLst>
            </c:dLbl>
            <c:dLbl>
              <c:idx val="1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A-7405-42D2-84DE-F8EA208DA7BA}"/>
                </c:ext>
              </c:extLst>
            </c:dLbl>
            <c:dLbl>
              <c:idx val="1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B-7405-42D2-84DE-F8EA208DA7BA}"/>
                </c:ext>
              </c:extLst>
            </c:dLbl>
            <c:dLbl>
              <c:idx val="1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C-7405-42D2-84DE-F8EA208DA7BA}"/>
                </c:ext>
              </c:extLst>
            </c:dLbl>
            <c:dLbl>
              <c:idx val="1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D-7405-42D2-84DE-F8EA208DA7BA}"/>
                </c:ext>
              </c:extLst>
            </c:dLbl>
            <c:dLbl>
              <c:idx val="1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E-7405-42D2-84DE-F8EA208DA7BA}"/>
                </c:ext>
              </c:extLst>
            </c:dLbl>
            <c:dLbl>
              <c:idx val="1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CF-7405-42D2-84DE-F8EA208DA7BA}"/>
                </c:ext>
              </c:extLst>
            </c:dLbl>
            <c:dLbl>
              <c:idx val="1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0-7405-42D2-84DE-F8EA208DA7BA}"/>
                </c:ext>
              </c:extLst>
            </c:dLbl>
            <c:dLbl>
              <c:idx val="1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1-7405-42D2-84DE-F8EA208DA7BA}"/>
                </c:ext>
              </c:extLst>
            </c:dLbl>
            <c:dLbl>
              <c:idx val="1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2-7405-42D2-84DE-F8EA208DA7BA}"/>
                </c:ext>
              </c:extLst>
            </c:dLbl>
            <c:dLbl>
              <c:idx val="1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3-7405-42D2-84DE-F8EA208DA7BA}"/>
                </c:ext>
              </c:extLst>
            </c:dLbl>
            <c:dLbl>
              <c:idx val="1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4-7405-42D2-84DE-F8EA208DA7BA}"/>
                </c:ext>
              </c:extLst>
            </c:dLbl>
            <c:dLbl>
              <c:idx val="1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5-7405-42D2-84DE-F8EA208DA7BA}"/>
                </c:ext>
              </c:extLst>
            </c:dLbl>
            <c:dLbl>
              <c:idx val="1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6-7405-42D2-84DE-F8EA208DA7BA}"/>
                </c:ext>
              </c:extLst>
            </c:dLbl>
            <c:dLbl>
              <c:idx val="1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7-7405-42D2-84DE-F8EA208DA7BA}"/>
                </c:ext>
              </c:extLst>
            </c:dLbl>
            <c:dLbl>
              <c:idx val="1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8-7405-42D2-84DE-F8EA208DA7BA}"/>
                </c:ext>
              </c:extLst>
            </c:dLbl>
            <c:dLbl>
              <c:idx val="1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9-7405-42D2-84DE-F8EA208DA7BA}"/>
                </c:ext>
              </c:extLst>
            </c:dLbl>
            <c:dLbl>
              <c:idx val="1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A-7405-42D2-84DE-F8EA208DA7BA}"/>
                </c:ext>
              </c:extLst>
            </c:dLbl>
            <c:dLbl>
              <c:idx val="1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B-7405-42D2-84DE-F8EA208DA7BA}"/>
                </c:ext>
              </c:extLst>
            </c:dLbl>
            <c:dLbl>
              <c:idx val="1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C-7405-42D2-84DE-F8EA208DA7BA}"/>
                </c:ext>
              </c:extLst>
            </c:dLbl>
            <c:dLbl>
              <c:idx val="1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D-7405-42D2-84DE-F8EA208DA7BA}"/>
                </c:ext>
              </c:extLst>
            </c:dLbl>
            <c:dLbl>
              <c:idx val="1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E-7405-42D2-84DE-F8EA208DA7BA}"/>
                </c:ext>
              </c:extLst>
            </c:dLbl>
            <c:dLbl>
              <c:idx val="1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DF-7405-42D2-84DE-F8EA208DA7BA}"/>
                </c:ext>
              </c:extLst>
            </c:dLbl>
            <c:dLbl>
              <c:idx val="1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0-7405-42D2-84DE-F8EA208DA7BA}"/>
                </c:ext>
              </c:extLst>
            </c:dLbl>
            <c:dLbl>
              <c:idx val="1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1-7405-42D2-84DE-F8EA208DA7BA}"/>
                </c:ext>
              </c:extLst>
            </c:dLbl>
            <c:dLbl>
              <c:idx val="1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2-7405-42D2-84DE-F8EA208DA7BA}"/>
                </c:ext>
              </c:extLst>
            </c:dLbl>
            <c:dLbl>
              <c:idx val="1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3-7405-42D2-84DE-F8EA208DA7BA}"/>
                </c:ext>
              </c:extLst>
            </c:dLbl>
            <c:dLbl>
              <c:idx val="1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4-7405-42D2-84DE-F8EA208DA7BA}"/>
                </c:ext>
              </c:extLst>
            </c:dLbl>
            <c:dLbl>
              <c:idx val="1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5-7405-42D2-84DE-F8EA208DA7BA}"/>
                </c:ext>
              </c:extLst>
            </c:dLbl>
            <c:dLbl>
              <c:idx val="1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6-7405-42D2-84DE-F8EA208DA7BA}"/>
                </c:ext>
              </c:extLst>
            </c:dLbl>
            <c:dLbl>
              <c:idx val="1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7-7405-42D2-84DE-F8EA208DA7BA}"/>
                </c:ext>
              </c:extLst>
            </c:dLbl>
            <c:dLbl>
              <c:idx val="1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8-7405-42D2-84DE-F8EA208DA7BA}"/>
                </c:ext>
              </c:extLst>
            </c:dLbl>
            <c:dLbl>
              <c:idx val="1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9-7405-42D2-84DE-F8EA208DA7BA}"/>
                </c:ext>
              </c:extLst>
            </c:dLbl>
            <c:dLbl>
              <c:idx val="1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A-7405-42D2-84DE-F8EA208DA7BA}"/>
                </c:ext>
              </c:extLst>
            </c:dLbl>
            <c:dLbl>
              <c:idx val="1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B-7405-42D2-84DE-F8EA208DA7BA}"/>
                </c:ext>
              </c:extLst>
            </c:dLbl>
            <c:dLbl>
              <c:idx val="1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C-7405-42D2-84DE-F8EA208DA7BA}"/>
                </c:ext>
              </c:extLst>
            </c:dLbl>
            <c:dLbl>
              <c:idx val="1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D-7405-42D2-84DE-F8EA208DA7BA}"/>
                </c:ext>
              </c:extLst>
            </c:dLbl>
            <c:dLbl>
              <c:idx val="1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E-7405-42D2-84DE-F8EA208DA7BA}"/>
                </c:ext>
              </c:extLst>
            </c:dLbl>
            <c:dLbl>
              <c:idx val="1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EF-7405-42D2-84DE-F8EA208DA7BA}"/>
                </c:ext>
              </c:extLst>
            </c:dLbl>
            <c:dLbl>
              <c:idx val="1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0-7405-42D2-84DE-F8EA208DA7BA}"/>
                </c:ext>
              </c:extLst>
            </c:dLbl>
            <c:dLbl>
              <c:idx val="1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1-7405-42D2-84DE-F8EA208DA7BA}"/>
                </c:ext>
              </c:extLst>
            </c:dLbl>
            <c:dLbl>
              <c:idx val="1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2-7405-42D2-84DE-F8EA208DA7BA}"/>
                </c:ext>
              </c:extLst>
            </c:dLbl>
            <c:dLbl>
              <c:idx val="1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3-7405-42D2-84DE-F8EA208DA7BA}"/>
                </c:ext>
              </c:extLst>
            </c:dLbl>
            <c:dLbl>
              <c:idx val="1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4-7405-42D2-84DE-F8EA208DA7BA}"/>
                </c:ext>
              </c:extLst>
            </c:dLbl>
            <c:dLbl>
              <c:idx val="1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5-7405-42D2-84DE-F8EA208DA7BA}"/>
                </c:ext>
              </c:extLst>
            </c:dLbl>
            <c:dLbl>
              <c:idx val="1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6-7405-42D2-84DE-F8EA208DA7BA}"/>
                </c:ext>
              </c:extLst>
            </c:dLbl>
            <c:dLbl>
              <c:idx val="1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7-7405-42D2-84DE-F8EA208DA7BA}"/>
                </c:ext>
              </c:extLst>
            </c:dLbl>
            <c:dLbl>
              <c:idx val="1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8-7405-42D2-84DE-F8EA208DA7BA}"/>
                </c:ext>
              </c:extLst>
            </c:dLbl>
            <c:dLbl>
              <c:idx val="1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9-7405-42D2-84DE-F8EA208DA7BA}"/>
                </c:ext>
              </c:extLst>
            </c:dLbl>
            <c:dLbl>
              <c:idx val="1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A-7405-42D2-84DE-F8EA208DA7BA}"/>
                </c:ext>
              </c:extLst>
            </c:dLbl>
            <c:dLbl>
              <c:idx val="1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B-7405-42D2-84DE-F8EA208DA7BA}"/>
                </c:ext>
              </c:extLst>
            </c:dLbl>
            <c:dLbl>
              <c:idx val="1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C-7405-42D2-84DE-F8EA208DA7BA}"/>
                </c:ext>
              </c:extLst>
            </c:dLbl>
            <c:dLbl>
              <c:idx val="1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D-7405-42D2-84DE-F8EA208DA7BA}"/>
                </c:ext>
              </c:extLst>
            </c:dLbl>
            <c:dLbl>
              <c:idx val="1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E-7405-42D2-84DE-F8EA208DA7BA}"/>
                </c:ext>
              </c:extLst>
            </c:dLbl>
            <c:dLbl>
              <c:idx val="1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CFF-7405-42D2-84DE-F8EA208DA7BA}"/>
                </c:ext>
              </c:extLst>
            </c:dLbl>
            <c:dLbl>
              <c:idx val="1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0-7405-42D2-84DE-F8EA208DA7BA}"/>
                </c:ext>
              </c:extLst>
            </c:dLbl>
            <c:dLbl>
              <c:idx val="1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1-7405-42D2-84DE-F8EA208DA7BA}"/>
                </c:ext>
              </c:extLst>
            </c:dLbl>
            <c:dLbl>
              <c:idx val="1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2-7405-42D2-84DE-F8EA208DA7BA}"/>
                </c:ext>
              </c:extLst>
            </c:dLbl>
            <c:dLbl>
              <c:idx val="1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3-7405-42D2-84DE-F8EA208DA7BA}"/>
                </c:ext>
              </c:extLst>
            </c:dLbl>
            <c:dLbl>
              <c:idx val="1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4-7405-42D2-84DE-F8EA208DA7BA}"/>
                </c:ext>
              </c:extLst>
            </c:dLbl>
            <c:dLbl>
              <c:idx val="1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5-7405-42D2-84DE-F8EA208DA7BA}"/>
                </c:ext>
              </c:extLst>
            </c:dLbl>
            <c:dLbl>
              <c:idx val="1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6-7405-42D2-84DE-F8EA208DA7BA}"/>
                </c:ext>
              </c:extLst>
            </c:dLbl>
            <c:dLbl>
              <c:idx val="1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7-7405-42D2-84DE-F8EA208DA7BA}"/>
                </c:ext>
              </c:extLst>
            </c:dLbl>
            <c:dLbl>
              <c:idx val="1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8-7405-42D2-84DE-F8EA208DA7BA}"/>
                </c:ext>
              </c:extLst>
            </c:dLbl>
            <c:dLbl>
              <c:idx val="1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9-7405-42D2-84DE-F8EA208DA7BA}"/>
                </c:ext>
              </c:extLst>
            </c:dLbl>
            <c:dLbl>
              <c:idx val="1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A-7405-42D2-84DE-F8EA208DA7BA}"/>
                </c:ext>
              </c:extLst>
            </c:dLbl>
            <c:dLbl>
              <c:idx val="1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B-7405-42D2-84DE-F8EA208DA7BA}"/>
                </c:ext>
              </c:extLst>
            </c:dLbl>
            <c:dLbl>
              <c:idx val="1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C-7405-42D2-84DE-F8EA208DA7BA}"/>
                </c:ext>
              </c:extLst>
            </c:dLbl>
            <c:dLbl>
              <c:idx val="1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D-7405-42D2-84DE-F8EA208DA7BA}"/>
                </c:ext>
              </c:extLst>
            </c:dLbl>
            <c:dLbl>
              <c:idx val="1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E-7405-42D2-84DE-F8EA208DA7BA}"/>
                </c:ext>
              </c:extLst>
            </c:dLbl>
            <c:dLbl>
              <c:idx val="1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0F-7405-42D2-84DE-F8EA208DA7BA}"/>
                </c:ext>
              </c:extLst>
            </c:dLbl>
            <c:dLbl>
              <c:idx val="1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0-7405-42D2-84DE-F8EA208DA7BA}"/>
                </c:ext>
              </c:extLst>
            </c:dLbl>
            <c:dLbl>
              <c:idx val="1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1-7405-42D2-84DE-F8EA208DA7BA}"/>
                </c:ext>
              </c:extLst>
            </c:dLbl>
            <c:dLbl>
              <c:idx val="1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2-7405-42D2-84DE-F8EA208DA7BA}"/>
                </c:ext>
              </c:extLst>
            </c:dLbl>
            <c:dLbl>
              <c:idx val="1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3-7405-42D2-84DE-F8EA208DA7BA}"/>
                </c:ext>
              </c:extLst>
            </c:dLbl>
            <c:dLbl>
              <c:idx val="1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4-7405-42D2-84DE-F8EA208DA7BA}"/>
                </c:ext>
              </c:extLst>
            </c:dLbl>
            <c:dLbl>
              <c:idx val="1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5-7405-42D2-84DE-F8EA208DA7BA}"/>
                </c:ext>
              </c:extLst>
            </c:dLbl>
            <c:dLbl>
              <c:idx val="1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6-7405-42D2-84DE-F8EA208DA7BA}"/>
                </c:ext>
              </c:extLst>
            </c:dLbl>
            <c:dLbl>
              <c:idx val="1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7-7405-42D2-84DE-F8EA208DA7BA}"/>
                </c:ext>
              </c:extLst>
            </c:dLbl>
            <c:dLbl>
              <c:idx val="1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8-7405-42D2-84DE-F8EA208DA7BA}"/>
                </c:ext>
              </c:extLst>
            </c:dLbl>
            <c:dLbl>
              <c:idx val="1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9-7405-42D2-84DE-F8EA208DA7BA}"/>
                </c:ext>
              </c:extLst>
            </c:dLbl>
            <c:dLbl>
              <c:idx val="1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A-7405-42D2-84DE-F8EA208DA7BA}"/>
                </c:ext>
              </c:extLst>
            </c:dLbl>
            <c:dLbl>
              <c:idx val="1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B-7405-42D2-84DE-F8EA208DA7BA}"/>
                </c:ext>
              </c:extLst>
            </c:dLbl>
            <c:dLbl>
              <c:idx val="1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C-7405-42D2-84DE-F8EA208DA7BA}"/>
                </c:ext>
              </c:extLst>
            </c:dLbl>
            <c:dLbl>
              <c:idx val="1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D-7405-42D2-84DE-F8EA208DA7BA}"/>
                </c:ext>
              </c:extLst>
            </c:dLbl>
            <c:dLbl>
              <c:idx val="1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E-7405-42D2-84DE-F8EA208DA7BA}"/>
                </c:ext>
              </c:extLst>
            </c:dLbl>
            <c:dLbl>
              <c:idx val="1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1F-7405-42D2-84DE-F8EA208DA7BA}"/>
                </c:ext>
              </c:extLst>
            </c:dLbl>
            <c:dLbl>
              <c:idx val="1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0-7405-42D2-84DE-F8EA208DA7BA}"/>
                </c:ext>
              </c:extLst>
            </c:dLbl>
            <c:dLbl>
              <c:idx val="1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1-7405-42D2-84DE-F8EA208DA7BA}"/>
                </c:ext>
              </c:extLst>
            </c:dLbl>
            <c:dLbl>
              <c:idx val="1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2-7405-42D2-84DE-F8EA208DA7BA}"/>
                </c:ext>
              </c:extLst>
            </c:dLbl>
            <c:dLbl>
              <c:idx val="1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3-7405-42D2-84DE-F8EA208DA7BA}"/>
                </c:ext>
              </c:extLst>
            </c:dLbl>
            <c:dLbl>
              <c:idx val="1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4-7405-42D2-84DE-F8EA208DA7BA}"/>
                </c:ext>
              </c:extLst>
            </c:dLbl>
            <c:dLbl>
              <c:idx val="1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5-7405-42D2-84DE-F8EA208DA7BA}"/>
                </c:ext>
              </c:extLst>
            </c:dLbl>
            <c:dLbl>
              <c:idx val="1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6-7405-42D2-84DE-F8EA208DA7BA}"/>
                </c:ext>
              </c:extLst>
            </c:dLbl>
            <c:dLbl>
              <c:idx val="1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7-7405-42D2-84DE-F8EA208DA7BA}"/>
                </c:ext>
              </c:extLst>
            </c:dLbl>
            <c:dLbl>
              <c:idx val="1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8-7405-42D2-84DE-F8EA208DA7BA}"/>
                </c:ext>
              </c:extLst>
            </c:dLbl>
            <c:dLbl>
              <c:idx val="1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9-7405-42D2-84DE-F8EA208DA7BA}"/>
                </c:ext>
              </c:extLst>
            </c:dLbl>
            <c:dLbl>
              <c:idx val="1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A-7405-42D2-84DE-F8EA208DA7BA}"/>
                </c:ext>
              </c:extLst>
            </c:dLbl>
            <c:dLbl>
              <c:idx val="1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B-7405-42D2-84DE-F8EA208DA7BA}"/>
                </c:ext>
              </c:extLst>
            </c:dLbl>
            <c:dLbl>
              <c:idx val="1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C-7405-42D2-84DE-F8EA208DA7BA}"/>
                </c:ext>
              </c:extLst>
            </c:dLbl>
            <c:dLbl>
              <c:idx val="1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D-7405-42D2-84DE-F8EA208DA7BA}"/>
                </c:ext>
              </c:extLst>
            </c:dLbl>
            <c:dLbl>
              <c:idx val="1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E-7405-42D2-84DE-F8EA208DA7BA}"/>
                </c:ext>
              </c:extLst>
            </c:dLbl>
            <c:dLbl>
              <c:idx val="1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2F-7405-42D2-84DE-F8EA208DA7BA}"/>
                </c:ext>
              </c:extLst>
            </c:dLbl>
            <c:dLbl>
              <c:idx val="1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0-7405-42D2-84DE-F8EA208DA7BA}"/>
                </c:ext>
              </c:extLst>
            </c:dLbl>
            <c:dLbl>
              <c:idx val="1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1-7405-42D2-84DE-F8EA208DA7BA}"/>
                </c:ext>
              </c:extLst>
            </c:dLbl>
            <c:dLbl>
              <c:idx val="1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2-7405-42D2-84DE-F8EA208DA7BA}"/>
                </c:ext>
              </c:extLst>
            </c:dLbl>
            <c:dLbl>
              <c:idx val="1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3-7405-42D2-84DE-F8EA208DA7BA}"/>
                </c:ext>
              </c:extLst>
            </c:dLbl>
            <c:dLbl>
              <c:idx val="1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4-7405-42D2-84DE-F8EA208DA7BA}"/>
                </c:ext>
              </c:extLst>
            </c:dLbl>
            <c:dLbl>
              <c:idx val="1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5-7405-42D2-84DE-F8EA208DA7BA}"/>
                </c:ext>
              </c:extLst>
            </c:dLbl>
            <c:dLbl>
              <c:idx val="1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6-7405-42D2-84DE-F8EA208DA7BA}"/>
                </c:ext>
              </c:extLst>
            </c:dLbl>
            <c:dLbl>
              <c:idx val="1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7-7405-42D2-84DE-F8EA208DA7BA}"/>
                </c:ext>
              </c:extLst>
            </c:dLbl>
            <c:dLbl>
              <c:idx val="1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8-7405-42D2-84DE-F8EA208DA7BA}"/>
                </c:ext>
              </c:extLst>
            </c:dLbl>
            <c:dLbl>
              <c:idx val="1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9-7405-42D2-84DE-F8EA208DA7BA}"/>
                </c:ext>
              </c:extLst>
            </c:dLbl>
            <c:dLbl>
              <c:idx val="1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A-7405-42D2-84DE-F8EA208DA7BA}"/>
                </c:ext>
              </c:extLst>
            </c:dLbl>
            <c:dLbl>
              <c:idx val="1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B-7405-42D2-84DE-F8EA208DA7BA}"/>
                </c:ext>
              </c:extLst>
            </c:dLbl>
            <c:dLbl>
              <c:idx val="1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C-7405-42D2-84DE-F8EA208DA7BA}"/>
                </c:ext>
              </c:extLst>
            </c:dLbl>
            <c:dLbl>
              <c:idx val="1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D-7405-42D2-84DE-F8EA208DA7BA}"/>
                </c:ext>
              </c:extLst>
            </c:dLbl>
            <c:dLbl>
              <c:idx val="1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E-7405-42D2-84DE-F8EA208DA7BA}"/>
                </c:ext>
              </c:extLst>
            </c:dLbl>
            <c:dLbl>
              <c:idx val="1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3F-7405-42D2-84DE-F8EA208DA7BA}"/>
                </c:ext>
              </c:extLst>
            </c:dLbl>
            <c:dLbl>
              <c:idx val="1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0-7405-42D2-84DE-F8EA208DA7BA}"/>
                </c:ext>
              </c:extLst>
            </c:dLbl>
            <c:dLbl>
              <c:idx val="1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1-7405-42D2-84DE-F8EA208DA7BA}"/>
                </c:ext>
              </c:extLst>
            </c:dLbl>
            <c:dLbl>
              <c:idx val="1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2-7405-42D2-84DE-F8EA208DA7BA}"/>
                </c:ext>
              </c:extLst>
            </c:dLbl>
            <c:dLbl>
              <c:idx val="1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3-7405-42D2-84DE-F8EA208DA7BA}"/>
                </c:ext>
              </c:extLst>
            </c:dLbl>
            <c:dLbl>
              <c:idx val="1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4-7405-42D2-84DE-F8EA208DA7BA}"/>
                </c:ext>
              </c:extLst>
            </c:dLbl>
            <c:dLbl>
              <c:idx val="1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5-7405-42D2-84DE-F8EA208DA7BA}"/>
                </c:ext>
              </c:extLst>
            </c:dLbl>
            <c:dLbl>
              <c:idx val="1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6-7405-42D2-84DE-F8EA208DA7BA}"/>
                </c:ext>
              </c:extLst>
            </c:dLbl>
            <c:dLbl>
              <c:idx val="1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7-7405-42D2-84DE-F8EA208DA7BA}"/>
                </c:ext>
              </c:extLst>
            </c:dLbl>
            <c:dLbl>
              <c:idx val="1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8-7405-42D2-84DE-F8EA208DA7BA}"/>
                </c:ext>
              </c:extLst>
            </c:dLbl>
            <c:dLbl>
              <c:idx val="1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9-7405-42D2-84DE-F8EA208DA7BA}"/>
                </c:ext>
              </c:extLst>
            </c:dLbl>
            <c:dLbl>
              <c:idx val="1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A-7405-42D2-84DE-F8EA208DA7BA}"/>
                </c:ext>
              </c:extLst>
            </c:dLbl>
            <c:dLbl>
              <c:idx val="1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B-7405-42D2-84DE-F8EA208DA7BA}"/>
                </c:ext>
              </c:extLst>
            </c:dLbl>
            <c:dLbl>
              <c:idx val="1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C-7405-42D2-84DE-F8EA208DA7BA}"/>
                </c:ext>
              </c:extLst>
            </c:dLbl>
            <c:dLbl>
              <c:idx val="1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D-7405-42D2-84DE-F8EA208DA7BA}"/>
                </c:ext>
              </c:extLst>
            </c:dLbl>
            <c:dLbl>
              <c:idx val="1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E-7405-42D2-84DE-F8EA208DA7BA}"/>
                </c:ext>
              </c:extLst>
            </c:dLbl>
            <c:dLbl>
              <c:idx val="1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4F-7405-42D2-84DE-F8EA208DA7BA}"/>
                </c:ext>
              </c:extLst>
            </c:dLbl>
            <c:dLbl>
              <c:idx val="1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0-7405-42D2-84DE-F8EA208DA7BA}"/>
                </c:ext>
              </c:extLst>
            </c:dLbl>
            <c:dLbl>
              <c:idx val="1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1-7405-42D2-84DE-F8EA208DA7BA}"/>
                </c:ext>
              </c:extLst>
            </c:dLbl>
            <c:dLbl>
              <c:idx val="1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2-7405-42D2-84DE-F8EA208DA7BA}"/>
                </c:ext>
              </c:extLst>
            </c:dLbl>
            <c:dLbl>
              <c:idx val="1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3-7405-42D2-84DE-F8EA208DA7BA}"/>
                </c:ext>
              </c:extLst>
            </c:dLbl>
            <c:dLbl>
              <c:idx val="1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4-7405-42D2-84DE-F8EA208DA7BA}"/>
                </c:ext>
              </c:extLst>
            </c:dLbl>
            <c:dLbl>
              <c:idx val="1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5-7405-42D2-84DE-F8EA208DA7BA}"/>
                </c:ext>
              </c:extLst>
            </c:dLbl>
            <c:dLbl>
              <c:idx val="1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6-7405-42D2-84DE-F8EA208DA7BA}"/>
                </c:ext>
              </c:extLst>
            </c:dLbl>
            <c:dLbl>
              <c:idx val="1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7-7405-42D2-84DE-F8EA208DA7BA}"/>
                </c:ext>
              </c:extLst>
            </c:dLbl>
            <c:dLbl>
              <c:idx val="1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8-7405-42D2-84DE-F8EA208DA7BA}"/>
                </c:ext>
              </c:extLst>
            </c:dLbl>
            <c:dLbl>
              <c:idx val="1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9-7405-42D2-84DE-F8EA208DA7BA}"/>
                </c:ext>
              </c:extLst>
            </c:dLbl>
            <c:dLbl>
              <c:idx val="1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A-7405-42D2-84DE-F8EA208DA7BA}"/>
                </c:ext>
              </c:extLst>
            </c:dLbl>
            <c:dLbl>
              <c:idx val="1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B-7405-42D2-84DE-F8EA208DA7BA}"/>
                </c:ext>
              </c:extLst>
            </c:dLbl>
            <c:dLbl>
              <c:idx val="1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C-7405-42D2-84DE-F8EA208DA7BA}"/>
                </c:ext>
              </c:extLst>
            </c:dLbl>
            <c:dLbl>
              <c:idx val="1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D-7405-42D2-84DE-F8EA208DA7BA}"/>
                </c:ext>
              </c:extLst>
            </c:dLbl>
            <c:dLbl>
              <c:idx val="1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E-7405-42D2-84DE-F8EA208DA7BA}"/>
                </c:ext>
              </c:extLst>
            </c:dLbl>
            <c:dLbl>
              <c:idx val="1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5F-7405-42D2-84DE-F8EA208DA7BA}"/>
                </c:ext>
              </c:extLst>
            </c:dLbl>
            <c:dLbl>
              <c:idx val="1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0-7405-42D2-84DE-F8EA208DA7BA}"/>
                </c:ext>
              </c:extLst>
            </c:dLbl>
            <c:dLbl>
              <c:idx val="1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1-7405-42D2-84DE-F8EA208DA7BA}"/>
                </c:ext>
              </c:extLst>
            </c:dLbl>
            <c:dLbl>
              <c:idx val="1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2-7405-42D2-84DE-F8EA208DA7BA}"/>
                </c:ext>
              </c:extLst>
            </c:dLbl>
            <c:dLbl>
              <c:idx val="1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3-7405-42D2-84DE-F8EA208DA7BA}"/>
                </c:ext>
              </c:extLst>
            </c:dLbl>
            <c:dLbl>
              <c:idx val="1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4-7405-42D2-84DE-F8EA208DA7BA}"/>
                </c:ext>
              </c:extLst>
            </c:dLbl>
            <c:dLbl>
              <c:idx val="1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5-7405-42D2-84DE-F8EA208DA7BA}"/>
                </c:ext>
              </c:extLst>
            </c:dLbl>
            <c:dLbl>
              <c:idx val="1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6-7405-42D2-84DE-F8EA208DA7BA}"/>
                </c:ext>
              </c:extLst>
            </c:dLbl>
            <c:dLbl>
              <c:idx val="1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7-7405-42D2-84DE-F8EA208DA7BA}"/>
                </c:ext>
              </c:extLst>
            </c:dLbl>
            <c:dLbl>
              <c:idx val="1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8-7405-42D2-84DE-F8EA208DA7BA}"/>
                </c:ext>
              </c:extLst>
            </c:dLbl>
            <c:dLbl>
              <c:idx val="1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9-7405-42D2-84DE-F8EA208DA7BA}"/>
                </c:ext>
              </c:extLst>
            </c:dLbl>
            <c:dLbl>
              <c:idx val="1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A-7405-42D2-84DE-F8EA208DA7BA}"/>
                </c:ext>
              </c:extLst>
            </c:dLbl>
            <c:dLbl>
              <c:idx val="1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B-7405-42D2-84DE-F8EA208DA7BA}"/>
                </c:ext>
              </c:extLst>
            </c:dLbl>
            <c:dLbl>
              <c:idx val="1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C-7405-42D2-84DE-F8EA208DA7BA}"/>
                </c:ext>
              </c:extLst>
            </c:dLbl>
            <c:dLbl>
              <c:idx val="1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D-7405-42D2-84DE-F8EA208DA7BA}"/>
                </c:ext>
              </c:extLst>
            </c:dLbl>
            <c:dLbl>
              <c:idx val="1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E-7405-42D2-84DE-F8EA208DA7BA}"/>
                </c:ext>
              </c:extLst>
            </c:dLbl>
            <c:dLbl>
              <c:idx val="1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6F-7405-42D2-84DE-F8EA208DA7BA}"/>
                </c:ext>
              </c:extLst>
            </c:dLbl>
            <c:dLbl>
              <c:idx val="1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0-7405-42D2-84DE-F8EA208DA7BA}"/>
                </c:ext>
              </c:extLst>
            </c:dLbl>
            <c:dLbl>
              <c:idx val="1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1-7405-42D2-84DE-F8EA208DA7BA}"/>
                </c:ext>
              </c:extLst>
            </c:dLbl>
            <c:dLbl>
              <c:idx val="1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2-7405-42D2-84DE-F8EA208DA7BA}"/>
                </c:ext>
              </c:extLst>
            </c:dLbl>
            <c:dLbl>
              <c:idx val="1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3-7405-42D2-84DE-F8EA208DA7BA}"/>
                </c:ext>
              </c:extLst>
            </c:dLbl>
            <c:dLbl>
              <c:idx val="1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4-7405-42D2-84DE-F8EA208DA7BA}"/>
                </c:ext>
              </c:extLst>
            </c:dLbl>
            <c:dLbl>
              <c:idx val="1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5-7405-42D2-84DE-F8EA208DA7BA}"/>
                </c:ext>
              </c:extLst>
            </c:dLbl>
            <c:dLbl>
              <c:idx val="1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6-7405-42D2-84DE-F8EA208DA7BA}"/>
                </c:ext>
              </c:extLst>
            </c:dLbl>
            <c:dLbl>
              <c:idx val="1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7-7405-42D2-84DE-F8EA208DA7BA}"/>
                </c:ext>
              </c:extLst>
            </c:dLbl>
            <c:dLbl>
              <c:idx val="1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8-7405-42D2-84DE-F8EA208DA7BA}"/>
                </c:ext>
              </c:extLst>
            </c:dLbl>
            <c:dLbl>
              <c:idx val="1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9-7405-42D2-84DE-F8EA208DA7BA}"/>
                </c:ext>
              </c:extLst>
            </c:dLbl>
            <c:dLbl>
              <c:idx val="1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A-7405-42D2-84DE-F8EA208DA7BA}"/>
                </c:ext>
              </c:extLst>
            </c:dLbl>
            <c:dLbl>
              <c:idx val="1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B-7405-42D2-84DE-F8EA208DA7BA}"/>
                </c:ext>
              </c:extLst>
            </c:dLbl>
            <c:dLbl>
              <c:idx val="1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C-7405-42D2-84DE-F8EA208DA7BA}"/>
                </c:ext>
              </c:extLst>
            </c:dLbl>
            <c:dLbl>
              <c:idx val="1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D-7405-42D2-84DE-F8EA208DA7BA}"/>
                </c:ext>
              </c:extLst>
            </c:dLbl>
            <c:dLbl>
              <c:idx val="1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E-7405-42D2-84DE-F8EA208DA7BA}"/>
                </c:ext>
              </c:extLst>
            </c:dLbl>
            <c:dLbl>
              <c:idx val="1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7F-7405-42D2-84DE-F8EA208DA7BA}"/>
                </c:ext>
              </c:extLst>
            </c:dLbl>
            <c:dLbl>
              <c:idx val="1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0-7405-42D2-84DE-F8EA208DA7BA}"/>
                </c:ext>
              </c:extLst>
            </c:dLbl>
            <c:dLbl>
              <c:idx val="1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1-7405-42D2-84DE-F8EA208DA7BA}"/>
                </c:ext>
              </c:extLst>
            </c:dLbl>
            <c:dLbl>
              <c:idx val="1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2-7405-42D2-84DE-F8EA208DA7BA}"/>
                </c:ext>
              </c:extLst>
            </c:dLbl>
            <c:dLbl>
              <c:idx val="1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3-7405-42D2-84DE-F8EA208DA7BA}"/>
                </c:ext>
              </c:extLst>
            </c:dLbl>
            <c:dLbl>
              <c:idx val="1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4-7405-42D2-84DE-F8EA208DA7BA}"/>
                </c:ext>
              </c:extLst>
            </c:dLbl>
            <c:dLbl>
              <c:idx val="1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5-7405-42D2-84DE-F8EA208DA7BA}"/>
                </c:ext>
              </c:extLst>
            </c:dLbl>
            <c:dLbl>
              <c:idx val="1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6-7405-42D2-84DE-F8EA208DA7BA}"/>
                </c:ext>
              </c:extLst>
            </c:dLbl>
            <c:dLbl>
              <c:idx val="1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7-7405-42D2-84DE-F8EA208DA7BA}"/>
                </c:ext>
              </c:extLst>
            </c:dLbl>
            <c:dLbl>
              <c:idx val="1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8-7405-42D2-84DE-F8EA208DA7BA}"/>
                </c:ext>
              </c:extLst>
            </c:dLbl>
            <c:dLbl>
              <c:idx val="1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9-7405-42D2-84DE-F8EA208DA7BA}"/>
                </c:ext>
              </c:extLst>
            </c:dLbl>
            <c:dLbl>
              <c:idx val="1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A-7405-42D2-84DE-F8EA208DA7BA}"/>
                </c:ext>
              </c:extLst>
            </c:dLbl>
            <c:dLbl>
              <c:idx val="1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B-7405-42D2-84DE-F8EA208DA7BA}"/>
                </c:ext>
              </c:extLst>
            </c:dLbl>
            <c:dLbl>
              <c:idx val="1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C-7405-42D2-84DE-F8EA208DA7BA}"/>
                </c:ext>
              </c:extLst>
            </c:dLbl>
            <c:dLbl>
              <c:idx val="1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D-7405-42D2-84DE-F8EA208DA7BA}"/>
                </c:ext>
              </c:extLst>
            </c:dLbl>
            <c:dLbl>
              <c:idx val="1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E-7405-42D2-84DE-F8EA208DA7BA}"/>
                </c:ext>
              </c:extLst>
            </c:dLbl>
            <c:dLbl>
              <c:idx val="1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8F-7405-42D2-84DE-F8EA208DA7BA}"/>
                </c:ext>
              </c:extLst>
            </c:dLbl>
            <c:dLbl>
              <c:idx val="1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0-7405-42D2-84DE-F8EA208DA7BA}"/>
                </c:ext>
              </c:extLst>
            </c:dLbl>
            <c:dLbl>
              <c:idx val="1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1-7405-42D2-84DE-F8EA208DA7BA}"/>
                </c:ext>
              </c:extLst>
            </c:dLbl>
            <c:dLbl>
              <c:idx val="1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2-7405-42D2-84DE-F8EA208DA7BA}"/>
                </c:ext>
              </c:extLst>
            </c:dLbl>
            <c:dLbl>
              <c:idx val="1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3-7405-42D2-84DE-F8EA208DA7BA}"/>
                </c:ext>
              </c:extLst>
            </c:dLbl>
            <c:dLbl>
              <c:idx val="1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4-7405-42D2-84DE-F8EA208DA7BA}"/>
                </c:ext>
              </c:extLst>
            </c:dLbl>
            <c:dLbl>
              <c:idx val="1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5-7405-42D2-84DE-F8EA208DA7BA}"/>
                </c:ext>
              </c:extLst>
            </c:dLbl>
            <c:dLbl>
              <c:idx val="1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6-7405-42D2-84DE-F8EA208DA7BA}"/>
                </c:ext>
              </c:extLst>
            </c:dLbl>
            <c:dLbl>
              <c:idx val="1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7-7405-42D2-84DE-F8EA208DA7BA}"/>
                </c:ext>
              </c:extLst>
            </c:dLbl>
            <c:dLbl>
              <c:idx val="1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8-7405-42D2-84DE-F8EA208DA7BA}"/>
                </c:ext>
              </c:extLst>
            </c:dLbl>
            <c:dLbl>
              <c:idx val="1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9-7405-42D2-84DE-F8EA208DA7BA}"/>
                </c:ext>
              </c:extLst>
            </c:dLbl>
            <c:dLbl>
              <c:idx val="1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A-7405-42D2-84DE-F8EA208DA7BA}"/>
                </c:ext>
              </c:extLst>
            </c:dLbl>
            <c:dLbl>
              <c:idx val="1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B-7405-42D2-84DE-F8EA208DA7BA}"/>
                </c:ext>
              </c:extLst>
            </c:dLbl>
            <c:dLbl>
              <c:idx val="1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C-7405-42D2-84DE-F8EA208DA7BA}"/>
                </c:ext>
              </c:extLst>
            </c:dLbl>
            <c:dLbl>
              <c:idx val="1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D-7405-42D2-84DE-F8EA208DA7BA}"/>
                </c:ext>
              </c:extLst>
            </c:dLbl>
            <c:dLbl>
              <c:idx val="1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E-7405-42D2-84DE-F8EA208DA7BA}"/>
                </c:ext>
              </c:extLst>
            </c:dLbl>
            <c:dLbl>
              <c:idx val="1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9F-7405-42D2-84DE-F8EA208DA7BA}"/>
                </c:ext>
              </c:extLst>
            </c:dLbl>
            <c:dLbl>
              <c:idx val="1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0-7405-42D2-84DE-F8EA208DA7BA}"/>
                </c:ext>
              </c:extLst>
            </c:dLbl>
            <c:dLbl>
              <c:idx val="1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1-7405-42D2-84DE-F8EA208DA7BA}"/>
                </c:ext>
              </c:extLst>
            </c:dLbl>
            <c:dLbl>
              <c:idx val="1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2-7405-42D2-84DE-F8EA208DA7BA}"/>
                </c:ext>
              </c:extLst>
            </c:dLbl>
            <c:dLbl>
              <c:idx val="1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3-7405-42D2-84DE-F8EA208DA7BA}"/>
                </c:ext>
              </c:extLst>
            </c:dLbl>
            <c:dLbl>
              <c:idx val="1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4-7405-42D2-84DE-F8EA208DA7BA}"/>
                </c:ext>
              </c:extLst>
            </c:dLbl>
            <c:dLbl>
              <c:idx val="1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5-7405-42D2-84DE-F8EA208DA7BA}"/>
                </c:ext>
              </c:extLst>
            </c:dLbl>
            <c:dLbl>
              <c:idx val="1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6-7405-42D2-84DE-F8EA208DA7BA}"/>
                </c:ext>
              </c:extLst>
            </c:dLbl>
            <c:dLbl>
              <c:idx val="1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7-7405-42D2-84DE-F8EA208DA7BA}"/>
                </c:ext>
              </c:extLst>
            </c:dLbl>
            <c:dLbl>
              <c:idx val="1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8-7405-42D2-84DE-F8EA208DA7BA}"/>
                </c:ext>
              </c:extLst>
            </c:dLbl>
            <c:dLbl>
              <c:idx val="1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9-7405-42D2-84DE-F8EA208DA7BA}"/>
                </c:ext>
              </c:extLst>
            </c:dLbl>
            <c:dLbl>
              <c:idx val="1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A-7405-42D2-84DE-F8EA208DA7BA}"/>
                </c:ext>
              </c:extLst>
            </c:dLbl>
            <c:dLbl>
              <c:idx val="1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B-7405-42D2-84DE-F8EA208DA7BA}"/>
                </c:ext>
              </c:extLst>
            </c:dLbl>
            <c:dLbl>
              <c:idx val="1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C-7405-42D2-84DE-F8EA208DA7BA}"/>
                </c:ext>
              </c:extLst>
            </c:dLbl>
            <c:dLbl>
              <c:idx val="1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D-7405-42D2-84DE-F8EA208DA7BA}"/>
                </c:ext>
              </c:extLst>
            </c:dLbl>
            <c:dLbl>
              <c:idx val="1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E-7405-42D2-84DE-F8EA208DA7BA}"/>
                </c:ext>
              </c:extLst>
            </c:dLbl>
            <c:dLbl>
              <c:idx val="1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AF-7405-42D2-84DE-F8EA208DA7BA}"/>
                </c:ext>
              </c:extLst>
            </c:dLbl>
            <c:dLbl>
              <c:idx val="1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0-7405-42D2-84DE-F8EA208DA7BA}"/>
                </c:ext>
              </c:extLst>
            </c:dLbl>
            <c:dLbl>
              <c:idx val="1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1-7405-42D2-84DE-F8EA208DA7BA}"/>
                </c:ext>
              </c:extLst>
            </c:dLbl>
            <c:dLbl>
              <c:idx val="1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2-7405-42D2-84DE-F8EA208DA7BA}"/>
                </c:ext>
              </c:extLst>
            </c:dLbl>
            <c:dLbl>
              <c:idx val="1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3-7405-42D2-84DE-F8EA208DA7BA}"/>
                </c:ext>
              </c:extLst>
            </c:dLbl>
            <c:dLbl>
              <c:idx val="1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4-7405-42D2-84DE-F8EA208DA7BA}"/>
                </c:ext>
              </c:extLst>
            </c:dLbl>
            <c:dLbl>
              <c:idx val="1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5-7405-42D2-84DE-F8EA208DA7BA}"/>
                </c:ext>
              </c:extLst>
            </c:dLbl>
            <c:dLbl>
              <c:idx val="1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6-7405-42D2-84DE-F8EA208DA7BA}"/>
                </c:ext>
              </c:extLst>
            </c:dLbl>
            <c:dLbl>
              <c:idx val="1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7-7405-42D2-84DE-F8EA208DA7BA}"/>
                </c:ext>
              </c:extLst>
            </c:dLbl>
            <c:dLbl>
              <c:idx val="1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8-7405-42D2-84DE-F8EA208DA7BA}"/>
                </c:ext>
              </c:extLst>
            </c:dLbl>
            <c:dLbl>
              <c:idx val="1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9-7405-42D2-84DE-F8EA208DA7BA}"/>
                </c:ext>
              </c:extLst>
            </c:dLbl>
            <c:dLbl>
              <c:idx val="1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A-7405-42D2-84DE-F8EA208DA7BA}"/>
                </c:ext>
              </c:extLst>
            </c:dLbl>
            <c:dLbl>
              <c:idx val="1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B-7405-42D2-84DE-F8EA208DA7BA}"/>
                </c:ext>
              </c:extLst>
            </c:dLbl>
            <c:dLbl>
              <c:idx val="1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C-7405-42D2-84DE-F8EA208DA7BA}"/>
                </c:ext>
              </c:extLst>
            </c:dLbl>
            <c:dLbl>
              <c:idx val="1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D-7405-42D2-84DE-F8EA208DA7BA}"/>
                </c:ext>
              </c:extLst>
            </c:dLbl>
            <c:dLbl>
              <c:idx val="1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E-7405-42D2-84DE-F8EA208DA7BA}"/>
                </c:ext>
              </c:extLst>
            </c:dLbl>
            <c:dLbl>
              <c:idx val="1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BF-7405-42D2-84DE-F8EA208DA7BA}"/>
                </c:ext>
              </c:extLst>
            </c:dLbl>
            <c:dLbl>
              <c:idx val="1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0-7405-42D2-84DE-F8EA208DA7BA}"/>
                </c:ext>
              </c:extLst>
            </c:dLbl>
            <c:dLbl>
              <c:idx val="1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1-7405-42D2-84DE-F8EA208DA7BA}"/>
                </c:ext>
              </c:extLst>
            </c:dLbl>
            <c:dLbl>
              <c:idx val="1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2-7405-42D2-84DE-F8EA208DA7BA}"/>
                </c:ext>
              </c:extLst>
            </c:dLbl>
            <c:dLbl>
              <c:idx val="1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3-7405-42D2-84DE-F8EA208DA7BA}"/>
                </c:ext>
              </c:extLst>
            </c:dLbl>
            <c:dLbl>
              <c:idx val="1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4-7405-42D2-84DE-F8EA208DA7BA}"/>
                </c:ext>
              </c:extLst>
            </c:dLbl>
            <c:dLbl>
              <c:idx val="1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5-7405-42D2-84DE-F8EA208DA7BA}"/>
                </c:ext>
              </c:extLst>
            </c:dLbl>
            <c:dLbl>
              <c:idx val="1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6-7405-42D2-84DE-F8EA208DA7BA}"/>
                </c:ext>
              </c:extLst>
            </c:dLbl>
            <c:dLbl>
              <c:idx val="1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7-7405-42D2-84DE-F8EA208DA7BA}"/>
                </c:ext>
              </c:extLst>
            </c:dLbl>
            <c:dLbl>
              <c:idx val="1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8-7405-42D2-84DE-F8EA208DA7BA}"/>
                </c:ext>
              </c:extLst>
            </c:dLbl>
            <c:dLbl>
              <c:idx val="1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9-7405-42D2-84DE-F8EA208DA7BA}"/>
                </c:ext>
              </c:extLst>
            </c:dLbl>
            <c:dLbl>
              <c:idx val="1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A-7405-42D2-84DE-F8EA208DA7BA}"/>
                </c:ext>
              </c:extLst>
            </c:dLbl>
            <c:dLbl>
              <c:idx val="1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B-7405-42D2-84DE-F8EA208DA7BA}"/>
                </c:ext>
              </c:extLst>
            </c:dLbl>
            <c:dLbl>
              <c:idx val="1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C-7405-42D2-84DE-F8EA208DA7BA}"/>
                </c:ext>
              </c:extLst>
            </c:dLbl>
            <c:dLbl>
              <c:idx val="1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D-7405-42D2-84DE-F8EA208DA7BA}"/>
                </c:ext>
              </c:extLst>
            </c:dLbl>
            <c:dLbl>
              <c:idx val="1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E-7405-42D2-84DE-F8EA208DA7BA}"/>
                </c:ext>
              </c:extLst>
            </c:dLbl>
            <c:dLbl>
              <c:idx val="1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CF-7405-42D2-84DE-F8EA208DA7BA}"/>
                </c:ext>
              </c:extLst>
            </c:dLbl>
            <c:dLbl>
              <c:idx val="1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0-7405-42D2-84DE-F8EA208DA7BA}"/>
                </c:ext>
              </c:extLst>
            </c:dLbl>
            <c:dLbl>
              <c:idx val="1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1-7405-42D2-84DE-F8EA208DA7BA}"/>
                </c:ext>
              </c:extLst>
            </c:dLbl>
            <c:dLbl>
              <c:idx val="1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2-7405-42D2-84DE-F8EA208DA7BA}"/>
                </c:ext>
              </c:extLst>
            </c:dLbl>
            <c:dLbl>
              <c:idx val="1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3-7405-42D2-84DE-F8EA208DA7BA}"/>
                </c:ext>
              </c:extLst>
            </c:dLbl>
            <c:dLbl>
              <c:idx val="1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4-7405-42D2-84DE-F8EA208DA7BA}"/>
                </c:ext>
              </c:extLst>
            </c:dLbl>
            <c:dLbl>
              <c:idx val="1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5-7405-42D2-84DE-F8EA208DA7BA}"/>
                </c:ext>
              </c:extLst>
            </c:dLbl>
            <c:dLbl>
              <c:idx val="1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6-7405-42D2-84DE-F8EA208DA7BA}"/>
                </c:ext>
              </c:extLst>
            </c:dLbl>
            <c:dLbl>
              <c:idx val="1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7-7405-42D2-84DE-F8EA208DA7BA}"/>
                </c:ext>
              </c:extLst>
            </c:dLbl>
            <c:dLbl>
              <c:idx val="1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8-7405-42D2-84DE-F8EA208DA7BA}"/>
                </c:ext>
              </c:extLst>
            </c:dLbl>
            <c:dLbl>
              <c:idx val="1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9-7405-42D2-84DE-F8EA208DA7BA}"/>
                </c:ext>
              </c:extLst>
            </c:dLbl>
            <c:dLbl>
              <c:idx val="1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A-7405-42D2-84DE-F8EA208DA7BA}"/>
                </c:ext>
              </c:extLst>
            </c:dLbl>
            <c:dLbl>
              <c:idx val="1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B-7405-42D2-84DE-F8EA208DA7BA}"/>
                </c:ext>
              </c:extLst>
            </c:dLbl>
            <c:dLbl>
              <c:idx val="1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C-7405-42D2-84DE-F8EA208DA7BA}"/>
                </c:ext>
              </c:extLst>
            </c:dLbl>
            <c:dLbl>
              <c:idx val="1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D-7405-42D2-84DE-F8EA208DA7BA}"/>
                </c:ext>
              </c:extLst>
            </c:dLbl>
            <c:dLbl>
              <c:idx val="1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E-7405-42D2-84DE-F8EA208DA7BA}"/>
                </c:ext>
              </c:extLst>
            </c:dLbl>
            <c:dLbl>
              <c:idx val="1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DF-7405-42D2-84DE-F8EA208DA7BA}"/>
                </c:ext>
              </c:extLst>
            </c:dLbl>
            <c:dLbl>
              <c:idx val="1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0-7405-42D2-84DE-F8EA208DA7BA}"/>
                </c:ext>
              </c:extLst>
            </c:dLbl>
            <c:dLbl>
              <c:idx val="1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1-7405-42D2-84DE-F8EA208DA7BA}"/>
                </c:ext>
              </c:extLst>
            </c:dLbl>
            <c:dLbl>
              <c:idx val="1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2-7405-42D2-84DE-F8EA208DA7BA}"/>
                </c:ext>
              </c:extLst>
            </c:dLbl>
            <c:dLbl>
              <c:idx val="1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3-7405-42D2-84DE-F8EA208DA7BA}"/>
                </c:ext>
              </c:extLst>
            </c:dLbl>
            <c:dLbl>
              <c:idx val="1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4-7405-42D2-84DE-F8EA208DA7BA}"/>
                </c:ext>
              </c:extLst>
            </c:dLbl>
            <c:dLbl>
              <c:idx val="1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5-7405-42D2-84DE-F8EA208DA7BA}"/>
                </c:ext>
              </c:extLst>
            </c:dLbl>
            <c:dLbl>
              <c:idx val="1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6-7405-42D2-84DE-F8EA208DA7BA}"/>
                </c:ext>
              </c:extLst>
            </c:dLbl>
            <c:dLbl>
              <c:idx val="1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7-7405-42D2-84DE-F8EA208DA7BA}"/>
                </c:ext>
              </c:extLst>
            </c:dLbl>
            <c:dLbl>
              <c:idx val="1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8-7405-42D2-84DE-F8EA208DA7BA}"/>
                </c:ext>
              </c:extLst>
            </c:dLbl>
            <c:dLbl>
              <c:idx val="1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9-7405-42D2-84DE-F8EA208DA7BA}"/>
                </c:ext>
              </c:extLst>
            </c:dLbl>
            <c:dLbl>
              <c:idx val="1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A-7405-42D2-84DE-F8EA208DA7BA}"/>
                </c:ext>
              </c:extLst>
            </c:dLbl>
            <c:dLbl>
              <c:idx val="1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B-7405-42D2-84DE-F8EA208DA7BA}"/>
                </c:ext>
              </c:extLst>
            </c:dLbl>
            <c:dLbl>
              <c:idx val="1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C-7405-42D2-84DE-F8EA208DA7BA}"/>
                </c:ext>
              </c:extLst>
            </c:dLbl>
            <c:dLbl>
              <c:idx val="1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D-7405-42D2-84DE-F8EA208DA7BA}"/>
                </c:ext>
              </c:extLst>
            </c:dLbl>
            <c:dLbl>
              <c:idx val="1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E-7405-42D2-84DE-F8EA208DA7BA}"/>
                </c:ext>
              </c:extLst>
            </c:dLbl>
            <c:dLbl>
              <c:idx val="1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EF-7405-42D2-84DE-F8EA208DA7BA}"/>
                </c:ext>
              </c:extLst>
            </c:dLbl>
            <c:dLbl>
              <c:idx val="1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0-7405-42D2-84DE-F8EA208DA7BA}"/>
                </c:ext>
              </c:extLst>
            </c:dLbl>
            <c:dLbl>
              <c:idx val="1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1-7405-42D2-84DE-F8EA208DA7BA}"/>
                </c:ext>
              </c:extLst>
            </c:dLbl>
            <c:dLbl>
              <c:idx val="1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2-7405-42D2-84DE-F8EA208DA7BA}"/>
                </c:ext>
              </c:extLst>
            </c:dLbl>
            <c:dLbl>
              <c:idx val="1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3-7405-42D2-84DE-F8EA208DA7BA}"/>
                </c:ext>
              </c:extLst>
            </c:dLbl>
            <c:dLbl>
              <c:idx val="1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4-7405-42D2-84DE-F8EA208DA7BA}"/>
                </c:ext>
              </c:extLst>
            </c:dLbl>
            <c:dLbl>
              <c:idx val="1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5-7405-42D2-84DE-F8EA208DA7BA}"/>
                </c:ext>
              </c:extLst>
            </c:dLbl>
            <c:dLbl>
              <c:idx val="1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6-7405-42D2-84DE-F8EA208DA7BA}"/>
                </c:ext>
              </c:extLst>
            </c:dLbl>
            <c:dLbl>
              <c:idx val="1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7-7405-42D2-84DE-F8EA208DA7BA}"/>
                </c:ext>
              </c:extLst>
            </c:dLbl>
            <c:dLbl>
              <c:idx val="1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8-7405-42D2-84DE-F8EA208DA7BA}"/>
                </c:ext>
              </c:extLst>
            </c:dLbl>
            <c:dLbl>
              <c:idx val="1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9-7405-42D2-84DE-F8EA208DA7BA}"/>
                </c:ext>
              </c:extLst>
            </c:dLbl>
            <c:dLbl>
              <c:idx val="1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A-7405-42D2-84DE-F8EA208DA7BA}"/>
                </c:ext>
              </c:extLst>
            </c:dLbl>
            <c:dLbl>
              <c:idx val="1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B-7405-42D2-84DE-F8EA208DA7BA}"/>
                </c:ext>
              </c:extLst>
            </c:dLbl>
            <c:dLbl>
              <c:idx val="1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C-7405-42D2-84DE-F8EA208DA7BA}"/>
                </c:ext>
              </c:extLst>
            </c:dLbl>
            <c:dLbl>
              <c:idx val="1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D-7405-42D2-84DE-F8EA208DA7BA}"/>
                </c:ext>
              </c:extLst>
            </c:dLbl>
            <c:dLbl>
              <c:idx val="1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E-7405-42D2-84DE-F8EA208DA7BA}"/>
                </c:ext>
              </c:extLst>
            </c:dLbl>
            <c:dLbl>
              <c:idx val="1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DFF-7405-42D2-84DE-F8EA208DA7BA}"/>
                </c:ext>
              </c:extLst>
            </c:dLbl>
            <c:dLbl>
              <c:idx val="1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0-7405-42D2-84DE-F8EA208DA7BA}"/>
                </c:ext>
              </c:extLst>
            </c:dLbl>
            <c:dLbl>
              <c:idx val="1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1-7405-42D2-84DE-F8EA208DA7BA}"/>
                </c:ext>
              </c:extLst>
            </c:dLbl>
            <c:dLbl>
              <c:idx val="1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2-7405-42D2-84DE-F8EA208DA7BA}"/>
                </c:ext>
              </c:extLst>
            </c:dLbl>
            <c:dLbl>
              <c:idx val="1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3-7405-42D2-84DE-F8EA208DA7BA}"/>
                </c:ext>
              </c:extLst>
            </c:dLbl>
            <c:dLbl>
              <c:idx val="1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4-7405-42D2-84DE-F8EA208DA7BA}"/>
                </c:ext>
              </c:extLst>
            </c:dLbl>
            <c:dLbl>
              <c:idx val="1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5-7405-42D2-84DE-F8EA208DA7BA}"/>
                </c:ext>
              </c:extLst>
            </c:dLbl>
            <c:dLbl>
              <c:idx val="1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6-7405-42D2-84DE-F8EA208DA7BA}"/>
                </c:ext>
              </c:extLst>
            </c:dLbl>
            <c:dLbl>
              <c:idx val="1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7-7405-42D2-84DE-F8EA208DA7BA}"/>
                </c:ext>
              </c:extLst>
            </c:dLbl>
            <c:dLbl>
              <c:idx val="1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8-7405-42D2-84DE-F8EA208DA7BA}"/>
                </c:ext>
              </c:extLst>
            </c:dLbl>
            <c:dLbl>
              <c:idx val="1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9-7405-42D2-84DE-F8EA208DA7BA}"/>
                </c:ext>
              </c:extLst>
            </c:dLbl>
            <c:dLbl>
              <c:idx val="1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A-7405-42D2-84DE-F8EA208DA7BA}"/>
                </c:ext>
              </c:extLst>
            </c:dLbl>
            <c:dLbl>
              <c:idx val="1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B-7405-42D2-84DE-F8EA208DA7BA}"/>
                </c:ext>
              </c:extLst>
            </c:dLbl>
            <c:dLbl>
              <c:idx val="1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C-7405-42D2-84DE-F8EA208DA7BA}"/>
                </c:ext>
              </c:extLst>
            </c:dLbl>
            <c:dLbl>
              <c:idx val="1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D-7405-42D2-84DE-F8EA208DA7BA}"/>
                </c:ext>
              </c:extLst>
            </c:dLbl>
            <c:dLbl>
              <c:idx val="1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E-7405-42D2-84DE-F8EA208DA7BA}"/>
                </c:ext>
              </c:extLst>
            </c:dLbl>
            <c:dLbl>
              <c:idx val="1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0F-7405-42D2-84DE-F8EA208DA7BA}"/>
                </c:ext>
              </c:extLst>
            </c:dLbl>
            <c:dLbl>
              <c:idx val="1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0-7405-42D2-84DE-F8EA208DA7BA}"/>
                </c:ext>
              </c:extLst>
            </c:dLbl>
            <c:dLbl>
              <c:idx val="1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1-7405-42D2-84DE-F8EA208DA7BA}"/>
                </c:ext>
              </c:extLst>
            </c:dLbl>
            <c:dLbl>
              <c:idx val="1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2-7405-42D2-84DE-F8EA208DA7BA}"/>
                </c:ext>
              </c:extLst>
            </c:dLbl>
            <c:dLbl>
              <c:idx val="1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3-7405-42D2-84DE-F8EA208DA7BA}"/>
                </c:ext>
              </c:extLst>
            </c:dLbl>
            <c:dLbl>
              <c:idx val="1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4-7405-42D2-84DE-F8EA208DA7BA}"/>
                </c:ext>
              </c:extLst>
            </c:dLbl>
            <c:dLbl>
              <c:idx val="1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5-7405-42D2-84DE-F8EA208DA7BA}"/>
                </c:ext>
              </c:extLst>
            </c:dLbl>
            <c:dLbl>
              <c:idx val="1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6-7405-42D2-84DE-F8EA208DA7BA}"/>
                </c:ext>
              </c:extLst>
            </c:dLbl>
            <c:dLbl>
              <c:idx val="1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7-7405-42D2-84DE-F8EA208DA7BA}"/>
                </c:ext>
              </c:extLst>
            </c:dLbl>
            <c:dLbl>
              <c:idx val="1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8-7405-42D2-84DE-F8EA208DA7BA}"/>
                </c:ext>
              </c:extLst>
            </c:dLbl>
            <c:dLbl>
              <c:idx val="1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9-7405-42D2-84DE-F8EA208DA7BA}"/>
                </c:ext>
              </c:extLst>
            </c:dLbl>
            <c:dLbl>
              <c:idx val="1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A-7405-42D2-84DE-F8EA208DA7BA}"/>
                </c:ext>
              </c:extLst>
            </c:dLbl>
            <c:dLbl>
              <c:idx val="1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B-7405-42D2-84DE-F8EA208DA7BA}"/>
                </c:ext>
              </c:extLst>
            </c:dLbl>
            <c:dLbl>
              <c:idx val="1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C-7405-42D2-84DE-F8EA208DA7BA}"/>
                </c:ext>
              </c:extLst>
            </c:dLbl>
            <c:dLbl>
              <c:idx val="1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D-7405-42D2-84DE-F8EA208DA7BA}"/>
                </c:ext>
              </c:extLst>
            </c:dLbl>
            <c:dLbl>
              <c:idx val="1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E-7405-42D2-84DE-F8EA208DA7BA}"/>
                </c:ext>
              </c:extLst>
            </c:dLbl>
            <c:dLbl>
              <c:idx val="1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1F-7405-42D2-84DE-F8EA208DA7BA}"/>
                </c:ext>
              </c:extLst>
            </c:dLbl>
            <c:dLbl>
              <c:idx val="1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0-7405-42D2-84DE-F8EA208DA7BA}"/>
                </c:ext>
              </c:extLst>
            </c:dLbl>
            <c:dLbl>
              <c:idx val="1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1-7405-42D2-84DE-F8EA208DA7BA}"/>
                </c:ext>
              </c:extLst>
            </c:dLbl>
            <c:dLbl>
              <c:idx val="1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2-7405-42D2-84DE-F8EA208DA7BA}"/>
                </c:ext>
              </c:extLst>
            </c:dLbl>
            <c:dLbl>
              <c:idx val="1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3-7405-42D2-84DE-F8EA208DA7BA}"/>
                </c:ext>
              </c:extLst>
            </c:dLbl>
            <c:dLbl>
              <c:idx val="1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4-7405-42D2-84DE-F8EA208DA7BA}"/>
                </c:ext>
              </c:extLst>
            </c:dLbl>
            <c:dLbl>
              <c:idx val="1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5-7405-42D2-84DE-F8EA208DA7BA}"/>
                </c:ext>
              </c:extLst>
            </c:dLbl>
            <c:dLbl>
              <c:idx val="1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6-7405-42D2-84DE-F8EA208DA7BA}"/>
                </c:ext>
              </c:extLst>
            </c:dLbl>
            <c:dLbl>
              <c:idx val="1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7-7405-42D2-84DE-F8EA208DA7BA}"/>
                </c:ext>
              </c:extLst>
            </c:dLbl>
            <c:dLbl>
              <c:idx val="1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8-7405-42D2-84DE-F8EA208DA7BA}"/>
                </c:ext>
              </c:extLst>
            </c:dLbl>
            <c:dLbl>
              <c:idx val="1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9-7405-42D2-84DE-F8EA208DA7BA}"/>
                </c:ext>
              </c:extLst>
            </c:dLbl>
            <c:dLbl>
              <c:idx val="1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A-7405-42D2-84DE-F8EA208DA7BA}"/>
                </c:ext>
              </c:extLst>
            </c:dLbl>
            <c:dLbl>
              <c:idx val="1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B-7405-42D2-84DE-F8EA208DA7BA}"/>
                </c:ext>
              </c:extLst>
            </c:dLbl>
            <c:dLbl>
              <c:idx val="1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C-7405-42D2-84DE-F8EA208DA7BA}"/>
                </c:ext>
              </c:extLst>
            </c:dLbl>
            <c:dLbl>
              <c:idx val="1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D-7405-42D2-84DE-F8EA208DA7BA}"/>
                </c:ext>
              </c:extLst>
            </c:dLbl>
            <c:dLbl>
              <c:idx val="1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E-7405-42D2-84DE-F8EA208DA7BA}"/>
                </c:ext>
              </c:extLst>
            </c:dLbl>
            <c:dLbl>
              <c:idx val="1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2F-7405-42D2-84DE-F8EA208DA7BA}"/>
                </c:ext>
              </c:extLst>
            </c:dLbl>
            <c:dLbl>
              <c:idx val="1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0-7405-42D2-84DE-F8EA208DA7BA}"/>
                </c:ext>
              </c:extLst>
            </c:dLbl>
            <c:dLbl>
              <c:idx val="1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1-7405-42D2-84DE-F8EA208DA7BA}"/>
                </c:ext>
              </c:extLst>
            </c:dLbl>
            <c:dLbl>
              <c:idx val="1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2-7405-42D2-84DE-F8EA208DA7BA}"/>
                </c:ext>
              </c:extLst>
            </c:dLbl>
            <c:dLbl>
              <c:idx val="1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3-7405-42D2-84DE-F8EA208DA7BA}"/>
                </c:ext>
              </c:extLst>
            </c:dLbl>
            <c:dLbl>
              <c:idx val="1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4-7405-42D2-84DE-F8EA208DA7BA}"/>
                </c:ext>
              </c:extLst>
            </c:dLbl>
            <c:dLbl>
              <c:idx val="1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5-7405-42D2-84DE-F8EA208DA7BA}"/>
                </c:ext>
              </c:extLst>
            </c:dLbl>
            <c:dLbl>
              <c:idx val="1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6-7405-42D2-84DE-F8EA208DA7BA}"/>
                </c:ext>
              </c:extLst>
            </c:dLbl>
            <c:dLbl>
              <c:idx val="1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7-7405-42D2-84DE-F8EA208DA7BA}"/>
                </c:ext>
              </c:extLst>
            </c:dLbl>
            <c:dLbl>
              <c:idx val="1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8-7405-42D2-84DE-F8EA208DA7BA}"/>
                </c:ext>
              </c:extLst>
            </c:dLbl>
            <c:dLbl>
              <c:idx val="1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9-7405-42D2-84DE-F8EA208DA7BA}"/>
                </c:ext>
              </c:extLst>
            </c:dLbl>
            <c:dLbl>
              <c:idx val="1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A-7405-42D2-84DE-F8EA208DA7BA}"/>
                </c:ext>
              </c:extLst>
            </c:dLbl>
            <c:dLbl>
              <c:idx val="1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B-7405-42D2-84DE-F8EA208DA7BA}"/>
                </c:ext>
              </c:extLst>
            </c:dLbl>
            <c:dLbl>
              <c:idx val="1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C-7405-42D2-84DE-F8EA208DA7BA}"/>
                </c:ext>
              </c:extLst>
            </c:dLbl>
            <c:dLbl>
              <c:idx val="1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D-7405-42D2-84DE-F8EA208DA7BA}"/>
                </c:ext>
              </c:extLst>
            </c:dLbl>
            <c:dLbl>
              <c:idx val="1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E-7405-42D2-84DE-F8EA208DA7BA}"/>
                </c:ext>
              </c:extLst>
            </c:dLbl>
            <c:dLbl>
              <c:idx val="1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3F-7405-42D2-84DE-F8EA208DA7BA}"/>
                </c:ext>
              </c:extLst>
            </c:dLbl>
            <c:dLbl>
              <c:idx val="1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0-7405-42D2-84DE-F8EA208DA7BA}"/>
                </c:ext>
              </c:extLst>
            </c:dLbl>
            <c:dLbl>
              <c:idx val="1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1-7405-42D2-84DE-F8EA208DA7BA}"/>
                </c:ext>
              </c:extLst>
            </c:dLbl>
            <c:dLbl>
              <c:idx val="1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2-7405-42D2-84DE-F8EA208DA7BA}"/>
                </c:ext>
              </c:extLst>
            </c:dLbl>
            <c:dLbl>
              <c:idx val="1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3-7405-42D2-84DE-F8EA208DA7BA}"/>
                </c:ext>
              </c:extLst>
            </c:dLbl>
            <c:dLbl>
              <c:idx val="1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4-7405-42D2-84DE-F8EA208DA7BA}"/>
                </c:ext>
              </c:extLst>
            </c:dLbl>
            <c:dLbl>
              <c:idx val="1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5-7405-42D2-84DE-F8EA208DA7BA}"/>
                </c:ext>
              </c:extLst>
            </c:dLbl>
            <c:dLbl>
              <c:idx val="1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6-7405-42D2-84DE-F8EA208DA7BA}"/>
                </c:ext>
              </c:extLst>
            </c:dLbl>
            <c:dLbl>
              <c:idx val="1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7-7405-42D2-84DE-F8EA208DA7BA}"/>
                </c:ext>
              </c:extLst>
            </c:dLbl>
            <c:dLbl>
              <c:idx val="1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8-7405-42D2-84DE-F8EA208DA7BA}"/>
                </c:ext>
              </c:extLst>
            </c:dLbl>
            <c:dLbl>
              <c:idx val="1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9-7405-42D2-84DE-F8EA208DA7BA}"/>
                </c:ext>
              </c:extLst>
            </c:dLbl>
            <c:dLbl>
              <c:idx val="1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A-7405-42D2-84DE-F8EA208DA7BA}"/>
                </c:ext>
              </c:extLst>
            </c:dLbl>
            <c:dLbl>
              <c:idx val="1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B-7405-42D2-84DE-F8EA208DA7BA}"/>
                </c:ext>
              </c:extLst>
            </c:dLbl>
            <c:dLbl>
              <c:idx val="1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C-7405-42D2-84DE-F8EA208DA7BA}"/>
                </c:ext>
              </c:extLst>
            </c:dLbl>
            <c:dLbl>
              <c:idx val="1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D-7405-42D2-84DE-F8EA208DA7BA}"/>
                </c:ext>
              </c:extLst>
            </c:dLbl>
            <c:dLbl>
              <c:idx val="1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E-7405-42D2-84DE-F8EA208DA7BA}"/>
                </c:ext>
              </c:extLst>
            </c:dLbl>
            <c:dLbl>
              <c:idx val="1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4F-7405-42D2-84DE-F8EA208DA7BA}"/>
                </c:ext>
              </c:extLst>
            </c:dLbl>
            <c:dLbl>
              <c:idx val="1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0-7405-42D2-84DE-F8EA208DA7BA}"/>
                </c:ext>
              </c:extLst>
            </c:dLbl>
            <c:dLbl>
              <c:idx val="1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1-7405-42D2-84DE-F8EA208DA7BA}"/>
                </c:ext>
              </c:extLst>
            </c:dLbl>
            <c:dLbl>
              <c:idx val="1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2-7405-42D2-84DE-F8EA208DA7BA}"/>
                </c:ext>
              </c:extLst>
            </c:dLbl>
            <c:dLbl>
              <c:idx val="1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3-7405-42D2-84DE-F8EA208DA7BA}"/>
                </c:ext>
              </c:extLst>
            </c:dLbl>
            <c:dLbl>
              <c:idx val="1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4-7405-42D2-84DE-F8EA208DA7BA}"/>
                </c:ext>
              </c:extLst>
            </c:dLbl>
            <c:dLbl>
              <c:idx val="1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5-7405-42D2-84DE-F8EA208DA7BA}"/>
                </c:ext>
              </c:extLst>
            </c:dLbl>
            <c:dLbl>
              <c:idx val="1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6-7405-42D2-84DE-F8EA208DA7BA}"/>
                </c:ext>
              </c:extLst>
            </c:dLbl>
            <c:dLbl>
              <c:idx val="1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7-7405-42D2-84DE-F8EA208DA7BA}"/>
                </c:ext>
              </c:extLst>
            </c:dLbl>
            <c:dLbl>
              <c:idx val="1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8-7405-42D2-84DE-F8EA208DA7BA}"/>
                </c:ext>
              </c:extLst>
            </c:dLbl>
            <c:dLbl>
              <c:idx val="1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9-7405-42D2-84DE-F8EA208DA7BA}"/>
                </c:ext>
              </c:extLst>
            </c:dLbl>
            <c:dLbl>
              <c:idx val="1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A-7405-42D2-84DE-F8EA208DA7BA}"/>
                </c:ext>
              </c:extLst>
            </c:dLbl>
            <c:dLbl>
              <c:idx val="1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B-7405-42D2-84DE-F8EA208DA7BA}"/>
                </c:ext>
              </c:extLst>
            </c:dLbl>
            <c:dLbl>
              <c:idx val="1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C-7405-42D2-84DE-F8EA208DA7BA}"/>
                </c:ext>
              </c:extLst>
            </c:dLbl>
            <c:dLbl>
              <c:idx val="1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D-7405-42D2-84DE-F8EA208DA7BA}"/>
                </c:ext>
              </c:extLst>
            </c:dLbl>
            <c:dLbl>
              <c:idx val="1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E-7405-42D2-84DE-F8EA208DA7BA}"/>
                </c:ext>
              </c:extLst>
            </c:dLbl>
            <c:dLbl>
              <c:idx val="1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5F-7405-42D2-84DE-F8EA208DA7BA}"/>
                </c:ext>
              </c:extLst>
            </c:dLbl>
            <c:dLbl>
              <c:idx val="1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0-7405-42D2-84DE-F8EA208DA7BA}"/>
                </c:ext>
              </c:extLst>
            </c:dLbl>
            <c:dLbl>
              <c:idx val="1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1-7405-42D2-84DE-F8EA208DA7BA}"/>
                </c:ext>
              </c:extLst>
            </c:dLbl>
            <c:dLbl>
              <c:idx val="1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2-7405-42D2-84DE-F8EA208DA7BA}"/>
                </c:ext>
              </c:extLst>
            </c:dLbl>
            <c:dLbl>
              <c:idx val="1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3-7405-42D2-84DE-F8EA208DA7BA}"/>
                </c:ext>
              </c:extLst>
            </c:dLbl>
            <c:dLbl>
              <c:idx val="1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4-7405-42D2-84DE-F8EA208DA7BA}"/>
                </c:ext>
              </c:extLst>
            </c:dLbl>
            <c:dLbl>
              <c:idx val="1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5-7405-42D2-84DE-F8EA208DA7BA}"/>
                </c:ext>
              </c:extLst>
            </c:dLbl>
            <c:dLbl>
              <c:idx val="1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6-7405-42D2-84DE-F8EA208DA7BA}"/>
                </c:ext>
              </c:extLst>
            </c:dLbl>
            <c:dLbl>
              <c:idx val="1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7-7405-42D2-84DE-F8EA208DA7BA}"/>
                </c:ext>
              </c:extLst>
            </c:dLbl>
            <c:dLbl>
              <c:idx val="1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8-7405-42D2-84DE-F8EA208DA7BA}"/>
                </c:ext>
              </c:extLst>
            </c:dLbl>
            <c:dLbl>
              <c:idx val="1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9-7405-42D2-84DE-F8EA208DA7BA}"/>
                </c:ext>
              </c:extLst>
            </c:dLbl>
            <c:dLbl>
              <c:idx val="1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A-7405-42D2-84DE-F8EA208DA7BA}"/>
                </c:ext>
              </c:extLst>
            </c:dLbl>
            <c:dLbl>
              <c:idx val="1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B-7405-42D2-84DE-F8EA208DA7BA}"/>
                </c:ext>
              </c:extLst>
            </c:dLbl>
            <c:dLbl>
              <c:idx val="1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C-7405-42D2-84DE-F8EA208DA7BA}"/>
                </c:ext>
              </c:extLst>
            </c:dLbl>
            <c:dLbl>
              <c:idx val="1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D-7405-42D2-84DE-F8EA208DA7BA}"/>
                </c:ext>
              </c:extLst>
            </c:dLbl>
            <c:dLbl>
              <c:idx val="1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E-7405-42D2-84DE-F8EA208DA7BA}"/>
                </c:ext>
              </c:extLst>
            </c:dLbl>
            <c:dLbl>
              <c:idx val="1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6F-7405-42D2-84DE-F8EA208DA7BA}"/>
                </c:ext>
              </c:extLst>
            </c:dLbl>
            <c:dLbl>
              <c:idx val="1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0-7405-42D2-84DE-F8EA208DA7BA}"/>
                </c:ext>
              </c:extLst>
            </c:dLbl>
            <c:dLbl>
              <c:idx val="1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1-7405-42D2-84DE-F8EA208DA7BA}"/>
                </c:ext>
              </c:extLst>
            </c:dLbl>
            <c:dLbl>
              <c:idx val="1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2-7405-42D2-84DE-F8EA208DA7BA}"/>
                </c:ext>
              </c:extLst>
            </c:dLbl>
            <c:dLbl>
              <c:idx val="1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3-7405-42D2-84DE-F8EA208DA7BA}"/>
                </c:ext>
              </c:extLst>
            </c:dLbl>
            <c:dLbl>
              <c:idx val="1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4-7405-42D2-84DE-F8EA208DA7BA}"/>
                </c:ext>
              </c:extLst>
            </c:dLbl>
            <c:dLbl>
              <c:idx val="1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5-7405-42D2-84DE-F8EA208DA7BA}"/>
                </c:ext>
              </c:extLst>
            </c:dLbl>
            <c:dLbl>
              <c:idx val="1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6-7405-42D2-84DE-F8EA208DA7BA}"/>
                </c:ext>
              </c:extLst>
            </c:dLbl>
            <c:dLbl>
              <c:idx val="1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7-7405-42D2-84DE-F8EA208DA7BA}"/>
                </c:ext>
              </c:extLst>
            </c:dLbl>
            <c:dLbl>
              <c:idx val="1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8-7405-42D2-84DE-F8EA208DA7BA}"/>
                </c:ext>
              </c:extLst>
            </c:dLbl>
            <c:dLbl>
              <c:idx val="1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9-7405-42D2-84DE-F8EA208DA7BA}"/>
                </c:ext>
              </c:extLst>
            </c:dLbl>
            <c:dLbl>
              <c:idx val="1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A-7405-42D2-84DE-F8EA208DA7BA}"/>
                </c:ext>
              </c:extLst>
            </c:dLbl>
            <c:dLbl>
              <c:idx val="1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B-7405-42D2-84DE-F8EA208DA7BA}"/>
                </c:ext>
              </c:extLst>
            </c:dLbl>
            <c:dLbl>
              <c:idx val="1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C-7405-42D2-84DE-F8EA208DA7BA}"/>
                </c:ext>
              </c:extLst>
            </c:dLbl>
            <c:dLbl>
              <c:idx val="1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D-7405-42D2-84DE-F8EA208DA7BA}"/>
                </c:ext>
              </c:extLst>
            </c:dLbl>
            <c:dLbl>
              <c:idx val="1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E-7405-42D2-84DE-F8EA208DA7BA}"/>
                </c:ext>
              </c:extLst>
            </c:dLbl>
            <c:dLbl>
              <c:idx val="1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7F-7405-42D2-84DE-F8EA208DA7BA}"/>
                </c:ext>
              </c:extLst>
            </c:dLbl>
            <c:dLbl>
              <c:idx val="1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0-7405-42D2-84DE-F8EA208DA7BA}"/>
                </c:ext>
              </c:extLst>
            </c:dLbl>
            <c:dLbl>
              <c:idx val="1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1-7405-42D2-84DE-F8EA208DA7BA}"/>
                </c:ext>
              </c:extLst>
            </c:dLbl>
            <c:dLbl>
              <c:idx val="1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2-7405-42D2-84DE-F8EA208DA7BA}"/>
                </c:ext>
              </c:extLst>
            </c:dLbl>
            <c:dLbl>
              <c:idx val="1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3-7405-42D2-84DE-F8EA208DA7BA}"/>
                </c:ext>
              </c:extLst>
            </c:dLbl>
            <c:dLbl>
              <c:idx val="1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4-7405-42D2-84DE-F8EA208DA7BA}"/>
                </c:ext>
              </c:extLst>
            </c:dLbl>
            <c:dLbl>
              <c:idx val="1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5-7405-42D2-84DE-F8EA208DA7BA}"/>
                </c:ext>
              </c:extLst>
            </c:dLbl>
            <c:dLbl>
              <c:idx val="1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6-7405-42D2-84DE-F8EA208DA7BA}"/>
                </c:ext>
              </c:extLst>
            </c:dLbl>
            <c:dLbl>
              <c:idx val="1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7-7405-42D2-84DE-F8EA208DA7BA}"/>
                </c:ext>
              </c:extLst>
            </c:dLbl>
            <c:dLbl>
              <c:idx val="1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8-7405-42D2-84DE-F8EA208DA7BA}"/>
                </c:ext>
              </c:extLst>
            </c:dLbl>
            <c:dLbl>
              <c:idx val="1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9-7405-42D2-84DE-F8EA208DA7BA}"/>
                </c:ext>
              </c:extLst>
            </c:dLbl>
            <c:dLbl>
              <c:idx val="1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A-7405-42D2-84DE-F8EA208DA7BA}"/>
                </c:ext>
              </c:extLst>
            </c:dLbl>
            <c:dLbl>
              <c:idx val="1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B-7405-42D2-84DE-F8EA208DA7BA}"/>
                </c:ext>
              </c:extLst>
            </c:dLbl>
            <c:dLbl>
              <c:idx val="1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C-7405-42D2-84DE-F8EA208DA7BA}"/>
                </c:ext>
              </c:extLst>
            </c:dLbl>
            <c:dLbl>
              <c:idx val="1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D-7405-42D2-84DE-F8EA208DA7BA}"/>
                </c:ext>
              </c:extLst>
            </c:dLbl>
            <c:dLbl>
              <c:idx val="1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E-7405-42D2-84DE-F8EA208DA7BA}"/>
                </c:ext>
              </c:extLst>
            </c:dLbl>
            <c:dLbl>
              <c:idx val="1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8F-7405-42D2-84DE-F8EA208DA7BA}"/>
                </c:ext>
              </c:extLst>
            </c:dLbl>
            <c:dLbl>
              <c:idx val="1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0-7405-42D2-84DE-F8EA208DA7BA}"/>
                </c:ext>
              </c:extLst>
            </c:dLbl>
            <c:dLbl>
              <c:idx val="1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1-7405-42D2-84DE-F8EA208DA7BA}"/>
                </c:ext>
              </c:extLst>
            </c:dLbl>
            <c:dLbl>
              <c:idx val="1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2-7405-42D2-84DE-F8EA208DA7BA}"/>
                </c:ext>
              </c:extLst>
            </c:dLbl>
            <c:dLbl>
              <c:idx val="1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3-7405-42D2-84DE-F8EA208DA7BA}"/>
                </c:ext>
              </c:extLst>
            </c:dLbl>
            <c:dLbl>
              <c:idx val="1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4-7405-42D2-84DE-F8EA208DA7BA}"/>
                </c:ext>
              </c:extLst>
            </c:dLbl>
            <c:dLbl>
              <c:idx val="1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5-7405-42D2-84DE-F8EA208DA7BA}"/>
                </c:ext>
              </c:extLst>
            </c:dLbl>
            <c:dLbl>
              <c:idx val="1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6-7405-42D2-84DE-F8EA208DA7BA}"/>
                </c:ext>
              </c:extLst>
            </c:dLbl>
            <c:dLbl>
              <c:idx val="1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7-7405-42D2-84DE-F8EA208DA7BA}"/>
                </c:ext>
              </c:extLst>
            </c:dLbl>
            <c:dLbl>
              <c:idx val="1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8-7405-42D2-84DE-F8EA208DA7BA}"/>
                </c:ext>
              </c:extLst>
            </c:dLbl>
            <c:dLbl>
              <c:idx val="1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9-7405-42D2-84DE-F8EA208DA7BA}"/>
                </c:ext>
              </c:extLst>
            </c:dLbl>
            <c:dLbl>
              <c:idx val="1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A-7405-42D2-84DE-F8EA208DA7BA}"/>
                </c:ext>
              </c:extLst>
            </c:dLbl>
            <c:dLbl>
              <c:idx val="1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B-7405-42D2-84DE-F8EA208DA7BA}"/>
                </c:ext>
              </c:extLst>
            </c:dLbl>
            <c:dLbl>
              <c:idx val="1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C-7405-42D2-84DE-F8EA208DA7BA}"/>
                </c:ext>
              </c:extLst>
            </c:dLbl>
            <c:dLbl>
              <c:idx val="1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D-7405-42D2-84DE-F8EA208DA7BA}"/>
                </c:ext>
              </c:extLst>
            </c:dLbl>
            <c:dLbl>
              <c:idx val="1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E-7405-42D2-84DE-F8EA208DA7BA}"/>
                </c:ext>
              </c:extLst>
            </c:dLbl>
            <c:dLbl>
              <c:idx val="1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9F-7405-42D2-84DE-F8EA208DA7BA}"/>
                </c:ext>
              </c:extLst>
            </c:dLbl>
            <c:dLbl>
              <c:idx val="1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0-7405-42D2-84DE-F8EA208DA7BA}"/>
                </c:ext>
              </c:extLst>
            </c:dLbl>
            <c:dLbl>
              <c:idx val="1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1-7405-42D2-84DE-F8EA208DA7BA}"/>
                </c:ext>
              </c:extLst>
            </c:dLbl>
            <c:dLbl>
              <c:idx val="1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2-7405-42D2-84DE-F8EA208DA7BA}"/>
                </c:ext>
              </c:extLst>
            </c:dLbl>
            <c:dLbl>
              <c:idx val="1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3-7405-42D2-84DE-F8EA208DA7BA}"/>
                </c:ext>
              </c:extLst>
            </c:dLbl>
            <c:dLbl>
              <c:idx val="1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4-7405-42D2-84DE-F8EA208DA7BA}"/>
                </c:ext>
              </c:extLst>
            </c:dLbl>
            <c:dLbl>
              <c:idx val="1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5-7405-42D2-84DE-F8EA208DA7BA}"/>
                </c:ext>
              </c:extLst>
            </c:dLbl>
            <c:dLbl>
              <c:idx val="1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6-7405-42D2-84DE-F8EA208DA7BA}"/>
                </c:ext>
              </c:extLst>
            </c:dLbl>
            <c:dLbl>
              <c:idx val="1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7-7405-42D2-84DE-F8EA208DA7BA}"/>
                </c:ext>
              </c:extLst>
            </c:dLbl>
            <c:dLbl>
              <c:idx val="1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8-7405-42D2-84DE-F8EA208DA7BA}"/>
                </c:ext>
              </c:extLst>
            </c:dLbl>
            <c:dLbl>
              <c:idx val="1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9-7405-42D2-84DE-F8EA208DA7BA}"/>
                </c:ext>
              </c:extLst>
            </c:dLbl>
            <c:dLbl>
              <c:idx val="1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A-7405-42D2-84DE-F8EA208DA7BA}"/>
                </c:ext>
              </c:extLst>
            </c:dLbl>
            <c:dLbl>
              <c:idx val="1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B-7405-42D2-84DE-F8EA208DA7BA}"/>
                </c:ext>
              </c:extLst>
            </c:dLbl>
            <c:dLbl>
              <c:idx val="1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C-7405-42D2-84DE-F8EA208DA7BA}"/>
                </c:ext>
              </c:extLst>
            </c:dLbl>
            <c:dLbl>
              <c:idx val="1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D-7405-42D2-84DE-F8EA208DA7BA}"/>
                </c:ext>
              </c:extLst>
            </c:dLbl>
            <c:dLbl>
              <c:idx val="1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E-7405-42D2-84DE-F8EA208DA7BA}"/>
                </c:ext>
              </c:extLst>
            </c:dLbl>
            <c:dLbl>
              <c:idx val="1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AF-7405-42D2-84DE-F8EA208DA7BA}"/>
                </c:ext>
              </c:extLst>
            </c:dLbl>
            <c:dLbl>
              <c:idx val="1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0-7405-42D2-84DE-F8EA208DA7BA}"/>
                </c:ext>
              </c:extLst>
            </c:dLbl>
            <c:dLbl>
              <c:idx val="1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1-7405-42D2-84DE-F8EA208DA7BA}"/>
                </c:ext>
              </c:extLst>
            </c:dLbl>
            <c:dLbl>
              <c:idx val="1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2-7405-42D2-84DE-F8EA208DA7BA}"/>
                </c:ext>
              </c:extLst>
            </c:dLbl>
            <c:dLbl>
              <c:idx val="1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3-7405-42D2-84DE-F8EA208DA7BA}"/>
                </c:ext>
              </c:extLst>
            </c:dLbl>
            <c:dLbl>
              <c:idx val="1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4-7405-42D2-84DE-F8EA208DA7BA}"/>
                </c:ext>
              </c:extLst>
            </c:dLbl>
            <c:dLbl>
              <c:idx val="1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5-7405-42D2-84DE-F8EA208DA7BA}"/>
                </c:ext>
              </c:extLst>
            </c:dLbl>
            <c:dLbl>
              <c:idx val="1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6-7405-42D2-84DE-F8EA208DA7BA}"/>
                </c:ext>
              </c:extLst>
            </c:dLbl>
            <c:dLbl>
              <c:idx val="1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7-7405-42D2-84DE-F8EA208DA7BA}"/>
                </c:ext>
              </c:extLst>
            </c:dLbl>
            <c:dLbl>
              <c:idx val="1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8-7405-42D2-84DE-F8EA208DA7BA}"/>
                </c:ext>
              </c:extLst>
            </c:dLbl>
            <c:dLbl>
              <c:idx val="1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9-7405-42D2-84DE-F8EA208DA7BA}"/>
                </c:ext>
              </c:extLst>
            </c:dLbl>
            <c:dLbl>
              <c:idx val="1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A-7405-42D2-84DE-F8EA208DA7BA}"/>
                </c:ext>
              </c:extLst>
            </c:dLbl>
            <c:dLbl>
              <c:idx val="1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B-7405-42D2-84DE-F8EA208DA7BA}"/>
                </c:ext>
              </c:extLst>
            </c:dLbl>
            <c:dLbl>
              <c:idx val="1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C-7405-42D2-84DE-F8EA208DA7BA}"/>
                </c:ext>
              </c:extLst>
            </c:dLbl>
            <c:dLbl>
              <c:idx val="1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D-7405-42D2-84DE-F8EA208DA7BA}"/>
                </c:ext>
              </c:extLst>
            </c:dLbl>
            <c:dLbl>
              <c:idx val="1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E-7405-42D2-84DE-F8EA208DA7BA}"/>
                </c:ext>
              </c:extLst>
            </c:dLbl>
            <c:dLbl>
              <c:idx val="1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BF-7405-42D2-84DE-F8EA208DA7BA}"/>
                </c:ext>
              </c:extLst>
            </c:dLbl>
            <c:dLbl>
              <c:idx val="1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0-7405-42D2-84DE-F8EA208DA7BA}"/>
                </c:ext>
              </c:extLst>
            </c:dLbl>
            <c:dLbl>
              <c:idx val="1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1-7405-42D2-84DE-F8EA208DA7BA}"/>
                </c:ext>
              </c:extLst>
            </c:dLbl>
            <c:dLbl>
              <c:idx val="1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2-7405-42D2-84DE-F8EA208DA7BA}"/>
                </c:ext>
              </c:extLst>
            </c:dLbl>
            <c:dLbl>
              <c:idx val="1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3-7405-42D2-84DE-F8EA208DA7BA}"/>
                </c:ext>
              </c:extLst>
            </c:dLbl>
            <c:dLbl>
              <c:idx val="1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4-7405-42D2-84DE-F8EA208DA7BA}"/>
                </c:ext>
              </c:extLst>
            </c:dLbl>
            <c:dLbl>
              <c:idx val="1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5-7405-42D2-84DE-F8EA208DA7BA}"/>
                </c:ext>
              </c:extLst>
            </c:dLbl>
            <c:dLbl>
              <c:idx val="1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6-7405-42D2-84DE-F8EA208DA7BA}"/>
                </c:ext>
              </c:extLst>
            </c:dLbl>
            <c:dLbl>
              <c:idx val="1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7-7405-42D2-84DE-F8EA208DA7BA}"/>
                </c:ext>
              </c:extLst>
            </c:dLbl>
            <c:dLbl>
              <c:idx val="1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8-7405-42D2-84DE-F8EA208DA7BA}"/>
                </c:ext>
              </c:extLst>
            </c:dLbl>
            <c:dLbl>
              <c:idx val="1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9-7405-42D2-84DE-F8EA208DA7BA}"/>
                </c:ext>
              </c:extLst>
            </c:dLbl>
            <c:dLbl>
              <c:idx val="1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A-7405-42D2-84DE-F8EA208DA7BA}"/>
                </c:ext>
              </c:extLst>
            </c:dLbl>
            <c:dLbl>
              <c:idx val="1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B-7405-42D2-84DE-F8EA208DA7BA}"/>
                </c:ext>
              </c:extLst>
            </c:dLbl>
            <c:dLbl>
              <c:idx val="1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C-7405-42D2-84DE-F8EA208DA7BA}"/>
                </c:ext>
              </c:extLst>
            </c:dLbl>
            <c:dLbl>
              <c:idx val="1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D-7405-42D2-84DE-F8EA208DA7BA}"/>
                </c:ext>
              </c:extLst>
            </c:dLbl>
            <c:dLbl>
              <c:idx val="1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E-7405-42D2-84DE-F8EA208DA7BA}"/>
                </c:ext>
              </c:extLst>
            </c:dLbl>
            <c:dLbl>
              <c:idx val="1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CF-7405-42D2-84DE-F8EA208DA7BA}"/>
                </c:ext>
              </c:extLst>
            </c:dLbl>
            <c:dLbl>
              <c:idx val="1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0-7405-42D2-84DE-F8EA208DA7BA}"/>
                </c:ext>
              </c:extLst>
            </c:dLbl>
            <c:dLbl>
              <c:idx val="1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1-7405-42D2-84DE-F8EA208DA7BA}"/>
                </c:ext>
              </c:extLst>
            </c:dLbl>
            <c:dLbl>
              <c:idx val="1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2-7405-42D2-84DE-F8EA208DA7BA}"/>
                </c:ext>
              </c:extLst>
            </c:dLbl>
            <c:dLbl>
              <c:idx val="1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3-7405-42D2-84DE-F8EA208DA7BA}"/>
                </c:ext>
              </c:extLst>
            </c:dLbl>
            <c:dLbl>
              <c:idx val="1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4-7405-42D2-84DE-F8EA208DA7BA}"/>
                </c:ext>
              </c:extLst>
            </c:dLbl>
            <c:dLbl>
              <c:idx val="1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5-7405-42D2-84DE-F8EA208DA7BA}"/>
                </c:ext>
              </c:extLst>
            </c:dLbl>
            <c:dLbl>
              <c:idx val="1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6-7405-42D2-84DE-F8EA208DA7BA}"/>
                </c:ext>
              </c:extLst>
            </c:dLbl>
            <c:dLbl>
              <c:idx val="1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7-7405-42D2-84DE-F8EA208DA7BA}"/>
                </c:ext>
              </c:extLst>
            </c:dLbl>
            <c:dLbl>
              <c:idx val="1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8-7405-42D2-84DE-F8EA208DA7BA}"/>
                </c:ext>
              </c:extLst>
            </c:dLbl>
            <c:dLbl>
              <c:idx val="1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9-7405-42D2-84DE-F8EA208DA7BA}"/>
                </c:ext>
              </c:extLst>
            </c:dLbl>
            <c:dLbl>
              <c:idx val="1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A-7405-42D2-84DE-F8EA208DA7BA}"/>
                </c:ext>
              </c:extLst>
            </c:dLbl>
            <c:dLbl>
              <c:idx val="1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B-7405-42D2-84DE-F8EA208DA7BA}"/>
                </c:ext>
              </c:extLst>
            </c:dLbl>
            <c:dLbl>
              <c:idx val="1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C-7405-42D2-84DE-F8EA208DA7BA}"/>
                </c:ext>
              </c:extLst>
            </c:dLbl>
            <c:dLbl>
              <c:idx val="1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D-7405-42D2-84DE-F8EA208DA7BA}"/>
                </c:ext>
              </c:extLst>
            </c:dLbl>
            <c:dLbl>
              <c:idx val="1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E-7405-42D2-84DE-F8EA208DA7BA}"/>
                </c:ext>
              </c:extLst>
            </c:dLbl>
            <c:dLbl>
              <c:idx val="1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DF-7405-42D2-84DE-F8EA208DA7BA}"/>
                </c:ext>
              </c:extLst>
            </c:dLbl>
            <c:dLbl>
              <c:idx val="1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0-7405-42D2-84DE-F8EA208DA7BA}"/>
                </c:ext>
              </c:extLst>
            </c:dLbl>
            <c:dLbl>
              <c:idx val="1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1-7405-42D2-84DE-F8EA208DA7BA}"/>
                </c:ext>
              </c:extLst>
            </c:dLbl>
            <c:dLbl>
              <c:idx val="1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2-7405-42D2-84DE-F8EA208DA7BA}"/>
                </c:ext>
              </c:extLst>
            </c:dLbl>
            <c:dLbl>
              <c:idx val="1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3-7405-42D2-84DE-F8EA208DA7BA}"/>
                </c:ext>
              </c:extLst>
            </c:dLbl>
            <c:dLbl>
              <c:idx val="1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4-7405-42D2-84DE-F8EA208DA7BA}"/>
                </c:ext>
              </c:extLst>
            </c:dLbl>
            <c:dLbl>
              <c:idx val="1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5-7405-42D2-84DE-F8EA208DA7BA}"/>
                </c:ext>
              </c:extLst>
            </c:dLbl>
            <c:dLbl>
              <c:idx val="1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6-7405-42D2-84DE-F8EA208DA7BA}"/>
                </c:ext>
              </c:extLst>
            </c:dLbl>
            <c:dLbl>
              <c:idx val="1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7-7405-42D2-84DE-F8EA208DA7BA}"/>
                </c:ext>
              </c:extLst>
            </c:dLbl>
            <c:dLbl>
              <c:idx val="1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8-7405-42D2-84DE-F8EA208DA7BA}"/>
                </c:ext>
              </c:extLst>
            </c:dLbl>
            <c:dLbl>
              <c:idx val="1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9-7405-42D2-84DE-F8EA208DA7BA}"/>
                </c:ext>
              </c:extLst>
            </c:dLbl>
            <c:dLbl>
              <c:idx val="1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A-7405-42D2-84DE-F8EA208DA7BA}"/>
                </c:ext>
              </c:extLst>
            </c:dLbl>
            <c:dLbl>
              <c:idx val="1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B-7405-42D2-84DE-F8EA208DA7BA}"/>
                </c:ext>
              </c:extLst>
            </c:dLbl>
            <c:dLbl>
              <c:idx val="1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C-7405-42D2-84DE-F8EA208DA7BA}"/>
                </c:ext>
              </c:extLst>
            </c:dLbl>
            <c:dLbl>
              <c:idx val="1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D-7405-42D2-84DE-F8EA208DA7BA}"/>
                </c:ext>
              </c:extLst>
            </c:dLbl>
            <c:dLbl>
              <c:idx val="1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E-7405-42D2-84DE-F8EA208DA7BA}"/>
                </c:ext>
              </c:extLst>
            </c:dLbl>
            <c:dLbl>
              <c:idx val="1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EF-7405-42D2-84DE-F8EA208DA7BA}"/>
                </c:ext>
              </c:extLst>
            </c:dLbl>
            <c:dLbl>
              <c:idx val="1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0-7405-42D2-84DE-F8EA208DA7BA}"/>
                </c:ext>
              </c:extLst>
            </c:dLbl>
            <c:dLbl>
              <c:idx val="1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1-7405-42D2-84DE-F8EA208DA7BA}"/>
                </c:ext>
              </c:extLst>
            </c:dLbl>
            <c:dLbl>
              <c:idx val="1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2-7405-42D2-84DE-F8EA208DA7BA}"/>
                </c:ext>
              </c:extLst>
            </c:dLbl>
            <c:dLbl>
              <c:idx val="1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3-7405-42D2-84DE-F8EA208DA7BA}"/>
                </c:ext>
              </c:extLst>
            </c:dLbl>
            <c:dLbl>
              <c:idx val="1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4-7405-42D2-84DE-F8EA208DA7BA}"/>
                </c:ext>
              </c:extLst>
            </c:dLbl>
            <c:dLbl>
              <c:idx val="1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5-7405-42D2-84DE-F8EA208DA7BA}"/>
                </c:ext>
              </c:extLst>
            </c:dLbl>
            <c:dLbl>
              <c:idx val="1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6-7405-42D2-84DE-F8EA208DA7BA}"/>
                </c:ext>
              </c:extLst>
            </c:dLbl>
            <c:dLbl>
              <c:idx val="1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7-7405-42D2-84DE-F8EA208DA7BA}"/>
                </c:ext>
              </c:extLst>
            </c:dLbl>
            <c:dLbl>
              <c:idx val="1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8-7405-42D2-84DE-F8EA208DA7BA}"/>
                </c:ext>
              </c:extLst>
            </c:dLbl>
            <c:dLbl>
              <c:idx val="1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9-7405-42D2-84DE-F8EA208DA7BA}"/>
                </c:ext>
              </c:extLst>
            </c:dLbl>
            <c:dLbl>
              <c:idx val="1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A-7405-42D2-84DE-F8EA208DA7BA}"/>
                </c:ext>
              </c:extLst>
            </c:dLbl>
            <c:dLbl>
              <c:idx val="1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B-7405-42D2-84DE-F8EA208DA7BA}"/>
                </c:ext>
              </c:extLst>
            </c:dLbl>
            <c:dLbl>
              <c:idx val="1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C-7405-42D2-84DE-F8EA208DA7BA}"/>
                </c:ext>
              </c:extLst>
            </c:dLbl>
            <c:dLbl>
              <c:idx val="1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D-7405-42D2-84DE-F8EA208DA7BA}"/>
                </c:ext>
              </c:extLst>
            </c:dLbl>
            <c:dLbl>
              <c:idx val="1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E-7405-42D2-84DE-F8EA208DA7BA}"/>
                </c:ext>
              </c:extLst>
            </c:dLbl>
            <c:dLbl>
              <c:idx val="1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EFF-7405-42D2-84DE-F8EA208DA7BA}"/>
                </c:ext>
              </c:extLst>
            </c:dLbl>
            <c:dLbl>
              <c:idx val="1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0-7405-42D2-84DE-F8EA208DA7BA}"/>
                </c:ext>
              </c:extLst>
            </c:dLbl>
            <c:dLbl>
              <c:idx val="1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1-7405-42D2-84DE-F8EA208DA7BA}"/>
                </c:ext>
              </c:extLst>
            </c:dLbl>
            <c:dLbl>
              <c:idx val="1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2-7405-42D2-84DE-F8EA208DA7BA}"/>
                </c:ext>
              </c:extLst>
            </c:dLbl>
            <c:dLbl>
              <c:idx val="1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3-7405-42D2-84DE-F8EA208DA7BA}"/>
                </c:ext>
              </c:extLst>
            </c:dLbl>
            <c:dLbl>
              <c:idx val="1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4-7405-42D2-84DE-F8EA208DA7BA}"/>
                </c:ext>
              </c:extLst>
            </c:dLbl>
            <c:dLbl>
              <c:idx val="1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5-7405-42D2-84DE-F8EA208DA7BA}"/>
                </c:ext>
              </c:extLst>
            </c:dLbl>
            <c:dLbl>
              <c:idx val="1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6-7405-42D2-84DE-F8EA208DA7BA}"/>
                </c:ext>
              </c:extLst>
            </c:dLbl>
            <c:dLbl>
              <c:idx val="1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7-7405-42D2-84DE-F8EA208DA7BA}"/>
                </c:ext>
              </c:extLst>
            </c:dLbl>
            <c:dLbl>
              <c:idx val="1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8-7405-42D2-84DE-F8EA208DA7BA}"/>
                </c:ext>
              </c:extLst>
            </c:dLbl>
            <c:dLbl>
              <c:idx val="1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9-7405-42D2-84DE-F8EA208DA7BA}"/>
                </c:ext>
              </c:extLst>
            </c:dLbl>
            <c:dLbl>
              <c:idx val="1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A-7405-42D2-84DE-F8EA208DA7BA}"/>
                </c:ext>
              </c:extLst>
            </c:dLbl>
            <c:dLbl>
              <c:idx val="1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B-7405-42D2-84DE-F8EA208DA7BA}"/>
                </c:ext>
              </c:extLst>
            </c:dLbl>
            <c:dLbl>
              <c:idx val="1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C-7405-42D2-84DE-F8EA208DA7BA}"/>
                </c:ext>
              </c:extLst>
            </c:dLbl>
            <c:dLbl>
              <c:idx val="1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D-7405-42D2-84DE-F8EA208DA7BA}"/>
                </c:ext>
              </c:extLst>
            </c:dLbl>
            <c:dLbl>
              <c:idx val="1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E-7405-42D2-84DE-F8EA208DA7BA}"/>
                </c:ext>
              </c:extLst>
            </c:dLbl>
            <c:dLbl>
              <c:idx val="1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0F-7405-42D2-84DE-F8EA208DA7BA}"/>
                </c:ext>
              </c:extLst>
            </c:dLbl>
            <c:dLbl>
              <c:idx val="1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0-7405-42D2-84DE-F8EA208DA7BA}"/>
                </c:ext>
              </c:extLst>
            </c:dLbl>
            <c:dLbl>
              <c:idx val="1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1-7405-42D2-84DE-F8EA208DA7BA}"/>
                </c:ext>
              </c:extLst>
            </c:dLbl>
            <c:dLbl>
              <c:idx val="1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2-7405-42D2-84DE-F8EA208DA7BA}"/>
                </c:ext>
              </c:extLst>
            </c:dLbl>
            <c:dLbl>
              <c:idx val="1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3-7405-42D2-84DE-F8EA208DA7BA}"/>
                </c:ext>
              </c:extLst>
            </c:dLbl>
            <c:dLbl>
              <c:idx val="1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4-7405-42D2-84DE-F8EA208DA7BA}"/>
                </c:ext>
              </c:extLst>
            </c:dLbl>
            <c:dLbl>
              <c:idx val="1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5-7405-42D2-84DE-F8EA208DA7BA}"/>
                </c:ext>
              </c:extLst>
            </c:dLbl>
            <c:dLbl>
              <c:idx val="1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6-7405-42D2-84DE-F8EA208DA7BA}"/>
                </c:ext>
              </c:extLst>
            </c:dLbl>
            <c:dLbl>
              <c:idx val="1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7-7405-42D2-84DE-F8EA208DA7BA}"/>
                </c:ext>
              </c:extLst>
            </c:dLbl>
            <c:dLbl>
              <c:idx val="1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8-7405-42D2-84DE-F8EA208DA7BA}"/>
                </c:ext>
              </c:extLst>
            </c:dLbl>
            <c:dLbl>
              <c:idx val="1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9-7405-42D2-84DE-F8EA208DA7BA}"/>
                </c:ext>
              </c:extLst>
            </c:dLbl>
            <c:dLbl>
              <c:idx val="1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A-7405-42D2-84DE-F8EA208DA7BA}"/>
                </c:ext>
              </c:extLst>
            </c:dLbl>
            <c:dLbl>
              <c:idx val="1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B-7405-42D2-84DE-F8EA208DA7BA}"/>
                </c:ext>
              </c:extLst>
            </c:dLbl>
            <c:dLbl>
              <c:idx val="1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C-7405-42D2-84DE-F8EA208DA7BA}"/>
                </c:ext>
              </c:extLst>
            </c:dLbl>
            <c:dLbl>
              <c:idx val="1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D-7405-42D2-84DE-F8EA208DA7BA}"/>
                </c:ext>
              </c:extLst>
            </c:dLbl>
            <c:dLbl>
              <c:idx val="1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E-7405-42D2-84DE-F8EA208DA7BA}"/>
                </c:ext>
              </c:extLst>
            </c:dLbl>
            <c:dLbl>
              <c:idx val="1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1F-7405-42D2-84DE-F8EA208DA7BA}"/>
                </c:ext>
              </c:extLst>
            </c:dLbl>
            <c:dLbl>
              <c:idx val="1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0-7405-42D2-84DE-F8EA208DA7BA}"/>
                </c:ext>
              </c:extLst>
            </c:dLbl>
            <c:dLbl>
              <c:idx val="1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1-7405-42D2-84DE-F8EA208DA7BA}"/>
                </c:ext>
              </c:extLst>
            </c:dLbl>
            <c:dLbl>
              <c:idx val="1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2-7405-42D2-84DE-F8EA208DA7BA}"/>
                </c:ext>
              </c:extLst>
            </c:dLbl>
            <c:dLbl>
              <c:idx val="1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3-7405-42D2-84DE-F8EA208DA7BA}"/>
                </c:ext>
              </c:extLst>
            </c:dLbl>
            <c:dLbl>
              <c:idx val="1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4-7405-42D2-84DE-F8EA208DA7BA}"/>
                </c:ext>
              </c:extLst>
            </c:dLbl>
            <c:dLbl>
              <c:idx val="1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5-7405-42D2-84DE-F8EA208DA7BA}"/>
                </c:ext>
              </c:extLst>
            </c:dLbl>
            <c:dLbl>
              <c:idx val="1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6-7405-42D2-84DE-F8EA208DA7BA}"/>
                </c:ext>
              </c:extLst>
            </c:dLbl>
            <c:dLbl>
              <c:idx val="1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7-7405-42D2-84DE-F8EA208DA7BA}"/>
                </c:ext>
              </c:extLst>
            </c:dLbl>
            <c:dLbl>
              <c:idx val="1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8-7405-42D2-84DE-F8EA208DA7BA}"/>
                </c:ext>
              </c:extLst>
            </c:dLbl>
            <c:dLbl>
              <c:idx val="1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9-7405-42D2-84DE-F8EA208DA7BA}"/>
                </c:ext>
              </c:extLst>
            </c:dLbl>
            <c:dLbl>
              <c:idx val="1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A-7405-42D2-84DE-F8EA208DA7BA}"/>
                </c:ext>
              </c:extLst>
            </c:dLbl>
            <c:dLbl>
              <c:idx val="1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B-7405-42D2-84DE-F8EA208DA7BA}"/>
                </c:ext>
              </c:extLst>
            </c:dLbl>
            <c:dLbl>
              <c:idx val="1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C-7405-42D2-84DE-F8EA208DA7BA}"/>
                </c:ext>
              </c:extLst>
            </c:dLbl>
            <c:dLbl>
              <c:idx val="1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D-7405-42D2-84DE-F8EA208DA7BA}"/>
                </c:ext>
              </c:extLst>
            </c:dLbl>
            <c:dLbl>
              <c:idx val="1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E-7405-42D2-84DE-F8EA208DA7BA}"/>
                </c:ext>
              </c:extLst>
            </c:dLbl>
            <c:dLbl>
              <c:idx val="1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2F-7405-42D2-84DE-F8EA208DA7BA}"/>
                </c:ext>
              </c:extLst>
            </c:dLbl>
            <c:dLbl>
              <c:idx val="1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0-7405-42D2-84DE-F8EA208DA7BA}"/>
                </c:ext>
              </c:extLst>
            </c:dLbl>
            <c:dLbl>
              <c:idx val="1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1-7405-42D2-84DE-F8EA208DA7BA}"/>
                </c:ext>
              </c:extLst>
            </c:dLbl>
            <c:dLbl>
              <c:idx val="1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2-7405-42D2-84DE-F8EA208DA7BA}"/>
                </c:ext>
              </c:extLst>
            </c:dLbl>
            <c:dLbl>
              <c:idx val="1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3-7405-42D2-84DE-F8EA208DA7BA}"/>
                </c:ext>
              </c:extLst>
            </c:dLbl>
            <c:dLbl>
              <c:idx val="1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4-7405-42D2-84DE-F8EA208DA7BA}"/>
                </c:ext>
              </c:extLst>
            </c:dLbl>
            <c:dLbl>
              <c:idx val="1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5-7405-42D2-84DE-F8EA208DA7BA}"/>
                </c:ext>
              </c:extLst>
            </c:dLbl>
            <c:dLbl>
              <c:idx val="1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6-7405-42D2-84DE-F8EA208DA7BA}"/>
                </c:ext>
              </c:extLst>
            </c:dLbl>
            <c:dLbl>
              <c:idx val="1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7-7405-42D2-84DE-F8EA208DA7BA}"/>
                </c:ext>
              </c:extLst>
            </c:dLbl>
            <c:dLbl>
              <c:idx val="1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8-7405-42D2-84DE-F8EA208DA7BA}"/>
                </c:ext>
              </c:extLst>
            </c:dLbl>
            <c:dLbl>
              <c:idx val="1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9-7405-42D2-84DE-F8EA208DA7BA}"/>
                </c:ext>
              </c:extLst>
            </c:dLbl>
            <c:dLbl>
              <c:idx val="1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A-7405-42D2-84DE-F8EA208DA7BA}"/>
                </c:ext>
              </c:extLst>
            </c:dLbl>
            <c:dLbl>
              <c:idx val="1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B-7405-42D2-84DE-F8EA208DA7BA}"/>
                </c:ext>
              </c:extLst>
            </c:dLbl>
            <c:dLbl>
              <c:idx val="1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C-7405-42D2-84DE-F8EA208DA7BA}"/>
                </c:ext>
              </c:extLst>
            </c:dLbl>
            <c:dLbl>
              <c:idx val="1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D-7405-42D2-84DE-F8EA208DA7BA}"/>
                </c:ext>
              </c:extLst>
            </c:dLbl>
            <c:dLbl>
              <c:idx val="1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E-7405-42D2-84DE-F8EA208DA7BA}"/>
                </c:ext>
              </c:extLst>
            </c:dLbl>
            <c:dLbl>
              <c:idx val="1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3F-7405-42D2-84DE-F8EA208DA7BA}"/>
                </c:ext>
              </c:extLst>
            </c:dLbl>
            <c:dLbl>
              <c:idx val="1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0-7405-42D2-84DE-F8EA208DA7BA}"/>
                </c:ext>
              </c:extLst>
            </c:dLbl>
            <c:dLbl>
              <c:idx val="1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1-7405-42D2-84DE-F8EA208DA7BA}"/>
                </c:ext>
              </c:extLst>
            </c:dLbl>
            <c:dLbl>
              <c:idx val="1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2-7405-42D2-84DE-F8EA208DA7BA}"/>
                </c:ext>
              </c:extLst>
            </c:dLbl>
            <c:dLbl>
              <c:idx val="1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3-7405-42D2-84DE-F8EA208DA7BA}"/>
                </c:ext>
              </c:extLst>
            </c:dLbl>
            <c:dLbl>
              <c:idx val="1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4-7405-42D2-84DE-F8EA208DA7BA}"/>
                </c:ext>
              </c:extLst>
            </c:dLbl>
            <c:dLbl>
              <c:idx val="1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5-7405-42D2-84DE-F8EA208DA7BA}"/>
                </c:ext>
              </c:extLst>
            </c:dLbl>
            <c:dLbl>
              <c:idx val="1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6-7405-42D2-84DE-F8EA208DA7BA}"/>
                </c:ext>
              </c:extLst>
            </c:dLbl>
            <c:dLbl>
              <c:idx val="1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7-7405-42D2-84DE-F8EA208DA7BA}"/>
                </c:ext>
              </c:extLst>
            </c:dLbl>
            <c:dLbl>
              <c:idx val="1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8-7405-42D2-84DE-F8EA208DA7BA}"/>
                </c:ext>
              </c:extLst>
            </c:dLbl>
            <c:dLbl>
              <c:idx val="1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9-7405-42D2-84DE-F8EA208DA7BA}"/>
                </c:ext>
              </c:extLst>
            </c:dLbl>
            <c:dLbl>
              <c:idx val="1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A-7405-42D2-84DE-F8EA208DA7BA}"/>
                </c:ext>
              </c:extLst>
            </c:dLbl>
            <c:dLbl>
              <c:idx val="1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B-7405-42D2-84DE-F8EA208DA7BA}"/>
                </c:ext>
              </c:extLst>
            </c:dLbl>
            <c:dLbl>
              <c:idx val="1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C-7405-42D2-84DE-F8EA208DA7BA}"/>
                </c:ext>
              </c:extLst>
            </c:dLbl>
            <c:dLbl>
              <c:idx val="1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D-7405-42D2-84DE-F8EA208DA7BA}"/>
                </c:ext>
              </c:extLst>
            </c:dLbl>
            <c:dLbl>
              <c:idx val="1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E-7405-42D2-84DE-F8EA208DA7BA}"/>
                </c:ext>
              </c:extLst>
            </c:dLbl>
            <c:dLbl>
              <c:idx val="1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4F-7405-42D2-84DE-F8EA208DA7BA}"/>
                </c:ext>
              </c:extLst>
            </c:dLbl>
            <c:dLbl>
              <c:idx val="1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0-7405-42D2-84DE-F8EA208DA7BA}"/>
                </c:ext>
              </c:extLst>
            </c:dLbl>
            <c:dLbl>
              <c:idx val="1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1-7405-42D2-84DE-F8EA208DA7BA}"/>
                </c:ext>
              </c:extLst>
            </c:dLbl>
            <c:dLbl>
              <c:idx val="1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2-7405-42D2-84DE-F8EA208DA7BA}"/>
                </c:ext>
              </c:extLst>
            </c:dLbl>
            <c:dLbl>
              <c:idx val="1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3-7405-42D2-84DE-F8EA208DA7BA}"/>
                </c:ext>
              </c:extLst>
            </c:dLbl>
            <c:dLbl>
              <c:idx val="1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4-7405-42D2-84DE-F8EA208DA7BA}"/>
                </c:ext>
              </c:extLst>
            </c:dLbl>
            <c:dLbl>
              <c:idx val="1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5-7405-42D2-84DE-F8EA208DA7BA}"/>
                </c:ext>
              </c:extLst>
            </c:dLbl>
            <c:dLbl>
              <c:idx val="1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6-7405-42D2-84DE-F8EA208DA7BA}"/>
                </c:ext>
              </c:extLst>
            </c:dLbl>
            <c:dLbl>
              <c:idx val="1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7-7405-42D2-84DE-F8EA208DA7BA}"/>
                </c:ext>
              </c:extLst>
            </c:dLbl>
            <c:dLbl>
              <c:idx val="1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8-7405-42D2-84DE-F8EA208DA7BA}"/>
                </c:ext>
              </c:extLst>
            </c:dLbl>
            <c:dLbl>
              <c:idx val="1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9-7405-42D2-84DE-F8EA208DA7BA}"/>
                </c:ext>
              </c:extLst>
            </c:dLbl>
            <c:dLbl>
              <c:idx val="1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A-7405-42D2-84DE-F8EA208DA7BA}"/>
                </c:ext>
              </c:extLst>
            </c:dLbl>
            <c:dLbl>
              <c:idx val="1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B-7405-42D2-84DE-F8EA208DA7BA}"/>
                </c:ext>
              </c:extLst>
            </c:dLbl>
            <c:dLbl>
              <c:idx val="1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C-7405-42D2-84DE-F8EA208DA7BA}"/>
                </c:ext>
              </c:extLst>
            </c:dLbl>
            <c:dLbl>
              <c:idx val="1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D-7405-42D2-84DE-F8EA208DA7BA}"/>
                </c:ext>
              </c:extLst>
            </c:dLbl>
            <c:dLbl>
              <c:idx val="1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E-7405-42D2-84DE-F8EA208DA7BA}"/>
                </c:ext>
              </c:extLst>
            </c:dLbl>
            <c:dLbl>
              <c:idx val="1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5F-7405-42D2-84DE-F8EA208DA7BA}"/>
                </c:ext>
              </c:extLst>
            </c:dLbl>
            <c:dLbl>
              <c:idx val="1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0-7405-42D2-84DE-F8EA208DA7BA}"/>
                </c:ext>
              </c:extLst>
            </c:dLbl>
            <c:dLbl>
              <c:idx val="1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1-7405-42D2-84DE-F8EA208DA7BA}"/>
                </c:ext>
              </c:extLst>
            </c:dLbl>
            <c:dLbl>
              <c:idx val="1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2-7405-42D2-84DE-F8EA208DA7BA}"/>
                </c:ext>
              </c:extLst>
            </c:dLbl>
            <c:dLbl>
              <c:idx val="1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3-7405-42D2-84DE-F8EA208DA7BA}"/>
                </c:ext>
              </c:extLst>
            </c:dLbl>
            <c:dLbl>
              <c:idx val="1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4-7405-42D2-84DE-F8EA208DA7BA}"/>
                </c:ext>
              </c:extLst>
            </c:dLbl>
            <c:dLbl>
              <c:idx val="1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5-7405-42D2-84DE-F8EA208DA7BA}"/>
                </c:ext>
              </c:extLst>
            </c:dLbl>
            <c:dLbl>
              <c:idx val="1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6-7405-42D2-84DE-F8EA208DA7BA}"/>
                </c:ext>
              </c:extLst>
            </c:dLbl>
            <c:dLbl>
              <c:idx val="1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7-7405-42D2-84DE-F8EA208DA7BA}"/>
                </c:ext>
              </c:extLst>
            </c:dLbl>
            <c:dLbl>
              <c:idx val="1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8-7405-42D2-84DE-F8EA208DA7BA}"/>
                </c:ext>
              </c:extLst>
            </c:dLbl>
            <c:dLbl>
              <c:idx val="1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9-7405-42D2-84DE-F8EA208DA7BA}"/>
                </c:ext>
              </c:extLst>
            </c:dLbl>
            <c:dLbl>
              <c:idx val="1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A-7405-42D2-84DE-F8EA208DA7BA}"/>
                </c:ext>
              </c:extLst>
            </c:dLbl>
            <c:dLbl>
              <c:idx val="1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B-7405-42D2-84DE-F8EA208DA7BA}"/>
                </c:ext>
              </c:extLst>
            </c:dLbl>
            <c:dLbl>
              <c:idx val="1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C-7405-42D2-84DE-F8EA208DA7BA}"/>
                </c:ext>
              </c:extLst>
            </c:dLbl>
            <c:dLbl>
              <c:idx val="1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D-7405-42D2-84DE-F8EA208DA7BA}"/>
                </c:ext>
              </c:extLst>
            </c:dLbl>
            <c:dLbl>
              <c:idx val="1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E-7405-42D2-84DE-F8EA208DA7BA}"/>
                </c:ext>
              </c:extLst>
            </c:dLbl>
            <c:dLbl>
              <c:idx val="1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6F-7405-42D2-84DE-F8EA208DA7BA}"/>
                </c:ext>
              </c:extLst>
            </c:dLbl>
            <c:dLbl>
              <c:idx val="1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0-7405-42D2-84DE-F8EA208DA7BA}"/>
                </c:ext>
              </c:extLst>
            </c:dLbl>
            <c:dLbl>
              <c:idx val="1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1-7405-42D2-84DE-F8EA208DA7BA}"/>
                </c:ext>
              </c:extLst>
            </c:dLbl>
            <c:dLbl>
              <c:idx val="1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2-7405-42D2-84DE-F8EA208DA7BA}"/>
                </c:ext>
              </c:extLst>
            </c:dLbl>
            <c:dLbl>
              <c:idx val="1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3-7405-42D2-84DE-F8EA208DA7BA}"/>
                </c:ext>
              </c:extLst>
            </c:dLbl>
            <c:dLbl>
              <c:idx val="1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4-7405-42D2-84DE-F8EA208DA7BA}"/>
                </c:ext>
              </c:extLst>
            </c:dLbl>
            <c:dLbl>
              <c:idx val="1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5-7405-42D2-84DE-F8EA208DA7BA}"/>
                </c:ext>
              </c:extLst>
            </c:dLbl>
            <c:dLbl>
              <c:idx val="1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6-7405-42D2-84DE-F8EA208DA7BA}"/>
                </c:ext>
              </c:extLst>
            </c:dLbl>
            <c:dLbl>
              <c:idx val="1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7-7405-42D2-84DE-F8EA208DA7BA}"/>
                </c:ext>
              </c:extLst>
            </c:dLbl>
            <c:dLbl>
              <c:idx val="1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8-7405-42D2-84DE-F8EA208DA7BA}"/>
                </c:ext>
              </c:extLst>
            </c:dLbl>
            <c:dLbl>
              <c:idx val="1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9-7405-42D2-84DE-F8EA208DA7BA}"/>
                </c:ext>
              </c:extLst>
            </c:dLbl>
            <c:dLbl>
              <c:idx val="1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A-7405-42D2-84DE-F8EA208DA7BA}"/>
                </c:ext>
              </c:extLst>
            </c:dLbl>
            <c:dLbl>
              <c:idx val="1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B-7405-42D2-84DE-F8EA208DA7BA}"/>
                </c:ext>
              </c:extLst>
            </c:dLbl>
            <c:dLbl>
              <c:idx val="1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C-7405-42D2-84DE-F8EA208DA7BA}"/>
                </c:ext>
              </c:extLst>
            </c:dLbl>
            <c:dLbl>
              <c:idx val="1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D-7405-42D2-84DE-F8EA208DA7BA}"/>
                </c:ext>
              </c:extLst>
            </c:dLbl>
            <c:dLbl>
              <c:idx val="1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E-7405-42D2-84DE-F8EA208DA7BA}"/>
                </c:ext>
              </c:extLst>
            </c:dLbl>
            <c:dLbl>
              <c:idx val="1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7F-7405-42D2-84DE-F8EA208DA7BA}"/>
                </c:ext>
              </c:extLst>
            </c:dLbl>
            <c:dLbl>
              <c:idx val="1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0-7405-42D2-84DE-F8EA208DA7BA}"/>
                </c:ext>
              </c:extLst>
            </c:dLbl>
            <c:dLbl>
              <c:idx val="1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1-7405-42D2-84DE-F8EA208DA7BA}"/>
                </c:ext>
              </c:extLst>
            </c:dLbl>
            <c:dLbl>
              <c:idx val="1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2-7405-42D2-84DE-F8EA208DA7BA}"/>
                </c:ext>
              </c:extLst>
            </c:dLbl>
            <c:dLbl>
              <c:idx val="1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3-7405-42D2-84DE-F8EA208DA7BA}"/>
                </c:ext>
              </c:extLst>
            </c:dLbl>
            <c:dLbl>
              <c:idx val="1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4-7405-42D2-84DE-F8EA208DA7BA}"/>
                </c:ext>
              </c:extLst>
            </c:dLbl>
            <c:dLbl>
              <c:idx val="1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5-7405-42D2-84DE-F8EA208DA7BA}"/>
                </c:ext>
              </c:extLst>
            </c:dLbl>
            <c:dLbl>
              <c:idx val="1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6-7405-42D2-84DE-F8EA208DA7BA}"/>
                </c:ext>
              </c:extLst>
            </c:dLbl>
            <c:dLbl>
              <c:idx val="1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7-7405-42D2-84DE-F8EA208DA7BA}"/>
                </c:ext>
              </c:extLst>
            </c:dLbl>
            <c:dLbl>
              <c:idx val="1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8-7405-42D2-84DE-F8EA208DA7BA}"/>
                </c:ext>
              </c:extLst>
            </c:dLbl>
            <c:dLbl>
              <c:idx val="1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9-7405-42D2-84DE-F8EA208DA7BA}"/>
                </c:ext>
              </c:extLst>
            </c:dLbl>
            <c:dLbl>
              <c:idx val="1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A-7405-42D2-84DE-F8EA208DA7BA}"/>
                </c:ext>
              </c:extLst>
            </c:dLbl>
            <c:dLbl>
              <c:idx val="1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B-7405-42D2-84DE-F8EA208DA7BA}"/>
                </c:ext>
              </c:extLst>
            </c:dLbl>
            <c:dLbl>
              <c:idx val="1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C-7405-42D2-84DE-F8EA208DA7BA}"/>
                </c:ext>
              </c:extLst>
            </c:dLbl>
            <c:dLbl>
              <c:idx val="1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D-7405-42D2-84DE-F8EA208DA7BA}"/>
                </c:ext>
              </c:extLst>
            </c:dLbl>
            <c:dLbl>
              <c:idx val="1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E-7405-42D2-84DE-F8EA208DA7BA}"/>
                </c:ext>
              </c:extLst>
            </c:dLbl>
            <c:dLbl>
              <c:idx val="1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8F-7405-42D2-84DE-F8EA208DA7BA}"/>
                </c:ext>
              </c:extLst>
            </c:dLbl>
            <c:dLbl>
              <c:idx val="1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0-7405-42D2-84DE-F8EA208DA7BA}"/>
                </c:ext>
              </c:extLst>
            </c:dLbl>
            <c:dLbl>
              <c:idx val="1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1-7405-42D2-84DE-F8EA208DA7BA}"/>
                </c:ext>
              </c:extLst>
            </c:dLbl>
            <c:dLbl>
              <c:idx val="1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2-7405-42D2-84DE-F8EA208DA7BA}"/>
                </c:ext>
              </c:extLst>
            </c:dLbl>
            <c:dLbl>
              <c:idx val="1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3-7405-42D2-84DE-F8EA208DA7BA}"/>
                </c:ext>
              </c:extLst>
            </c:dLbl>
            <c:dLbl>
              <c:idx val="1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4-7405-42D2-84DE-F8EA208DA7BA}"/>
                </c:ext>
              </c:extLst>
            </c:dLbl>
            <c:dLbl>
              <c:idx val="1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5-7405-42D2-84DE-F8EA208DA7BA}"/>
                </c:ext>
              </c:extLst>
            </c:dLbl>
            <c:dLbl>
              <c:idx val="1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6-7405-42D2-84DE-F8EA208DA7BA}"/>
                </c:ext>
              </c:extLst>
            </c:dLbl>
            <c:dLbl>
              <c:idx val="1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7-7405-42D2-84DE-F8EA208DA7BA}"/>
                </c:ext>
              </c:extLst>
            </c:dLbl>
            <c:dLbl>
              <c:idx val="1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8-7405-42D2-84DE-F8EA208DA7BA}"/>
                </c:ext>
              </c:extLst>
            </c:dLbl>
            <c:dLbl>
              <c:idx val="1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9-7405-42D2-84DE-F8EA208DA7BA}"/>
                </c:ext>
              </c:extLst>
            </c:dLbl>
            <c:dLbl>
              <c:idx val="1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A-7405-42D2-84DE-F8EA208DA7BA}"/>
                </c:ext>
              </c:extLst>
            </c:dLbl>
            <c:dLbl>
              <c:idx val="1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B-7405-42D2-84DE-F8EA208DA7BA}"/>
                </c:ext>
              </c:extLst>
            </c:dLbl>
            <c:dLbl>
              <c:idx val="1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C-7405-42D2-84DE-F8EA208DA7BA}"/>
                </c:ext>
              </c:extLst>
            </c:dLbl>
            <c:dLbl>
              <c:idx val="1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D-7405-42D2-84DE-F8EA208DA7BA}"/>
                </c:ext>
              </c:extLst>
            </c:dLbl>
            <c:dLbl>
              <c:idx val="1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E-7405-42D2-84DE-F8EA208DA7BA}"/>
                </c:ext>
              </c:extLst>
            </c:dLbl>
            <c:dLbl>
              <c:idx val="1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9F-7405-42D2-84DE-F8EA208DA7BA}"/>
                </c:ext>
              </c:extLst>
            </c:dLbl>
            <c:dLbl>
              <c:idx val="1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0-7405-42D2-84DE-F8EA208DA7BA}"/>
                </c:ext>
              </c:extLst>
            </c:dLbl>
            <c:dLbl>
              <c:idx val="1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1-7405-42D2-84DE-F8EA208DA7BA}"/>
                </c:ext>
              </c:extLst>
            </c:dLbl>
            <c:dLbl>
              <c:idx val="1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2-7405-42D2-84DE-F8EA208DA7BA}"/>
                </c:ext>
              </c:extLst>
            </c:dLbl>
            <c:dLbl>
              <c:idx val="1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3-7405-42D2-84DE-F8EA208DA7BA}"/>
                </c:ext>
              </c:extLst>
            </c:dLbl>
            <c:dLbl>
              <c:idx val="1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4-7405-42D2-84DE-F8EA208DA7BA}"/>
                </c:ext>
              </c:extLst>
            </c:dLbl>
            <c:dLbl>
              <c:idx val="1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5-7405-42D2-84DE-F8EA208DA7BA}"/>
                </c:ext>
              </c:extLst>
            </c:dLbl>
            <c:dLbl>
              <c:idx val="1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6-7405-42D2-84DE-F8EA208DA7BA}"/>
                </c:ext>
              </c:extLst>
            </c:dLbl>
            <c:dLbl>
              <c:idx val="1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7-7405-42D2-84DE-F8EA208DA7BA}"/>
                </c:ext>
              </c:extLst>
            </c:dLbl>
            <c:dLbl>
              <c:idx val="1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8-7405-42D2-84DE-F8EA208DA7BA}"/>
                </c:ext>
              </c:extLst>
            </c:dLbl>
            <c:dLbl>
              <c:idx val="1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9-7405-42D2-84DE-F8EA208DA7BA}"/>
                </c:ext>
              </c:extLst>
            </c:dLbl>
            <c:dLbl>
              <c:idx val="1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A-7405-42D2-84DE-F8EA208DA7BA}"/>
                </c:ext>
              </c:extLst>
            </c:dLbl>
            <c:dLbl>
              <c:idx val="1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B-7405-42D2-84DE-F8EA208DA7BA}"/>
                </c:ext>
              </c:extLst>
            </c:dLbl>
            <c:dLbl>
              <c:idx val="1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C-7405-42D2-84DE-F8EA208DA7BA}"/>
                </c:ext>
              </c:extLst>
            </c:dLbl>
            <c:dLbl>
              <c:idx val="1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D-7405-42D2-84DE-F8EA208DA7BA}"/>
                </c:ext>
              </c:extLst>
            </c:dLbl>
            <c:dLbl>
              <c:idx val="1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E-7405-42D2-84DE-F8EA208DA7BA}"/>
                </c:ext>
              </c:extLst>
            </c:dLbl>
            <c:dLbl>
              <c:idx val="1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AF-7405-42D2-84DE-F8EA208DA7BA}"/>
                </c:ext>
              </c:extLst>
            </c:dLbl>
            <c:dLbl>
              <c:idx val="1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0-7405-42D2-84DE-F8EA208DA7BA}"/>
                </c:ext>
              </c:extLst>
            </c:dLbl>
            <c:dLbl>
              <c:idx val="1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1-7405-42D2-84DE-F8EA208DA7BA}"/>
                </c:ext>
              </c:extLst>
            </c:dLbl>
            <c:dLbl>
              <c:idx val="1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2-7405-42D2-84DE-F8EA208DA7BA}"/>
                </c:ext>
              </c:extLst>
            </c:dLbl>
            <c:dLbl>
              <c:idx val="1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3-7405-42D2-84DE-F8EA208DA7BA}"/>
                </c:ext>
              </c:extLst>
            </c:dLbl>
            <c:dLbl>
              <c:idx val="1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4-7405-42D2-84DE-F8EA208DA7BA}"/>
                </c:ext>
              </c:extLst>
            </c:dLbl>
            <c:dLbl>
              <c:idx val="1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5-7405-42D2-84DE-F8EA208DA7BA}"/>
                </c:ext>
              </c:extLst>
            </c:dLbl>
            <c:dLbl>
              <c:idx val="1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6-7405-42D2-84DE-F8EA208DA7BA}"/>
                </c:ext>
              </c:extLst>
            </c:dLbl>
            <c:dLbl>
              <c:idx val="1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7-7405-42D2-84DE-F8EA208DA7BA}"/>
                </c:ext>
              </c:extLst>
            </c:dLbl>
            <c:dLbl>
              <c:idx val="1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8-7405-42D2-84DE-F8EA208DA7BA}"/>
                </c:ext>
              </c:extLst>
            </c:dLbl>
            <c:dLbl>
              <c:idx val="1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9-7405-42D2-84DE-F8EA208DA7BA}"/>
                </c:ext>
              </c:extLst>
            </c:dLbl>
            <c:dLbl>
              <c:idx val="1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A-7405-42D2-84DE-F8EA208DA7BA}"/>
                </c:ext>
              </c:extLst>
            </c:dLbl>
            <c:dLbl>
              <c:idx val="1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B-7405-42D2-84DE-F8EA208DA7BA}"/>
                </c:ext>
              </c:extLst>
            </c:dLbl>
            <c:dLbl>
              <c:idx val="1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C-7405-42D2-84DE-F8EA208DA7BA}"/>
                </c:ext>
              </c:extLst>
            </c:dLbl>
            <c:dLbl>
              <c:idx val="1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D-7405-42D2-84DE-F8EA208DA7BA}"/>
                </c:ext>
              </c:extLst>
            </c:dLbl>
            <c:dLbl>
              <c:idx val="1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E-7405-42D2-84DE-F8EA208DA7BA}"/>
                </c:ext>
              </c:extLst>
            </c:dLbl>
            <c:dLbl>
              <c:idx val="1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BF-7405-42D2-84DE-F8EA208DA7BA}"/>
                </c:ext>
              </c:extLst>
            </c:dLbl>
            <c:dLbl>
              <c:idx val="1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0-7405-42D2-84DE-F8EA208DA7BA}"/>
                </c:ext>
              </c:extLst>
            </c:dLbl>
            <c:dLbl>
              <c:idx val="1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1-7405-42D2-84DE-F8EA208DA7BA}"/>
                </c:ext>
              </c:extLst>
            </c:dLbl>
            <c:dLbl>
              <c:idx val="1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2-7405-42D2-84DE-F8EA208DA7BA}"/>
                </c:ext>
              </c:extLst>
            </c:dLbl>
            <c:dLbl>
              <c:idx val="1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3-7405-42D2-84DE-F8EA208DA7BA}"/>
                </c:ext>
              </c:extLst>
            </c:dLbl>
            <c:dLbl>
              <c:idx val="1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4-7405-42D2-84DE-F8EA208DA7BA}"/>
                </c:ext>
              </c:extLst>
            </c:dLbl>
            <c:dLbl>
              <c:idx val="1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5-7405-42D2-84DE-F8EA208DA7BA}"/>
                </c:ext>
              </c:extLst>
            </c:dLbl>
            <c:dLbl>
              <c:idx val="1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6-7405-42D2-84DE-F8EA208DA7BA}"/>
                </c:ext>
              </c:extLst>
            </c:dLbl>
            <c:dLbl>
              <c:idx val="1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7-7405-42D2-84DE-F8EA208DA7BA}"/>
                </c:ext>
              </c:extLst>
            </c:dLbl>
            <c:dLbl>
              <c:idx val="1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8-7405-42D2-84DE-F8EA208DA7BA}"/>
                </c:ext>
              </c:extLst>
            </c:dLbl>
            <c:dLbl>
              <c:idx val="1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9-7405-42D2-84DE-F8EA208DA7BA}"/>
                </c:ext>
              </c:extLst>
            </c:dLbl>
            <c:dLbl>
              <c:idx val="1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A-7405-42D2-84DE-F8EA208DA7BA}"/>
                </c:ext>
              </c:extLst>
            </c:dLbl>
            <c:dLbl>
              <c:idx val="1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B-7405-42D2-84DE-F8EA208DA7BA}"/>
                </c:ext>
              </c:extLst>
            </c:dLbl>
            <c:dLbl>
              <c:idx val="1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C-7405-42D2-84DE-F8EA208DA7BA}"/>
                </c:ext>
              </c:extLst>
            </c:dLbl>
            <c:dLbl>
              <c:idx val="1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D-7405-42D2-84DE-F8EA208DA7BA}"/>
                </c:ext>
              </c:extLst>
            </c:dLbl>
            <c:dLbl>
              <c:idx val="1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E-7405-42D2-84DE-F8EA208DA7BA}"/>
                </c:ext>
              </c:extLst>
            </c:dLbl>
            <c:dLbl>
              <c:idx val="1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CF-7405-42D2-84DE-F8EA208DA7BA}"/>
                </c:ext>
              </c:extLst>
            </c:dLbl>
            <c:dLbl>
              <c:idx val="1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0-7405-42D2-84DE-F8EA208DA7BA}"/>
                </c:ext>
              </c:extLst>
            </c:dLbl>
            <c:dLbl>
              <c:idx val="1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1-7405-42D2-84DE-F8EA208DA7BA}"/>
                </c:ext>
              </c:extLst>
            </c:dLbl>
            <c:dLbl>
              <c:idx val="1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2-7405-42D2-84DE-F8EA208DA7BA}"/>
                </c:ext>
              </c:extLst>
            </c:dLbl>
            <c:dLbl>
              <c:idx val="1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3-7405-42D2-84DE-F8EA208DA7BA}"/>
                </c:ext>
              </c:extLst>
            </c:dLbl>
            <c:dLbl>
              <c:idx val="1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4-7405-42D2-84DE-F8EA208DA7BA}"/>
                </c:ext>
              </c:extLst>
            </c:dLbl>
            <c:dLbl>
              <c:idx val="1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5-7405-42D2-84DE-F8EA208DA7BA}"/>
                </c:ext>
              </c:extLst>
            </c:dLbl>
            <c:dLbl>
              <c:idx val="1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6-7405-42D2-84DE-F8EA208DA7BA}"/>
                </c:ext>
              </c:extLst>
            </c:dLbl>
            <c:dLbl>
              <c:idx val="1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7-7405-42D2-84DE-F8EA208DA7BA}"/>
                </c:ext>
              </c:extLst>
            </c:dLbl>
            <c:dLbl>
              <c:idx val="1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8-7405-42D2-84DE-F8EA208DA7BA}"/>
                </c:ext>
              </c:extLst>
            </c:dLbl>
            <c:dLbl>
              <c:idx val="1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9-7405-42D2-84DE-F8EA208DA7BA}"/>
                </c:ext>
              </c:extLst>
            </c:dLbl>
            <c:dLbl>
              <c:idx val="1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A-7405-42D2-84DE-F8EA208DA7BA}"/>
                </c:ext>
              </c:extLst>
            </c:dLbl>
            <c:dLbl>
              <c:idx val="1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B-7405-42D2-84DE-F8EA208DA7BA}"/>
                </c:ext>
              </c:extLst>
            </c:dLbl>
            <c:dLbl>
              <c:idx val="1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C-7405-42D2-84DE-F8EA208DA7BA}"/>
                </c:ext>
              </c:extLst>
            </c:dLbl>
            <c:dLbl>
              <c:idx val="1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D-7405-42D2-84DE-F8EA208DA7BA}"/>
                </c:ext>
              </c:extLst>
            </c:dLbl>
            <c:dLbl>
              <c:idx val="1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E-7405-42D2-84DE-F8EA208DA7BA}"/>
                </c:ext>
              </c:extLst>
            </c:dLbl>
            <c:dLbl>
              <c:idx val="1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DF-7405-42D2-84DE-F8EA208DA7BA}"/>
                </c:ext>
              </c:extLst>
            </c:dLbl>
            <c:dLbl>
              <c:idx val="1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0-7405-42D2-84DE-F8EA208DA7BA}"/>
                </c:ext>
              </c:extLst>
            </c:dLbl>
            <c:dLbl>
              <c:idx val="1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1-7405-42D2-84DE-F8EA208DA7BA}"/>
                </c:ext>
              </c:extLst>
            </c:dLbl>
            <c:dLbl>
              <c:idx val="1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2-7405-42D2-84DE-F8EA208DA7BA}"/>
                </c:ext>
              </c:extLst>
            </c:dLbl>
            <c:dLbl>
              <c:idx val="1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3-7405-42D2-84DE-F8EA208DA7BA}"/>
                </c:ext>
              </c:extLst>
            </c:dLbl>
            <c:dLbl>
              <c:idx val="1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4-7405-42D2-84DE-F8EA208DA7BA}"/>
                </c:ext>
              </c:extLst>
            </c:dLbl>
            <c:dLbl>
              <c:idx val="1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5-7405-42D2-84DE-F8EA208DA7BA}"/>
                </c:ext>
              </c:extLst>
            </c:dLbl>
            <c:dLbl>
              <c:idx val="1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6-7405-42D2-84DE-F8EA208DA7BA}"/>
                </c:ext>
              </c:extLst>
            </c:dLbl>
            <c:dLbl>
              <c:idx val="1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7-7405-42D2-84DE-F8EA208DA7BA}"/>
                </c:ext>
              </c:extLst>
            </c:dLbl>
            <c:dLbl>
              <c:idx val="1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8-7405-42D2-84DE-F8EA208DA7BA}"/>
                </c:ext>
              </c:extLst>
            </c:dLbl>
            <c:dLbl>
              <c:idx val="1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9-7405-42D2-84DE-F8EA208DA7BA}"/>
                </c:ext>
              </c:extLst>
            </c:dLbl>
            <c:dLbl>
              <c:idx val="1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A-7405-42D2-84DE-F8EA208DA7BA}"/>
                </c:ext>
              </c:extLst>
            </c:dLbl>
            <c:dLbl>
              <c:idx val="1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B-7405-42D2-84DE-F8EA208DA7BA}"/>
                </c:ext>
              </c:extLst>
            </c:dLbl>
            <c:dLbl>
              <c:idx val="1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C-7405-42D2-84DE-F8EA208DA7BA}"/>
                </c:ext>
              </c:extLst>
            </c:dLbl>
            <c:dLbl>
              <c:idx val="1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D-7405-42D2-84DE-F8EA208DA7BA}"/>
                </c:ext>
              </c:extLst>
            </c:dLbl>
            <c:dLbl>
              <c:idx val="1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E-7405-42D2-84DE-F8EA208DA7BA}"/>
                </c:ext>
              </c:extLst>
            </c:dLbl>
            <c:dLbl>
              <c:idx val="1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EF-7405-42D2-84DE-F8EA208DA7BA}"/>
                </c:ext>
              </c:extLst>
            </c:dLbl>
            <c:dLbl>
              <c:idx val="1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0-7405-42D2-84DE-F8EA208DA7BA}"/>
                </c:ext>
              </c:extLst>
            </c:dLbl>
            <c:dLbl>
              <c:idx val="1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1-7405-42D2-84DE-F8EA208DA7BA}"/>
                </c:ext>
              </c:extLst>
            </c:dLbl>
            <c:dLbl>
              <c:idx val="1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2-7405-42D2-84DE-F8EA208DA7BA}"/>
                </c:ext>
              </c:extLst>
            </c:dLbl>
            <c:dLbl>
              <c:idx val="1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3-7405-42D2-84DE-F8EA208DA7BA}"/>
                </c:ext>
              </c:extLst>
            </c:dLbl>
            <c:dLbl>
              <c:idx val="1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4-7405-42D2-84DE-F8EA208DA7BA}"/>
                </c:ext>
              </c:extLst>
            </c:dLbl>
            <c:dLbl>
              <c:idx val="1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5-7405-42D2-84DE-F8EA208DA7BA}"/>
                </c:ext>
              </c:extLst>
            </c:dLbl>
            <c:dLbl>
              <c:idx val="1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6-7405-42D2-84DE-F8EA208DA7BA}"/>
                </c:ext>
              </c:extLst>
            </c:dLbl>
            <c:dLbl>
              <c:idx val="1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7-7405-42D2-84DE-F8EA208DA7BA}"/>
                </c:ext>
              </c:extLst>
            </c:dLbl>
            <c:dLbl>
              <c:idx val="1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8-7405-42D2-84DE-F8EA208DA7BA}"/>
                </c:ext>
              </c:extLst>
            </c:dLbl>
            <c:dLbl>
              <c:idx val="1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9-7405-42D2-84DE-F8EA208DA7BA}"/>
                </c:ext>
              </c:extLst>
            </c:dLbl>
            <c:dLbl>
              <c:idx val="1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A-7405-42D2-84DE-F8EA208DA7BA}"/>
                </c:ext>
              </c:extLst>
            </c:dLbl>
            <c:dLbl>
              <c:idx val="1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B-7405-42D2-84DE-F8EA208DA7BA}"/>
                </c:ext>
              </c:extLst>
            </c:dLbl>
            <c:dLbl>
              <c:idx val="1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C-7405-42D2-84DE-F8EA208DA7BA}"/>
                </c:ext>
              </c:extLst>
            </c:dLbl>
            <c:dLbl>
              <c:idx val="1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D-7405-42D2-84DE-F8EA208DA7BA}"/>
                </c:ext>
              </c:extLst>
            </c:dLbl>
            <c:dLbl>
              <c:idx val="1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E-7405-42D2-84DE-F8EA208DA7BA}"/>
                </c:ext>
              </c:extLst>
            </c:dLbl>
            <c:dLbl>
              <c:idx val="1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FFF-7405-42D2-84DE-F8EA208DA7BA}"/>
                </c:ext>
              </c:extLst>
            </c:dLbl>
            <c:dLbl>
              <c:idx val="1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0-7405-42D2-84DE-F8EA208DA7BA}"/>
                </c:ext>
              </c:extLst>
            </c:dLbl>
            <c:dLbl>
              <c:idx val="1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1-7405-42D2-84DE-F8EA208DA7BA}"/>
                </c:ext>
              </c:extLst>
            </c:dLbl>
            <c:dLbl>
              <c:idx val="1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2-7405-42D2-84DE-F8EA208DA7BA}"/>
                </c:ext>
              </c:extLst>
            </c:dLbl>
            <c:dLbl>
              <c:idx val="1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3-7405-42D2-84DE-F8EA208DA7BA}"/>
                </c:ext>
              </c:extLst>
            </c:dLbl>
            <c:dLbl>
              <c:idx val="1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4-7405-42D2-84DE-F8EA208DA7BA}"/>
                </c:ext>
              </c:extLst>
            </c:dLbl>
            <c:dLbl>
              <c:idx val="1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5-7405-42D2-84DE-F8EA208DA7BA}"/>
                </c:ext>
              </c:extLst>
            </c:dLbl>
            <c:dLbl>
              <c:idx val="1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6-7405-42D2-84DE-F8EA208DA7BA}"/>
                </c:ext>
              </c:extLst>
            </c:dLbl>
            <c:dLbl>
              <c:idx val="1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7-7405-42D2-84DE-F8EA208DA7BA}"/>
                </c:ext>
              </c:extLst>
            </c:dLbl>
            <c:dLbl>
              <c:idx val="1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8-7405-42D2-84DE-F8EA208DA7BA}"/>
                </c:ext>
              </c:extLst>
            </c:dLbl>
            <c:dLbl>
              <c:idx val="1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9-7405-42D2-84DE-F8EA208DA7BA}"/>
                </c:ext>
              </c:extLst>
            </c:dLbl>
            <c:dLbl>
              <c:idx val="1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A-7405-42D2-84DE-F8EA208DA7BA}"/>
                </c:ext>
              </c:extLst>
            </c:dLbl>
            <c:dLbl>
              <c:idx val="1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B-7405-42D2-84DE-F8EA208DA7BA}"/>
                </c:ext>
              </c:extLst>
            </c:dLbl>
            <c:dLbl>
              <c:idx val="1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C-7405-42D2-84DE-F8EA208DA7BA}"/>
                </c:ext>
              </c:extLst>
            </c:dLbl>
            <c:dLbl>
              <c:idx val="1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D-7405-42D2-84DE-F8EA208DA7BA}"/>
                </c:ext>
              </c:extLst>
            </c:dLbl>
            <c:dLbl>
              <c:idx val="1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E-7405-42D2-84DE-F8EA208DA7BA}"/>
                </c:ext>
              </c:extLst>
            </c:dLbl>
            <c:dLbl>
              <c:idx val="1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0F-7405-42D2-84DE-F8EA208DA7BA}"/>
                </c:ext>
              </c:extLst>
            </c:dLbl>
            <c:dLbl>
              <c:idx val="1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0-7405-42D2-84DE-F8EA208DA7BA}"/>
                </c:ext>
              </c:extLst>
            </c:dLbl>
            <c:dLbl>
              <c:idx val="1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1-7405-42D2-84DE-F8EA208DA7BA}"/>
                </c:ext>
              </c:extLst>
            </c:dLbl>
            <c:dLbl>
              <c:idx val="1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2-7405-42D2-84DE-F8EA208DA7BA}"/>
                </c:ext>
              </c:extLst>
            </c:dLbl>
            <c:dLbl>
              <c:idx val="1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3-7405-42D2-84DE-F8EA208DA7BA}"/>
                </c:ext>
              </c:extLst>
            </c:dLbl>
            <c:dLbl>
              <c:idx val="1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4-7405-42D2-84DE-F8EA208DA7BA}"/>
                </c:ext>
              </c:extLst>
            </c:dLbl>
            <c:dLbl>
              <c:idx val="1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5-7405-42D2-84DE-F8EA208DA7BA}"/>
                </c:ext>
              </c:extLst>
            </c:dLbl>
            <c:dLbl>
              <c:idx val="1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6-7405-42D2-84DE-F8EA208DA7BA}"/>
                </c:ext>
              </c:extLst>
            </c:dLbl>
            <c:dLbl>
              <c:idx val="1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7-7405-42D2-84DE-F8EA208DA7BA}"/>
                </c:ext>
              </c:extLst>
            </c:dLbl>
            <c:dLbl>
              <c:idx val="1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8-7405-42D2-84DE-F8EA208DA7BA}"/>
                </c:ext>
              </c:extLst>
            </c:dLbl>
            <c:dLbl>
              <c:idx val="1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9-7405-42D2-84DE-F8EA208DA7BA}"/>
                </c:ext>
              </c:extLst>
            </c:dLbl>
            <c:dLbl>
              <c:idx val="1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A-7405-42D2-84DE-F8EA208DA7BA}"/>
                </c:ext>
              </c:extLst>
            </c:dLbl>
            <c:dLbl>
              <c:idx val="1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B-7405-42D2-84DE-F8EA208DA7BA}"/>
                </c:ext>
              </c:extLst>
            </c:dLbl>
            <c:dLbl>
              <c:idx val="1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C-7405-42D2-84DE-F8EA208DA7BA}"/>
                </c:ext>
              </c:extLst>
            </c:dLbl>
            <c:dLbl>
              <c:idx val="1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D-7405-42D2-84DE-F8EA208DA7BA}"/>
                </c:ext>
              </c:extLst>
            </c:dLbl>
            <c:dLbl>
              <c:idx val="1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E-7405-42D2-84DE-F8EA208DA7BA}"/>
                </c:ext>
              </c:extLst>
            </c:dLbl>
            <c:dLbl>
              <c:idx val="1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1F-7405-42D2-84DE-F8EA208DA7BA}"/>
                </c:ext>
              </c:extLst>
            </c:dLbl>
            <c:dLbl>
              <c:idx val="1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0-7405-42D2-84DE-F8EA208DA7BA}"/>
                </c:ext>
              </c:extLst>
            </c:dLbl>
            <c:dLbl>
              <c:idx val="1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1-7405-42D2-84DE-F8EA208DA7BA}"/>
                </c:ext>
              </c:extLst>
            </c:dLbl>
            <c:dLbl>
              <c:idx val="1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2-7405-42D2-84DE-F8EA208DA7BA}"/>
                </c:ext>
              </c:extLst>
            </c:dLbl>
            <c:dLbl>
              <c:idx val="1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3-7405-42D2-84DE-F8EA208DA7BA}"/>
                </c:ext>
              </c:extLst>
            </c:dLbl>
            <c:dLbl>
              <c:idx val="1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4-7405-42D2-84DE-F8EA208DA7BA}"/>
                </c:ext>
              </c:extLst>
            </c:dLbl>
            <c:dLbl>
              <c:idx val="1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5-7405-42D2-84DE-F8EA208DA7BA}"/>
                </c:ext>
              </c:extLst>
            </c:dLbl>
            <c:dLbl>
              <c:idx val="1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6-7405-42D2-84DE-F8EA208DA7BA}"/>
                </c:ext>
              </c:extLst>
            </c:dLbl>
            <c:dLbl>
              <c:idx val="1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7-7405-42D2-84DE-F8EA208DA7BA}"/>
                </c:ext>
              </c:extLst>
            </c:dLbl>
            <c:dLbl>
              <c:idx val="1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8-7405-42D2-84DE-F8EA208DA7BA}"/>
                </c:ext>
              </c:extLst>
            </c:dLbl>
            <c:dLbl>
              <c:idx val="1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9-7405-42D2-84DE-F8EA208DA7BA}"/>
                </c:ext>
              </c:extLst>
            </c:dLbl>
            <c:dLbl>
              <c:idx val="1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A-7405-42D2-84DE-F8EA208DA7BA}"/>
                </c:ext>
              </c:extLst>
            </c:dLbl>
            <c:dLbl>
              <c:idx val="1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B-7405-42D2-84DE-F8EA208DA7BA}"/>
                </c:ext>
              </c:extLst>
            </c:dLbl>
            <c:dLbl>
              <c:idx val="1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C-7405-42D2-84DE-F8EA208DA7BA}"/>
                </c:ext>
              </c:extLst>
            </c:dLbl>
            <c:dLbl>
              <c:idx val="1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D-7405-42D2-84DE-F8EA208DA7BA}"/>
                </c:ext>
              </c:extLst>
            </c:dLbl>
            <c:dLbl>
              <c:idx val="1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E-7405-42D2-84DE-F8EA208DA7BA}"/>
                </c:ext>
              </c:extLst>
            </c:dLbl>
            <c:dLbl>
              <c:idx val="1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2F-7405-42D2-84DE-F8EA208DA7BA}"/>
                </c:ext>
              </c:extLst>
            </c:dLbl>
            <c:dLbl>
              <c:idx val="1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0-7405-42D2-84DE-F8EA208DA7BA}"/>
                </c:ext>
              </c:extLst>
            </c:dLbl>
            <c:dLbl>
              <c:idx val="1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1-7405-42D2-84DE-F8EA208DA7BA}"/>
                </c:ext>
              </c:extLst>
            </c:dLbl>
            <c:dLbl>
              <c:idx val="1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2-7405-42D2-84DE-F8EA208DA7BA}"/>
                </c:ext>
              </c:extLst>
            </c:dLbl>
            <c:dLbl>
              <c:idx val="1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3-7405-42D2-84DE-F8EA208DA7BA}"/>
                </c:ext>
              </c:extLst>
            </c:dLbl>
            <c:dLbl>
              <c:idx val="1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4-7405-42D2-84DE-F8EA208DA7BA}"/>
                </c:ext>
              </c:extLst>
            </c:dLbl>
            <c:dLbl>
              <c:idx val="1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5-7405-42D2-84DE-F8EA208DA7BA}"/>
                </c:ext>
              </c:extLst>
            </c:dLbl>
            <c:dLbl>
              <c:idx val="1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6-7405-42D2-84DE-F8EA208DA7BA}"/>
                </c:ext>
              </c:extLst>
            </c:dLbl>
            <c:dLbl>
              <c:idx val="1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7-7405-42D2-84DE-F8EA208DA7BA}"/>
                </c:ext>
              </c:extLst>
            </c:dLbl>
            <c:dLbl>
              <c:idx val="1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8-7405-42D2-84DE-F8EA208DA7BA}"/>
                </c:ext>
              </c:extLst>
            </c:dLbl>
            <c:dLbl>
              <c:idx val="1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9-7405-42D2-84DE-F8EA208DA7BA}"/>
                </c:ext>
              </c:extLst>
            </c:dLbl>
            <c:dLbl>
              <c:idx val="1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A-7405-42D2-84DE-F8EA208DA7BA}"/>
                </c:ext>
              </c:extLst>
            </c:dLbl>
            <c:dLbl>
              <c:idx val="1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B-7405-42D2-84DE-F8EA208DA7BA}"/>
                </c:ext>
              </c:extLst>
            </c:dLbl>
            <c:dLbl>
              <c:idx val="1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C-7405-42D2-84DE-F8EA208DA7BA}"/>
                </c:ext>
              </c:extLst>
            </c:dLbl>
            <c:dLbl>
              <c:idx val="1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D-7405-42D2-84DE-F8EA208DA7BA}"/>
                </c:ext>
              </c:extLst>
            </c:dLbl>
            <c:dLbl>
              <c:idx val="1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E-7405-42D2-84DE-F8EA208DA7BA}"/>
                </c:ext>
              </c:extLst>
            </c:dLbl>
            <c:dLbl>
              <c:idx val="1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3F-7405-42D2-84DE-F8EA208DA7BA}"/>
                </c:ext>
              </c:extLst>
            </c:dLbl>
            <c:dLbl>
              <c:idx val="1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0-7405-42D2-84DE-F8EA208DA7BA}"/>
                </c:ext>
              </c:extLst>
            </c:dLbl>
            <c:dLbl>
              <c:idx val="1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1-7405-42D2-84DE-F8EA208DA7BA}"/>
                </c:ext>
              </c:extLst>
            </c:dLbl>
            <c:dLbl>
              <c:idx val="1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2-7405-42D2-84DE-F8EA208DA7BA}"/>
                </c:ext>
              </c:extLst>
            </c:dLbl>
            <c:dLbl>
              <c:idx val="1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3-7405-42D2-84DE-F8EA208DA7BA}"/>
                </c:ext>
              </c:extLst>
            </c:dLbl>
            <c:dLbl>
              <c:idx val="1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4-7405-42D2-84DE-F8EA208DA7BA}"/>
                </c:ext>
              </c:extLst>
            </c:dLbl>
            <c:dLbl>
              <c:idx val="1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5-7405-42D2-84DE-F8EA208DA7BA}"/>
                </c:ext>
              </c:extLst>
            </c:dLbl>
            <c:dLbl>
              <c:idx val="1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6-7405-42D2-84DE-F8EA208DA7BA}"/>
                </c:ext>
              </c:extLst>
            </c:dLbl>
            <c:dLbl>
              <c:idx val="1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7-7405-42D2-84DE-F8EA208DA7BA}"/>
                </c:ext>
              </c:extLst>
            </c:dLbl>
            <c:dLbl>
              <c:idx val="1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8-7405-42D2-84DE-F8EA208DA7BA}"/>
                </c:ext>
              </c:extLst>
            </c:dLbl>
            <c:dLbl>
              <c:idx val="1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9-7405-42D2-84DE-F8EA208DA7BA}"/>
                </c:ext>
              </c:extLst>
            </c:dLbl>
            <c:dLbl>
              <c:idx val="1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A-7405-42D2-84DE-F8EA208DA7BA}"/>
                </c:ext>
              </c:extLst>
            </c:dLbl>
            <c:dLbl>
              <c:idx val="1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B-7405-42D2-84DE-F8EA208DA7BA}"/>
                </c:ext>
              </c:extLst>
            </c:dLbl>
            <c:dLbl>
              <c:idx val="1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C-7405-42D2-84DE-F8EA208DA7BA}"/>
                </c:ext>
              </c:extLst>
            </c:dLbl>
            <c:dLbl>
              <c:idx val="1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D-7405-42D2-84DE-F8EA208DA7BA}"/>
                </c:ext>
              </c:extLst>
            </c:dLbl>
            <c:dLbl>
              <c:idx val="1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E-7405-42D2-84DE-F8EA208DA7BA}"/>
                </c:ext>
              </c:extLst>
            </c:dLbl>
            <c:dLbl>
              <c:idx val="1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4F-7405-42D2-84DE-F8EA208DA7BA}"/>
                </c:ext>
              </c:extLst>
            </c:dLbl>
            <c:dLbl>
              <c:idx val="1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0-7405-42D2-84DE-F8EA208DA7BA}"/>
                </c:ext>
              </c:extLst>
            </c:dLbl>
            <c:dLbl>
              <c:idx val="1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1-7405-42D2-84DE-F8EA208DA7BA}"/>
                </c:ext>
              </c:extLst>
            </c:dLbl>
            <c:dLbl>
              <c:idx val="1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2-7405-42D2-84DE-F8EA208DA7BA}"/>
                </c:ext>
              </c:extLst>
            </c:dLbl>
            <c:dLbl>
              <c:idx val="1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3-7405-42D2-84DE-F8EA208DA7BA}"/>
                </c:ext>
              </c:extLst>
            </c:dLbl>
            <c:dLbl>
              <c:idx val="1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4-7405-42D2-84DE-F8EA208DA7BA}"/>
                </c:ext>
              </c:extLst>
            </c:dLbl>
            <c:dLbl>
              <c:idx val="1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5-7405-42D2-84DE-F8EA208DA7BA}"/>
                </c:ext>
              </c:extLst>
            </c:dLbl>
            <c:dLbl>
              <c:idx val="1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6-7405-42D2-84DE-F8EA208DA7BA}"/>
                </c:ext>
              </c:extLst>
            </c:dLbl>
            <c:dLbl>
              <c:idx val="1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7-7405-42D2-84DE-F8EA208DA7BA}"/>
                </c:ext>
              </c:extLst>
            </c:dLbl>
            <c:dLbl>
              <c:idx val="1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8-7405-42D2-84DE-F8EA208DA7BA}"/>
                </c:ext>
              </c:extLst>
            </c:dLbl>
            <c:dLbl>
              <c:idx val="1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9-7405-42D2-84DE-F8EA208DA7BA}"/>
                </c:ext>
              </c:extLst>
            </c:dLbl>
            <c:dLbl>
              <c:idx val="1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A-7405-42D2-84DE-F8EA208DA7BA}"/>
                </c:ext>
              </c:extLst>
            </c:dLbl>
            <c:dLbl>
              <c:idx val="1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B-7405-42D2-84DE-F8EA208DA7BA}"/>
                </c:ext>
              </c:extLst>
            </c:dLbl>
            <c:dLbl>
              <c:idx val="1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C-7405-42D2-84DE-F8EA208DA7BA}"/>
                </c:ext>
              </c:extLst>
            </c:dLbl>
            <c:dLbl>
              <c:idx val="1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D-7405-42D2-84DE-F8EA208DA7BA}"/>
                </c:ext>
              </c:extLst>
            </c:dLbl>
            <c:dLbl>
              <c:idx val="1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E-7405-42D2-84DE-F8EA208DA7BA}"/>
                </c:ext>
              </c:extLst>
            </c:dLbl>
            <c:dLbl>
              <c:idx val="1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5F-7405-42D2-84DE-F8EA208DA7BA}"/>
                </c:ext>
              </c:extLst>
            </c:dLbl>
            <c:dLbl>
              <c:idx val="1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0-7405-42D2-84DE-F8EA208DA7BA}"/>
                </c:ext>
              </c:extLst>
            </c:dLbl>
            <c:dLbl>
              <c:idx val="1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1-7405-42D2-84DE-F8EA208DA7BA}"/>
                </c:ext>
              </c:extLst>
            </c:dLbl>
            <c:dLbl>
              <c:idx val="1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2-7405-42D2-84DE-F8EA208DA7BA}"/>
                </c:ext>
              </c:extLst>
            </c:dLbl>
            <c:dLbl>
              <c:idx val="1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3-7405-42D2-84DE-F8EA208DA7BA}"/>
                </c:ext>
              </c:extLst>
            </c:dLbl>
            <c:dLbl>
              <c:idx val="1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4-7405-42D2-84DE-F8EA208DA7BA}"/>
                </c:ext>
              </c:extLst>
            </c:dLbl>
            <c:dLbl>
              <c:idx val="1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5-7405-42D2-84DE-F8EA208DA7BA}"/>
                </c:ext>
              </c:extLst>
            </c:dLbl>
            <c:dLbl>
              <c:idx val="1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6-7405-42D2-84DE-F8EA208DA7BA}"/>
                </c:ext>
              </c:extLst>
            </c:dLbl>
            <c:dLbl>
              <c:idx val="1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7-7405-42D2-84DE-F8EA208DA7BA}"/>
                </c:ext>
              </c:extLst>
            </c:dLbl>
            <c:dLbl>
              <c:idx val="1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8-7405-42D2-84DE-F8EA208DA7BA}"/>
                </c:ext>
              </c:extLst>
            </c:dLbl>
            <c:dLbl>
              <c:idx val="1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9-7405-42D2-84DE-F8EA208DA7BA}"/>
                </c:ext>
              </c:extLst>
            </c:dLbl>
            <c:dLbl>
              <c:idx val="1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A-7405-42D2-84DE-F8EA208DA7BA}"/>
                </c:ext>
              </c:extLst>
            </c:dLbl>
            <c:dLbl>
              <c:idx val="1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B-7405-42D2-84DE-F8EA208DA7BA}"/>
                </c:ext>
              </c:extLst>
            </c:dLbl>
            <c:dLbl>
              <c:idx val="1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C-7405-42D2-84DE-F8EA208DA7BA}"/>
                </c:ext>
              </c:extLst>
            </c:dLbl>
            <c:dLbl>
              <c:idx val="2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D-7405-42D2-84DE-F8EA208DA7BA}"/>
                </c:ext>
              </c:extLst>
            </c:dLbl>
            <c:dLbl>
              <c:idx val="2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E-7405-42D2-84DE-F8EA208DA7BA}"/>
                </c:ext>
              </c:extLst>
            </c:dLbl>
            <c:dLbl>
              <c:idx val="2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6F-7405-42D2-84DE-F8EA208DA7BA}"/>
                </c:ext>
              </c:extLst>
            </c:dLbl>
            <c:dLbl>
              <c:idx val="2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0-7405-42D2-84DE-F8EA208DA7BA}"/>
                </c:ext>
              </c:extLst>
            </c:dLbl>
            <c:dLbl>
              <c:idx val="2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1-7405-42D2-84DE-F8EA208DA7BA}"/>
                </c:ext>
              </c:extLst>
            </c:dLbl>
            <c:dLbl>
              <c:idx val="2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2-7405-42D2-84DE-F8EA208DA7BA}"/>
                </c:ext>
              </c:extLst>
            </c:dLbl>
            <c:dLbl>
              <c:idx val="2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3-7405-42D2-84DE-F8EA208DA7BA}"/>
                </c:ext>
              </c:extLst>
            </c:dLbl>
            <c:dLbl>
              <c:idx val="2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4-7405-42D2-84DE-F8EA208DA7BA}"/>
                </c:ext>
              </c:extLst>
            </c:dLbl>
            <c:dLbl>
              <c:idx val="2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5-7405-42D2-84DE-F8EA208DA7BA}"/>
                </c:ext>
              </c:extLst>
            </c:dLbl>
            <c:dLbl>
              <c:idx val="2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6-7405-42D2-84DE-F8EA208DA7BA}"/>
                </c:ext>
              </c:extLst>
            </c:dLbl>
            <c:dLbl>
              <c:idx val="2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7-7405-42D2-84DE-F8EA208DA7BA}"/>
                </c:ext>
              </c:extLst>
            </c:dLbl>
            <c:dLbl>
              <c:idx val="2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8-7405-42D2-84DE-F8EA208DA7BA}"/>
                </c:ext>
              </c:extLst>
            </c:dLbl>
            <c:dLbl>
              <c:idx val="2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9-7405-42D2-84DE-F8EA208DA7BA}"/>
                </c:ext>
              </c:extLst>
            </c:dLbl>
            <c:dLbl>
              <c:idx val="2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A-7405-42D2-84DE-F8EA208DA7BA}"/>
                </c:ext>
              </c:extLst>
            </c:dLbl>
            <c:dLbl>
              <c:idx val="2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B-7405-42D2-84DE-F8EA208DA7BA}"/>
                </c:ext>
              </c:extLst>
            </c:dLbl>
            <c:dLbl>
              <c:idx val="2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C-7405-42D2-84DE-F8EA208DA7BA}"/>
                </c:ext>
              </c:extLst>
            </c:dLbl>
            <c:dLbl>
              <c:idx val="2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D-7405-42D2-84DE-F8EA208DA7BA}"/>
                </c:ext>
              </c:extLst>
            </c:dLbl>
            <c:dLbl>
              <c:idx val="2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E-7405-42D2-84DE-F8EA208DA7BA}"/>
                </c:ext>
              </c:extLst>
            </c:dLbl>
            <c:dLbl>
              <c:idx val="2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7F-7405-42D2-84DE-F8EA208DA7BA}"/>
                </c:ext>
              </c:extLst>
            </c:dLbl>
            <c:dLbl>
              <c:idx val="2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0-7405-42D2-84DE-F8EA208DA7BA}"/>
                </c:ext>
              </c:extLst>
            </c:dLbl>
            <c:dLbl>
              <c:idx val="2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1-7405-42D2-84DE-F8EA208DA7BA}"/>
                </c:ext>
              </c:extLst>
            </c:dLbl>
            <c:dLbl>
              <c:idx val="2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2-7405-42D2-84DE-F8EA208DA7BA}"/>
                </c:ext>
              </c:extLst>
            </c:dLbl>
            <c:dLbl>
              <c:idx val="2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3-7405-42D2-84DE-F8EA208DA7BA}"/>
                </c:ext>
              </c:extLst>
            </c:dLbl>
            <c:dLbl>
              <c:idx val="2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4-7405-42D2-84DE-F8EA208DA7BA}"/>
                </c:ext>
              </c:extLst>
            </c:dLbl>
            <c:dLbl>
              <c:idx val="2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5-7405-42D2-84DE-F8EA208DA7BA}"/>
                </c:ext>
              </c:extLst>
            </c:dLbl>
            <c:dLbl>
              <c:idx val="2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6-7405-42D2-84DE-F8EA208DA7BA}"/>
                </c:ext>
              </c:extLst>
            </c:dLbl>
            <c:dLbl>
              <c:idx val="2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7-7405-42D2-84DE-F8EA208DA7BA}"/>
                </c:ext>
              </c:extLst>
            </c:dLbl>
            <c:dLbl>
              <c:idx val="2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8-7405-42D2-84DE-F8EA208DA7BA}"/>
                </c:ext>
              </c:extLst>
            </c:dLbl>
            <c:dLbl>
              <c:idx val="2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9-7405-42D2-84DE-F8EA208DA7BA}"/>
                </c:ext>
              </c:extLst>
            </c:dLbl>
            <c:dLbl>
              <c:idx val="2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A-7405-42D2-84DE-F8EA208DA7BA}"/>
                </c:ext>
              </c:extLst>
            </c:dLbl>
            <c:dLbl>
              <c:idx val="2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B-7405-42D2-84DE-F8EA208DA7BA}"/>
                </c:ext>
              </c:extLst>
            </c:dLbl>
            <c:dLbl>
              <c:idx val="2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C-7405-42D2-84DE-F8EA208DA7BA}"/>
                </c:ext>
              </c:extLst>
            </c:dLbl>
            <c:dLbl>
              <c:idx val="2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D-7405-42D2-84DE-F8EA208DA7BA}"/>
                </c:ext>
              </c:extLst>
            </c:dLbl>
            <c:dLbl>
              <c:idx val="2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E-7405-42D2-84DE-F8EA208DA7BA}"/>
                </c:ext>
              </c:extLst>
            </c:dLbl>
            <c:dLbl>
              <c:idx val="2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8F-7405-42D2-84DE-F8EA208DA7BA}"/>
                </c:ext>
              </c:extLst>
            </c:dLbl>
            <c:dLbl>
              <c:idx val="2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0-7405-42D2-84DE-F8EA208DA7BA}"/>
                </c:ext>
              </c:extLst>
            </c:dLbl>
            <c:dLbl>
              <c:idx val="2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1-7405-42D2-84DE-F8EA208DA7BA}"/>
                </c:ext>
              </c:extLst>
            </c:dLbl>
            <c:dLbl>
              <c:idx val="2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2-7405-42D2-84DE-F8EA208DA7BA}"/>
                </c:ext>
              </c:extLst>
            </c:dLbl>
            <c:dLbl>
              <c:idx val="2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3-7405-42D2-84DE-F8EA208DA7BA}"/>
                </c:ext>
              </c:extLst>
            </c:dLbl>
            <c:dLbl>
              <c:idx val="2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4-7405-42D2-84DE-F8EA208DA7BA}"/>
                </c:ext>
              </c:extLst>
            </c:dLbl>
            <c:dLbl>
              <c:idx val="2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5-7405-42D2-84DE-F8EA208DA7BA}"/>
                </c:ext>
              </c:extLst>
            </c:dLbl>
            <c:dLbl>
              <c:idx val="2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6-7405-42D2-84DE-F8EA208DA7BA}"/>
                </c:ext>
              </c:extLst>
            </c:dLbl>
            <c:dLbl>
              <c:idx val="2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7-7405-42D2-84DE-F8EA208DA7BA}"/>
                </c:ext>
              </c:extLst>
            </c:dLbl>
            <c:dLbl>
              <c:idx val="2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8-7405-42D2-84DE-F8EA208DA7BA}"/>
                </c:ext>
              </c:extLst>
            </c:dLbl>
            <c:dLbl>
              <c:idx val="2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9-7405-42D2-84DE-F8EA208DA7BA}"/>
                </c:ext>
              </c:extLst>
            </c:dLbl>
            <c:dLbl>
              <c:idx val="2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A-7405-42D2-84DE-F8EA208DA7BA}"/>
                </c:ext>
              </c:extLst>
            </c:dLbl>
            <c:dLbl>
              <c:idx val="2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B-7405-42D2-84DE-F8EA208DA7BA}"/>
                </c:ext>
              </c:extLst>
            </c:dLbl>
            <c:dLbl>
              <c:idx val="2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C-7405-42D2-84DE-F8EA208DA7BA}"/>
                </c:ext>
              </c:extLst>
            </c:dLbl>
            <c:dLbl>
              <c:idx val="2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D-7405-42D2-84DE-F8EA208DA7BA}"/>
                </c:ext>
              </c:extLst>
            </c:dLbl>
            <c:dLbl>
              <c:idx val="2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E-7405-42D2-84DE-F8EA208DA7BA}"/>
                </c:ext>
              </c:extLst>
            </c:dLbl>
            <c:dLbl>
              <c:idx val="2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9F-7405-42D2-84DE-F8EA208DA7BA}"/>
                </c:ext>
              </c:extLst>
            </c:dLbl>
            <c:dLbl>
              <c:idx val="2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0-7405-42D2-84DE-F8EA208DA7BA}"/>
                </c:ext>
              </c:extLst>
            </c:dLbl>
            <c:dLbl>
              <c:idx val="2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1-7405-42D2-84DE-F8EA208DA7BA}"/>
                </c:ext>
              </c:extLst>
            </c:dLbl>
            <c:dLbl>
              <c:idx val="2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2-7405-42D2-84DE-F8EA208DA7BA}"/>
                </c:ext>
              </c:extLst>
            </c:dLbl>
            <c:dLbl>
              <c:idx val="2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3-7405-42D2-84DE-F8EA208DA7BA}"/>
                </c:ext>
              </c:extLst>
            </c:dLbl>
            <c:dLbl>
              <c:idx val="2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4-7405-42D2-84DE-F8EA208DA7BA}"/>
                </c:ext>
              </c:extLst>
            </c:dLbl>
            <c:dLbl>
              <c:idx val="2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5-7405-42D2-84DE-F8EA208DA7BA}"/>
                </c:ext>
              </c:extLst>
            </c:dLbl>
            <c:dLbl>
              <c:idx val="2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6-7405-42D2-84DE-F8EA208DA7BA}"/>
                </c:ext>
              </c:extLst>
            </c:dLbl>
            <c:dLbl>
              <c:idx val="2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7-7405-42D2-84DE-F8EA208DA7BA}"/>
                </c:ext>
              </c:extLst>
            </c:dLbl>
            <c:dLbl>
              <c:idx val="2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8-7405-42D2-84DE-F8EA208DA7BA}"/>
                </c:ext>
              </c:extLst>
            </c:dLbl>
            <c:dLbl>
              <c:idx val="2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9-7405-42D2-84DE-F8EA208DA7BA}"/>
                </c:ext>
              </c:extLst>
            </c:dLbl>
            <c:dLbl>
              <c:idx val="2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A-7405-42D2-84DE-F8EA208DA7BA}"/>
                </c:ext>
              </c:extLst>
            </c:dLbl>
            <c:dLbl>
              <c:idx val="2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B-7405-42D2-84DE-F8EA208DA7BA}"/>
                </c:ext>
              </c:extLst>
            </c:dLbl>
            <c:dLbl>
              <c:idx val="2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C-7405-42D2-84DE-F8EA208DA7BA}"/>
                </c:ext>
              </c:extLst>
            </c:dLbl>
            <c:dLbl>
              <c:idx val="2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D-7405-42D2-84DE-F8EA208DA7BA}"/>
                </c:ext>
              </c:extLst>
            </c:dLbl>
            <c:dLbl>
              <c:idx val="2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E-7405-42D2-84DE-F8EA208DA7BA}"/>
                </c:ext>
              </c:extLst>
            </c:dLbl>
            <c:dLbl>
              <c:idx val="2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AF-7405-42D2-84DE-F8EA208DA7BA}"/>
                </c:ext>
              </c:extLst>
            </c:dLbl>
            <c:dLbl>
              <c:idx val="2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0-7405-42D2-84DE-F8EA208DA7BA}"/>
                </c:ext>
              </c:extLst>
            </c:dLbl>
            <c:dLbl>
              <c:idx val="2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1-7405-42D2-84DE-F8EA208DA7BA}"/>
                </c:ext>
              </c:extLst>
            </c:dLbl>
            <c:dLbl>
              <c:idx val="2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2-7405-42D2-84DE-F8EA208DA7BA}"/>
                </c:ext>
              </c:extLst>
            </c:dLbl>
            <c:dLbl>
              <c:idx val="2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3-7405-42D2-84DE-F8EA208DA7BA}"/>
                </c:ext>
              </c:extLst>
            </c:dLbl>
            <c:dLbl>
              <c:idx val="2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4-7405-42D2-84DE-F8EA208DA7BA}"/>
                </c:ext>
              </c:extLst>
            </c:dLbl>
            <c:dLbl>
              <c:idx val="2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5-7405-42D2-84DE-F8EA208DA7BA}"/>
                </c:ext>
              </c:extLst>
            </c:dLbl>
            <c:dLbl>
              <c:idx val="2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6-7405-42D2-84DE-F8EA208DA7BA}"/>
                </c:ext>
              </c:extLst>
            </c:dLbl>
            <c:dLbl>
              <c:idx val="2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7-7405-42D2-84DE-F8EA208DA7BA}"/>
                </c:ext>
              </c:extLst>
            </c:dLbl>
            <c:dLbl>
              <c:idx val="2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8-7405-42D2-84DE-F8EA208DA7BA}"/>
                </c:ext>
              </c:extLst>
            </c:dLbl>
            <c:dLbl>
              <c:idx val="2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9-7405-42D2-84DE-F8EA208DA7BA}"/>
                </c:ext>
              </c:extLst>
            </c:dLbl>
            <c:dLbl>
              <c:idx val="2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A-7405-42D2-84DE-F8EA208DA7BA}"/>
                </c:ext>
              </c:extLst>
            </c:dLbl>
            <c:dLbl>
              <c:idx val="2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B-7405-42D2-84DE-F8EA208DA7BA}"/>
                </c:ext>
              </c:extLst>
            </c:dLbl>
            <c:dLbl>
              <c:idx val="2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C-7405-42D2-84DE-F8EA208DA7BA}"/>
                </c:ext>
              </c:extLst>
            </c:dLbl>
            <c:dLbl>
              <c:idx val="2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D-7405-42D2-84DE-F8EA208DA7BA}"/>
                </c:ext>
              </c:extLst>
            </c:dLbl>
            <c:dLbl>
              <c:idx val="2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E-7405-42D2-84DE-F8EA208DA7BA}"/>
                </c:ext>
              </c:extLst>
            </c:dLbl>
            <c:dLbl>
              <c:idx val="2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BF-7405-42D2-84DE-F8EA208DA7BA}"/>
                </c:ext>
              </c:extLst>
            </c:dLbl>
            <c:dLbl>
              <c:idx val="2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0-7405-42D2-84DE-F8EA208DA7BA}"/>
                </c:ext>
              </c:extLst>
            </c:dLbl>
            <c:dLbl>
              <c:idx val="2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1-7405-42D2-84DE-F8EA208DA7BA}"/>
                </c:ext>
              </c:extLst>
            </c:dLbl>
            <c:dLbl>
              <c:idx val="2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2-7405-42D2-84DE-F8EA208DA7BA}"/>
                </c:ext>
              </c:extLst>
            </c:dLbl>
            <c:dLbl>
              <c:idx val="2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3-7405-42D2-84DE-F8EA208DA7BA}"/>
                </c:ext>
              </c:extLst>
            </c:dLbl>
            <c:dLbl>
              <c:idx val="2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4-7405-42D2-84DE-F8EA208DA7BA}"/>
                </c:ext>
              </c:extLst>
            </c:dLbl>
            <c:dLbl>
              <c:idx val="2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5-7405-42D2-84DE-F8EA208DA7BA}"/>
                </c:ext>
              </c:extLst>
            </c:dLbl>
            <c:dLbl>
              <c:idx val="2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6-7405-42D2-84DE-F8EA208DA7BA}"/>
                </c:ext>
              </c:extLst>
            </c:dLbl>
            <c:dLbl>
              <c:idx val="2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7-7405-42D2-84DE-F8EA208DA7BA}"/>
                </c:ext>
              </c:extLst>
            </c:dLbl>
            <c:dLbl>
              <c:idx val="2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8-7405-42D2-84DE-F8EA208DA7BA}"/>
                </c:ext>
              </c:extLst>
            </c:dLbl>
            <c:dLbl>
              <c:idx val="2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9-7405-42D2-84DE-F8EA208DA7BA}"/>
                </c:ext>
              </c:extLst>
            </c:dLbl>
            <c:dLbl>
              <c:idx val="2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A-7405-42D2-84DE-F8EA208DA7BA}"/>
                </c:ext>
              </c:extLst>
            </c:dLbl>
            <c:dLbl>
              <c:idx val="2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B-7405-42D2-84DE-F8EA208DA7BA}"/>
                </c:ext>
              </c:extLst>
            </c:dLbl>
            <c:dLbl>
              <c:idx val="2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C-7405-42D2-84DE-F8EA208DA7BA}"/>
                </c:ext>
              </c:extLst>
            </c:dLbl>
            <c:dLbl>
              <c:idx val="2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D-7405-42D2-84DE-F8EA208DA7BA}"/>
                </c:ext>
              </c:extLst>
            </c:dLbl>
            <c:dLbl>
              <c:idx val="2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E-7405-42D2-84DE-F8EA208DA7BA}"/>
                </c:ext>
              </c:extLst>
            </c:dLbl>
            <c:dLbl>
              <c:idx val="2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CF-7405-42D2-84DE-F8EA208DA7BA}"/>
                </c:ext>
              </c:extLst>
            </c:dLbl>
            <c:dLbl>
              <c:idx val="2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0-7405-42D2-84DE-F8EA208DA7BA}"/>
                </c:ext>
              </c:extLst>
            </c:dLbl>
            <c:dLbl>
              <c:idx val="2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1-7405-42D2-84DE-F8EA208DA7BA}"/>
                </c:ext>
              </c:extLst>
            </c:dLbl>
            <c:dLbl>
              <c:idx val="2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2-7405-42D2-84DE-F8EA208DA7BA}"/>
                </c:ext>
              </c:extLst>
            </c:dLbl>
            <c:dLbl>
              <c:idx val="2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3-7405-42D2-84DE-F8EA208DA7BA}"/>
                </c:ext>
              </c:extLst>
            </c:dLbl>
            <c:dLbl>
              <c:idx val="2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4-7405-42D2-84DE-F8EA208DA7BA}"/>
                </c:ext>
              </c:extLst>
            </c:dLbl>
            <c:dLbl>
              <c:idx val="2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5-7405-42D2-84DE-F8EA208DA7BA}"/>
                </c:ext>
              </c:extLst>
            </c:dLbl>
            <c:dLbl>
              <c:idx val="2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6-7405-42D2-84DE-F8EA208DA7BA}"/>
                </c:ext>
              </c:extLst>
            </c:dLbl>
            <c:dLbl>
              <c:idx val="2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7-7405-42D2-84DE-F8EA208DA7BA}"/>
                </c:ext>
              </c:extLst>
            </c:dLbl>
            <c:dLbl>
              <c:idx val="2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8-7405-42D2-84DE-F8EA208DA7BA}"/>
                </c:ext>
              </c:extLst>
            </c:dLbl>
            <c:dLbl>
              <c:idx val="2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9-7405-42D2-84DE-F8EA208DA7BA}"/>
                </c:ext>
              </c:extLst>
            </c:dLbl>
            <c:dLbl>
              <c:idx val="2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A-7405-42D2-84DE-F8EA208DA7BA}"/>
                </c:ext>
              </c:extLst>
            </c:dLbl>
            <c:dLbl>
              <c:idx val="2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B-7405-42D2-84DE-F8EA208DA7BA}"/>
                </c:ext>
              </c:extLst>
            </c:dLbl>
            <c:dLbl>
              <c:idx val="2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C-7405-42D2-84DE-F8EA208DA7BA}"/>
                </c:ext>
              </c:extLst>
            </c:dLbl>
            <c:dLbl>
              <c:idx val="2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D-7405-42D2-84DE-F8EA208DA7BA}"/>
                </c:ext>
              </c:extLst>
            </c:dLbl>
            <c:dLbl>
              <c:idx val="2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E-7405-42D2-84DE-F8EA208DA7BA}"/>
                </c:ext>
              </c:extLst>
            </c:dLbl>
            <c:dLbl>
              <c:idx val="2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DF-7405-42D2-84DE-F8EA208DA7BA}"/>
                </c:ext>
              </c:extLst>
            </c:dLbl>
            <c:dLbl>
              <c:idx val="2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0-7405-42D2-84DE-F8EA208DA7BA}"/>
                </c:ext>
              </c:extLst>
            </c:dLbl>
            <c:dLbl>
              <c:idx val="2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1-7405-42D2-84DE-F8EA208DA7BA}"/>
                </c:ext>
              </c:extLst>
            </c:dLbl>
            <c:dLbl>
              <c:idx val="2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2-7405-42D2-84DE-F8EA208DA7BA}"/>
                </c:ext>
              </c:extLst>
            </c:dLbl>
            <c:dLbl>
              <c:idx val="2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3-7405-42D2-84DE-F8EA208DA7BA}"/>
                </c:ext>
              </c:extLst>
            </c:dLbl>
            <c:dLbl>
              <c:idx val="2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4-7405-42D2-84DE-F8EA208DA7BA}"/>
                </c:ext>
              </c:extLst>
            </c:dLbl>
            <c:dLbl>
              <c:idx val="2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5-7405-42D2-84DE-F8EA208DA7BA}"/>
                </c:ext>
              </c:extLst>
            </c:dLbl>
            <c:dLbl>
              <c:idx val="2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6-7405-42D2-84DE-F8EA208DA7BA}"/>
                </c:ext>
              </c:extLst>
            </c:dLbl>
            <c:dLbl>
              <c:idx val="2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7-7405-42D2-84DE-F8EA208DA7BA}"/>
                </c:ext>
              </c:extLst>
            </c:dLbl>
            <c:dLbl>
              <c:idx val="2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8-7405-42D2-84DE-F8EA208DA7BA}"/>
                </c:ext>
              </c:extLst>
            </c:dLbl>
            <c:dLbl>
              <c:idx val="2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9-7405-42D2-84DE-F8EA208DA7BA}"/>
                </c:ext>
              </c:extLst>
            </c:dLbl>
            <c:dLbl>
              <c:idx val="2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A-7405-42D2-84DE-F8EA208DA7BA}"/>
                </c:ext>
              </c:extLst>
            </c:dLbl>
            <c:dLbl>
              <c:idx val="2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B-7405-42D2-84DE-F8EA208DA7BA}"/>
                </c:ext>
              </c:extLst>
            </c:dLbl>
            <c:dLbl>
              <c:idx val="2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C-7405-42D2-84DE-F8EA208DA7BA}"/>
                </c:ext>
              </c:extLst>
            </c:dLbl>
            <c:dLbl>
              <c:idx val="2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D-7405-42D2-84DE-F8EA208DA7BA}"/>
                </c:ext>
              </c:extLst>
            </c:dLbl>
            <c:dLbl>
              <c:idx val="2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E-7405-42D2-84DE-F8EA208DA7BA}"/>
                </c:ext>
              </c:extLst>
            </c:dLbl>
            <c:dLbl>
              <c:idx val="2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EF-7405-42D2-84DE-F8EA208DA7BA}"/>
                </c:ext>
              </c:extLst>
            </c:dLbl>
            <c:dLbl>
              <c:idx val="2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0-7405-42D2-84DE-F8EA208DA7BA}"/>
                </c:ext>
              </c:extLst>
            </c:dLbl>
            <c:dLbl>
              <c:idx val="2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1-7405-42D2-84DE-F8EA208DA7BA}"/>
                </c:ext>
              </c:extLst>
            </c:dLbl>
            <c:dLbl>
              <c:idx val="2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2-7405-42D2-84DE-F8EA208DA7BA}"/>
                </c:ext>
              </c:extLst>
            </c:dLbl>
            <c:dLbl>
              <c:idx val="2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3-7405-42D2-84DE-F8EA208DA7BA}"/>
                </c:ext>
              </c:extLst>
            </c:dLbl>
            <c:dLbl>
              <c:idx val="2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4-7405-42D2-84DE-F8EA208DA7BA}"/>
                </c:ext>
              </c:extLst>
            </c:dLbl>
            <c:dLbl>
              <c:idx val="2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5-7405-42D2-84DE-F8EA208DA7BA}"/>
                </c:ext>
              </c:extLst>
            </c:dLbl>
            <c:dLbl>
              <c:idx val="2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6-7405-42D2-84DE-F8EA208DA7BA}"/>
                </c:ext>
              </c:extLst>
            </c:dLbl>
            <c:dLbl>
              <c:idx val="2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7-7405-42D2-84DE-F8EA208DA7BA}"/>
                </c:ext>
              </c:extLst>
            </c:dLbl>
            <c:dLbl>
              <c:idx val="2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8-7405-42D2-84DE-F8EA208DA7BA}"/>
                </c:ext>
              </c:extLst>
            </c:dLbl>
            <c:dLbl>
              <c:idx val="2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9-7405-42D2-84DE-F8EA208DA7BA}"/>
                </c:ext>
              </c:extLst>
            </c:dLbl>
            <c:dLbl>
              <c:idx val="2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A-7405-42D2-84DE-F8EA208DA7BA}"/>
                </c:ext>
              </c:extLst>
            </c:dLbl>
            <c:dLbl>
              <c:idx val="2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B-7405-42D2-84DE-F8EA208DA7BA}"/>
                </c:ext>
              </c:extLst>
            </c:dLbl>
            <c:dLbl>
              <c:idx val="2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C-7405-42D2-84DE-F8EA208DA7BA}"/>
                </c:ext>
              </c:extLst>
            </c:dLbl>
            <c:dLbl>
              <c:idx val="2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D-7405-42D2-84DE-F8EA208DA7BA}"/>
                </c:ext>
              </c:extLst>
            </c:dLbl>
            <c:dLbl>
              <c:idx val="2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E-7405-42D2-84DE-F8EA208DA7BA}"/>
                </c:ext>
              </c:extLst>
            </c:dLbl>
            <c:dLbl>
              <c:idx val="2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0FF-7405-42D2-84DE-F8EA208DA7BA}"/>
                </c:ext>
              </c:extLst>
            </c:dLbl>
            <c:dLbl>
              <c:idx val="2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0-7405-42D2-84DE-F8EA208DA7BA}"/>
                </c:ext>
              </c:extLst>
            </c:dLbl>
            <c:dLbl>
              <c:idx val="2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1-7405-42D2-84DE-F8EA208DA7BA}"/>
                </c:ext>
              </c:extLst>
            </c:dLbl>
            <c:dLbl>
              <c:idx val="2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2-7405-42D2-84DE-F8EA208DA7BA}"/>
                </c:ext>
              </c:extLst>
            </c:dLbl>
            <c:dLbl>
              <c:idx val="2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3-7405-42D2-84DE-F8EA208DA7BA}"/>
                </c:ext>
              </c:extLst>
            </c:dLbl>
            <c:dLbl>
              <c:idx val="2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4-7405-42D2-84DE-F8EA208DA7BA}"/>
                </c:ext>
              </c:extLst>
            </c:dLbl>
            <c:dLbl>
              <c:idx val="2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5-7405-42D2-84DE-F8EA208DA7BA}"/>
                </c:ext>
              </c:extLst>
            </c:dLbl>
            <c:dLbl>
              <c:idx val="2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6-7405-42D2-84DE-F8EA208DA7BA}"/>
                </c:ext>
              </c:extLst>
            </c:dLbl>
            <c:dLbl>
              <c:idx val="2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7-7405-42D2-84DE-F8EA208DA7BA}"/>
                </c:ext>
              </c:extLst>
            </c:dLbl>
            <c:dLbl>
              <c:idx val="2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8-7405-42D2-84DE-F8EA208DA7BA}"/>
                </c:ext>
              </c:extLst>
            </c:dLbl>
            <c:dLbl>
              <c:idx val="2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9-7405-42D2-84DE-F8EA208DA7BA}"/>
                </c:ext>
              </c:extLst>
            </c:dLbl>
            <c:dLbl>
              <c:idx val="2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A-7405-42D2-84DE-F8EA208DA7BA}"/>
                </c:ext>
              </c:extLst>
            </c:dLbl>
            <c:dLbl>
              <c:idx val="2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B-7405-42D2-84DE-F8EA208DA7BA}"/>
                </c:ext>
              </c:extLst>
            </c:dLbl>
            <c:dLbl>
              <c:idx val="2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C-7405-42D2-84DE-F8EA208DA7BA}"/>
                </c:ext>
              </c:extLst>
            </c:dLbl>
            <c:dLbl>
              <c:idx val="2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D-7405-42D2-84DE-F8EA208DA7BA}"/>
                </c:ext>
              </c:extLst>
            </c:dLbl>
            <c:dLbl>
              <c:idx val="2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E-7405-42D2-84DE-F8EA208DA7BA}"/>
                </c:ext>
              </c:extLst>
            </c:dLbl>
            <c:dLbl>
              <c:idx val="2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0F-7405-42D2-84DE-F8EA208DA7BA}"/>
                </c:ext>
              </c:extLst>
            </c:dLbl>
            <c:dLbl>
              <c:idx val="2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0-7405-42D2-84DE-F8EA208DA7BA}"/>
                </c:ext>
              </c:extLst>
            </c:dLbl>
            <c:dLbl>
              <c:idx val="2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1-7405-42D2-84DE-F8EA208DA7BA}"/>
                </c:ext>
              </c:extLst>
            </c:dLbl>
            <c:dLbl>
              <c:idx val="2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2-7405-42D2-84DE-F8EA208DA7BA}"/>
                </c:ext>
              </c:extLst>
            </c:dLbl>
            <c:dLbl>
              <c:idx val="2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3-7405-42D2-84DE-F8EA208DA7BA}"/>
                </c:ext>
              </c:extLst>
            </c:dLbl>
            <c:dLbl>
              <c:idx val="2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4-7405-42D2-84DE-F8EA208DA7BA}"/>
                </c:ext>
              </c:extLst>
            </c:dLbl>
            <c:dLbl>
              <c:idx val="2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5-7405-42D2-84DE-F8EA208DA7BA}"/>
                </c:ext>
              </c:extLst>
            </c:dLbl>
            <c:dLbl>
              <c:idx val="2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6-7405-42D2-84DE-F8EA208DA7BA}"/>
                </c:ext>
              </c:extLst>
            </c:dLbl>
            <c:dLbl>
              <c:idx val="2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7-7405-42D2-84DE-F8EA208DA7BA}"/>
                </c:ext>
              </c:extLst>
            </c:dLbl>
            <c:dLbl>
              <c:idx val="2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8-7405-42D2-84DE-F8EA208DA7BA}"/>
                </c:ext>
              </c:extLst>
            </c:dLbl>
            <c:dLbl>
              <c:idx val="2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9-7405-42D2-84DE-F8EA208DA7BA}"/>
                </c:ext>
              </c:extLst>
            </c:dLbl>
            <c:dLbl>
              <c:idx val="2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A-7405-42D2-84DE-F8EA208DA7BA}"/>
                </c:ext>
              </c:extLst>
            </c:dLbl>
            <c:dLbl>
              <c:idx val="2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B-7405-42D2-84DE-F8EA208DA7BA}"/>
                </c:ext>
              </c:extLst>
            </c:dLbl>
            <c:dLbl>
              <c:idx val="2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C-7405-42D2-84DE-F8EA208DA7BA}"/>
                </c:ext>
              </c:extLst>
            </c:dLbl>
            <c:dLbl>
              <c:idx val="2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D-7405-42D2-84DE-F8EA208DA7BA}"/>
                </c:ext>
              </c:extLst>
            </c:dLbl>
            <c:dLbl>
              <c:idx val="2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E-7405-42D2-84DE-F8EA208DA7BA}"/>
                </c:ext>
              </c:extLst>
            </c:dLbl>
            <c:dLbl>
              <c:idx val="2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1F-7405-42D2-84DE-F8EA208DA7BA}"/>
                </c:ext>
              </c:extLst>
            </c:dLbl>
            <c:dLbl>
              <c:idx val="2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0-7405-42D2-84DE-F8EA208DA7BA}"/>
                </c:ext>
              </c:extLst>
            </c:dLbl>
            <c:dLbl>
              <c:idx val="2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1-7405-42D2-84DE-F8EA208DA7BA}"/>
                </c:ext>
              </c:extLst>
            </c:dLbl>
            <c:dLbl>
              <c:idx val="2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2-7405-42D2-84DE-F8EA208DA7BA}"/>
                </c:ext>
              </c:extLst>
            </c:dLbl>
            <c:dLbl>
              <c:idx val="2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3-7405-42D2-84DE-F8EA208DA7BA}"/>
                </c:ext>
              </c:extLst>
            </c:dLbl>
            <c:dLbl>
              <c:idx val="2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4-7405-42D2-84DE-F8EA208DA7BA}"/>
                </c:ext>
              </c:extLst>
            </c:dLbl>
            <c:dLbl>
              <c:idx val="2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5-7405-42D2-84DE-F8EA208DA7BA}"/>
                </c:ext>
              </c:extLst>
            </c:dLbl>
            <c:dLbl>
              <c:idx val="2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6-7405-42D2-84DE-F8EA208DA7BA}"/>
                </c:ext>
              </c:extLst>
            </c:dLbl>
            <c:dLbl>
              <c:idx val="2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7-7405-42D2-84DE-F8EA208DA7BA}"/>
                </c:ext>
              </c:extLst>
            </c:dLbl>
            <c:dLbl>
              <c:idx val="2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8-7405-42D2-84DE-F8EA208DA7BA}"/>
                </c:ext>
              </c:extLst>
            </c:dLbl>
            <c:dLbl>
              <c:idx val="2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9-7405-42D2-84DE-F8EA208DA7BA}"/>
                </c:ext>
              </c:extLst>
            </c:dLbl>
            <c:dLbl>
              <c:idx val="2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A-7405-42D2-84DE-F8EA208DA7BA}"/>
                </c:ext>
              </c:extLst>
            </c:dLbl>
            <c:dLbl>
              <c:idx val="2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B-7405-42D2-84DE-F8EA208DA7BA}"/>
                </c:ext>
              </c:extLst>
            </c:dLbl>
            <c:dLbl>
              <c:idx val="2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C-7405-42D2-84DE-F8EA208DA7BA}"/>
                </c:ext>
              </c:extLst>
            </c:dLbl>
            <c:dLbl>
              <c:idx val="2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D-7405-42D2-84DE-F8EA208DA7BA}"/>
                </c:ext>
              </c:extLst>
            </c:dLbl>
            <c:dLbl>
              <c:idx val="2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E-7405-42D2-84DE-F8EA208DA7BA}"/>
                </c:ext>
              </c:extLst>
            </c:dLbl>
            <c:dLbl>
              <c:idx val="2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2F-7405-42D2-84DE-F8EA208DA7BA}"/>
                </c:ext>
              </c:extLst>
            </c:dLbl>
            <c:dLbl>
              <c:idx val="2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0-7405-42D2-84DE-F8EA208DA7BA}"/>
                </c:ext>
              </c:extLst>
            </c:dLbl>
            <c:dLbl>
              <c:idx val="2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1-7405-42D2-84DE-F8EA208DA7BA}"/>
                </c:ext>
              </c:extLst>
            </c:dLbl>
            <c:dLbl>
              <c:idx val="2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2-7405-42D2-84DE-F8EA208DA7BA}"/>
                </c:ext>
              </c:extLst>
            </c:dLbl>
            <c:dLbl>
              <c:idx val="2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3-7405-42D2-84DE-F8EA208DA7BA}"/>
                </c:ext>
              </c:extLst>
            </c:dLbl>
            <c:dLbl>
              <c:idx val="2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4-7405-42D2-84DE-F8EA208DA7BA}"/>
                </c:ext>
              </c:extLst>
            </c:dLbl>
            <c:dLbl>
              <c:idx val="2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5-7405-42D2-84DE-F8EA208DA7BA}"/>
                </c:ext>
              </c:extLst>
            </c:dLbl>
            <c:dLbl>
              <c:idx val="2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6-7405-42D2-84DE-F8EA208DA7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Braven!$F$2:$F$2203</c:f>
              <c:numCache>
                <c:formatCode>General</c:formatCode>
                <c:ptCount val="2202"/>
                <c:pt idx="11">
                  <c:v>5.1078739000000004</c:v>
                </c:pt>
                <c:pt idx="19">
                  <c:v>3.5795205000000001</c:v>
                </c:pt>
                <c:pt idx="41">
                  <c:v>3.0466166000000001</c:v>
                </c:pt>
                <c:pt idx="146">
                  <c:v>36.477882000000001</c:v>
                </c:pt>
              </c:numCache>
            </c:numRef>
          </c:xVal>
          <c:yVal>
            <c:numRef>
              <c:f>Braven!$G$2:$G$2203</c:f>
              <c:numCache>
                <c:formatCode>General</c:formatCode>
                <c:ptCount val="2202"/>
                <c:pt idx="11">
                  <c:v>66.528678999999997</c:v>
                </c:pt>
                <c:pt idx="19">
                  <c:v>62.739227</c:v>
                </c:pt>
                <c:pt idx="41">
                  <c:v>57.741692</c:v>
                </c:pt>
                <c:pt idx="146">
                  <c:v>44.843544000000001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Braven!$A$2:$A$2203</c15:f>
                <c15:dlblRangeCache>
                  <c:ptCount val="2202"/>
                  <c:pt idx="0">
                    <c:v>Saint Louis College Of Pharmacy</c:v>
                  </c:pt>
                  <c:pt idx="1">
                    <c:v>MCPHS University</c:v>
                  </c:pt>
                  <c:pt idx="2">
                    <c:v>Albany College Of Pharmacy And Health Sciences</c:v>
                  </c:pt>
                  <c:pt idx="3">
                    <c:v>California Maritime Academy</c:v>
                  </c:pt>
                  <c:pt idx="4">
                    <c:v>Rose - Hulman Institute Of Technology</c:v>
                  </c:pt>
                  <c:pt idx="5">
                    <c:v>Advanced Institute Of Hair Design</c:v>
                  </c:pt>
                  <c:pt idx="6">
                    <c:v>Kettering University</c:v>
                  </c:pt>
                  <c:pt idx="7">
                    <c:v>Harvey Mudd College</c:v>
                  </c:pt>
                  <c:pt idx="8">
                    <c:v>Claremont Mckenna College</c:v>
                  </c:pt>
                  <c:pt idx="9">
                    <c:v>Babson College</c:v>
                  </c:pt>
                  <c:pt idx="10">
                    <c:v>Worcester Polytechnic Institute</c:v>
                  </c:pt>
                  <c:pt idx="11">
                    <c:v>MIT</c:v>
                  </c:pt>
                  <c:pt idx="12">
                    <c:v>California Institute Of Technology</c:v>
                  </c:pt>
                  <c:pt idx="13">
                    <c:v>Princeton University</c:v>
                  </c:pt>
                  <c:pt idx="14">
                    <c:v>Rensselaer Polytechnic Institute</c:v>
                  </c:pt>
                  <c:pt idx="15">
                    <c:v>Colorado School Of Mines</c:v>
                  </c:pt>
                  <c:pt idx="16">
                    <c:v>New Jersey Institute Of Technology</c:v>
                  </c:pt>
                  <c:pt idx="17">
                    <c:v>Fairfield University</c:v>
                  </c:pt>
                  <c:pt idx="18">
                    <c:v>University Of The Sciences In Philadelphia</c:v>
                  </c:pt>
                  <c:pt idx="19">
                    <c:v>Stanford</c:v>
                  </c:pt>
                  <c:pt idx="20">
                    <c:v>College Of Mount Saint Vincent And Manhattan College</c:v>
                  </c:pt>
                  <c:pt idx="21">
                    <c:v>Stevens Institute Of Technology</c:v>
                  </c:pt>
                  <c:pt idx="22">
                    <c:v>University Of Notre Dame</c:v>
                  </c:pt>
                  <c:pt idx="23">
                    <c:v>Tufts University</c:v>
                  </c:pt>
                  <c:pt idx="24">
                    <c:v>Santa Clara University</c:v>
                  </c:pt>
                  <c:pt idx="25">
                    <c:v>Massachusetts Maritime Academy</c:v>
                  </c:pt>
                  <c:pt idx="26">
                    <c:v>Columbia University In The City Of New York</c:v>
                  </c:pt>
                  <c:pt idx="27">
                    <c:v>Georgetown University</c:v>
                  </c:pt>
                  <c:pt idx="28">
                    <c:v>Colby College</c:v>
                  </c:pt>
                  <c:pt idx="29">
                    <c:v>University Of Mary Washington</c:v>
                  </c:pt>
                  <c:pt idx="30">
                    <c:v>Bentley University</c:v>
                  </c:pt>
                  <c:pt idx="31">
                    <c:v>Illinois Institute Of Technology</c:v>
                  </c:pt>
                  <c:pt idx="32">
                    <c:v>Hamilton College</c:v>
                  </c:pt>
                  <c:pt idx="33">
                    <c:v>Cornell University</c:v>
                  </c:pt>
                  <c:pt idx="34">
                    <c:v>Vanderbilt University</c:v>
                  </c:pt>
                  <c:pt idx="35">
                    <c:v>Saint John's University of Collegeville, MN</c:v>
                  </c:pt>
                  <c:pt idx="36">
                    <c:v>Johns Hopkins University</c:v>
                  </c:pt>
                  <c:pt idx="37">
                    <c:v>Lafayette College</c:v>
                  </c:pt>
                  <c:pt idx="38">
                    <c:v>University Of Pennsylvania</c:v>
                  </c:pt>
                  <c:pt idx="39">
                    <c:v>Villanova University</c:v>
                  </c:pt>
                  <c:pt idx="40">
                    <c:v>Rhodes College</c:v>
                  </c:pt>
                  <c:pt idx="41">
                    <c:v>Harvard</c:v>
                  </c:pt>
                  <c:pt idx="42">
                    <c:v>Georgia Institute Of Technology</c:v>
                  </c:pt>
                  <c:pt idx="43">
                    <c:v>Yale University</c:v>
                  </c:pt>
                  <c:pt idx="44">
                    <c:v>Lehigh University</c:v>
                  </c:pt>
                  <c:pt idx="45">
                    <c:v>Drew University</c:v>
                  </c:pt>
                  <c:pt idx="46">
                    <c:v>Franklin &amp; Marshall College</c:v>
                  </c:pt>
                  <c:pt idx="47">
                    <c:v>Boston College</c:v>
                  </c:pt>
                  <c:pt idx="48">
                    <c:v>Pace University</c:v>
                  </c:pt>
                  <c:pt idx="49">
                    <c:v>University Of California, Irvine</c:v>
                  </c:pt>
                  <c:pt idx="50">
                    <c:v>University Of California, Berkeley</c:v>
                  </c:pt>
                  <c:pt idx="51">
                    <c:v>Northwestern University</c:v>
                  </c:pt>
                  <c:pt idx="52">
                    <c:v>Bucknell University</c:v>
                  </c:pt>
                  <c:pt idx="53">
                    <c:v>University Of California, San Diego</c:v>
                  </c:pt>
                  <c:pt idx="54">
                    <c:v>Case Western Reserve University</c:v>
                  </c:pt>
                  <c:pt idx="55">
                    <c:v>University Of California, Los Angeles</c:v>
                  </c:pt>
                  <c:pt idx="56">
                    <c:v>Middlebury College</c:v>
                  </c:pt>
                  <c:pt idx="57">
                    <c:v>Trinity College of Hartford, CT</c:v>
                  </c:pt>
                  <c:pt idx="58">
                    <c:v>University Of Southern California</c:v>
                  </c:pt>
                  <c:pt idx="59">
                    <c:v>Dickinson College</c:v>
                  </c:pt>
                  <c:pt idx="60">
                    <c:v>Binghamton University</c:v>
                  </c:pt>
                  <c:pt idx="61">
                    <c:v>Illinois Wesleyan University</c:v>
                  </c:pt>
                  <c:pt idx="62">
                    <c:v>Bryant University</c:v>
                  </c:pt>
                  <c:pt idx="63">
                    <c:v>California Polytechnic State University</c:v>
                  </c:pt>
                  <c:pt idx="64">
                    <c:v>Washington University In St. Louis</c:v>
                  </c:pt>
                  <c:pt idx="65">
                    <c:v>Creighton University</c:v>
                  </c:pt>
                  <c:pt idx="66">
                    <c:v>Carnegie Mellon University</c:v>
                  </c:pt>
                  <c:pt idx="67">
                    <c:v>Brown University</c:v>
                  </c:pt>
                  <c:pt idx="68">
                    <c:v>Clarkson University</c:v>
                  </c:pt>
                  <c:pt idx="69">
                    <c:v>Pomona College</c:v>
                  </c:pt>
                  <c:pt idx="70">
                    <c:v>Carleton College</c:v>
                  </c:pt>
                  <c:pt idx="71">
                    <c:v>Barnard College</c:v>
                  </c:pt>
                  <c:pt idx="72">
                    <c:v>Western New England University</c:v>
                  </c:pt>
                  <c:pt idx="73">
                    <c:v>Dominican University Of California</c:v>
                  </c:pt>
                  <c:pt idx="74">
                    <c:v>University Of Rochester</c:v>
                  </c:pt>
                  <c:pt idx="75">
                    <c:v>Willamette University</c:v>
                  </c:pt>
                  <c:pt idx="76">
                    <c:v>Nichols College</c:v>
                  </c:pt>
                  <c:pt idx="77">
                    <c:v>New York University</c:v>
                  </c:pt>
                  <c:pt idx="78">
                    <c:v>Ohio Northern University</c:v>
                  </c:pt>
                  <c:pt idx="79">
                    <c:v>Fordham University</c:v>
                  </c:pt>
                  <c:pt idx="80">
                    <c:v>University Of Virginia</c:v>
                  </c:pt>
                  <c:pt idx="81">
                    <c:v>University Of California, Davis</c:v>
                  </c:pt>
                  <c:pt idx="82">
                    <c:v>Rochester Institute Of Technology</c:v>
                  </c:pt>
                  <c:pt idx="83">
                    <c:v>Cooper Union For The Advancement Of Science &amp; Art </c:v>
                  </c:pt>
                  <c:pt idx="84">
                    <c:v>Syracuse University</c:v>
                  </c:pt>
                  <c:pt idx="85">
                    <c:v>SUNY Maritime College</c:v>
                  </c:pt>
                  <c:pt idx="86">
                    <c:v>State University Of New York At Stony Brook</c:v>
                  </c:pt>
                  <c:pt idx="87">
                    <c:v>Florida Institute Of Technology</c:v>
                  </c:pt>
                  <c:pt idx="88">
                    <c:v>Washington And Lee University</c:v>
                  </c:pt>
                  <c:pt idx="89">
                    <c:v>Brandeis University</c:v>
                  </c:pt>
                  <c:pt idx="90">
                    <c:v>Connecticut College</c:v>
                  </c:pt>
                  <c:pt idx="91">
                    <c:v>Boston University</c:v>
                  </c:pt>
                  <c:pt idx="92">
                    <c:v>Duke University</c:v>
                  </c:pt>
                  <c:pt idx="93">
                    <c:v>University Of Michigan - Ann Arbor</c:v>
                  </c:pt>
                  <c:pt idx="94">
                    <c:v>George Mason University</c:v>
                  </c:pt>
                  <c:pt idx="95">
                    <c:v>Milwaukee School Of Engineering</c:v>
                  </c:pt>
                  <c:pt idx="96">
                    <c:v>Emory University</c:v>
                  </c:pt>
                  <c:pt idx="97">
                    <c:v>College Of New Jersey </c:v>
                  </c:pt>
                  <c:pt idx="98">
                    <c:v>University Of The Pacific</c:v>
                  </c:pt>
                  <c:pt idx="99">
                    <c:v>Dartmouth College</c:v>
                  </c:pt>
                  <c:pt idx="100">
                    <c:v>MCP Hahnemann And Drexel Universities</c:v>
                  </c:pt>
                  <c:pt idx="101">
                    <c:v>University Of California, Santa Barbara</c:v>
                  </c:pt>
                  <c:pt idx="102">
                    <c:v>Saint Francis College</c:v>
                  </c:pt>
                  <c:pt idx="103">
                    <c:v>Scripps College</c:v>
                  </c:pt>
                  <c:pt idx="104">
                    <c:v>Swarthmore College</c:v>
                  </c:pt>
                  <c:pt idx="105">
                    <c:v>Clarke University</c:v>
                  </c:pt>
                  <c:pt idx="106">
                    <c:v>Rice University</c:v>
                  </c:pt>
                  <c:pt idx="107">
                    <c:v>College Of The Holy Cross</c:v>
                  </c:pt>
                  <c:pt idx="108">
                    <c:v>Quinnipiac University</c:v>
                  </c:pt>
                  <c:pt idx="109">
                    <c:v>University Of Scranton</c:v>
                  </c:pt>
                  <c:pt idx="110">
                    <c:v>Dominican College Of Blauvelt</c:v>
                  </c:pt>
                  <c:pt idx="111">
                    <c:v>Embry-Riddle Aeronautical University</c:v>
                  </c:pt>
                  <c:pt idx="112">
                    <c:v>College Of Saint Scholastica</c:v>
                  </c:pt>
                  <c:pt idx="113">
                    <c:v>Messiah College</c:v>
                  </c:pt>
                  <c:pt idx="114">
                    <c:v>Drake University</c:v>
                  </c:pt>
                  <c:pt idx="115">
                    <c:v>College Of Saint Benedict</c:v>
                  </c:pt>
                  <c:pt idx="116">
                    <c:v>Trinity University</c:v>
                  </c:pt>
                  <c:pt idx="117">
                    <c:v>Butler University</c:v>
                  </c:pt>
                  <c:pt idx="118">
                    <c:v>New Mexico Institute Of Mining &amp; Technology</c:v>
                  </c:pt>
                  <c:pt idx="119">
                    <c:v>Lake Forest College</c:v>
                  </c:pt>
                  <c:pt idx="120">
                    <c:v>Juniata College</c:v>
                  </c:pt>
                  <c:pt idx="121">
                    <c:v>Yeshiva University</c:v>
                  </c:pt>
                  <c:pt idx="122">
                    <c:v>Virginia Polytechnic Institute &amp; State University</c:v>
                  </c:pt>
                  <c:pt idx="123">
                    <c:v>Saint John's University of Queens, NY</c:v>
                  </c:pt>
                  <c:pt idx="124">
                    <c:v>Northeastern University</c:v>
                  </c:pt>
                  <c:pt idx="125">
                    <c:v>University Of Denver</c:v>
                  </c:pt>
                  <c:pt idx="126">
                    <c:v>Trine University</c:v>
                  </c:pt>
                  <c:pt idx="127">
                    <c:v>Augustana College of Rock Island, IL</c:v>
                  </c:pt>
                  <c:pt idx="128">
                    <c:v>CUNY Bernard M. Baruch College</c:v>
                  </c:pt>
                  <c:pt idx="129">
                    <c:v>University Of Connecticut</c:v>
                  </c:pt>
                  <c:pt idx="130">
                    <c:v>Wesleyan University</c:v>
                  </c:pt>
                  <c:pt idx="131">
                    <c:v>University Of San Diego</c:v>
                  </c:pt>
                  <c:pt idx="132">
                    <c:v>Michigan Technological University</c:v>
                  </c:pt>
                  <c:pt idx="133">
                    <c:v>Muhlenberg College</c:v>
                  </c:pt>
                  <c:pt idx="134">
                    <c:v>Amherst College</c:v>
                  </c:pt>
                  <c:pt idx="135">
                    <c:v>Westminster College of Fulton, MO</c:v>
                  </c:pt>
                  <c:pt idx="136">
                    <c:v>University Of San Francisco</c:v>
                  </c:pt>
                  <c:pt idx="137">
                    <c:v>Loyola Marymount University</c:v>
                  </c:pt>
                  <c:pt idx="138">
                    <c:v>California State Polytechnic University, Pomona</c:v>
                  </c:pt>
                  <c:pt idx="139">
                    <c:v>Maine Maritime Academy</c:v>
                  </c:pt>
                  <c:pt idx="140">
                    <c:v>University Of Washington System</c:v>
                  </c:pt>
                  <c:pt idx="141">
                    <c:v>Providence College</c:v>
                  </c:pt>
                  <c:pt idx="142">
                    <c:v>University Of Saint Thomas of Saint Paul, MN</c:v>
                  </c:pt>
                  <c:pt idx="143">
                    <c:v>University Of Chicago </c:v>
                  </c:pt>
                  <c:pt idx="144">
                    <c:v>Pacific Union College</c:v>
                  </c:pt>
                  <c:pt idx="145">
                    <c:v>Union College of Schenectady, NY</c:v>
                  </c:pt>
                  <c:pt idx="146">
                    <c:v>Vaughn College Of Aeronautics And Technology</c:v>
                  </c:pt>
                  <c:pt idx="147">
                    <c:v>Citadel, The Military College Of South Carolina</c:v>
                  </c:pt>
                  <c:pt idx="148">
                    <c:v>Wilkes University</c:v>
                  </c:pt>
                  <c:pt idx="149">
                    <c:v>Texas A&amp;M University</c:v>
                  </c:pt>
                  <c:pt idx="150">
                    <c:v>University Of Texas At Austin</c:v>
                  </c:pt>
                  <c:pt idx="151">
                    <c:v>Skidmore College</c:v>
                  </c:pt>
                  <c:pt idx="152">
                    <c:v>Jamestown College</c:v>
                  </c:pt>
                  <c:pt idx="153">
                    <c:v>SUNY College At Geneseo</c:v>
                  </c:pt>
                  <c:pt idx="154">
                    <c:v>California State University, East Bay</c:v>
                  </c:pt>
                  <c:pt idx="155">
                    <c:v>Gettysburg College</c:v>
                  </c:pt>
                  <c:pt idx="156">
                    <c:v>Saint Mary's College Of California</c:v>
                  </c:pt>
                  <c:pt idx="157">
                    <c:v>Wellesley College</c:v>
                  </c:pt>
                  <c:pt idx="158">
                    <c:v>Salve Regina University</c:v>
                  </c:pt>
                  <c:pt idx="159">
                    <c:v>Hood College</c:v>
                  </c:pt>
                  <c:pt idx="160">
                    <c:v>State University Of New York At Albany</c:v>
                  </c:pt>
                  <c:pt idx="161">
                    <c:v>Saint Joseph's College of Brooklyn, NY</c:v>
                  </c:pt>
                  <c:pt idx="162">
                    <c:v>Virginia Military Institute</c:v>
                  </c:pt>
                  <c:pt idx="163">
                    <c:v>Mount Holyoke College</c:v>
                  </c:pt>
                  <c:pt idx="164">
                    <c:v>Pepperdine University</c:v>
                  </c:pt>
                  <c:pt idx="165">
                    <c:v>Depaul University</c:v>
                  </c:pt>
                  <c:pt idx="166">
                    <c:v>University Of Mary</c:v>
                  </c:pt>
                  <c:pt idx="167">
                    <c:v>Robert Morris University</c:v>
                  </c:pt>
                  <c:pt idx="168">
                    <c:v>University Of Florida</c:v>
                  </c:pt>
                  <c:pt idx="169">
                    <c:v>La Salle University</c:v>
                  </c:pt>
                  <c:pt idx="170">
                    <c:v>Philadelphia University</c:v>
                  </c:pt>
                  <c:pt idx="171">
                    <c:v>Point Loma Nazarene University</c:v>
                  </c:pt>
                  <c:pt idx="172">
                    <c:v>Concordia University of Portland, OR</c:v>
                  </c:pt>
                  <c:pt idx="173">
                    <c:v>Albertus Magnus College</c:v>
                  </c:pt>
                  <c:pt idx="174">
                    <c:v>Assumption College</c:v>
                  </c:pt>
                  <c:pt idx="175">
                    <c:v>Letourneau University</c:v>
                  </c:pt>
                  <c:pt idx="176">
                    <c:v>State University Of New York At Buffalo</c:v>
                  </c:pt>
                  <c:pt idx="177">
                    <c:v>Clark University</c:v>
                  </c:pt>
                  <c:pt idx="178">
                    <c:v>Hofstra University</c:v>
                  </c:pt>
                  <c:pt idx="179">
                    <c:v>George Washington University</c:v>
                  </c:pt>
                  <c:pt idx="180">
                    <c:v>Seton Hall University</c:v>
                  </c:pt>
                  <c:pt idx="181">
                    <c:v>Wagner College</c:v>
                  </c:pt>
                  <c:pt idx="182">
                    <c:v>Saint Louis University</c:v>
                  </c:pt>
                  <c:pt idx="183">
                    <c:v>Sacred Heart University</c:v>
                  </c:pt>
                  <c:pt idx="184">
                    <c:v>University Of Texas At Dallas</c:v>
                  </c:pt>
                  <c:pt idx="185">
                    <c:v>University Of Illinois System</c:v>
                  </c:pt>
                  <c:pt idx="186">
                    <c:v>Saint Olaf College</c:v>
                  </c:pt>
                  <c:pt idx="187">
                    <c:v>Marquette University</c:v>
                  </c:pt>
                  <c:pt idx="188">
                    <c:v>Saint Anselm College</c:v>
                  </c:pt>
                  <c:pt idx="189">
                    <c:v>Bowdoin College</c:v>
                  </c:pt>
                  <c:pt idx="190">
                    <c:v>Manhattanville College</c:v>
                  </c:pt>
                  <c:pt idx="191">
                    <c:v>Duquesne University Of The Holy Spirit</c:v>
                  </c:pt>
                  <c:pt idx="192">
                    <c:v>Bates College</c:v>
                  </c:pt>
                  <c:pt idx="193">
                    <c:v>Ohio Wesleyan University</c:v>
                  </c:pt>
                  <c:pt idx="194">
                    <c:v>Regis University</c:v>
                  </c:pt>
                  <c:pt idx="195">
                    <c:v>McDaniel College</c:v>
                  </c:pt>
                  <c:pt idx="196">
                    <c:v>Grinnell College</c:v>
                  </c:pt>
                  <c:pt idx="197">
                    <c:v>Mount Saint Mary College</c:v>
                  </c:pt>
                  <c:pt idx="198">
                    <c:v>University Of California, Riverside</c:v>
                  </c:pt>
                  <c:pt idx="199">
                    <c:v>Presbyterian College</c:v>
                  </c:pt>
                  <c:pt idx="200">
                    <c:v>Dunwoody College Of Technology</c:v>
                  </c:pt>
                  <c:pt idx="201">
                    <c:v>Simmons College</c:v>
                  </c:pt>
                  <c:pt idx="202">
                    <c:v>San Diego State University</c:v>
                  </c:pt>
                  <c:pt idx="203">
                    <c:v>Kalamazoo College</c:v>
                  </c:pt>
                  <c:pt idx="204">
                    <c:v>Saint Joseph's University</c:v>
                  </c:pt>
                  <c:pt idx="205">
                    <c:v>Thomas A Edison State College</c:v>
                  </c:pt>
                  <c:pt idx="206">
                    <c:v>James Madison University</c:v>
                  </c:pt>
                  <c:pt idx="207">
                    <c:v>Christian Brothers University</c:v>
                  </c:pt>
                  <c:pt idx="208">
                    <c:v>Wake Forest University</c:v>
                  </c:pt>
                  <c:pt idx="209">
                    <c:v>Seattle University</c:v>
                  </c:pt>
                  <c:pt idx="210">
                    <c:v>Bradley University</c:v>
                  </c:pt>
                  <c:pt idx="211">
                    <c:v>Ramapo College Of New Jersey</c:v>
                  </c:pt>
                  <c:pt idx="212">
                    <c:v>ITI Technical College</c:v>
                  </c:pt>
                  <c:pt idx="213">
                    <c:v>Otis College Of Art &amp; Design</c:v>
                  </c:pt>
                  <c:pt idx="214">
                    <c:v>University Of Miami</c:v>
                  </c:pt>
                  <c:pt idx="215">
                    <c:v>Loyola University Maryland</c:v>
                  </c:pt>
                  <c:pt idx="216">
                    <c:v>Southern Methodist University</c:v>
                  </c:pt>
                  <c:pt idx="217">
                    <c:v>Simpson College</c:v>
                  </c:pt>
                  <c:pt idx="218">
                    <c:v>Wabash College</c:v>
                  </c:pt>
                  <c:pt idx="219">
                    <c:v>California State University, Fullerton</c:v>
                  </c:pt>
                  <c:pt idx="220">
                    <c:v>Austin College</c:v>
                  </c:pt>
                  <c:pt idx="221">
                    <c:v>Spring Hill College</c:v>
                  </c:pt>
                  <c:pt idx="222">
                    <c:v>Haverford College</c:v>
                  </c:pt>
                  <c:pt idx="223">
                    <c:v>Hampden Sydney College</c:v>
                  </c:pt>
                  <c:pt idx="224">
                    <c:v>Iona College</c:v>
                  </c:pt>
                  <c:pt idx="225">
                    <c:v>Southern Polytechnic State University</c:v>
                  </c:pt>
                  <c:pt idx="226">
                    <c:v>Occidental College</c:v>
                  </c:pt>
                  <c:pt idx="227">
                    <c:v>Wentworth Institute Of Technology</c:v>
                  </c:pt>
                  <c:pt idx="228">
                    <c:v>University Of Delaware</c:v>
                  </c:pt>
                  <c:pt idx="229">
                    <c:v>Westminster College of New Wilmington, PA</c:v>
                  </c:pt>
                  <c:pt idx="230">
                    <c:v>College Of William &amp; Mary</c:v>
                  </c:pt>
                  <c:pt idx="231">
                    <c:v>Tabor College</c:v>
                  </c:pt>
                  <c:pt idx="232">
                    <c:v>Coe College</c:v>
                  </c:pt>
                  <c:pt idx="233">
                    <c:v>Stevenson University</c:v>
                  </c:pt>
                  <c:pt idx="234">
                    <c:v>Utica College</c:v>
                  </c:pt>
                  <c:pt idx="235">
                    <c:v>Rockhurst University</c:v>
                  </c:pt>
                  <c:pt idx="236">
                    <c:v>California Lutheran University</c:v>
                  </c:pt>
                  <c:pt idx="237">
                    <c:v>California State University, Long Beach</c:v>
                  </c:pt>
                  <c:pt idx="238">
                    <c:v>Catholic University Of America </c:v>
                  </c:pt>
                  <c:pt idx="239">
                    <c:v>Texas Lutheran University</c:v>
                  </c:pt>
                  <c:pt idx="240">
                    <c:v>Saint Mary's University</c:v>
                  </c:pt>
                  <c:pt idx="241">
                    <c:v>King's College of Wilkes-Barre, PA</c:v>
                  </c:pt>
                  <c:pt idx="242">
                    <c:v>Monmouth University</c:v>
                  </c:pt>
                  <c:pt idx="243">
                    <c:v>University Of Saint Joseph</c:v>
                  </c:pt>
                  <c:pt idx="244">
                    <c:v>Benedictine University</c:v>
                  </c:pt>
                  <c:pt idx="245">
                    <c:v>Western Connecticut State University</c:v>
                  </c:pt>
                  <c:pt idx="246">
                    <c:v>Colorado College</c:v>
                  </c:pt>
                  <c:pt idx="247">
                    <c:v>Clemson University</c:v>
                  </c:pt>
                  <c:pt idx="248">
                    <c:v>Queens University Of Charlotte</c:v>
                  </c:pt>
                  <c:pt idx="249">
                    <c:v>Endicott College</c:v>
                  </c:pt>
                  <c:pt idx="250">
                    <c:v>Milwaukee Institute Of Art &amp; Design</c:v>
                  </c:pt>
                  <c:pt idx="251">
                    <c:v>Loyola University Chicago</c:v>
                  </c:pt>
                  <c:pt idx="252">
                    <c:v>University Of California, Santa Cruz</c:v>
                  </c:pt>
                  <c:pt idx="253">
                    <c:v>Whittier College</c:v>
                  </c:pt>
                  <c:pt idx="254">
                    <c:v>Smith College</c:v>
                  </c:pt>
                  <c:pt idx="255">
                    <c:v>Rider University</c:v>
                  </c:pt>
                  <c:pt idx="256">
                    <c:v>Adelphi University</c:v>
                  </c:pt>
                  <c:pt idx="257">
                    <c:v>DePauw University</c:v>
                  </c:pt>
                  <c:pt idx="258">
                    <c:v>Texas Christian University</c:v>
                  </c:pt>
                  <c:pt idx="259">
                    <c:v>State University Of New York At New Paltz</c:v>
                  </c:pt>
                  <c:pt idx="260">
                    <c:v>Ripon College</c:v>
                  </c:pt>
                  <c:pt idx="261">
                    <c:v>Howard University</c:v>
                  </c:pt>
                  <c:pt idx="262">
                    <c:v>University Of Richmond</c:v>
                  </c:pt>
                  <c:pt idx="263">
                    <c:v>New York Institute Of Technology</c:v>
                  </c:pt>
                  <c:pt idx="264">
                    <c:v>Baker University</c:v>
                  </c:pt>
                  <c:pt idx="265">
                    <c:v>Fresno Pacific University</c:v>
                  </c:pt>
                  <c:pt idx="266">
                    <c:v>University Of Dayton</c:v>
                  </c:pt>
                  <c:pt idx="267">
                    <c:v>Stonehill College</c:v>
                  </c:pt>
                  <c:pt idx="268">
                    <c:v>Colgate University</c:v>
                  </c:pt>
                  <c:pt idx="269">
                    <c:v>Perry Technical Institute</c:v>
                  </c:pt>
                  <c:pt idx="270">
                    <c:v>Washington College</c:v>
                  </c:pt>
                  <c:pt idx="271">
                    <c:v>Morehouse College</c:v>
                  </c:pt>
                  <c:pt idx="272">
                    <c:v>American University </c:v>
                  </c:pt>
                  <c:pt idx="273">
                    <c:v>Stetson University</c:v>
                  </c:pt>
                  <c:pt idx="274">
                    <c:v>University Of Massachusetts System</c:v>
                  </c:pt>
                  <c:pt idx="275">
                    <c:v>Ithaca College</c:v>
                  </c:pt>
                  <c:pt idx="276">
                    <c:v>University Of Michigan - Dearborn</c:v>
                  </c:pt>
                  <c:pt idx="277">
                    <c:v>Oregon Institute Of Technology</c:v>
                  </c:pt>
                  <c:pt idx="278">
                    <c:v>SUNY Upstate Medical University And SUNY College Of Environment Science And Forestry</c:v>
                  </c:pt>
                  <c:pt idx="279">
                    <c:v>University Of Central Florida</c:v>
                  </c:pt>
                  <c:pt idx="280">
                    <c:v>Allegheny College</c:v>
                  </c:pt>
                  <c:pt idx="281">
                    <c:v>Rocky Mountain College</c:v>
                  </c:pt>
                  <c:pt idx="282">
                    <c:v>Marymount University</c:v>
                  </c:pt>
                  <c:pt idx="283">
                    <c:v>Hobart And William Smith Colleges</c:v>
                  </c:pt>
                  <c:pt idx="284">
                    <c:v>CUNY John Jay College Of Criminal Justice</c:v>
                  </c:pt>
                  <c:pt idx="285">
                    <c:v>CUNY Hunter College</c:v>
                  </c:pt>
                  <c:pt idx="286">
                    <c:v>Temple University</c:v>
                  </c:pt>
                  <c:pt idx="287">
                    <c:v>Iowa State University Of Science &amp; Technology</c:v>
                  </c:pt>
                  <c:pt idx="288">
                    <c:v>Pitzer College</c:v>
                  </c:pt>
                  <c:pt idx="289">
                    <c:v>Siena College</c:v>
                  </c:pt>
                  <c:pt idx="290">
                    <c:v>Carroll College</c:v>
                  </c:pt>
                  <c:pt idx="291">
                    <c:v>CUNY Queens College</c:v>
                  </c:pt>
                  <c:pt idx="292">
                    <c:v>Colorado State University</c:v>
                  </c:pt>
                  <c:pt idx="293">
                    <c:v>Bryn Mawr College</c:v>
                  </c:pt>
                  <c:pt idx="294">
                    <c:v>Goucher College</c:v>
                  </c:pt>
                  <c:pt idx="295">
                    <c:v>University Of Georgia</c:v>
                  </c:pt>
                  <c:pt idx="296">
                    <c:v>Marist College</c:v>
                  </c:pt>
                  <c:pt idx="297">
                    <c:v>Saint Michael's College</c:v>
                  </c:pt>
                  <c:pt idx="298">
                    <c:v>Roanoke College</c:v>
                  </c:pt>
                  <c:pt idx="299">
                    <c:v>Caldwell College</c:v>
                  </c:pt>
                  <c:pt idx="300">
                    <c:v>Elmhurst College</c:v>
                  </c:pt>
                  <c:pt idx="301">
                    <c:v>Suffolk University</c:v>
                  </c:pt>
                  <c:pt idx="302">
                    <c:v>Fairleigh Dickinson University</c:v>
                  </c:pt>
                  <c:pt idx="303">
                    <c:v>Florida International University</c:v>
                  </c:pt>
                  <c:pt idx="304">
                    <c:v>University Of North Dakota</c:v>
                  </c:pt>
                  <c:pt idx="305">
                    <c:v>CUNY Brooklyn College</c:v>
                  </c:pt>
                  <c:pt idx="306">
                    <c:v>Wheaton College of Norton, MA</c:v>
                  </c:pt>
                  <c:pt idx="307">
                    <c:v>Marietta College</c:v>
                  </c:pt>
                  <c:pt idx="308">
                    <c:v>College Of Idaho </c:v>
                  </c:pt>
                  <c:pt idx="309">
                    <c:v>Saint Francis University</c:v>
                  </c:pt>
                  <c:pt idx="310">
                    <c:v>Sarah Lawrence College</c:v>
                  </c:pt>
                  <c:pt idx="311">
                    <c:v>Elizabethtown College</c:v>
                  </c:pt>
                  <c:pt idx="312">
                    <c:v>Sonoma State University</c:v>
                  </c:pt>
                  <c:pt idx="313">
                    <c:v>Lebanon Valley College</c:v>
                  </c:pt>
                  <c:pt idx="314">
                    <c:v>Florida State University</c:v>
                  </c:pt>
                  <c:pt idx="315">
                    <c:v>Baylor University</c:v>
                  </c:pt>
                  <c:pt idx="316">
                    <c:v>Moravian College</c:v>
                  </c:pt>
                  <c:pt idx="317">
                    <c:v>Woodbury University</c:v>
                  </c:pt>
                  <c:pt idx="318">
                    <c:v>University Of North Carolina School Of The Arts</c:v>
                  </c:pt>
                  <c:pt idx="319">
                    <c:v>St. Lawrence University</c:v>
                  </c:pt>
                  <c:pt idx="320">
                    <c:v>Michigan State University</c:v>
                  </c:pt>
                  <c:pt idx="321">
                    <c:v>Emmanuel College of Boston, MA</c:v>
                  </c:pt>
                  <c:pt idx="322">
                    <c:v>Anna Maria College</c:v>
                  </c:pt>
                  <c:pt idx="323">
                    <c:v>University Of Rhode Island</c:v>
                  </c:pt>
                  <c:pt idx="324">
                    <c:v>Norwich University</c:v>
                  </c:pt>
                  <c:pt idx="325">
                    <c:v>Texas Tech University</c:v>
                  </c:pt>
                  <c:pt idx="326">
                    <c:v>Illinois State University</c:v>
                  </c:pt>
                  <c:pt idx="327">
                    <c:v>Montclair State University</c:v>
                  </c:pt>
                  <c:pt idx="328">
                    <c:v>Western Washington University</c:v>
                  </c:pt>
                  <c:pt idx="329">
                    <c:v>University Of New Hampshire</c:v>
                  </c:pt>
                  <c:pt idx="330">
                    <c:v>Arcadia University</c:v>
                  </c:pt>
                  <c:pt idx="331">
                    <c:v>University Of North Carolina - Chapel Hill</c:v>
                  </c:pt>
                  <c:pt idx="332">
                    <c:v>University Of Saint Thomas of Houston, TX</c:v>
                  </c:pt>
                  <c:pt idx="333">
                    <c:v>Widener University</c:v>
                  </c:pt>
                  <c:pt idx="334">
                    <c:v>University Of Colorado System</c:v>
                  </c:pt>
                  <c:pt idx="335">
                    <c:v>Canisius College</c:v>
                  </c:pt>
                  <c:pt idx="336">
                    <c:v>Saint Mary's College</c:v>
                  </c:pt>
                  <c:pt idx="337">
                    <c:v>Alvernia University</c:v>
                  </c:pt>
                  <c:pt idx="338">
                    <c:v>Washington State University</c:v>
                  </c:pt>
                  <c:pt idx="339">
                    <c:v>University Of Portland</c:v>
                  </c:pt>
                  <c:pt idx="340">
                    <c:v>North Dakota State University - Main Campus - Fargo</c:v>
                  </c:pt>
                  <c:pt idx="341">
                    <c:v>Oglethorpe University</c:v>
                  </c:pt>
                  <c:pt idx="342">
                    <c:v>Whitman College</c:v>
                  </c:pt>
                  <c:pt idx="343">
                    <c:v>California State University, Bakersfield</c:v>
                  </c:pt>
                  <c:pt idx="344">
                    <c:v>Oregon State University</c:v>
                  </c:pt>
                  <c:pt idx="345">
                    <c:v>Oklahoma State University</c:v>
                  </c:pt>
                  <c:pt idx="346">
                    <c:v>University Of Arkansas</c:v>
                  </c:pt>
                  <c:pt idx="347">
                    <c:v>Meredith College</c:v>
                  </c:pt>
                  <c:pt idx="348">
                    <c:v>Vassar College</c:v>
                  </c:pt>
                  <c:pt idx="349">
                    <c:v>Rhode Island School Of Design</c:v>
                  </c:pt>
                  <c:pt idx="350">
                    <c:v>Xavier University</c:v>
                  </c:pt>
                  <c:pt idx="351">
                    <c:v>University Of Tampa </c:v>
                  </c:pt>
                  <c:pt idx="352">
                    <c:v>Cardinal Stritch University</c:v>
                  </c:pt>
                  <c:pt idx="353">
                    <c:v>University Of Puget Sound</c:v>
                  </c:pt>
                  <c:pt idx="354">
                    <c:v>Loras College</c:v>
                  </c:pt>
                  <c:pt idx="355">
                    <c:v>University Of Redlands</c:v>
                  </c:pt>
                  <c:pt idx="356">
                    <c:v>Washington And Jefferson College</c:v>
                  </c:pt>
                  <c:pt idx="357">
                    <c:v>California State University, Monterey Bay</c:v>
                  </c:pt>
                  <c:pt idx="358">
                    <c:v>William Paterson University Of New Jersey</c:v>
                  </c:pt>
                  <c:pt idx="359">
                    <c:v>North Central College</c:v>
                  </c:pt>
                  <c:pt idx="360">
                    <c:v>California State University, Chico</c:v>
                  </c:pt>
                  <c:pt idx="361">
                    <c:v>Wells College</c:v>
                  </c:pt>
                  <c:pt idx="362">
                    <c:v>Augsburg College</c:v>
                  </c:pt>
                  <c:pt idx="363">
                    <c:v>Luther College</c:v>
                  </c:pt>
                  <c:pt idx="364">
                    <c:v>University Of Iowa</c:v>
                  </c:pt>
                  <c:pt idx="365">
                    <c:v>Arizona State And Northern Arizona University And University Of Arizona</c:v>
                  </c:pt>
                  <c:pt idx="366">
                    <c:v>Auburn University</c:v>
                  </c:pt>
                  <c:pt idx="367">
                    <c:v>University Of Northern Iowa</c:v>
                  </c:pt>
                  <c:pt idx="368">
                    <c:v>California State University, Northridge</c:v>
                  </c:pt>
                  <c:pt idx="369">
                    <c:v>California State University - Sacramento</c:v>
                  </c:pt>
                  <c:pt idx="370">
                    <c:v>Chapman University</c:v>
                  </c:pt>
                  <c:pt idx="371">
                    <c:v>Hamline University</c:v>
                  </c:pt>
                  <c:pt idx="372">
                    <c:v>School Of Visual Arts</c:v>
                  </c:pt>
                  <c:pt idx="373">
                    <c:v>Spartan College Of Aeronautics And Technology</c:v>
                  </c:pt>
                  <c:pt idx="374">
                    <c:v>Calvin College</c:v>
                  </c:pt>
                  <c:pt idx="375">
                    <c:v>Transylvania University</c:v>
                  </c:pt>
                  <c:pt idx="376">
                    <c:v>Flagler College</c:v>
                  </c:pt>
                  <c:pt idx="377">
                    <c:v>North Carolina State University</c:v>
                  </c:pt>
                  <c:pt idx="378">
                    <c:v>Mitchell Technical Institute</c:v>
                  </c:pt>
                  <c:pt idx="379">
                    <c:v>Rowan University</c:v>
                  </c:pt>
                  <c:pt idx="380">
                    <c:v>St. John's College</c:v>
                  </c:pt>
                  <c:pt idx="381">
                    <c:v>University Of Pittsburgh System</c:v>
                  </c:pt>
                  <c:pt idx="382">
                    <c:v>Roger Williams University</c:v>
                  </c:pt>
                  <c:pt idx="383">
                    <c:v>State University Of New York Institute Of Technology At Utica</c:v>
                  </c:pt>
                  <c:pt idx="384">
                    <c:v>California State University Channel Islands</c:v>
                  </c:pt>
                  <c:pt idx="385">
                    <c:v>Purdue University</c:v>
                  </c:pt>
                  <c:pt idx="386">
                    <c:v>Ursuline College</c:v>
                  </c:pt>
                  <c:pt idx="387">
                    <c:v>Xavier University Of Louisiana</c:v>
                  </c:pt>
                  <c:pt idx="388">
                    <c:v>Wofford College</c:v>
                  </c:pt>
                  <c:pt idx="389">
                    <c:v>Pacific University</c:v>
                  </c:pt>
                  <c:pt idx="390">
                    <c:v>Shippensburg University Of Pennsylvania</c:v>
                  </c:pt>
                  <c:pt idx="391">
                    <c:v>Lawrence Technological University</c:v>
                  </c:pt>
                  <c:pt idx="392">
                    <c:v>Saint Xavier University</c:v>
                  </c:pt>
                  <c:pt idx="393">
                    <c:v>Bellarmine University</c:v>
                  </c:pt>
                  <c:pt idx="394">
                    <c:v>Furman University</c:v>
                  </c:pt>
                  <c:pt idx="395">
                    <c:v>University Of Houston System</c:v>
                  </c:pt>
                  <c:pt idx="396">
                    <c:v>Digipen Institute Of Technology</c:v>
                  </c:pt>
                  <c:pt idx="397">
                    <c:v>Lim College</c:v>
                  </c:pt>
                  <c:pt idx="398">
                    <c:v>California State University, San Bernardino</c:v>
                  </c:pt>
                  <c:pt idx="399">
                    <c:v>Mount Saint Mary's University</c:v>
                  </c:pt>
                  <c:pt idx="400">
                    <c:v>Gustavus Adolphus College</c:v>
                  </c:pt>
                  <c:pt idx="401">
                    <c:v>Westminster College of Salt Lake City, UT</c:v>
                  </c:pt>
                  <c:pt idx="402">
                    <c:v>Mills College</c:v>
                  </c:pt>
                  <c:pt idx="403">
                    <c:v>University Of The South </c:v>
                  </c:pt>
                  <c:pt idx="404">
                    <c:v>California Baptist University</c:v>
                  </c:pt>
                  <c:pt idx="405">
                    <c:v>Brenau University</c:v>
                  </c:pt>
                  <c:pt idx="406">
                    <c:v>Fitchburg State University</c:v>
                  </c:pt>
                  <c:pt idx="407">
                    <c:v>Azusa Pacific University</c:v>
                  </c:pt>
                  <c:pt idx="408">
                    <c:v>Williams College</c:v>
                  </c:pt>
                  <c:pt idx="409">
                    <c:v>Elon University</c:v>
                  </c:pt>
                  <c:pt idx="410">
                    <c:v>Baldwin Wallace University</c:v>
                  </c:pt>
                  <c:pt idx="411">
                    <c:v>Kean University</c:v>
                  </c:pt>
                  <c:pt idx="412">
                    <c:v>Wheaton College of Wheaton, IL</c:v>
                  </c:pt>
                  <c:pt idx="413">
                    <c:v>Berry College</c:v>
                  </c:pt>
                  <c:pt idx="414">
                    <c:v>University Of Utah</c:v>
                  </c:pt>
                  <c:pt idx="415">
                    <c:v>Art Center College Of Design</c:v>
                  </c:pt>
                  <c:pt idx="416">
                    <c:v>Millsaps College</c:v>
                  </c:pt>
                  <c:pt idx="417">
                    <c:v>North Dakota State College Of Science</c:v>
                  </c:pt>
                  <c:pt idx="418">
                    <c:v>Huntingdon College</c:v>
                  </c:pt>
                  <c:pt idx="419">
                    <c:v>University Of Minnesota System</c:v>
                  </c:pt>
                  <c:pt idx="420">
                    <c:v>SUNY College At Cortland</c:v>
                  </c:pt>
                  <c:pt idx="421">
                    <c:v>University Of Oklahoma</c:v>
                  </c:pt>
                  <c:pt idx="422">
                    <c:v>Dowling College</c:v>
                  </c:pt>
                  <c:pt idx="423">
                    <c:v>University Of Hartford</c:v>
                  </c:pt>
                  <c:pt idx="424">
                    <c:v>West Chester University Of Pennsylvania</c:v>
                  </c:pt>
                  <c:pt idx="425">
                    <c:v>Pennsylvania State University </c:v>
                  </c:pt>
                  <c:pt idx="426">
                    <c:v>Seattle Pacific University</c:v>
                  </c:pt>
                  <c:pt idx="427">
                    <c:v>University Of Wyoming</c:v>
                  </c:pt>
                  <c:pt idx="428">
                    <c:v>Denison University</c:v>
                  </c:pt>
                  <c:pt idx="429">
                    <c:v>Kenyon College</c:v>
                  </c:pt>
                  <c:pt idx="430">
                    <c:v>Mount St. Mary's College</c:v>
                  </c:pt>
                  <c:pt idx="431">
                    <c:v>Albion College</c:v>
                  </c:pt>
                  <c:pt idx="432">
                    <c:v>Crimson Technical College</c:v>
                  </c:pt>
                  <c:pt idx="433">
                    <c:v>Concordia College - Moorhead</c:v>
                  </c:pt>
                  <c:pt idx="434">
                    <c:v>University Of La Verne</c:v>
                  </c:pt>
                  <c:pt idx="435">
                    <c:v>Saint John Fisher College</c:v>
                  </c:pt>
                  <c:pt idx="436">
                    <c:v>Belmont Abbey College</c:v>
                  </c:pt>
                  <c:pt idx="437">
                    <c:v>California State University, Los Angeles</c:v>
                  </c:pt>
                  <c:pt idx="438">
                    <c:v>Saint Vincent College &amp; Seminary</c:v>
                  </c:pt>
                  <c:pt idx="439">
                    <c:v>Oberlin College</c:v>
                  </c:pt>
                  <c:pt idx="440">
                    <c:v>Saint Martin's University</c:v>
                  </c:pt>
                  <c:pt idx="441">
                    <c:v>University Of Saint Francis of Joliet, IL</c:v>
                  </c:pt>
                  <c:pt idx="442">
                    <c:v>Curry College</c:v>
                  </c:pt>
                  <c:pt idx="443">
                    <c:v>Long Island University System</c:v>
                  </c:pt>
                  <c:pt idx="444">
                    <c:v>University Of Missouri System And Missouri University Of Science And Technology</c:v>
                  </c:pt>
                  <c:pt idx="445">
                    <c:v>Gonzaga University</c:v>
                  </c:pt>
                  <c:pt idx="446">
                    <c:v>Davidson College</c:v>
                  </c:pt>
                  <c:pt idx="447">
                    <c:v>Adventist University Of Health Sciences</c:v>
                  </c:pt>
                  <c:pt idx="448">
                    <c:v>Covenant College</c:v>
                  </c:pt>
                  <c:pt idx="449">
                    <c:v>Kansas State University</c:v>
                  </c:pt>
                  <c:pt idx="450">
                    <c:v>University Of Alabama In Huntsville</c:v>
                  </c:pt>
                  <c:pt idx="451">
                    <c:v>Conservatory Of Recording Arts &amp; Sciences</c:v>
                  </c:pt>
                  <c:pt idx="452">
                    <c:v>Brigham Young University</c:v>
                  </c:pt>
                  <c:pt idx="453">
                    <c:v>Dickinson State University</c:v>
                  </c:pt>
                  <c:pt idx="454">
                    <c:v>La Sierra University</c:v>
                  </c:pt>
                  <c:pt idx="455">
                    <c:v>University Of Kansas</c:v>
                  </c:pt>
                  <c:pt idx="456">
                    <c:v>Westmont College</c:v>
                  </c:pt>
                  <c:pt idx="457">
                    <c:v>University Of Maryland System (Except University College) And Baltimore City Community College</c:v>
                  </c:pt>
                  <c:pt idx="458">
                    <c:v>Macalester College</c:v>
                  </c:pt>
                  <c:pt idx="459">
                    <c:v>McPherson College</c:v>
                  </c:pt>
                  <c:pt idx="460">
                    <c:v>College Of Saint Rose</c:v>
                  </c:pt>
                  <c:pt idx="461">
                    <c:v>Montana Tech Of The University Of Montana</c:v>
                  </c:pt>
                  <c:pt idx="462">
                    <c:v>Culinary Institute Of America</c:v>
                  </c:pt>
                  <c:pt idx="463">
                    <c:v>University Of Oregon</c:v>
                  </c:pt>
                  <c:pt idx="464">
                    <c:v>Western Michigan University</c:v>
                  </c:pt>
                  <c:pt idx="465">
                    <c:v>Hartwick College</c:v>
                  </c:pt>
                  <c:pt idx="466">
                    <c:v>Ohlone College</c:v>
                  </c:pt>
                  <c:pt idx="467">
                    <c:v>University Of Nevada - Las Vegas</c:v>
                  </c:pt>
                  <c:pt idx="468">
                    <c:v>Monmouth College</c:v>
                  </c:pt>
                  <c:pt idx="469">
                    <c:v>Lasell College</c:v>
                  </c:pt>
                  <c:pt idx="470">
                    <c:v>California State University, Stanislaus</c:v>
                  </c:pt>
                  <c:pt idx="471">
                    <c:v>College Of Staten Island/CUNY</c:v>
                  </c:pt>
                  <c:pt idx="472">
                    <c:v>Pacific Lutheran University</c:v>
                  </c:pt>
                  <c:pt idx="473">
                    <c:v>Loyola University New Orleans</c:v>
                  </c:pt>
                  <c:pt idx="474">
                    <c:v>University Of Nebraska System</c:v>
                  </c:pt>
                  <c:pt idx="475">
                    <c:v>University Of South Florida</c:v>
                  </c:pt>
                  <c:pt idx="476">
                    <c:v>Central Connecticut State University</c:v>
                  </c:pt>
                  <c:pt idx="477">
                    <c:v>Truman State University</c:v>
                  </c:pt>
                  <c:pt idx="478">
                    <c:v>Rockford University</c:v>
                  </c:pt>
                  <c:pt idx="479">
                    <c:v>Cedarville University</c:v>
                  </c:pt>
                  <c:pt idx="480">
                    <c:v>University Of Dallas</c:v>
                  </c:pt>
                  <c:pt idx="481">
                    <c:v>University Of Vermont And State Agricultural College</c:v>
                  </c:pt>
                  <c:pt idx="482">
                    <c:v>Brazosport College</c:v>
                  </c:pt>
                  <c:pt idx="483">
                    <c:v>University Of Texas At Tyler</c:v>
                  </c:pt>
                  <c:pt idx="484">
                    <c:v>Bay Path College</c:v>
                  </c:pt>
                  <c:pt idx="485">
                    <c:v>University Of Nevada , Reno</c:v>
                  </c:pt>
                  <c:pt idx="486">
                    <c:v>Lewis University</c:v>
                  </c:pt>
                  <c:pt idx="487">
                    <c:v>Trocaire College</c:v>
                  </c:pt>
                  <c:pt idx="488">
                    <c:v>John Carroll University</c:v>
                  </c:pt>
                  <c:pt idx="489">
                    <c:v>Le Moyne College</c:v>
                  </c:pt>
                  <c:pt idx="490">
                    <c:v>Mount Mercy University</c:v>
                  </c:pt>
                  <c:pt idx="491">
                    <c:v>Maryland Institute College Of Art</c:v>
                  </c:pt>
                  <c:pt idx="492">
                    <c:v>Fashion Institute Of Technology</c:v>
                  </c:pt>
                  <c:pt idx="493">
                    <c:v>Georgetown College</c:v>
                  </c:pt>
                  <c:pt idx="494">
                    <c:v>State University Of New York At Farmingdale</c:v>
                  </c:pt>
                  <c:pt idx="495">
                    <c:v>Carthage College</c:v>
                  </c:pt>
                  <c:pt idx="496">
                    <c:v>Buena Vista University</c:v>
                  </c:pt>
                  <c:pt idx="497">
                    <c:v>Eastern Washington University</c:v>
                  </c:pt>
                  <c:pt idx="498">
                    <c:v>Morningside College</c:v>
                  </c:pt>
                  <c:pt idx="499">
                    <c:v>Southern Adventist University</c:v>
                  </c:pt>
                  <c:pt idx="500">
                    <c:v>Miami University</c:v>
                  </c:pt>
                  <c:pt idx="501">
                    <c:v>Tuskegee University</c:v>
                  </c:pt>
                  <c:pt idx="502">
                    <c:v>Old Dominion University</c:v>
                  </c:pt>
                  <c:pt idx="503">
                    <c:v>D'Youville College</c:v>
                  </c:pt>
                  <c:pt idx="504">
                    <c:v>Valparaiso University</c:v>
                  </c:pt>
                  <c:pt idx="505">
                    <c:v>St. Catherine University</c:v>
                  </c:pt>
                  <c:pt idx="506">
                    <c:v>Houghton College</c:v>
                  </c:pt>
                  <c:pt idx="507">
                    <c:v>Richard Stockton College Of New Jersey </c:v>
                  </c:pt>
                  <c:pt idx="508">
                    <c:v>SUNY College At Brockport</c:v>
                  </c:pt>
                  <c:pt idx="509">
                    <c:v>CUNY Lehman College</c:v>
                  </c:pt>
                  <c:pt idx="510">
                    <c:v>Bloomsburg University Of Pennsylvania</c:v>
                  </c:pt>
                  <c:pt idx="511">
                    <c:v>University Of Texas At Arlington</c:v>
                  </c:pt>
                  <c:pt idx="512">
                    <c:v>Bridgewater State University</c:v>
                  </c:pt>
                  <c:pt idx="513">
                    <c:v>Ursinus College</c:v>
                  </c:pt>
                  <c:pt idx="514">
                    <c:v>Marymount Manhattan College</c:v>
                  </c:pt>
                  <c:pt idx="515">
                    <c:v>Centenary College Of Louisiana</c:v>
                  </c:pt>
                  <c:pt idx="516">
                    <c:v>Bethany College of Bethany, WV</c:v>
                  </c:pt>
                  <c:pt idx="517">
                    <c:v>Park University</c:v>
                  </c:pt>
                  <c:pt idx="518">
                    <c:v>Centre College Of Kentucky</c:v>
                  </c:pt>
                  <c:pt idx="519">
                    <c:v>Emerson College</c:v>
                  </c:pt>
                  <c:pt idx="520">
                    <c:v>Salem State University</c:v>
                  </c:pt>
                  <c:pt idx="521">
                    <c:v>Abilene Christian University</c:v>
                  </c:pt>
                  <c:pt idx="522">
                    <c:v>West Valley-Mission Community College District</c:v>
                  </c:pt>
                  <c:pt idx="523">
                    <c:v>Mercer University</c:v>
                  </c:pt>
                  <c:pt idx="524">
                    <c:v>Holy Family University</c:v>
                  </c:pt>
                  <c:pt idx="525">
                    <c:v>Regis College</c:v>
                  </c:pt>
                  <c:pt idx="526">
                    <c:v>Houston Baptist University</c:v>
                  </c:pt>
                  <c:pt idx="527">
                    <c:v>Birmingham Southern College</c:v>
                  </c:pt>
                  <c:pt idx="528">
                    <c:v>New School, The</c:v>
                  </c:pt>
                  <c:pt idx="529">
                    <c:v>University Of North Florida</c:v>
                  </c:pt>
                  <c:pt idx="530">
                    <c:v>Elmira College</c:v>
                  </c:pt>
                  <c:pt idx="531">
                    <c:v>Pratt Institute</c:v>
                  </c:pt>
                  <c:pt idx="532">
                    <c:v>Virginia Commonwealth University</c:v>
                  </c:pt>
                  <c:pt idx="533">
                    <c:v>Reed College</c:v>
                  </c:pt>
                  <c:pt idx="534">
                    <c:v>Texas Woman's University</c:v>
                  </c:pt>
                  <c:pt idx="535">
                    <c:v>Northwest Nazarene University</c:v>
                  </c:pt>
                  <c:pt idx="536">
                    <c:v>Merrimack College</c:v>
                  </c:pt>
                  <c:pt idx="537">
                    <c:v>Northwest University</c:v>
                  </c:pt>
                  <c:pt idx="538">
                    <c:v>School Of The Art Institute Of Chicago</c:v>
                  </c:pt>
                  <c:pt idx="539">
                    <c:v>Hampton University</c:v>
                  </c:pt>
                  <c:pt idx="540">
                    <c:v>Saint Peter's University</c:v>
                  </c:pt>
                  <c:pt idx="541">
                    <c:v>Poster &amp; Chester Institute</c:v>
                  </c:pt>
                  <c:pt idx="542">
                    <c:v>Northwestern College of Orange City, IA</c:v>
                  </c:pt>
                  <c:pt idx="543">
                    <c:v>University Of North Georgia</c:v>
                  </c:pt>
                  <c:pt idx="544">
                    <c:v>Albright College</c:v>
                  </c:pt>
                  <c:pt idx="545">
                    <c:v>Campbell University</c:v>
                  </c:pt>
                  <c:pt idx="546">
                    <c:v>Lewis &amp; Clark College</c:v>
                  </c:pt>
                  <c:pt idx="547">
                    <c:v>Misericordia  University</c:v>
                  </c:pt>
                  <c:pt idx="548">
                    <c:v>Central College</c:v>
                  </c:pt>
                  <c:pt idx="549">
                    <c:v>College Of Saint Elizabeth</c:v>
                  </c:pt>
                  <c:pt idx="550">
                    <c:v>Florida Atlantic University</c:v>
                  </c:pt>
                  <c:pt idx="551">
                    <c:v>University Of Mount Union</c:v>
                  </c:pt>
                  <c:pt idx="552">
                    <c:v>Otterbein University</c:v>
                  </c:pt>
                  <c:pt idx="553">
                    <c:v>California State University, Fresno</c:v>
                  </c:pt>
                  <c:pt idx="554">
                    <c:v>Delaware Valley College Of Science &amp; Agriculture</c:v>
                  </c:pt>
                  <c:pt idx="555">
                    <c:v>Randolph - Macon College</c:v>
                  </c:pt>
                  <c:pt idx="556">
                    <c:v>Concordia University of Irvine, CA</c:v>
                  </c:pt>
                  <c:pt idx="557">
                    <c:v>Sweet Briar College</c:v>
                  </c:pt>
                  <c:pt idx="558">
                    <c:v>Pittsburgh Institute Of Aeronautics</c:v>
                  </c:pt>
                  <c:pt idx="559">
                    <c:v>Simpson University</c:v>
                  </c:pt>
                  <c:pt idx="560">
                    <c:v>New Jersey City University</c:v>
                  </c:pt>
                  <c:pt idx="561">
                    <c:v>George Fox University</c:v>
                  </c:pt>
                  <c:pt idx="562">
                    <c:v>University Of Michigan - Flint</c:v>
                  </c:pt>
                  <c:pt idx="563">
                    <c:v>Saint Ambrose University</c:v>
                  </c:pt>
                  <c:pt idx="564">
                    <c:v>Northern Virginia Community College</c:v>
                  </c:pt>
                  <c:pt idx="565">
                    <c:v>Biola University</c:v>
                  </c:pt>
                  <c:pt idx="566">
                    <c:v>Southern Connecticut State University</c:v>
                  </c:pt>
                  <c:pt idx="567">
                    <c:v>Eastern Illinois University</c:v>
                  </c:pt>
                  <c:pt idx="568">
                    <c:v>Southern New Hampshire University</c:v>
                  </c:pt>
                  <c:pt idx="569">
                    <c:v>Franklin University</c:v>
                  </c:pt>
                  <c:pt idx="570">
                    <c:v>Millikin University</c:v>
                  </c:pt>
                  <c:pt idx="571">
                    <c:v>Andrews University</c:v>
                  </c:pt>
                  <c:pt idx="572">
                    <c:v>SUNY Empire State College</c:v>
                  </c:pt>
                  <c:pt idx="573">
                    <c:v>Union University</c:v>
                  </c:pt>
                  <c:pt idx="574">
                    <c:v>Niagara University</c:v>
                  </c:pt>
                  <c:pt idx="575">
                    <c:v>Midland College</c:v>
                  </c:pt>
                  <c:pt idx="576">
                    <c:v>Hesston College</c:v>
                  </c:pt>
                  <c:pt idx="577">
                    <c:v>SUNY College At Oneonta</c:v>
                  </c:pt>
                  <c:pt idx="578">
                    <c:v>Ouachita Baptist University</c:v>
                  </c:pt>
                  <c:pt idx="579">
                    <c:v>La Roche College</c:v>
                  </c:pt>
                  <c:pt idx="580">
                    <c:v>Columbus College Of Art &amp; Design</c:v>
                  </c:pt>
                  <c:pt idx="581">
                    <c:v>Knox College</c:v>
                  </c:pt>
                  <c:pt idx="582">
                    <c:v>Triangle Tech</c:v>
                  </c:pt>
                  <c:pt idx="583">
                    <c:v>John Brown University</c:v>
                  </c:pt>
                  <c:pt idx="584">
                    <c:v>Texas A&amp;M International University</c:v>
                  </c:pt>
                  <c:pt idx="585">
                    <c:v>Wittenberg University</c:v>
                  </c:pt>
                  <c:pt idx="586">
                    <c:v>Maryville University Of Saint Louis</c:v>
                  </c:pt>
                  <c:pt idx="587">
                    <c:v>East Stroudsburg University Of Pennsylvania</c:v>
                  </c:pt>
                  <c:pt idx="588">
                    <c:v>Colby-Sawyer College</c:v>
                  </c:pt>
                  <c:pt idx="589">
                    <c:v>SUNY At Fredonia</c:v>
                  </c:pt>
                  <c:pt idx="590">
                    <c:v>Belhaven University</c:v>
                  </c:pt>
                  <c:pt idx="591">
                    <c:v>Lawrence University Of Wisconsin</c:v>
                  </c:pt>
                  <c:pt idx="592">
                    <c:v>Central Washington University</c:v>
                  </c:pt>
                  <c:pt idx="593">
                    <c:v>University Of North Carolina - Charlotte</c:v>
                  </c:pt>
                  <c:pt idx="594">
                    <c:v>Samford University</c:v>
                  </c:pt>
                  <c:pt idx="595">
                    <c:v>Greenville College</c:v>
                  </c:pt>
                  <c:pt idx="596">
                    <c:v>Bismarck State College</c:v>
                  </c:pt>
                  <c:pt idx="597">
                    <c:v>University Of Alabama</c:v>
                  </c:pt>
                  <c:pt idx="598">
                    <c:v>Cornell College</c:v>
                  </c:pt>
                  <c:pt idx="599">
                    <c:v>Madonna University</c:v>
                  </c:pt>
                  <c:pt idx="600">
                    <c:v>Notre Dame Of Maryland University</c:v>
                  </c:pt>
                  <c:pt idx="601">
                    <c:v>Doane College</c:v>
                  </c:pt>
                  <c:pt idx="602">
                    <c:v>Louisiana State University System</c:v>
                  </c:pt>
                  <c:pt idx="603">
                    <c:v>State University Of New York College At Plattsburgh</c:v>
                  </c:pt>
                  <c:pt idx="604">
                    <c:v>Champlain College</c:v>
                  </c:pt>
                  <c:pt idx="605">
                    <c:v>University Of Mary Hardin-Baylor</c:v>
                  </c:pt>
                  <c:pt idx="606">
                    <c:v>Southwestern University</c:v>
                  </c:pt>
                  <c:pt idx="607">
                    <c:v>SUNY College At Old Westbury</c:v>
                  </c:pt>
                  <c:pt idx="608">
                    <c:v>Reinhardt University</c:v>
                  </c:pt>
                  <c:pt idx="609">
                    <c:v>Brigham Young University - Hawaii</c:v>
                  </c:pt>
                  <c:pt idx="610">
                    <c:v>San Mateo County Community College District</c:v>
                  </c:pt>
                  <c:pt idx="611">
                    <c:v>Northwood University</c:v>
                  </c:pt>
                  <c:pt idx="612">
                    <c:v>Worcester State University</c:v>
                  </c:pt>
                  <c:pt idx="613">
                    <c:v>Texas State University</c:v>
                  </c:pt>
                  <c:pt idx="614">
                    <c:v>University Of Texas At El Paso</c:v>
                  </c:pt>
                  <c:pt idx="615">
                    <c:v>St. Edward's University</c:v>
                  </c:pt>
                  <c:pt idx="616">
                    <c:v>Colorado State University-Pueblo</c:v>
                  </c:pt>
                  <c:pt idx="617">
                    <c:v>Gwynedd Mercy University</c:v>
                  </c:pt>
                  <c:pt idx="618">
                    <c:v>Devry University, Devry Institute Of Technology And Denver Technical College</c:v>
                  </c:pt>
                  <c:pt idx="619">
                    <c:v>University Of Texas Of The Permian Basin</c:v>
                  </c:pt>
                  <c:pt idx="620">
                    <c:v>Tennessee Technological University</c:v>
                  </c:pt>
                  <c:pt idx="621">
                    <c:v>Western Illinois University</c:v>
                  </c:pt>
                  <c:pt idx="622">
                    <c:v>Grace College And Theological Seminary</c:v>
                  </c:pt>
                  <c:pt idx="623">
                    <c:v>Wesley College</c:v>
                  </c:pt>
                  <c:pt idx="624">
                    <c:v>SUNY College At Purchase</c:v>
                  </c:pt>
                  <c:pt idx="625">
                    <c:v>Eckerd College</c:v>
                  </c:pt>
                  <c:pt idx="626">
                    <c:v>Illinois College</c:v>
                  </c:pt>
                  <c:pt idx="627">
                    <c:v>Nova Southeastern University</c:v>
                  </c:pt>
                  <c:pt idx="628">
                    <c:v>Portland State University</c:v>
                  </c:pt>
                  <c:pt idx="629">
                    <c:v>Florida Southern College</c:v>
                  </c:pt>
                  <c:pt idx="630">
                    <c:v>Cabrini College</c:v>
                  </c:pt>
                  <c:pt idx="631">
                    <c:v>Kennesaw State University</c:v>
                  </c:pt>
                  <c:pt idx="632">
                    <c:v>Montana State University - Northern</c:v>
                  </c:pt>
                  <c:pt idx="633">
                    <c:v>University Of New Haven</c:v>
                  </c:pt>
                  <c:pt idx="634">
                    <c:v>Weber State University</c:v>
                  </c:pt>
                  <c:pt idx="635">
                    <c:v>Beloit College</c:v>
                  </c:pt>
                  <c:pt idx="636">
                    <c:v>Franklin College Of Indiana</c:v>
                  </c:pt>
                  <c:pt idx="637">
                    <c:v>Texas A&amp;M University - Corpus Christi</c:v>
                  </c:pt>
                  <c:pt idx="638">
                    <c:v>Lynn University</c:v>
                  </c:pt>
                  <c:pt idx="639">
                    <c:v>University Of Idaho</c:v>
                  </c:pt>
                  <c:pt idx="640">
                    <c:v>Southwestern College</c:v>
                  </c:pt>
                  <c:pt idx="641">
                    <c:v>University Of Mississippi</c:v>
                  </c:pt>
                  <c:pt idx="642">
                    <c:v>Central Michigan University</c:v>
                  </c:pt>
                  <c:pt idx="643">
                    <c:v>New York City College Of Technology Of The City University Of New</c:v>
                  </c:pt>
                  <c:pt idx="644">
                    <c:v>Bard College</c:v>
                  </c:pt>
                  <c:pt idx="645">
                    <c:v>Waynesburg University</c:v>
                  </c:pt>
                  <c:pt idx="646">
                    <c:v>Plymouth State University Of The University System Of New Hampshire</c:v>
                  </c:pt>
                  <c:pt idx="647">
                    <c:v>Trinity Christian College</c:v>
                  </c:pt>
                  <c:pt idx="648">
                    <c:v>Goshen College</c:v>
                  </c:pt>
                  <c:pt idx="649">
                    <c:v>Dominican University</c:v>
                  </c:pt>
                  <c:pt idx="650">
                    <c:v>Grand Valley State University</c:v>
                  </c:pt>
                  <c:pt idx="651">
                    <c:v>California State University, San Marcos</c:v>
                  </c:pt>
                  <c:pt idx="652">
                    <c:v>Hardin-Simmons University</c:v>
                  </c:pt>
                  <c:pt idx="653">
                    <c:v>Alma College</c:v>
                  </c:pt>
                  <c:pt idx="654">
                    <c:v>Universal Technical Institute of Rancho Cucamonga, CA</c:v>
                  </c:pt>
                  <c:pt idx="655">
                    <c:v>Linfield College</c:v>
                  </c:pt>
                  <c:pt idx="656">
                    <c:v>Warren County Community College</c:v>
                  </c:pt>
                  <c:pt idx="657">
                    <c:v>North Park University</c:v>
                  </c:pt>
                  <c:pt idx="658">
                    <c:v>Concordia University Texas</c:v>
                  </c:pt>
                  <c:pt idx="659">
                    <c:v>Hilbert College</c:v>
                  </c:pt>
                  <c:pt idx="660">
                    <c:v>Wartburg College</c:v>
                  </c:pt>
                  <c:pt idx="661">
                    <c:v>Barry University</c:v>
                  </c:pt>
                  <c:pt idx="662">
                    <c:v>Pittsburg State University</c:v>
                  </c:pt>
                  <c:pt idx="663">
                    <c:v>University Of Northern Colorado</c:v>
                  </c:pt>
                  <c:pt idx="664">
                    <c:v>Bellevue College</c:v>
                  </c:pt>
                  <c:pt idx="665">
                    <c:v>Shenandoah University</c:v>
                  </c:pt>
                  <c:pt idx="666">
                    <c:v>Westfield State University</c:v>
                  </c:pt>
                  <c:pt idx="667">
                    <c:v>Thomas College</c:v>
                  </c:pt>
                  <c:pt idx="668">
                    <c:v>University Of North Texas</c:v>
                  </c:pt>
                  <c:pt idx="669">
                    <c:v>University Of Texas At San Antonio</c:v>
                  </c:pt>
                  <c:pt idx="670">
                    <c:v>Montgomery College</c:v>
                  </c:pt>
                  <c:pt idx="671">
                    <c:v>Colorado Mesa University</c:v>
                  </c:pt>
                  <c:pt idx="672">
                    <c:v>Asbury College</c:v>
                  </c:pt>
                  <c:pt idx="673">
                    <c:v>Odessa College</c:v>
                  </c:pt>
                  <c:pt idx="674">
                    <c:v>Rollins College</c:v>
                  </c:pt>
                  <c:pt idx="675">
                    <c:v>University Of Tulsa </c:v>
                  </c:pt>
                  <c:pt idx="676">
                    <c:v>Bergen Community College</c:v>
                  </c:pt>
                  <c:pt idx="677">
                    <c:v>Sam Houston State University</c:v>
                  </c:pt>
                  <c:pt idx="678">
                    <c:v>College Of Charleston</c:v>
                  </c:pt>
                  <c:pt idx="679">
                    <c:v>Alfred University</c:v>
                  </c:pt>
                  <c:pt idx="680">
                    <c:v>Master's College &amp; Seminary </c:v>
                  </c:pt>
                  <c:pt idx="681">
                    <c:v>Hollins University</c:v>
                  </c:pt>
                  <c:pt idx="682">
                    <c:v>Wharton County Junior College</c:v>
                  </c:pt>
                  <c:pt idx="683">
                    <c:v>Roosevelt University</c:v>
                  </c:pt>
                  <c:pt idx="684">
                    <c:v>Fashion Institute Of Design &amp; Merchandising</c:v>
                  </c:pt>
                  <c:pt idx="685">
                    <c:v>Wisconsin Lutheran College</c:v>
                  </c:pt>
                  <c:pt idx="686">
                    <c:v>University Of West Florida </c:v>
                  </c:pt>
                  <c:pt idx="687">
                    <c:v>Bloomfield College</c:v>
                  </c:pt>
                  <c:pt idx="688">
                    <c:v>Tarleton State University</c:v>
                  </c:pt>
                  <c:pt idx="689">
                    <c:v>Georgian Court University</c:v>
                  </c:pt>
                  <c:pt idx="690">
                    <c:v>Northwest Iowa Community College</c:v>
                  </c:pt>
                  <c:pt idx="691">
                    <c:v>Multnomah University</c:v>
                  </c:pt>
                  <c:pt idx="692">
                    <c:v>MacMurray College</c:v>
                  </c:pt>
                  <c:pt idx="693">
                    <c:v>Georgia State University</c:v>
                  </c:pt>
                  <c:pt idx="694">
                    <c:v>Florida Gulf Coast University</c:v>
                  </c:pt>
                  <c:pt idx="695">
                    <c:v>ETI School Of Skilled Trades</c:v>
                  </c:pt>
                  <c:pt idx="696">
                    <c:v>Concordia University - Saint Paul</c:v>
                  </c:pt>
                  <c:pt idx="697">
                    <c:v>CUNY York College</c:v>
                  </c:pt>
                  <c:pt idx="698">
                    <c:v>University Of Evansville</c:v>
                  </c:pt>
                  <c:pt idx="699">
                    <c:v>Sul Ross State University</c:v>
                  </c:pt>
                  <c:pt idx="700">
                    <c:v>Hannibal - Lagrange University</c:v>
                  </c:pt>
                  <c:pt idx="701">
                    <c:v>Midwestern State University</c:v>
                  </c:pt>
                  <c:pt idx="702">
                    <c:v>Millersville University Of Pennsylvania</c:v>
                  </c:pt>
                  <c:pt idx="703">
                    <c:v>University Of Wisconsin System</c:v>
                  </c:pt>
                  <c:pt idx="704">
                    <c:v>Post University</c:v>
                  </c:pt>
                  <c:pt idx="705">
                    <c:v>Louisiana College</c:v>
                  </c:pt>
                  <c:pt idx="706">
                    <c:v>Freed Hardeman University</c:v>
                  </c:pt>
                  <c:pt idx="707">
                    <c:v>Montana State University Bozeman</c:v>
                  </c:pt>
                  <c:pt idx="708">
                    <c:v>Methodist University</c:v>
                  </c:pt>
                  <c:pt idx="709">
                    <c:v>Radford University</c:v>
                  </c:pt>
                  <c:pt idx="710">
                    <c:v>Williston State College</c:v>
                  </c:pt>
                  <c:pt idx="711">
                    <c:v>Susquehanna University</c:v>
                  </c:pt>
                  <c:pt idx="712">
                    <c:v>Glendale Community College</c:v>
                  </c:pt>
                  <c:pt idx="713">
                    <c:v>Saint Norbert College</c:v>
                  </c:pt>
                  <c:pt idx="714">
                    <c:v>Hawaii Pacific University</c:v>
                  </c:pt>
                  <c:pt idx="715">
                    <c:v>Chaminade University Of Honolulu</c:v>
                  </c:pt>
                  <c:pt idx="716">
                    <c:v>Minot State University</c:v>
                  </c:pt>
                  <c:pt idx="717">
                    <c:v>Christopher Newport University</c:v>
                  </c:pt>
                  <c:pt idx="718">
                    <c:v>Raritan Valley Community College</c:v>
                  </c:pt>
                  <c:pt idx="719">
                    <c:v>Catawba College</c:v>
                  </c:pt>
                  <c:pt idx="720">
                    <c:v>University Of South Dakota, South Dakota State Universities And South Dakota School Of Mines And Technology</c:v>
                  </c:pt>
                  <c:pt idx="721">
                    <c:v>College Of Our Lady Of The Elms</c:v>
                  </c:pt>
                  <c:pt idx="722">
                    <c:v>Defiance College</c:v>
                  </c:pt>
                  <c:pt idx="723">
                    <c:v>Western Oregon University</c:v>
                  </c:pt>
                  <c:pt idx="724">
                    <c:v>Nassau Community College</c:v>
                  </c:pt>
                  <c:pt idx="725">
                    <c:v>Stephen F Austin State University</c:v>
                  </c:pt>
                  <c:pt idx="726">
                    <c:v>Oakland University</c:v>
                  </c:pt>
                  <c:pt idx="727">
                    <c:v>Hope College</c:v>
                  </c:pt>
                  <c:pt idx="728">
                    <c:v>Hastings College</c:v>
                  </c:pt>
                  <c:pt idx="729">
                    <c:v>Springfield College</c:v>
                  </c:pt>
                  <c:pt idx="730">
                    <c:v>West Virginia University, West Virginia University Institute Of Technology, West Virginia University - Parkersburg, And Potomac State College</c:v>
                  </c:pt>
                  <c:pt idx="731">
                    <c:v>Alderson Broaddus University</c:v>
                  </c:pt>
                  <c:pt idx="732">
                    <c:v>University Of Tennessee System</c:v>
                  </c:pt>
                  <c:pt idx="733">
                    <c:v>Lamar University</c:v>
                  </c:pt>
                  <c:pt idx="734">
                    <c:v>Longwood University</c:v>
                  </c:pt>
                  <c:pt idx="735">
                    <c:v>California State University, Dominguez Hills</c:v>
                  </c:pt>
                  <c:pt idx="736">
                    <c:v>University Of Maryland University College</c:v>
                  </c:pt>
                  <c:pt idx="737">
                    <c:v>Bennett College</c:v>
                  </c:pt>
                  <c:pt idx="738">
                    <c:v>Florida Agricultural &amp; Mechanical University</c:v>
                  </c:pt>
                  <c:pt idx="739">
                    <c:v>SUNY College At Oswego</c:v>
                  </c:pt>
                  <c:pt idx="740">
                    <c:v>Gannon University</c:v>
                  </c:pt>
                  <c:pt idx="741">
                    <c:v>Lindenwood University</c:v>
                  </c:pt>
                  <c:pt idx="742">
                    <c:v>San Jacinto Community College District</c:v>
                  </c:pt>
                  <c:pt idx="743">
                    <c:v>Culver-Stockton College</c:v>
                  </c:pt>
                  <c:pt idx="744">
                    <c:v>Hiram College</c:v>
                  </c:pt>
                  <c:pt idx="745">
                    <c:v>Our Lady Of Holy Cross College</c:v>
                  </c:pt>
                  <c:pt idx="746">
                    <c:v>Berkeley College of New York, NY</c:v>
                  </c:pt>
                  <c:pt idx="747">
                    <c:v>High Point University</c:v>
                  </c:pt>
                  <c:pt idx="748">
                    <c:v>SUNY Westchester Community College</c:v>
                  </c:pt>
                  <c:pt idx="749">
                    <c:v>Emory &amp; Henry College</c:v>
                  </c:pt>
                  <c:pt idx="750">
                    <c:v>Oklahoma City University</c:v>
                  </c:pt>
                  <c:pt idx="751">
                    <c:v>Edgewood College</c:v>
                  </c:pt>
                  <c:pt idx="752">
                    <c:v>Tulsa Welding School</c:v>
                  </c:pt>
                  <c:pt idx="753">
                    <c:v>Carroll University</c:v>
                  </c:pt>
                  <c:pt idx="754">
                    <c:v>University Of Sioux Falls</c:v>
                  </c:pt>
                  <c:pt idx="755">
                    <c:v>Carlow University</c:v>
                  </c:pt>
                  <c:pt idx="756">
                    <c:v>Texas A&amp;M University - Kingsville</c:v>
                  </c:pt>
                  <c:pt idx="757">
                    <c:v>University Of West Georgia</c:v>
                  </c:pt>
                  <c:pt idx="758">
                    <c:v>Taylor University</c:v>
                  </c:pt>
                  <c:pt idx="759">
                    <c:v>Coast Community College District</c:v>
                  </c:pt>
                  <c:pt idx="760">
                    <c:v>McMurry University</c:v>
                  </c:pt>
                  <c:pt idx="761">
                    <c:v>Oklahoma Panhandle State University</c:v>
                  </c:pt>
                  <c:pt idx="762">
                    <c:v>Louisiana Tech University</c:v>
                  </c:pt>
                  <c:pt idx="763">
                    <c:v>West Texas A&amp;M University</c:v>
                  </c:pt>
                  <c:pt idx="764">
                    <c:v>Moody Bible Institute</c:v>
                  </c:pt>
                  <c:pt idx="765">
                    <c:v>Southern Oregon University</c:v>
                  </c:pt>
                  <c:pt idx="766">
                    <c:v>Nyack College</c:v>
                  </c:pt>
                  <c:pt idx="767">
                    <c:v>Taft College</c:v>
                  </c:pt>
                  <c:pt idx="768">
                    <c:v>Highline Community College</c:v>
                  </c:pt>
                  <c:pt idx="769">
                    <c:v>Shorter University</c:v>
                  </c:pt>
                  <c:pt idx="770">
                    <c:v>Oklahoma Christian University</c:v>
                  </c:pt>
                  <c:pt idx="771">
                    <c:v>Burlington County College - Pemberton Campus</c:v>
                  </c:pt>
                  <c:pt idx="772">
                    <c:v>Southwestern Adventist University</c:v>
                  </c:pt>
                  <c:pt idx="773">
                    <c:v>University Of New England</c:v>
                  </c:pt>
                  <c:pt idx="774">
                    <c:v>Nashua Community College</c:v>
                  </c:pt>
                  <c:pt idx="775">
                    <c:v>Kutztown University Of Pennsylvania</c:v>
                  </c:pt>
                  <c:pt idx="776">
                    <c:v>Agnes Scott College</c:v>
                  </c:pt>
                  <c:pt idx="777">
                    <c:v>Saint Mary's University Of Minnesota</c:v>
                  </c:pt>
                  <c:pt idx="778">
                    <c:v>Missouri State University</c:v>
                  </c:pt>
                  <c:pt idx="779">
                    <c:v>Bowling Green State University</c:v>
                  </c:pt>
                  <c:pt idx="780">
                    <c:v>Geneva College</c:v>
                  </c:pt>
                  <c:pt idx="781">
                    <c:v>Baptist Bible College</c:v>
                  </c:pt>
                  <c:pt idx="782">
                    <c:v>Howard Payne University</c:v>
                  </c:pt>
                  <c:pt idx="783">
                    <c:v>Mississippi State University</c:v>
                  </c:pt>
                  <c:pt idx="784">
                    <c:v>Saginaw Valley State University</c:v>
                  </c:pt>
                  <c:pt idx="785">
                    <c:v>Dillard University</c:v>
                  </c:pt>
                  <c:pt idx="786">
                    <c:v>New Castle School Of Trades</c:v>
                  </c:pt>
                  <c:pt idx="787">
                    <c:v>Eastern Connecticut State University</c:v>
                  </c:pt>
                  <c:pt idx="788">
                    <c:v>Judson University</c:v>
                  </c:pt>
                  <c:pt idx="789">
                    <c:v>Guilford College</c:v>
                  </c:pt>
                  <c:pt idx="790">
                    <c:v>Southeast Technical Institute</c:v>
                  </c:pt>
                  <c:pt idx="791">
                    <c:v>Southwestern Oklahoma State University</c:v>
                  </c:pt>
                  <c:pt idx="792">
                    <c:v>Pierce College</c:v>
                  </c:pt>
                  <c:pt idx="793">
                    <c:v>University Of Louisiana At Lafayette</c:v>
                  </c:pt>
                  <c:pt idx="794">
                    <c:v>College Of Wooster </c:v>
                  </c:pt>
                  <c:pt idx="795">
                    <c:v>Queensborough Community College-CUNY</c:v>
                  </c:pt>
                  <c:pt idx="796">
                    <c:v>Muskingum University</c:v>
                  </c:pt>
                  <c:pt idx="797">
                    <c:v>College Of Westchester </c:v>
                  </c:pt>
                  <c:pt idx="798">
                    <c:v>Walla Walla University</c:v>
                  </c:pt>
                  <c:pt idx="799">
                    <c:v>Quincy University</c:v>
                  </c:pt>
                  <c:pt idx="800">
                    <c:v>Keene State College</c:v>
                  </c:pt>
                  <c:pt idx="801">
                    <c:v>Green River Community College</c:v>
                  </c:pt>
                  <c:pt idx="802">
                    <c:v>Lenoir-Rhyne University</c:v>
                  </c:pt>
                  <c:pt idx="803">
                    <c:v>Mcneese State University</c:v>
                  </c:pt>
                  <c:pt idx="804">
                    <c:v>Colorado Northwestern Community College</c:v>
                  </c:pt>
                  <c:pt idx="805">
                    <c:v>Prince George's Community College</c:v>
                  </c:pt>
                  <c:pt idx="806">
                    <c:v>Technical Career Institutes</c:v>
                  </c:pt>
                  <c:pt idx="807">
                    <c:v>Massachusetts College Of Art And Design</c:v>
                  </c:pt>
                  <c:pt idx="808">
                    <c:v>Belmont University</c:v>
                  </c:pt>
                  <c:pt idx="809">
                    <c:v>University Of Central Arkansas</c:v>
                  </c:pt>
                  <c:pt idx="810">
                    <c:v>University Of Texas - Pan American</c:v>
                  </c:pt>
                  <c:pt idx="811">
                    <c:v>Shoreline Community College</c:v>
                  </c:pt>
                  <c:pt idx="812">
                    <c:v>University Of North Carolina At Wilmington </c:v>
                  </c:pt>
                  <c:pt idx="813">
                    <c:v>Advanced Technology Institute</c:v>
                  </c:pt>
                  <c:pt idx="814">
                    <c:v>New Mexico Junior College</c:v>
                  </c:pt>
                  <c:pt idx="815">
                    <c:v>Foothill-Deanza Community College District</c:v>
                  </c:pt>
                  <c:pt idx="816">
                    <c:v>Coyne College</c:v>
                  </c:pt>
                  <c:pt idx="817">
                    <c:v>San Francisco Community College District</c:v>
                  </c:pt>
                  <c:pt idx="818">
                    <c:v>Anne Arundel Community College</c:v>
                  </c:pt>
                  <c:pt idx="819">
                    <c:v>Irvine Valley College</c:v>
                  </c:pt>
                  <c:pt idx="820">
                    <c:v>Berklee College Of Music</c:v>
                  </c:pt>
                  <c:pt idx="821">
                    <c:v>McHenry County College</c:v>
                  </c:pt>
                  <c:pt idx="822">
                    <c:v>Manor College</c:v>
                  </c:pt>
                  <c:pt idx="823">
                    <c:v>Lamar Institute Of Technology</c:v>
                  </c:pt>
                  <c:pt idx="824">
                    <c:v>Minneapolis College Of Art &amp; Design</c:v>
                  </c:pt>
                  <c:pt idx="825">
                    <c:v>Linn State Technical College</c:v>
                  </c:pt>
                  <c:pt idx="826">
                    <c:v>Saint Joseph's College of Rensselaer, IN</c:v>
                  </c:pt>
                  <c:pt idx="827">
                    <c:v>Valley City State University</c:v>
                  </c:pt>
                  <c:pt idx="828">
                    <c:v>University Of The Incarnate Word</c:v>
                  </c:pt>
                  <c:pt idx="829">
                    <c:v>Wayne State University</c:v>
                  </c:pt>
                  <c:pt idx="830">
                    <c:v>Georgia Southern University</c:v>
                  </c:pt>
                  <c:pt idx="831">
                    <c:v>University Of Central Oklahoma</c:v>
                  </c:pt>
                  <c:pt idx="832">
                    <c:v>East Carolina University</c:v>
                  </c:pt>
                  <c:pt idx="833">
                    <c:v>Medaille College</c:v>
                  </c:pt>
                  <c:pt idx="834">
                    <c:v>Santa Rosa Junior College</c:v>
                  </c:pt>
                  <c:pt idx="835">
                    <c:v>Santa Monica College</c:v>
                  </c:pt>
                  <c:pt idx="836">
                    <c:v>Eureka College</c:v>
                  </c:pt>
                  <c:pt idx="837">
                    <c:v>Pennsylvania College Of Technology</c:v>
                  </c:pt>
                  <c:pt idx="838">
                    <c:v>Berkeley College of Woodland Park, NJ</c:v>
                  </c:pt>
                  <c:pt idx="839">
                    <c:v>San Jose-Evergreen Community College District</c:v>
                  </c:pt>
                  <c:pt idx="840">
                    <c:v>Rhode Island College</c:v>
                  </c:pt>
                  <c:pt idx="841">
                    <c:v>Palm Beach Atlantic University</c:v>
                  </c:pt>
                  <c:pt idx="842">
                    <c:v>Thomas More College</c:v>
                  </c:pt>
                  <c:pt idx="843">
                    <c:v>Grand View University</c:v>
                  </c:pt>
                  <c:pt idx="844">
                    <c:v>Graceland University</c:v>
                  </c:pt>
                  <c:pt idx="845">
                    <c:v>DeSales University</c:v>
                  </c:pt>
                  <c:pt idx="846">
                    <c:v>Quincy College</c:v>
                  </c:pt>
                  <c:pt idx="847">
                    <c:v>Wheeling Jesuit University</c:v>
                  </c:pt>
                  <c:pt idx="848">
                    <c:v>Alvin Community College</c:v>
                  </c:pt>
                  <c:pt idx="849">
                    <c:v>Casper College</c:v>
                  </c:pt>
                  <c:pt idx="850">
                    <c:v>Eastern Mennonite University</c:v>
                  </c:pt>
                  <c:pt idx="851">
                    <c:v>University Of Alaska System</c:v>
                  </c:pt>
                  <c:pt idx="852">
                    <c:v>Saint Leo University</c:v>
                  </c:pt>
                  <c:pt idx="853">
                    <c:v>Norwalk Community College</c:v>
                  </c:pt>
                  <c:pt idx="854">
                    <c:v>Central Texas College District</c:v>
                  </c:pt>
                  <c:pt idx="855">
                    <c:v>Middlesex Community College of Middletown, CT</c:v>
                  </c:pt>
                  <c:pt idx="856">
                    <c:v>Briarcliffe College</c:v>
                  </c:pt>
                  <c:pt idx="857">
                    <c:v>Lee College</c:v>
                  </c:pt>
                  <c:pt idx="858">
                    <c:v>Southern Illinois University At Carbondale</c:v>
                  </c:pt>
                  <c:pt idx="859">
                    <c:v>Rockland Community College</c:v>
                  </c:pt>
                  <c:pt idx="860">
                    <c:v>Felician College</c:v>
                  </c:pt>
                  <c:pt idx="861">
                    <c:v>Eastern Michigan University</c:v>
                  </c:pt>
                  <c:pt idx="862">
                    <c:v>Martin Methodist College</c:v>
                  </c:pt>
                  <c:pt idx="863">
                    <c:v>Victoria College</c:v>
                  </c:pt>
                  <c:pt idx="864">
                    <c:v>University Of Virginia's College At Wise </c:v>
                  </c:pt>
                  <c:pt idx="865">
                    <c:v>Southern Illinois University Edwardsville</c:v>
                  </c:pt>
                  <c:pt idx="866">
                    <c:v>Mississippi College</c:v>
                  </c:pt>
                  <c:pt idx="867">
                    <c:v>Art Institute Of Portland </c:v>
                  </c:pt>
                  <c:pt idx="868">
                    <c:v>Washington Adventist University</c:v>
                  </c:pt>
                  <c:pt idx="869">
                    <c:v>Ringling College Of Art &amp; Design</c:v>
                  </c:pt>
                  <c:pt idx="870">
                    <c:v>Edmonds Community College</c:v>
                  </c:pt>
                  <c:pt idx="871">
                    <c:v>Savannah College Of Art And Design</c:v>
                  </c:pt>
                  <c:pt idx="872">
                    <c:v>Art Institute Of Seattle </c:v>
                  </c:pt>
                  <c:pt idx="873">
                    <c:v>Suffolk County Community College</c:v>
                  </c:pt>
                  <c:pt idx="874">
                    <c:v>South Seattle Community College</c:v>
                  </c:pt>
                  <c:pt idx="875">
                    <c:v>St. Bonaventure University</c:v>
                  </c:pt>
                  <c:pt idx="876">
                    <c:v>Mount Marty College</c:v>
                  </c:pt>
                  <c:pt idx="877">
                    <c:v>Nicholls State University</c:v>
                  </c:pt>
                  <c:pt idx="878">
                    <c:v>Fort Hays State University</c:v>
                  </c:pt>
                  <c:pt idx="879">
                    <c:v>Northern Michigan University</c:v>
                  </c:pt>
                  <c:pt idx="880">
                    <c:v>University Of Detroit Mercy</c:v>
                  </c:pt>
                  <c:pt idx="881">
                    <c:v>ITT Technical Institute</c:v>
                  </c:pt>
                  <c:pt idx="882">
                    <c:v>College Of Southern Maryland</c:v>
                  </c:pt>
                  <c:pt idx="883">
                    <c:v>Harding University</c:v>
                  </c:pt>
                  <c:pt idx="884">
                    <c:v>University Of North Carolina - Greensboro</c:v>
                  </c:pt>
                  <c:pt idx="885">
                    <c:v>Santa Barbara City College</c:v>
                  </c:pt>
                  <c:pt idx="886">
                    <c:v>Webster University</c:v>
                  </c:pt>
                  <c:pt idx="887">
                    <c:v>Florida College</c:v>
                  </c:pt>
                  <c:pt idx="888">
                    <c:v>Armstrong Atlantic State University</c:v>
                  </c:pt>
                  <c:pt idx="889">
                    <c:v>County College Of Morris</c:v>
                  </c:pt>
                  <c:pt idx="890">
                    <c:v>Bethany College of Lindsborg, KS</c:v>
                  </c:pt>
                  <c:pt idx="891">
                    <c:v>Ferris State University</c:v>
                  </c:pt>
                  <c:pt idx="892">
                    <c:v>Olivet Nazarene University</c:v>
                  </c:pt>
                  <c:pt idx="893">
                    <c:v>Utah Valley University</c:v>
                  </c:pt>
                  <c:pt idx="894">
                    <c:v>Georgia College &amp; State University</c:v>
                  </c:pt>
                  <c:pt idx="895">
                    <c:v>University Of New Orleans </c:v>
                  </c:pt>
                  <c:pt idx="896">
                    <c:v>University Of The Cumberlands</c:v>
                  </c:pt>
                  <c:pt idx="897">
                    <c:v>Clark Atlanta University</c:v>
                  </c:pt>
                  <c:pt idx="898">
                    <c:v>College Of The Ozarks</c:v>
                  </c:pt>
                  <c:pt idx="899">
                    <c:v>Bucks County Community College</c:v>
                  </c:pt>
                  <c:pt idx="900">
                    <c:v>American International College</c:v>
                  </c:pt>
                  <c:pt idx="901">
                    <c:v>Southeastern Oklahoma State University</c:v>
                  </c:pt>
                  <c:pt idx="902">
                    <c:v>Johnson College</c:v>
                  </c:pt>
                  <c:pt idx="903">
                    <c:v>Eastern Oregon University</c:v>
                  </c:pt>
                  <c:pt idx="904">
                    <c:v>Barstow Community College</c:v>
                  </c:pt>
                  <c:pt idx="905">
                    <c:v>Humboldt State University</c:v>
                  </c:pt>
                  <c:pt idx="906">
                    <c:v>Vanguard University Of Southern California</c:v>
                  </c:pt>
                  <c:pt idx="907">
                    <c:v>Kingsborough Commmunity College/CUNY</c:v>
                  </c:pt>
                  <c:pt idx="908">
                    <c:v>Tennessee College Of Applied Technology-Jackson</c:v>
                  </c:pt>
                  <c:pt idx="909">
                    <c:v>Green Mountain College</c:v>
                  </c:pt>
                  <c:pt idx="910">
                    <c:v>Malone University</c:v>
                  </c:pt>
                  <c:pt idx="911">
                    <c:v>University Of Phoenix</c:v>
                  </c:pt>
                  <c:pt idx="912">
                    <c:v>Paul Smith's College Of Arts &amp; Sciences</c:v>
                  </c:pt>
                  <c:pt idx="913">
                    <c:v>Benedictine College</c:v>
                  </c:pt>
                  <c:pt idx="914">
                    <c:v>Contra Costa Community College District</c:v>
                  </c:pt>
                  <c:pt idx="915">
                    <c:v>Brigham Young University-Idaho</c:v>
                  </c:pt>
                  <c:pt idx="916">
                    <c:v>Winthrop University</c:v>
                  </c:pt>
                  <c:pt idx="917">
                    <c:v>Great Basin College</c:v>
                  </c:pt>
                  <c:pt idx="918">
                    <c:v>College For Creative Studies</c:v>
                  </c:pt>
                  <c:pt idx="919">
                    <c:v>University Of Indianapolis</c:v>
                  </c:pt>
                  <c:pt idx="920">
                    <c:v>Angelo State University</c:v>
                  </c:pt>
                  <c:pt idx="921">
                    <c:v>Wingate University</c:v>
                  </c:pt>
                  <c:pt idx="922">
                    <c:v>Auburn University Montgomery</c:v>
                  </c:pt>
                  <c:pt idx="923">
                    <c:v>University Of Louisiana At Monroe</c:v>
                  </c:pt>
                  <c:pt idx="924">
                    <c:v>SUNY College At Buffalo</c:v>
                  </c:pt>
                  <c:pt idx="925">
                    <c:v>Massachusetts College Of Liberal Arts</c:v>
                  </c:pt>
                  <c:pt idx="926">
                    <c:v>University Of South Carolina System</c:v>
                  </c:pt>
                  <c:pt idx="927">
                    <c:v>Western Wyoming Community College</c:v>
                  </c:pt>
                  <c:pt idx="928">
                    <c:v>Oakton Community College</c:v>
                  </c:pt>
                  <c:pt idx="929">
                    <c:v>Charleston Southern University</c:v>
                  </c:pt>
                  <c:pt idx="930">
                    <c:v>North Seattle College</c:v>
                  </c:pt>
                  <c:pt idx="931">
                    <c:v>Pinnacle Career Institute</c:v>
                  </c:pt>
                  <c:pt idx="932">
                    <c:v>Georgia Highlands College</c:v>
                  </c:pt>
                  <c:pt idx="933">
                    <c:v>Pfeiffer University</c:v>
                  </c:pt>
                  <c:pt idx="934">
                    <c:v>Virginia State University</c:v>
                  </c:pt>
                  <c:pt idx="935">
                    <c:v>Elgin Community College</c:v>
                  </c:pt>
                  <c:pt idx="936">
                    <c:v>Keuka College</c:v>
                  </c:pt>
                  <c:pt idx="937">
                    <c:v>Milligan College</c:v>
                  </c:pt>
                  <c:pt idx="938">
                    <c:v>Henderson State University</c:v>
                  </c:pt>
                  <c:pt idx="939">
                    <c:v>New Mexico State University</c:v>
                  </c:pt>
                  <c:pt idx="940">
                    <c:v>Houston Community College</c:v>
                  </c:pt>
                  <c:pt idx="941">
                    <c:v>Middlesex County College</c:v>
                  </c:pt>
                  <c:pt idx="942">
                    <c:v>Miles Community College</c:v>
                  </c:pt>
                  <c:pt idx="943">
                    <c:v>American Institute Of Business</c:v>
                  </c:pt>
                  <c:pt idx="944">
                    <c:v>Seward County Community College/Area Technical School</c:v>
                  </c:pt>
                  <c:pt idx="945">
                    <c:v>Wood Tobe - Coburn School</c:v>
                  </c:pt>
                  <c:pt idx="946">
                    <c:v>Alverno College</c:v>
                  </c:pt>
                  <c:pt idx="947">
                    <c:v>Chestnut Hill College</c:v>
                  </c:pt>
                  <c:pt idx="948">
                    <c:v>Mount San Antonio College</c:v>
                  </c:pt>
                  <c:pt idx="949">
                    <c:v>Hallmark College Of Technology</c:v>
                  </c:pt>
                  <c:pt idx="950">
                    <c:v>Palomar College</c:v>
                  </c:pt>
                  <c:pt idx="951">
                    <c:v>Cumberland County College</c:v>
                  </c:pt>
                  <c:pt idx="952">
                    <c:v>Eastern Nazarene College</c:v>
                  </c:pt>
                  <c:pt idx="953">
                    <c:v>Howard County Junior College District</c:v>
                  </c:pt>
                  <c:pt idx="954">
                    <c:v>Marshall University</c:v>
                  </c:pt>
                  <c:pt idx="955">
                    <c:v>Lakeshore Technical College</c:v>
                  </c:pt>
                  <c:pt idx="956">
                    <c:v>Point Park University</c:v>
                  </c:pt>
                  <c:pt idx="957">
                    <c:v>Strayer University</c:v>
                  </c:pt>
                  <c:pt idx="958">
                    <c:v>Chadron State College</c:v>
                  </c:pt>
                  <c:pt idx="959">
                    <c:v>CUNY Borough Of Manhattan Community College</c:v>
                  </c:pt>
                  <c:pt idx="960">
                    <c:v>Academy Of Art University</c:v>
                  </c:pt>
                  <c:pt idx="961">
                    <c:v>Gardner - Webb University</c:v>
                  </c:pt>
                  <c:pt idx="962">
                    <c:v>Sage Colleges</c:v>
                  </c:pt>
                  <c:pt idx="963">
                    <c:v>Mississippi University For Women</c:v>
                  </c:pt>
                  <c:pt idx="964">
                    <c:v>University Of Bridgeport</c:v>
                  </c:pt>
                  <c:pt idx="965">
                    <c:v>Copper Mountain College</c:v>
                  </c:pt>
                  <c:pt idx="966">
                    <c:v>Indiana University System</c:v>
                  </c:pt>
                  <c:pt idx="967">
                    <c:v>Spring Arbor University</c:v>
                  </c:pt>
                  <c:pt idx="968">
                    <c:v>University Of South Alabama</c:v>
                  </c:pt>
                  <c:pt idx="969">
                    <c:v>South Puget Sound Community College</c:v>
                  </c:pt>
                  <c:pt idx="970">
                    <c:v>Union College of Barbourville, KY</c:v>
                  </c:pt>
                  <c:pt idx="971">
                    <c:v>University Of Toledo</c:v>
                  </c:pt>
                  <c:pt idx="972">
                    <c:v>Alabama Agricultural &amp; Mechanical University</c:v>
                  </c:pt>
                  <c:pt idx="973">
                    <c:v>NHTI  - Concord's Community College</c:v>
                  </c:pt>
                  <c:pt idx="974">
                    <c:v>Huntington University</c:v>
                  </c:pt>
                  <c:pt idx="975">
                    <c:v>University Of Northwestern- St Paul</c:v>
                  </c:pt>
                  <c:pt idx="976">
                    <c:v>Northeastern Illinois University</c:v>
                  </c:pt>
                  <c:pt idx="977">
                    <c:v>Seton Hill University</c:v>
                  </c:pt>
                  <c:pt idx="978">
                    <c:v>Pasadena City College</c:v>
                  </c:pt>
                  <c:pt idx="979">
                    <c:v>Cameron University</c:v>
                  </c:pt>
                  <c:pt idx="980">
                    <c:v>Fontbonne University</c:v>
                  </c:pt>
                  <c:pt idx="981">
                    <c:v>Concordia University of Seward, NE</c:v>
                  </c:pt>
                  <c:pt idx="982">
                    <c:v>Aquinas College</c:v>
                  </c:pt>
                  <c:pt idx="983">
                    <c:v>University Of Kentucky</c:v>
                  </c:pt>
                  <c:pt idx="984">
                    <c:v>University Of North Alabama</c:v>
                  </c:pt>
                  <c:pt idx="985">
                    <c:v>Boise State University</c:v>
                  </c:pt>
                  <c:pt idx="986">
                    <c:v>Franklin Pierce University</c:v>
                  </c:pt>
                  <c:pt idx="987">
                    <c:v>Ball State University</c:v>
                  </c:pt>
                  <c:pt idx="988">
                    <c:v>Middle Tennessee State University</c:v>
                  </c:pt>
                  <c:pt idx="989">
                    <c:v>Orange County Community College</c:v>
                  </c:pt>
                  <c:pt idx="990">
                    <c:v>Northwest Missouri State University</c:v>
                  </c:pt>
                  <c:pt idx="991">
                    <c:v>Murray State University</c:v>
                  </c:pt>
                  <c:pt idx="992">
                    <c:v>Sussex County Community College</c:v>
                  </c:pt>
                  <c:pt idx="993">
                    <c:v>Wichita State University</c:v>
                  </c:pt>
                  <c:pt idx="994">
                    <c:v>Franciscan University Of Steubenville</c:v>
                  </c:pt>
                  <c:pt idx="995">
                    <c:v>Dutchess Community College</c:v>
                  </c:pt>
                  <c:pt idx="996">
                    <c:v>Lewis-Clark State College</c:v>
                  </c:pt>
                  <c:pt idx="997">
                    <c:v>College Of The Canyons</c:v>
                  </c:pt>
                  <c:pt idx="998">
                    <c:v>Northwestern Oklahoma State University</c:v>
                  </c:pt>
                  <c:pt idx="999">
                    <c:v>University Of Southern Mississippi</c:v>
                  </c:pt>
                  <c:pt idx="1000">
                    <c:v>Frederick Community College</c:v>
                  </c:pt>
                  <c:pt idx="1001">
                    <c:v>Thiel College</c:v>
                  </c:pt>
                  <c:pt idx="1002">
                    <c:v>SUNY College Of Technology At Alfred</c:v>
                  </c:pt>
                  <c:pt idx="1003">
                    <c:v>Utah State University</c:v>
                  </c:pt>
                  <c:pt idx="1004">
                    <c:v>Moraine Valley Community College</c:v>
                  </c:pt>
                  <c:pt idx="1005">
                    <c:v>Fox College</c:v>
                  </c:pt>
                  <c:pt idx="1006">
                    <c:v>Chabot-Las Positas Community College District</c:v>
                  </c:pt>
                  <c:pt idx="1007">
                    <c:v>Wilmington University</c:v>
                  </c:pt>
                  <c:pt idx="1008">
                    <c:v>Brookdale Community College</c:v>
                  </c:pt>
                  <c:pt idx="1009">
                    <c:v>Cascadia Community College</c:v>
                  </c:pt>
                  <c:pt idx="1010">
                    <c:v>Lone Star College-North Harris</c:v>
                  </c:pt>
                  <c:pt idx="1011">
                    <c:v>Norfolk State University</c:v>
                  </c:pt>
                  <c:pt idx="1012">
                    <c:v>Western Texas College</c:v>
                  </c:pt>
                  <c:pt idx="1013">
                    <c:v>Wright State University</c:v>
                  </c:pt>
                  <c:pt idx="1014">
                    <c:v>Cuesta College</c:v>
                  </c:pt>
                  <c:pt idx="1015">
                    <c:v>Texas State Technical College West Texas</c:v>
                  </c:pt>
                  <c:pt idx="1016">
                    <c:v>Southern Arkansas University</c:v>
                  </c:pt>
                  <c:pt idx="1017">
                    <c:v>Indiana University Of Pennsylvania</c:v>
                  </c:pt>
                  <c:pt idx="1018">
                    <c:v>Neumann University</c:v>
                  </c:pt>
                  <c:pt idx="1019">
                    <c:v>William Penn University</c:v>
                  </c:pt>
                  <c:pt idx="1020">
                    <c:v>University Of Advancing Computer Technology</c:v>
                  </c:pt>
                  <c:pt idx="1021">
                    <c:v>North Greenville University</c:v>
                  </c:pt>
                  <c:pt idx="1022">
                    <c:v>Anthem Institute</c:v>
                  </c:pt>
                  <c:pt idx="1023">
                    <c:v>Columbia Basin College</c:v>
                  </c:pt>
                  <c:pt idx="1024">
                    <c:v>University Of Central Missouri</c:v>
                  </c:pt>
                  <c:pt idx="1025">
                    <c:v>California University Of Pennsylvania</c:v>
                  </c:pt>
                  <c:pt idx="1026">
                    <c:v>Hanover College</c:v>
                  </c:pt>
                  <c:pt idx="1027">
                    <c:v>Rancho Santiago Community College District</c:v>
                  </c:pt>
                  <c:pt idx="1028">
                    <c:v>CUNY Medgar Evers College</c:v>
                  </c:pt>
                  <c:pt idx="1029">
                    <c:v>Columbus State University</c:v>
                  </c:pt>
                  <c:pt idx="1030">
                    <c:v>Dixie State University</c:v>
                  </c:pt>
                  <c:pt idx="1031">
                    <c:v>Kentucky Wesleyan College</c:v>
                  </c:pt>
                  <c:pt idx="1032">
                    <c:v>Howard Community College</c:v>
                  </c:pt>
                  <c:pt idx="1033">
                    <c:v>Arapahoe Community College</c:v>
                  </c:pt>
                  <c:pt idx="1034">
                    <c:v>Le Cordon Bleu College Of Culinary Arts of Pasadena, CA</c:v>
                  </c:pt>
                  <c:pt idx="1035">
                    <c:v>University Of Louisville</c:v>
                  </c:pt>
                  <c:pt idx="1036">
                    <c:v>Saddleback College</c:v>
                  </c:pt>
                  <c:pt idx="1037">
                    <c:v>Napa Valley College</c:v>
                  </c:pt>
                  <c:pt idx="1038">
                    <c:v>CUNY Laguardia Community College</c:v>
                  </c:pt>
                  <c:pt idx="1039">
                    <c:v>Middlesex Community College of Bedford, MA</c:v>
                  </c:pt>
                  <c:pt idx="1040">
                    <c:v>Las Positas College</c:v>
                  </c:pt>
                  <c:pt idx="1041">
                    <c:v>Slippery Rock University</c:v>
                  </c:pt>
                  <c:pt idx="1042">
                    <c:v>Marymount California University</c:v>
                  </c:pt>
                  <c:pt idx="1043">
                    <c:v>Bridgewater College</c:v>
                  </c:pt>
                  <c:pt idx="1044">
                    <c:v>Del Mar College</c:v>
                  </c:pt>
                  <c:pt idx="1045">
                    <c:v>Cape Cod Community College</c:v>
                  </c:pt>
                  <c:pt idx="1046">
                    <c:v>Grossmont-Cuyamaca Community College District</c:v>
                  </c:pt>
                  <c:pt idx="1047">
                    <c:v>Clarendon College</c:v>
                  </c:pt>
                  <c:pt idx="1048">
                    <c:v>Whatcom Community College</c:v>
                  </c:pt>
                  <c:pt idx="1049">
                    <c:v>Lincoln University of Lincoln University, PA</c:v>
                  </c:pt>
                  <c:pt idx="1050">
                    <c:v>Mary Baldwin College</c:v>
                  </c:pt>
                  <c:pt idx="1051">
                    <c:v>Savannah State University</c:v>
                  </c:pt>
                  <c:pt idx="1052">
                    <c:v>Our Lady Of The Lake University</c:v>
                  </c:pt>
                  <c:pt idx="1053">
                    <c:v>Concordia University of River Forest, IL</c:v>
                  </c:pt>
                  <c:pt idx="1054">
                    <c:v>Maryville College</c:v>
                  </c:pt>
                  <c:pt idx="1055">
                    <c:v>Lesley University</c:v>
                  </c:pt>
                  <c:pt idx="1056">
                    <c:v>University Of Hawaii And Hawaii Community Colleges</c:v>
                  </c:pt>
                  <c:pt idx="1057">
                    <c:v>Chatham University</c:v>
                  </c:pt>
                  <c:pt idx="1058">
                    <c:v>New England Institute Of Technology</c:v>
                  </c:pt>
                  <c:pt idx="1059">
                    <c:v>Tennessee State University</c:v>
                  </c:pt>
                  <c:pt idx="1060">
                    <c:v>Carson - Newman University</c:v>
                  </c:pt>
                  <c:pt idx="1061">
                    <c:v>Bethel University of Saint Paul, MN</c:v>
                  </c:pt>
                  <c:pt idx="1062">
                    <c:v>Chippewa Valley Technical College</c:v>
                  </c:pt>
                  <c:pt idx="1063">
                    <c:v>Macomb Community College</c:v>
                  </c:pt>
                  <c:pt idx="1064">
                    <c:v>Nebraska Wesleyan University</c:v>
                  </c:pt>
                  <c:pt idx="1065">
                    <c:v>Jacksonville University</c:v>
                  </c:pt>
                  <c:pt idx="1066">
                    <c:v>Union County College</c:v>
                  </c:pt>
                  <c:pt idx="1067">
                    <c:v>Valdosta State University</c:v>
                  </c:pt>
                  <c:pt idx="1068">
                    <c:v>Southeastern Illinois College</c:v>
                  </c:pt>
                  <c:pt idx="1069">
                    <c:v>Truett Mcconnell College</c:v>
                  </c:pt>
                  <c:pt idx="1070">
                    <c:v>Eastern Arizona College</c:v>
                  </c:pt>
                  <c:pt idx="1071">
                    <c:v>Le Cordon Bleu College Of Culinary Arts of Dallas, TX</c:v>
                  </c:pt>
                  <c:pt idx="1072">
                    <c:v>Brooks Institute</c:v>
                  </c:pt>
                  <c:pt idx="1073">
                    <c:v>Prairie View Agricultural &amp; Mechanical University</c:v>
                  </c:pt>
                  <c:pt idx="1074">
                    <c:v>Yosemite Community College District</c:v>
                  </c:pt>
                  <c:pt idx="1075">
                    <c:v>Indiana State University</c:v>
                  </c:pt>
                  <c:pt idx="1076">
                    <c:v>Ocean County College</c:v>
                  </c:pt>
                  <c:pt idx="1077">
                    <c:v>Saint Thomas University</c:v>
                  </c:pt>
                  <c:pt idx="1078">
                    <c:v>Randolph College</c:v>
                  </c:pt>
                  <c:pt idx="1079">
                    <c:v>School Of The Museum Of Fine Arts</c:v>
                  </c:pt>
                  <c:pt idx="1080">
                    <c:v>Lamar State College - Orange</c:v>
                  </c:pt>
                  <c:pt idx="1081">
                    <c:v>Lord Fairfax Community College</c:v>
                  </c:pt>
                  <c:pt idx="1082">
                    <c:v>Augustana College of Sioux Falls, SD</c:v>
                  </c:pt>
                  <c:pt idx="1083">
                    <c:v>Eastern University</c:v>
                  </c:pt>
                  <c:pt idx="1084">
                    <c:v>University Of Cincinnati</c:v>
                  </c:pt>
                  <c:pt idx="1085">
                    <c:v>Cisco College</c:v>
                  </c:pt>
                  <c:pt idx="1086">
                    <c:v>Art Institute Of Houston </c:v>
                  </c:pt>
                  <c:pt idx="1087">
                    <c:v>College Of Lake County</c:v>
                  </c:pt>
                  <c:pt idx="1088">
                    <c:v>Kent State University</c:v>
                  </c:pt>
                  <c:pt idx="1089">
                    <c:v>Daniel Webster College</c:v>
                  </c:pt>
                  <c:pt idx="1090">
                    <c:v>Rowan College At Gloucester County</c:v>
                  </c:pt>
                  <c:pt idx="1091">
                    <c:v>Texas A&amp;M University - Commerce</c:v>
                  </c:pt>
                  <c:pt idx="1092">
                    <c:v>Heidelberg University</c:v>
                  </c:pt>
                  <c:pt idx="1093">
                    <c:v>Virginia Wesleyan College</c:v>
                  </c:pt>
                  <c:pt idx="1094">
                    <c:v>Western Carolina University</c:v>
                  </c:pt>
                  <c:pt idx="1095">
                    <c:v>Lee University</c:v>
                  </c:pt>
                  <c:pt idx="1096">
                    <c:v>North Carolina Agricultural &amp; Technical State University</c:v>
                  </c:pt>
                  <c:pt idx="1097">
                    <c:v>State University Of New York College At Potsdam</c:v>
                  </c:pt>
                  <c:pt idx="1098">
                    <c:v>Mercy College</c:v>
                  </c:pt>
                  <c:pt idx="1099">
                    <c:v>Sierra College</c:v>
                  </c:pt>
                  <c:pt idx="1100">
                    <c:v>Adrian College</c:v>
                  </c:pt>
                  <c:pt idx="1101">
                    <c:v>Lake Superior State University</c:v>
                  </c:pt>
                  <c:pt idx="1102">
                    <c:v>Arkansas Tech University</c:v>
                  </c:pt>
                  <c:pt idx="1103">
                    <c:v>Automotive Training Center</c:v>
                  </c:pt>
                  <c:pt idx="1104">
                    <c:v>University Of Alabama At Birmingham</c:v>
                  </c:pt>
                  <c:pt idx="1105">
                    <c:v>Tarrant County College District</c:v>
                  </c:pt>
                  <c:pt idx="1106">
                    <c:v>Waldorf College</c:v>
                  </c:pt>
                  <c:pt idx="1107">
                    <c:v>University Of Saint Francis of Fort Wayne, IN</c:v>
                  </c:pt>
                  <c:pt idx="1108">
                    <c:v>Southeast Community College</c:v>
                  </c:pt>
                  <c:pt idx="1109">
                    <c:v>Clayton State University</c:v>
                  </c:pt>
                  <c:pt idx="1110">
                    <c:v>Kern &amp; North Orange County Community College Districts</c:v>
                  </c:pt>
                  <c:pt idx="1111">
                    <c:v>Johnson &amp; Wales University</c:v>
                  </c:pt>
                  <c:pt idx="1112">
                    <c:v>Manchester Community College of Manchester, CT</c:v>
                  </c:pt>
                  <c:pt idx="1113">
                    <c:v>Northwest College</c:v>
                  </c:pt>
                  <c:pt idx="1114">
                    <c:v>Hudson Valley Community College</c:v>
                  </c:pt>
                  <c:pt idx="1115">
                    <c:v>Laredo Community College</c:v>
                  </c:pt>
                  <c:pt idx="1116">
                    <c:v>Lakes Region Community College</c:v>
                  </c:pt>
                  <c:pt idx="1117">
                    <c:v>Montgomery County Community College</c:v>
                  </c:pt>
                  <c:pt idx="1118">
                    <c:v>San Diego Community College District</c:v>
                  </c:pt>
                  <c:pt idx="1119">
                    <c:v>University Of Montana </c:v>
                  </c:pt>
                  <c:pt idx="1120">
                    <c:v>Gavilan College</c:v>
                  </c:pt>
                  <c:pt idx="1121">
                    <c:v>Western Technical College of El Paso, TX</c:v>
                  </c:pt>
                  <c:pt idx="1122">
                    <c:v>Coastal Carolina University</c:v>
                  </c:pt>
                  <c:pt idx="1123">
                    <c:v>Massachusetts Bay Community College</c:v>
                  </c:pt>
                  <c:pt idx="1124">
                    <c:v>Heald College</c:v>
                  </c:pt>
                  <c:pt idx="1125">
                    <c:v>New England College</c:v>
                  </c:pt>
                  <c:pt idx="1126">
                    <c:v>Southwestern Community College of Creston, IA</c:v>
                  </c:pt>
                  <c:pt idx="1127">
                    <c:v>Eastern Wyoming College</c:v>
                  </c:pt>
                  <c:pt idx="1128">
                    <c:v>Mayville State University</c:v>
                  </c:pt>
                  <c:pt idx="1129">
                    <c:v>University Of The District Of Columbia</c:v>
                  </c:pt>
                  <c:pt idx="1130">
                    <c:v>Salt Lake Community College</c:v>
                  </c:pt>
                  <c:pt idx="1131">
                    <c:v>Ventura County Community College District</c:v>
                  </c:pt>
                  <c:pt idx="1132">
                    <c:v>Georgia Southwestern State University</c:v>
                  </c:pt>
                  <c:pt idx="1133">
                    <c:v>Rio Hondo Community College</c:v>
                  </c:pt>
                  <c:pt idx="1134">
                    <c:v>Capital University</c:v>
                  </c:pt>
                  <c:pt idx="1135">
                    <c:v>University Of Findlay </c:v>
                  </c:pt>
                  <c:pt idx="1136">
                    <c:v>Oklahoma State University Institute Of Technology - Okmulgee</c:v>
                  </c:pt>
                  <c:pt idx="1137">
                    <c:v>Appalachian State University</c:v>
                  </c:pt>
                  <c:pt idx="1138">
                    <c:v>Triton College</c:v>
                  </c:pt>
                  <c:pt idx="1139">
                    <c:v>Northwest Kansas Technical College</c:v>
                  </c:pt>
                  <c:pt idx="1140">
                    <c:v>Ohio University</c:v>
                  </c:pt>
                  <c:pt idx="1141">
                    <c:v>Oral Roberts University</c:v>
                  </c:pt>
                  <c:pt idx="1142">
                    <c:v>Lock Haven University Of Pennsylvania</c:v>
                  </c:pt>
                  <c:pt idx="1143">
                    <c:v>Bristol Community College</c:v>
                  </c:pt>
                  <c:pt idx="1144">
                    <c:v>Troy University And Troy State Universities, Montgomery And Dothan</c:v>
                  </c:pt>
                  <c:pt idx="1145">
                    <c:v>William Jewell College</c:v>
                  </c:pt>
                  <c:pt idx="1146">
                    <c:v>Blinn College</c:v>
                  </c:pt>
                  <c:pt idx="1147">
                    <c:v>Texas State Technical College</c:v>
                  </c:pt>
                  <c:pt idx="1148">
                    <c:v>Shepherd University</c:v>
                  </c:pt>
                  <c:pt idx="1149">
                    <c:v>Marshalltown Community College</c:v>
                  </c:pt>
                  <c:pt idx="1150">
                    <c:v>Southern Nazarene University</c:v>
                  </c:pt>
                  <c:pt idx="1151">
                    <c:v>Los Rios Community College District</c:v>
                  </c:pt>
                  <c:pt idx="1152">
                    <c:v>New England Culinary Institute</c:v>
                  </c:pt>
                  <c:pt idx="1153">
                    <c:v>University Of New Mexico</c:v>
                  </c:pt>
                  <c:pt idx="1154">
                    <c:v>Aurora University</c:v>
                  </c:pt>
                  <c:pt idx="1155">
                    <c:v>Mercyhurst University</c:v>
                  </c:pt>
                  <c:pt idx="1156">
                    <c:v>Ulster County Community College</c:v>
                  </c:pt>
                  <c:pt idx="1157">
                    <c:v>Weatherford College</c:v>
                  </c:pt>
                  <c:pt idx="1158">
                    <c:v>Hartnell Community College</c:v>
                  </c:pt>
                  <c:pt idx="1159">
                    <c:v>Tacoma Community College</c:v>
                  </c:pt>
                  <c:pt idx="1160">
                    <c:v>Vincennes University</c:v>
                  </c:pt>
                  <c:pt idx="1161">
                    <c:v>Campbellsville University</c:v>
                  </c:pt>
                  <c:pt idx="1162">
                    <c:v>San Juan College</c:v>
                  </c:pt>
                  <c:pt idx="1163">
                    <c:v>Concordia University - Wisconsin</c:v>
                  </c:pt>
                  <c:pt idx="1164">
                    <c:v>Nazareth College Of Rochester</c:v>
                  </c:pt>
                  <c:pt idx="1165">
                    <c:v>West Liberty University</c:v>
                  </c:pt>
                  <c:pt idx="1166">
                    <c:v>SUNY College Of Agriculture &amp; Technology At Morrisville</c:v>
                  </c:pt>
                  <c:pt idx="1167">
                    <c:v>Arkansas State University</c:v>
                  </c:pt>
                  <c:pt idx="1168">
                    <c:v>Cleveland State University</c:v>
                  </c:pt>
                  <c:pt idx="1169">
                    <c:v>Central Ohio Technical College</c:v>
                  </c:pt>
                  <c:pt idx="1170">
                    <c:v>Central Methodist University</c:v>
                  </c:pt>
                  <c:pt idx="1171">
                    <c:v>Friends University</c:v>
                  </c:pt>
                  <c:pt idx="1172">
                    <c:v>Harper College</c:v>
                  </c:pt>
                  <c:pt idx="1173">
                    <c:v>Western State Colorado University</c:v>
                  </c:pt>
                  <c:pt idx="1174">
                    <c:v>Lipscomb University</c:v>
                  </c:pt>
                  <c:pt idx="1175">
                    <c:v>College Of Marin</c:v>
                  </c:pt>
                  <c:pt idx="1176">
                    <c:v>Missouri Western State University</c:v>
                  </c:pt>
                  <c:pt idx="1177">
                    <c:v>Bates Technical College</c:v>
                  </c:pt>
                  <c:pt idx="1178">
                    <c:v>Saint Charles Community College</c:v>
                  </c:pt>
                  <c:pt idx="1179">
                    <c:v>Cumberland University</c:v>
                  </c:pt>
                  <c:pt idx="1180">
                    <c:v>Hill College</c:v>
                  </c:pt>
                  <c:pt idx="1181">
                    <c:v>Husson University</c:v>
                  </c:pt>
                  <c:pt idx="1182">
                    <c:v>Missouri Southern State University</c:v>
                  </c:pt>
                  <c:pt idx="1183">
                    <c:v>Colby Community College</c:v>
                  </c:pt>
                  <c:pt idx="1184">
                    <c:v>Midamerica Nazarene University</c:v>
                  </c:pt>
                  <c:pt idx="1185">
                    <c:v>Miami Dade CC</c:v>
                  </c:pt>
                  <c:pt idx="1186">
                    <c:v>Mount Vernon Nazarene University</c:v>
                  </c:pt>
                  <c:pt idx="1187">
                    <c:v>Delaware County Community College</c:v>
                  </c:pt>
                  <c:pt idx="1188">
                    <c:v>Johnson County Community College</c:v>
                  </c:pt>
                  <c:pt idx="1189">
                    <c:v>Adams State University</c:v>
                  </c:pt>
                  <c:pt idx="1190">
                    <c:v>New Mexico Highlands University</c:v>
                  </c:pt>
                  <c:pt idx="1191">
                    <c:v>Pittsburgh Technical Institute</c:v>
                  </c:pt>
                  <c:pt idx="1192">
                    <c:v>Midland University</c:v>
                  </c:pt>
                  <c:pt idx="1193">
                    <c:v>Citrus Community College</c:v>
                  </c:pt>
                  <c:pt idx="1194">
                    <c:v>Mount Hood Community College</c:v>
                  </c:pt>
                  <c:pt idx="1195">
                    <c:v>East Tennessee State University</c:v>
                  </c:pt>
                  <c:pt idx="1196">
                    <c:v>Lincoln Memorial University</c:v>
                  </c:pt>
                  <c:pt idx="1197">
                    <c:v>Minnesota State University System, Century And Various Other Minnesota Community Colleges</c:v>
                  </c:pt>
                  <c:pt idx="1198">
                    <c:v>Metropolitan State University Of Denver</c:v>
                  </c:pt>
                  <c:pt idx="1199">
                    <c:v>Winston-Salem State University</c:v>
                  </c:pt>
                  <c:pt idx="1200">
                    <c:v>Eastern Idaho Technical College</c:v>
                  </c:pt>
                  <c:pt idx="1201">
                    <c:v>Barton County Community College</c:v>
                  </c:pt>
                  <c:pt idx="1202">
                    <c:v>Northern Kentucky University</c:v>
                  </c:pt>
                  <c:pt idx="1203">
                    <c:v>CUNY Bronx Community College</c:v>
                  </c:pt>
                  <c:pt idx="1204">
                    <c:v>Youngstown State University</c:v>
                  </c:pt>
                  <c:pt idx="1205">
                    <c:v>University Of Maine System</c:v>
                  </c:pt>
                  <c:pt idx="1206">
                    <c:v>Los Angeles Community College District</c:v>
                  </c:pt>
                  <c:pt idx="1207">
                    <c:v>Riverside Community College District</c:v>
                  </c:pt>
                  <c:pt idx="1208">
                    <c:v>University Of Akron </c:v>
                  </c:pt>
                  <c:pt idx="1209">
                    <c:v>Lubbock Christian University</c:v>
                  </c:pt>
                  <c:pt idx="1210">
                    <c:v>Daemen College</c:v>
                  </c:pt>
                  <c:pt idx="1211">
                    <c:v>Evangel University</c:v>
                  </c:pt>
                  <c:pt idx="1212">
                    <c:v>Southwestern Assemblies Of God University</c:v>
                  </c:pt>
                  <c:pt idx="1213">
                    <c:v>Ferrum College</c:v>
                  </c:pt>
                  <c:pt idx="1214">
                    <c:v>Texas State Technical College Harlingen</c:v>
                  </c:pt>
                  <c:pt idx="1215">
                    <c:v>Grand Canyon University</c:v>
                  </c:pt>
                  <c:pt idx="1216">
                    <c:v>Northwest Arkansas Community College</c:v>
                  </c:pt>
                  <c:pt idx="1217">
                    <c:v>El Camino College</c:v>
                  </c:pt>
                  <c:pt idx="1218">
                    <c:v>University Of Montevallo</c:v>
                  </c:pt>
                  <c:pt idx="1219">
                    <c:v>CUNY, Hostos Community College</c:v>
                  </c:pt>
                  <c:pt idx="1220">
                    <c:v>North Central University</c:v>
                  </c:pt>
                  <c:pt idx="1221">
                    <c:v>Broward College</c:v>
                  </c:pt>
                  <c:pt idx="1222">
                    <c:v>Columbia - Greene Community College - SUNY Office Of Cmnty Colleg</c:v>
                  </c:pt>
                  <c:pt idx="1223">
                    <c:v>Cerritos Community College</c:v>
                  </c:pt>
                  <c:pt idx="1224">
                    <c:v>Naugatuck Valley Community College</c:v>
                  </c:pt>
                  <c:pt idx="1225">
                    <c:v>Manchester Community College of Manchester, NH</c:v>
                  </c:pt>
                  <c:pt idx="1226">
                    <c:v>North Central Texas College</c:v>
                  </c:pt>
                  <c:pt idx="1227">
                    <c:v>Austin Community College</c:v>
                  </c:pt>
                  <c:pt idx="1228">
                    <c:v>San Joaquin Delta College</c:v>
                  </c:pt>
                  <c:pt idx="1229">
                    <c:v>Wheelock College</c:v>
                  </c:pt>
                  <c:pt idx="1230">
                    <c:v>Our Lady Of The Lake College</c:v>
                  </c:pt>
                  <c:pt idx="1231">
                    <c:v>Salem College</c:v>
                  </c:pt>
                  <c:pt idx="1232">
                    <c:v>Southeastern University</c:v>
                  </c:pt>
                  <c:pt idx="1233">
                    <c:v>University Of Texas At Brownsville</c:v>
                  </c:pt>
                  <c:pt idx="1234">
                    <c:v>Anderson University of Anderson, SC</c:v>
                  </c:pt>
                  <c:pt idx="1235">
                    <c:v>Crown College</c:v>
                  </c:pt>
                  <c:pt idx="1236">
                    <c:v>Snow College</c:v>
                  </c:pt>
                  <c:pt idx="1237">
                    <c:v>Community College Of Baltimore County</c:v>
                  </c:pt>
                  <c:pt idx="1238">
                    <c:v>Immaculata University</c:v>
                  </c:pt>
                  <c:pt idx="1239">
                    <c:v>Reid State Technical College</c:v>
                  </c:pt>
                  <c:pt idx="1240">
                    <c:v>Clarion University Of Pennsylvania</c:v>
                  </c:pt>
                  <c:pt idx="1241">
                    <c:v>Wayland Baptist University</c:v>
                  </c:pt>
                  <c:pt idx="1242">
                    <c:v>East Texas Baptist University</c:v>
                  </c:pt>
                  <c:pt idx="1243">
                    <c:v>Southern University And Agricultural &amp; Mechanical Colg At Baton R</c:v>
                  </c:pt>
                  <c:pt idx="1244">
                    <c:v>Southern Utah University</c:v>
                  </c:pt>
                  <c:pt idx="1245">
                    <c:v>Northeast Community College</c:v>
                  </c:pt>
                  <c:pt idx="1246">
                    <c:v>Waukesha County Technical College</c:v>
                  </c:pt>
                  <c:pt idx="1247">
                    <c:v>Northeastern State University</c:v>
                  </c:pt>
                  <c:pt idx="1248">
                    <c:v>Montana State University - Billings</c:v>
                  </c:pt>
                  <c:pt idx="1249">
                    <c:v>University Of Science &amp; Arts Of Oklahoma</c:v>
                  </c:pt>
                  <c:pt idx="1250">
                    <c:v>Allan Hancock College</c:v>
                  </c:pt>
                  <c:pt idx="1251">
                    <c:v>Delta State University</c:v>
                  </c:pt>
                  <c:pt idx="1252">
                    <c:v>Full Sail University</c:v>
                  </c:pt>
                  <c:pt idx="1253">
                    <c:v>Lake Region State College</c:v>
                  </c:pt>
                  <c:pt idx="1254">
                    <c:v>Ohio Dominican University</c:v>
                  </c:pt>
                  <c:pt idx="1255">
                    <c:v>Coffeyville Community College</c:v>
                  </c:pt>
                  <c:pt idx="1256">
                    <c:v>College Of The Mainland</c:v>
                  </c:pt>
                  <c:pt idx="1257">
                    <c:v>Ranken Technical College</c:v>
                  </c:pt>
                  <c:pt idx="1258">
                    <c:v>University Of Arkansas At Little Rock</c:v>
                  </c:pt>
                  <c:pt idx="1259">
                    <c:v>Lancaster Bible College</c:v>
                  </c:pt>
                  <c:pt idx="1260">
                    <c:v>Massasoit Community College</c:v>
                  </c:pt>
                  <c:pt idx="1261">
                    <c:v>Dallas Baptist University</c:v>
                  </c:pt>
                  <c:pt idx="1262">
                    <c:v>Springfield Technical Community College</c:v>
                  </c:pt>
                  <c:pt idx="1263">
                    <c:v>University Of West Alabama</c:v>
                  </c:pt>
                  <c:pt idx="1264">
                    <c:v>Blue Ridge Community College of Weyers Cave, VA</c:v>
                  </c:pt>
                  <c:pt idx="1265">
                    <c:v>Beth Medrash Govoha Of America</c:v>
                  </c:pt>
                  <c:pt idx="1266">
                    <c:v>Long Beach City College</c:v>
                  </c:pt>
                  <c:pt idx="1267">
                    <c:v>Coastal Carolina Community College</c:v>
                  </c:pt>
                  <c:pt idx="1268">
                    <c:v>Solano Community College</c:v>
                  </c:pt>
                  <c:pt idx="1269">
                    <c:v>Parkland College</c:v>
                  </c:pt>
                  <c:pt idx="1270">
                    <c:v>Waubonsee Community College</c:v>
                  </c:pt>
                  <c:pt idx="1271">
                    <c:v>Valencia College</c:v>
                  </c:pt>
                  <c:pt idx="1272">
                    <c:v>Platt College of Alhambra, CA</c:v>
                  </c:pt>
                  <c:pt idx="1273">
                    <c:v>Western Kentucky University</c:v>
                  </c:pt>
                  <c:pt idx="1274">
                    <c:v>Mount Aloysius College</c:v>
                  </c:pt>
                  <c:pt idx="1275">
                    <c:v>Cecil College</c:v>
                  </c:pt>
                  <c:pt idx="1276">
                    <c:v>Phoenix Metro Community Colleges</c:v>
                  </c:pt>
                  <c:pt idx="1277">
                    <c:v>North Country Community College</c:v>
                  </c:pt>
                  <c:pt idx="1278">
                    <c:v>Whitworth University</c:v>
                  </c:pt>
                  <c:pt idx="1279">
                    <c:v>Anderson University of Anderson, IN</c:v>
                  </c:pt>
                  <c:pt idx="1280">
                    <c:v>Clark College</c:v>
                  </c:pt>
                  <c:pt idx="1281">
                    <c:v>Art Institute Of Colorado </c:v>
                  </c:pt>
                  <c:pt idx="1282">
                    <c:v>Germanna Community College</c:v>
                  </c:pt>
                  <c:pt idx="1283">
                    <c:v>University Of Arkansas At Fort Smith</c:v>
                  </c:pt>
                  <c:pt idx="1284">
                    <c:v>Joliet Junior College</c:v>
                  </c:pt>
                  <c:pt idx="1285">
                    <c:v>Lower Columbia College</c:v>
                  </c:pt>
                  <c:pt idx="1286">
                    <c:v>William Carey University</c:v>
                  </c:pt>
                  <c:pt idx="1287">
                    <c:v>Idaho State University</c:v>
                  </c:pt>
                  <c:pt idx="1288">
                    <c:v>Southeast Missouri State University</c:v>
                  </c:pt>
                  <c:pt idx="1289">
                    <c:v>Washburn University - Topeka</c:v>
                  </c:pt>
                  <c:pt idx="1290">
                    <c:v>California Culinary Academy</c:v>
                  </c:pt>
                  <c:pt idx="1291">
                    <c:v>Redlands Community College</c:v>
                  </c:pt>
                  <c:pt idx="1292">
                    <c:v>John Tyler Community College</c:v>
                  </c:pt>
                  <c:pt idx="1293">
                    <c:v>North Carolina Central University</c:v>
                  </c:pt>
                  <c:pt idx="1294">
                    <c:v>Grambling State University</c:v>
                  </c:pt>
                  <c:pt idx="1295">
                    <c:v>Imperial Valley College</c:v>
                  </c:pt>
                  <c:pt idx="1296">
                    <c:v>Seattle Central Community College</c:v>
                  </c:pt>
                  <c:pt idx="1297">
                    <c:v>Peru State College</c:v>
                  </c:pt>
                  <c:pt idx="1298">
                    <c:v>Western New Mexico University</c:v>
                  </c:pt>
                  <c:pt idx="1299">
                    <c:v>Northwestern State University</c:v>
                  </c:pt>
                  <c:pt idx="1300">
                    <c:v>Dallas County Community College District</c:v>
                  </c:pt>
                  <c:pt idx="1301">
                    <c:v>North Shore Community College</c:v>
                  </c:pt>
                  <c:pt idx="1302">
                    <c:v>Southwest Texas Junior College</c:v>
                  </c:pt>
                  <c:pt idx="1303">
                    <c:v>Peninsula College</c:v>
                  </c:pt>
                  <c:pt idx="1304">
                    <c:v>Lake Washington Institute Of Technology</c:v>
                  </c:pt>
                  <c:pt idx="1305">
                    <c:v>Western Oklahoma State College</c:v>
                  </c:pt>
                  <c:pt idx="1306">
                    <c:v>Viterbo University</c:v>
                  </c:pt>
                  <c:pt idx="1307">
                    <c:v>Vernon College</c:v>
                  </c:pt>
                  <c:pt idx="1308">
                    <c:v>Mount Mary University</c:v>
                  </c:pt>
                  <c:pt idx="1309">
                    <c:v>Labette Community College</c:v>
                  </c:pt>
                  <c:pt idx="1310">
                    <c:v>Gordon College</c:v>
                  </c:pt>
                  <c:pt idx="1311">
                    <c:v>Craven Community College</c:v>
                  </c:pt>
                  <c:pt idx="1312">
                    <c:v>South Texas College</c:v>
                  </c:pt>
                  <c:pt idx="1313">
                    <c:v>Cochise College</c:v>
                  </c:pt>
                  <c:pt idx="1314">
                    <c:v>University Of The Arts </c:v>
                  </c:pt>
                  <c:pt idx="1315">
                    <c:v>College Of Du Page</c:v>
                  </c:pt>
                  <c:pt idx="1316">
                    <c:v>Morton College</c:v>
                  </c:pt>
                  <c:pt idx="1317">
                    <c:v>Art Institute Of York  - Pennsylvania</c:v>
                  </c:pt>
                  <c:pt idx="1318">
                    <c:v>University Of North Carolina At Pembroke</c:v>
                  </c:pt>
                  <c:pt idx="1319">
                    <c:v>Hagerstown Community College</c:v>
                  </c:pt>
                  <c:pt idx="1320">
                    <c:v>Laramie County Community College</c:v>
                  </c:pt>
                  <c:pt idx="1321">
                    <c:v>Tunxis Community College</c:v>
                  </c:pt>
                  <c:pt idx="1322">
                    <c:v>Mount Wachusett Community College</c:v>
                  </c:pt>
                  <c:pt idx="1323">
                    <c:v>Spartanburg Methodist College</c:v>
                  </c:pt>
                  <c:pt idx="1324">
                    <c:v>Essex County College</c:v>
                  </c:pt>
                  <c:pt idx="1325">
                    <c:v>College Of The Desert</c:v>
                  </c:pt>
                  <c:pt idx="1326">
                    <c:v>Robert Morgan And Miami Lakes Educational Centers</c:v>
                  </c:pt>
                  <c:pt idx="1327">
                    <c:v>Hampshire College</c:v>
                  </c:pt>
                  <c:pt idx="1328">
                    <c:v>Ranger College</c:v>
                  </c:pt>
                  <c:pt idx="1329">
                    <c:v>Collin County Community College</c:v>
                  </c:pt>
                  <c:pt idx="1330">
                    <c:v>Oklahoma City Community College</c:v>
                  </c:pt>
                  <c:pt idx="1331">
                    <c:v>Wilmington College</c:v>
                  </c:pt>
                  <c:pt idx="1332">
                    <c:v>University Of Arkansas At Monticello</c:v>
                  </c:pt>
                  <c:pt idx="1333">
                    <c:v>Siena Heights University</c:v>
                  </c:pt>
                  <c:pt idx="1334">
                    <c:v>Southwestern Oregon Community College</c:v>
                  </c:pt>
                  <c:pt idx="1335">
                    <c:v>Camden County College</c:v>
                  </c:pt>
                  <c:pt idx="1336">
                    <c:v>Lake Area Technical Institute</c:v>
                  </c:pt>
                  <c:pt idx="1337">
                    <c:v>Northern Wyoming Community College District</c:v>
                  </c:pt>
                  <c:pt idx="1338">
                    <c:v>Walsh University</c:v>
                  </c:pt>
                  <c:pt idx="1339">
                    <c:v>San Bernardino Community College District</c:v>
                  </c:pt>
                  <c:pt idx="1340">
                    <c:v>Harrington College Of Design</c:v>
                  </c:pt>
                  <c:pt idx="1341">
                    <c:v>Jefferson Community College</c:v>
                  </c:pt>
                  <c:pt idx="1342">
                    <c:v>Roberts Wesleyan College</c:v>
                  </c:pt>
                  <c:pt idx="1343">
                    <c:v>Monterey Peninsula College</c:v>
                  </c:pt>
                  <c:pt idx="1344">
                    <c:v>Emporia State University</c:v>
                  </c:pt>
                  <c:pt idx="1345">
                    <c:v>Southeastern Louisiana University</c:v>
                  </c:pt>
                  <c:pt idx="1346">
                    <c:v>YTI Career Institute</c:v>
                  </c:pt>
                  <c:pt idx="1347">
                    <c:v>Le Cordon Bleu College Of Culinary Arts of Scottsdale, AZ</c:v>
                  </c:pt>
                  <c:pt idx="1348">
                    <c:v>Schoolcraft College</c:v>
                  </c:pt>
                  <c:pt idx="1349">
                    <c:v>Mt. San Jacinto College</c:v>
                  </c:pt>
                  <c:pt idx="1350">
                    <c:v>SUNY College Of Agriculture &amp; Technology At Cobleskill</c:v>
                  </c:pt>
                  <c:pt idx="1351">
                    <c:v>Rose State College</c:v>
                  </c:pt>
                  <c:pt idx="1352">
                    <c:v>Marywood University</c:v>
                  </c:pt>
                  <c:pt idx="1353">
                    <c:v>Lander University</c:v>
                  </c:pt>
                  <c:pt idx="1354">
                    <c:v>Cornish College Of The Arts</c:v>
                  </c:pt>
                  <c:pt idx="1355">
                    <c:v>Bellevue University</c:v>
                  </c:pt>
                  <c:pt idx="1356">
                    <c:v>Fisher College</c:v>
                  </c:pt>
                  <c:pt idx="1357">
                    <c:v>Mid-Plains Community College</c:v>
                  </c:pt>
                  <c:pt idx="1358">
                    <c:v>Mansfield University Of Pennsylvania</c:v>
                  </c:pt>
                  <c:pt idx="1359">
                    <c:v>Universal Technical Institute of Orlando, FL</c:v>
                  </c:pt>
                  <c:pt idx="1360">
                    <c:v>Quinsigamond Community College</c:v>
                  </c:pt>
                  <c:pt idx="1361">
                    <c:v>Tennessee College Of Applied Technology-Shelbyville</c:v>
                  </c:pt>
                  <c:pt idx="1362">
                    <c:v>Renton Technical College</c:v>
                  </c:pt>
                  <c:pt idx="1363">
                    <c:v>Allegany College Of Maryland</c:v>
                  </c:pt>
                  <c:pt idx="1364">
                    <c:v>University Of Mobile</c:v>
                  </c:pt>
                  <c:pt idx="1365">
                    <c:v>Temple College</c:v>
                  </c:pt>
                  <c:pt idx="1366">
                    <c:v>College Of Southern Nevada</c:v>
                  </c:pt>
                  <c:pt idx="1367">
                    <c:v>Tulsa Community College</c:v>
                  </c:pt>
                  <c:pt idx="1368">
                    <c:v>Everett Community College</c:v>
                  </c:pt>
                  <c:pt idx="1369">
                    <c:v>Seminole State College Of Florida</c:v>
                  </c:pt>
                  <c:pt idx="1370">
                    <c:v>Art Institute Of Fort Lauderdale </c:v>
                  </c:pt>
                  <c:pt idx="1371">
                    <c:v>Art Institute Of Philadelphia </c:v>
                  </c:pt>
                  <c:pt idx="1372">
                    <c:v>Polk State College</c:v>
                  </c:pt>
                  <c:pt idx="1373">
                    <c:v>Helena College University Of Montana</c:v>
                  </c:pt>
                  <c:pt idx="1374">
                    <c:v>Coker College</c:v>
                  </c:pt>
                  <c:pt idx="1375">
                    <c:v>Illinois Central College</c:v>
                  </c:pt>
                  <c:pt idx="1376">
                    <c:v>Louisiana State University In Shreveport</c:v>
                  </c:pt>
                  <c:pt idx="1377">
                    <c:v>Edinboro University Of Pennsylvania</c:v>
                  </c:pt>
                  <c:pt idx="1378">
                    <c:v>University Of North Carolina  Asheville</c:v>
                  </c:pt>
                  <c:pt idx="1379">
                    <c:v>Indiana Institute Of Technology</c:v>
                  </c:pt>
                  <c:pt idx="1380">
                    <c:v>Sterling College</c:v>
                  </c:pt>
                  <c:pt idx="1381">
                    <c:v>Cabrillo College</c:v>
                  </c:pt>
                  <c:pt idx="1382">
                    <c:v>Columbia College of Columbia, MO</c:v>
                  </c:pt>
                  <c:pt idx="1383">
                    <c:v>Big Bend Community College</c:v>
                  </c:pt>
                  <c:pt idx="1384">
                    <c:v>Oklahoma Baptist University</c:v>
                  </c:pt>
                  <c:pt idx="1385">
                    <c:v>Northeast Alabama Community College</c:v>
                  </c:pt>
                  <c:pt idx="1386">
                    <c:v>Yakima Valley Community College</c:v>
                  </c:pt>
                  <c:pt idx="1387">
                    <c:v>University Of Memphis </c:v>
                  </c:pt>
                  <c:pt idx="1388">
                    <c:v>Northampton County Area Community College</c:v>
                  </c:pt>
                  <c:pt idx="1389">
                    <c:v>Santa Fe College</c:v>
                  </c:pt>
                  <c:pt idx="1390">
                    <c:v>Capital Area Technical College</c:v>
                  </c:pt>
                  <c:pt idx="1391">
                    <c:v>Butte College</c:v>
                  </c:pt>
                  <c:pt idx="1392">
                    <c:v>Carroll Community College</c:v>
                  </c:pt>
                  <c:pt idx="1393">
                    <c:v>Skagit Valley College</c:v>
                  </c:pt>
                  <c:pt idx="1394">
                    <c:v>Grayson  County College</c:v>
                  </c:pt>
                  <c:pt idx="1395">
                    <c:v>New River Community College</c:v>
                  </c:pt>
                  <c:pt idx="1396">
                    <c:v>Enterprise State Community College</c:v>
                  </c:pt>
                  <c:pt idx="1397">
                    <c:v>Trinity Valley Community College</c:v>
                  </c:pt>
                  <c:pt idx="1398">
                    <c:v>George C. Wallace State Community College</c:v>
                  </c:pt>
                  <c:pt idx="1399">
                    <c:v>Cleveland State Community College</c:v>
                  </c:pt>
                  <c:pt idx="1400">
                    <c:v>Victor Valley Community College</c:v>
                  </c:pt>
                  <c:pt idx="1401">
                    <c:v>Elizabeth City State University</c:v>
                  </c:pt>
                  <c:pt idx="1402">
                    <c:v>Centralia College</c:v>
                  </c:pt>
                  <c:pt idx="1403">
                    <c:v>Hillsborough Community College</c:v>
                  </c:pt>
                  <c:pt idx="1404">
                    <c:v>Chaffey Community College</c:v>
                  </c:pt>
                  <c:pt idx="1405">
                    <c:v>Lincoln Technical Institute And Lincoln College Of Technology</c:v>
                  </c:pt>
                  <c:pt idx="1406">
                    <c:v>Amarillo College</c:v>
                  </c:pt>
                  <c:pt idx="1407">
                    <c:v>Southern West Virginia Community And Technical College</c:v>
                  </c:pt>
                  <c:pt idx="1408">
                    <c:v>University Of Montana Western </c:v>
                  </c:pt>
                  <c:pt idx="1409">
                    <c:v>Palm Beach State College</c:v>
                  </c:pt>
                  <c:pt idx="1410">
                    <c:v>Art Institute Of Pittsburgh </c:v>
                  </c:pt>
                  <c:pt idx="1411">
                    <c:v>Fort Valley State University</c:v>
                  </c:pt>
                  <c:pt idx="1412">
                    <c:v>SUNY College Of Technology At Canton</c:v>
                  </c:pt>
                  <c:pt idx="1413">
                    <c:v>Dakota College At Bottineau</c:v>
                  </c:pt>
                  <c:pt idx="1414">
                    <c:v>College Of New Rochelle </c:v>
                  </c:pt>
                  <c:pt idx="1415">
                    <c:v>West Virginia Community And Technical College System</c:v>
                  </c:pt>
                  <c:pt idx="1416">
                    <c:v>Brown College</c:v>
                  </c:pt>
                  <c:pt idx="1417">
                    <c:v>Corning Community College - SUNY Office Of Community Colleges</c:v>
                  </c:pt>
                  <c:pt idx="1418">
                    <c:v>Delaware Technical Community College of Wilmington, DE</c:v>
                  </c:pt>
                  <c:pt idx="1419">
                    <c:v>Wayne State College</c:v>
                  </c:pt>
                  <c:pt idx="1420">
                    <c:v>Lackawanna College</c:v>
                  </c:pt>
                  <c:pt idx="1421">
                    <c:v>Berkshire Community College</c:v>
                  </c:pt>
                  <c:pt idx="1422">
                    <c:v>SUNY College Of Technology At Delhi</c:v>
                  </c:pt>
                  <c:pt idx="1423">
                    <c:v>CC Of Philadelphia</c:v>
                  </c:pt>
                  <c:pt idx="1424">
                    <c:v>Southwestern Community College District</c:v>
                  </c:pt>
                  <c:pt idx="1425">
                    <c:v>United Talmudical Seminary</c:v>
                  </c:pt>
                  <c:pt idx="1426">
                    <c:v>Metropolitan Community College of Kansas City, MO</c:v>
                  </c:pt>
                  <c:pt idx="1427">
                    <c:v>Georgia Perimeter College</c:v>
                  </c:pt>
                  <c:pt idx="1428">
                    <c:v>California Institute Of The Arts</c:v>
                  </c:pt>
                  <c:pt idx="1429">
                    <c:v>Antelope Valley College</c:v>
                  </c:pt>
                  <c:pt idx="1430">
                    <c:v>Mars Hill University</c:v>
                  </c:pt>
                  <c:pt idx="1431">
                    <c:v>Finger Lakes Community College - SUNY Office Of Community College</c:v>
                  </c:pt>
                  <c:pt idx="1432">
                    <c:v>Texarkana College</c:v>
                  </c:pt>
                  <c:pt idx="1433">
                    <c:v>Mississippi Gulf Coast Community College</c:v>
                  </c:pt>
                  <c:pt idx="1434">
                    <c:v>Clackamas Community College</c:v>
                  </c:pt>
                  <c:pt idx="1435">
                    <c:v>Edison State College</c:v>
                  </c:pt>
                  <c:pt idx="1436">
                    <c:v>Marian University of Fond Du Lac, WI</c:v>
                  </c:pt>
                  <c:pt idx="1437">
                    <c:v>El Paso Community College</c:v>
                  </c:pt>
                  <c:pt idx="1438">
                    <c:v>West Hills Community College District</c:v>
                  </c:pt>
                  <c:pt idx="1439">
                    <c:v>Central Wyoming College</c:v>
                  </c:pt>
                  <c:pt idx="1440">
                    <c:v>Oklahoma State University - Oklahoma City</c:v>
                  </c:pt>
                  <c:pt idx="1441">
                    <c:v>Northwest Florida State College</c:v>
                  </c:pt>
                  <c:pt idx="1442">
                    <c:v>College Of The Sequoias</c:v>
                  </c:pt>
                  <c:pt idx="1443">
                    <c:v>Western Dakota Technical Institute</c:v>
                  </c:pt>
                  <c:pt idx="1444">
                    <c:v>Colorado Mountain College</c:v>
                  </c:pt>
                  <c:pt idx="1445">
                    <c:v>Fort Lewis College</c:v>
                  </c:pt>
                  <c:pt idx="1446">
                    <c:v>Emily Griffith Technical College</c:v>
                  </c:pt>
                  <c:pt idx="1447">
                    <c:v>Bethany Lutheran College</c:v>
                  </c:pt>
                  <c:pt idx="1448">
                    <c:v>Truckee Meadows Community College</c:v>
                  </c:pt>
                  <c:pt idx="1449">
                    <c:v>New England Institute Of Art </c:v>
                  </c:pt>
                  <c:pt idx="1450">
                    <c:v>Ashland University</c:v>
                  </c:pt>
                  <c:pt idx="1451">
                    <c:v>Yuba Community College District</c:v>
                  </c:pt>
                  <c:pt idx="1452">
                    <c:v>Trinity International University</c:v>
                  </c:pt>
                  <c:pt idx="1453">
                    <c:v>Yavapai College</c:v>
                  </c:pt>
                  <c:pt idx="1454">
                    <c:v>Austin Peay State University</c:v>
                  </c:pt>
                  <c:pt idx="1455">
                    <c:v>Linn-Benton Community College</c:v>
                  </c:pt>
                  <c:pt idx="1456">
                    <c:v>Lake Sumter State College</c:v>
                  </c:pt>
                  <c:pt idx="1457">
                    <c:v>Ozark Christian College</c:v>
                  </c:pt>
                  <c:pt idx="1458">
                    <c:v>Miracosta College</c:v>
                  </c:pt>
                  <c:pt idx="1459">
                    <c:v>Wenatchee Valley College</c:v>
                  </c:pt>
                  <c:pt idx="1460">
                    <c:v>Monroe County Community College</c:v>
                  </c:pt>
                  <c:pt idx="1461">
                    <c:v>Cowley County Community College &amp; Area Vocational Technical Schoo</c:v>
                  </c:pt>
                  <c:pt idx="1462">
                    <c:v>Arkansas State University - Beebe</c:v>
                  </c:pt>
                  <c:pt idx="1463">
                    <c:v>Claflin University</c:v>
                  </c:pt>
                  <c:pt idx="1464">
                    <c:v>Moore Norman Technology Center School District No. 17</c:v>
                  </c:pt>
                  <c:pt idx="1465">
                    <c:v>State College Of Florida, Manatee-Sarasota</c:v>
                  </c:pt>
                  <c:pt idx="1466">
                    <c:v>East Central College</c:v>
                  </c:pt>
                  <c:pt idx="1467">
                    <c:v>Northeast Texas Community College</c:v>
                  </c:pt>
                  <c:pt idx="1468">
                    <c:v>Flathead Valley Community College</c:v>
                  </c:pt>
                  <c:pt idx="1469">
                    <c:v>Southern Virginia University</c:v>
                  </c:pt>
                  <c:pt idx="1470">
                    <c:v>Bethel College</c:v>
                  </c:pt>
                  <c:pt idx="1471">
                    <c:v>Calhoun Community College</c:v>
                  </c:pt>
                  <c:pt idx="1472">
                    <c:v>Eastern Oklahoma State College</c:v>
                  </c:pt>
                  <c:pt idx="1473">
                    <c:v>Blackburn University</c:v>
                  </c:pt>
                  <c:pt idx="1474">
                    <c:v>Mid-State Technical College</c:v>
                  </c:pt>
                  <c:pt idx="1475">
                    <c:v>Robert Morris University Illinois</c:v>
                  </c:pt>
                  <c:pt idx="1476">
                    <c:v>Kirkwood Community College</c:v>
                  </c:pt>
                  <c:pt idx="1477">
                    <c:v>Blue Mountain Community College</c:v>
                  </c:pt>
                  <c:pt idx="1478">
                    <c:v>William Peace University</c:v>
                  </c:pt>
                  <c:pt idx="1479">
                    <c:v>North Iowa Area Community College</c:v>
                  </c:pt>
                  <c:pt idx="1480">
                    <c:v>Florida State College At Jacksonville</c:v>
                  </c:pt>
                  <c:pt idx="1481">
                    <c:v>Alamo Community College District</c:v>
                  </c:pt>
                  <c:pt idx="1482">
                    <c:v>University Of Charleston</c:v>
                  </c:pt>
                  <c:pt idx="1483">
                    <c:v>Illinois Institute Of Art </c:v>
                  </c:pt>
                  <c:pt idx="1484">
                    <c:v>Emmanuel College of Franklin Springs, GA</c:v>
                  </c:pt>
                  <c:pt idx="1485">
                    <c:v>Northeast Wisconsin Technical College</c:v>
                  </c:pt>
                  <c:pt idx="1486">
                    <c:v>Lewis And Clark Community College</c:v>
                  </c:pt>
                  <c:pt idx="1487">
                    <c:v>Columbia Gorge Community College</c:v>
                  </c:pt>
                  <c:pt idx="1488">
                    <c:v>Gordon State College</c:v>
                  </c:pt>
                  <c:pt idx="1489">
                    <c:v>Motlow State Community College</c:v>
                  </c:pt>
                  <c:pt idx="1490">
                    <c:v>Kankakee Community College</c:v>
                  </c:pt>
                  <c:pt idx="1491">
                    <c:v>Middle Georgia State College</c:v>
                  </c:pt>
                  <c:pt idx="1492">
                    <c:v>St. Petersburg College</c:v>
                  </c:pt>
                  <c:pt idx="1493">
                    <c:v>Wor-Wic Community College</c:v>
                  </c:pt>
                  <c:pt idx="1494">
                    <c:v>Grays Harbor College</c:v>
                  </c:pt>
                  <c:pt idx="1495">
                    <c:v>Maranatha Baptist University</c:v>
                  </c:pt>
                  <c:pt idx="1496">
                    <c:v>Drury University</c:v>
                  </c:pt>
                  <c:pt idx="1497">
                    <c:v>Albany State University</c:v>
                  </c:pt>
                  <c:pt idx="1498">
                    <c:v>Portland Community College</c:v>
                  </c:pt>
                  <c:pt idx="1499">
                    <c:v>Delaware Technical Community College of Dover, DE</c:v>
                  </c:pt>
                  <c:pt idx="1500">
                    <c:v>Saint Johns River State College</c:v>
                  </c:pt>
                  <c:pt idx="1501">
                    <c:v>Texas Southern University</c:v>
                  </c:pt>
                  <c:pt idx="1502">
                    <c:v>Harford Community College</c:v>
                  </c:pt>
                  <c:pt idx="1503">
                    <c:v>Concord University</c:v>
                  </c:pt>
                  <c:pt idx="1504">
                    <c:v>Lakeland Community College</c:v>
                  </c:pt>
                  <c:pt idx="1505">
                    <c:v>Institute Of Audio Research</c:v>
                  </c:pt>
                  <c:pt idx="1506">
                    <c:v>Shawnee State University</c:v>
                  </c:pt>
                  <c:pt idx="1507">
                    <c:v>California College Of The Arts</c:v>
                  </c:pt>
                  <c:pt idx="1508">
                    <c:v>Kilgore College</c:v>
                  </c:pt>
                  <c:pt idx="1509">
                    <c:v>Hudson County Community College</c:v>
                  </c:pt>
                  <c:pt idx="1510">
                    <c:v>Centenary College</c:v>
                  </c:pt>
                  <c:pt idx="1511">
                    <c:v>Connors State College</c:v>
                  </c:pt>
                  <c:pt idx="1512">
                    <c:v>Umpqua Community College</c:v>
                  </c:pt>
                  <c:pt idx="1513">
                    <c:v>Chattahoochee Technical College</c:v>
                  </c:pt>
                  <c:pt idx="1514">
                    <c:v>Holyoke Community College</c:v>
                  </c:pt>
                  <c:pt idx="1515">
                    <c:v>North Idaho College</c:v>
                  </c:pt>
                  <c:pt idx="1516">
                    <c:v>Webber International University</c:v>
                  </c:pt>
                  <c:pt idx="1517">
                    <c:v>University Of Arkansas Community College At Hope</c:v>
                  </c:pt>
                  <c:pt idx="1518">
                    <c:v>Virginia Western Community College</c:v>
                  </c:pt>
                  <c:pt idx="1519">
                    <c:v>Georgia Military College</c:v>
                  </c:pt>
                  <c:pt idx="1520">
                    <c:v>Urbana University</c:v>
                  </c:pt>
                  <c:pt idx="1521">
                    <c:v>Miami International University Of Art &amp; Design</c:v>
                  </c:pt>
                  <c:pt idx="1522">
                    <c:v>Certain Colorado Community Colleges</c:v>
                  </c:pt>
                  <c:pt idx="1523">
                    <c:v>Lassen College</c:v>
                  </c:pt>
                  <c:pt idx="1524">
                    <c:v>Lycoming College</c:v>
                  </c:pt>
                  <c:pt idx="1525">
                    <c:v>Lamar State College - Port Arthur</c:v>
                  </c:pt>
                  <c:pt idx="1526">
                    <c:v>Northern Essex Community College</c:v>
                  </c:pt>
                  <c:pt idx="1527">
                    <c:v>Carl Sandburg College</c:v>
                  </c:pt>
                  <c:pt idx="1528">
                    <c:v>Western Nebraska Community College</c:v>
                  </c:pt>
                  <c:pt idx="1529">
                    <c:v>Mercer County Community College</c:v>
                  </c:pt>
                  <c:pt idx="1530">
                    <c:v>Bunker Hill CC</c:v>
                  </c:pt>
                  <c:pt idx="1531">
                    <c:v>Rogers State University</c:v>
                  </c:pt>
                  <c:pt idx="1532">
                    <c:v>Eastern Kentucky University</c:v>
                  </c:pt>
                  <c:pt idx="1533">
                    <c:v>Oakland Community College</c:v>
                  </c:pt>
                  <c:pt idx="1534">
                    <c:v>Morehead State University</c:v>
                  </c:pt>
                  <c:pt idx="1535">
                    <c:v>Iowa Central Community College</c:v>
                  </c:pt>
                  <c:pt idx="1536">
                    <c:v>Lurleen B. Wallace Community College</c:v>
                  </c:pt>
                  <c:pt idx="1537">
                    <c:v>Tyler Junior College</c:v>
                  </c:pt>
                  <c:pt idx="1538">
                    <c:v>South Carolina State University</c:v>
                  </c:pt>
                  <c:pt idx="1539">
                    <c:v>Northeast Iowa Community College</c:v>
                  </c:pt>
                  <c:pt idx="1540">
                    <c:v>Dalton State College</c:v>
                  </c:pt>
                  <c:pt idx="1541">
                    <c:v>Art Institute Of New York City </c:v>
                  </c:pt>
                  <c:pt idx="1542">
                    <c:v>Gene Juarez Beauty Schools</c:v>
                  </c:pt>
                  <c:pt idx="1543">
                    <c:v>Kentucky State University</c:v>
                  </c:pt>
                  <c:pt idx="1544">
                    <c:v>Kishwaukee College</c:v>
                  </c:pt>
                  <c:pt idx="1545">
                    <c:v>Tidewater Community College</c:v>
                  </c:pt>
                  <c:pt idx="1546">
                    <c:v>Ecpi University And Skyline Colleges</c:v>
                  </c:pt>
                  <c:pt idx="1547">
                    <c:v>Mitchell College</c:v>
                  </c:pt>
                  <c:pt idx="1548">
                    <c:v>Genesee Community College</c:v>
                  </c:pt>
                  <c:pt idx="1549">
                    <c:v>Greensboro College</c:v>
                  </c:pt>
                  <c:pt idx="1550">
                    <c:v>Pima County Community College</c:v>
                  </c:pt>
                  <c:pt idx="1551">
                    <c:v>Paris Junior College</c:v>
                  </c:pt>
                  <c:pt idx="1552">
                    <c:v>Garrett College</c:v>
                  </c:pt>
                  <c:pt idx="1553">
                    <c:v>Pasco - Hernando State College</c:v>
                  </c:pt>
                  <c:pt idx="1554">
                    <c:v>Capital Community College</c:v>
                  </c:pt>
                  <c:pt idx="1555">
                    <c:v>Lincoln Technical Institutes And Lincoln College Of Technology</c:v>
                  </c:pt>
                  <c:pt idx="1556">
                    <c:v>West Shore Community College</c:v>
                  </c:pt>
                  <c:pt idx="1557">
                    <c:v>Clearwater Christian College</c:v>
                  </c:pt>
                  <c:pt idx="1558">
                    <c:v>College Of The Siskiyous</c:v>
                  </c:pt>
                  <c:pt idx="1559">
                    <c:v>Alabama Southern Community College</c:v>
                  </c:pt>
                  <c:pt idx="1560">
                    <c:v>Henry Ford Community College</c:v>
                  </c:pt>
                  <c:pt idx="1561">
                    <c:v>Westwood College - South Bay</c:v>
                  </c:pt>
                  <c:pt idx="1562">
                    <c:v>Erie Community College</c:v>
                  </c:pt>
                  <c:pt idx="1563">
                    <c:v>Cazenovia College</c:v>
                  </c:pt>
                  <c:pt idx="1564">
                    <c:v>Richard Bland College</c:v>
                  </c:pt>
                  <c:pt idx="1565">
                    <c:v>Briar Cliff University</c:v>
                  </c:pt>
                  <c:pt idx="1566">
                    <c:v>Mount Ida College</c:v>
                  </c:pt>
                  <c:pt idx="1567">
                    <c:v>Sanford-Brown College of Farmington, CT</c:v>
                  </c:pt>
                  <c:pt idx="1568">
                    <c:v>Jacksonville State University</c:v>
                  </c:pt>
                  <c:pt idx="1569">
                    <c:v>Luzerne County Community College</c:v>
                  </c:pt>
                  <c:pt idx="1570">
                    <c:v>Pellissippi State Community College</c:v>
                  </c:pt>
                  <c:pt idx="1571">
                    <c:v>Allen County Community College</c:v>
                  </c:pt>
                  <c:pt idx="1572">
                    <c:v>Williams Baptist College</c:v>
                  </c:pt>
                  <c:pt idx="1573">
                    <c:v>Missouri Valley College</c:v>
                  </c:pt>
                  <c:pt idx="1574">
                    <c:v>Central Oregon Community College</c:v>
                  </c:pt>
                  <c:pt idx="1575">
                    <c:v>Corban University</c:v>
                  </c:pt>
                  <c:pt idx="1576">
                    <c:v>Herkimer County Community College - SUNY Office Of Community Coll</c:v>
                  </c:pt>
                  <c:pt idx="1577">
                    <c:v>Texas Wesleyan University</c:v>
                  </c:pt>
                  <c:pt idx="1578">
                    <c:v>Northeastern Oklahoma A &amp; M College</c:v>
                  </c:pt>
                  <c:pt idx="1579">
                    <c:v>Copiah-Lincoln Community College</c:v>
                  </c:pt>
                  <c:pt idx="1580">
                    <c:v>Tennessee College Of Applied Technology - Knoxville</c:v>
                  </c:pt>
                  <c:pt idx="1581">
                    <c:v>Carl Albert State College</c:v>
                  </c:pt>
                  <c:pt idx="1582">
                    <c:v>University Of The Ozarks</c:v>
                  </c:pt>
                  <c:pt idx="1583">
                    <c:v>Hendrix College</c:v>
                  </c:pt>
                  <c:pt idx="1584">
                    <c:v>Midwest Technical Institute</c:v>
                  </c:pt>
                  <c:pt idx="1585">
                    <c:v>American Musical &amp; Dramatic Academy</c:v>
                  </c:pt>
                  <c:pt idx="1586">
                    <c:v>Northwestern Michigan College</c:v>
                  </c:pt>
                  <c:pt idx="1587">
                    <c:v>Sauk Valley Community College</c:v>
                  </c:pt>
                  <c:pt idx="1588">
                    <c:v>Clovis Community College</c:v>
                  </c:pt>
                  <c:pt idx="1589">
                    <c:v>Coconino County Community College</c:v>
                  </c:pt>
                  <c:pt idx="1590">
                    <c:v>Manchester University</c:v>
                  </c:pt>
                  <c:pt idx="1591">
                    <c:v>Washtenaw Community College</c:v>
                  </c:pt>
                  <c:pt idx="1592">
                    <c:v>Bennington College</c:v>
                  </c:pt>
                  <c:pt idx="1593">
                    <c:v>Northern Oklahoma College</c:v>
                  </c:pt>
                  <c:pt idx="1594">
                    <c:v>Olympic College</c:v>
                  </c:pt>
                  <c:pt idx="1595">
                    <c:v>American Intercontinental University</c:v>
                  </c:pt>
                  <c:pt idx="1596">
                    <c:v>University Of Southern Indiana</c:v>
                  </c:pt>
                  <c:pt idx="1597">
                    <c:v>Lake Land College</c:v>
                  </c:pt>
                  <c:pt idx="1598">
                    <c:v>St. Clair County Community College</c:v>
                  </c:pt>
                  <c:pt idx="1599">
                    <c:v>Cairn University</c:v>
                  </c:pt>
                  <c:pt idx="1600">
                    <c:v>Housatonic Community College</c:v>
                  </c:pt>
                  <c:pt idx="1601">
                    <c:v>Indian River State College</c:v>
                  </c:pt>
                  <c:pt idx="1602">
                    <c:v>Galveston College</c:v>
                  </c:pt>
                  <c:pt idx="1603">
                    <c:v>Eastern Florida State College</c:v>
                  </c:pt>
                  <c:pt idx="1604">
                    <c:v>Elaine P. Nunez Community College</c:v>
                  </c:pt>
                  <c:pt idx="1605">
                    <c:v>Francis Marion University</c:v>
                  </c:pt>
                  <c:pt idx="1606">
                    <c:v>Asnuntuck Community College</c:v>
                  </c:pt>
                  <c:pt idx="1607">
                    <c:v>Mohawk Valley Community College - SUNY Office Of Community Colleg</c:v>
                  </c:pt>
                  <c:pt idx="1608">
                    <c:v>Wytheville Community College</c:v>
                  </c:pt>
                  <c:pt idx="1609">
                    <c:v>Lamar Community College</c:v>
                  </c:pt>
                  <c:pt idx="1610">
                    <c:v>Panola College</c:v>
                  </c:pt>
                  <c:pt idx="1611">
                    <c:v>Walla Walla Community College</c:v>
                  </c:pt>
                  <c:pt idx="1612">
                    <c:v>South Plains College</c:v>
                  </c:pt>
                  <c:pt idx="1613">
                    <c:v>North Carolina Wesleyan College</c:v>
                  </c:pt>
                  <c:pt idx="1614">
                    <c:v>Columbus State Community College</c:v>
                  </c:pt>
                  <c:pt idx="1615">
                    <c:v>South Hills School Of Business &amp; Technology</c:v>
                  </c:pt>
                  <c:pt idx="1616">
                    <c:v>Lake Tahoe Community College</c:v>
                  </c:pt>
                  <c:pt idx="1617">
                    <c:v>Pearl River Community College</c:v>
                  </c:pt>
                  <c:pt idx="1618">
                    <c:v>Gulf Coast State College</c:v>
                  </c:pt>
                  <c:pt idx="1619">
                    <c:v>Clinton Community College - SUNY Office Of Community Colleges</c:v>
                  </c:pt>
                  <c:pt idx="1620">
                    <c:v>Navarro College</c:v>
                  </c:pt>
                  <c:pt idx="1621">
                    <c:v>Harrisburg Area Community College</c:v>
                  </c:pt>
                  <c:pt idx="1622">
                    <c:v>Spokane And Spokane Falls Community Colleges</c:v>
                  </c:pt>
                  <c:pt idx="1623">
                    <c:v>Southwest Baptist University</c:v>
                  </c:pt>
                  <c:pt idx="1624">
                    <c:v>SBI Campus - An Affiliate Of Sanford-Brown</c:v>
                  </c:pt>
                  <c:pt idx="1625">
                    <c:v>Jefferson College</c:v>
                  </c:pt>
                  <c:pt idx="1626">
                    <c:v>Community College Of Rhode Island</c:v>
                  </c:pt>
                  <c:pt idx="1627">
                    <c:v>Jackson State University</c:v>
                  </c:pt>
                  <c:pt idx="1628">
                    <c:v>Upper Iowa University</c:v>
                  </c:pt>
                  <c:pt idx="1629">
                    <c:v>Fortis College of Houston, TX</c:v>
                  </c:pt>
                  <c:pt idx="1630">
                    <c:v>H. Councill Trenholm State Technical College</c:v>
                  </c:pt>
                  <c:pt idx="1631">
                    <c:v>West Virginia State University</c:v>
                  </c:pt>
                  <c:pt idx="1632">
                    <c:v>Piedmont Virginia Community College</c:v>
                  </c:pt>
                  <c:pt idx="1633">
                    <c:v>Southern Union State Community College</c:v>
                  </c:pt>
                  <c:pt idx="1634">
                    <c:v>Lincoln University of Jefferson City, MO</c:v>
                  </c:pt>
                  <c:pt idx="1635">
                    <c:v>Piedmont College</c:v>
                  </c:pt>
                  <c:pt idx="1636">
                    <c:v>Fayetteville State University</c:v>
                  </c:pt>
                  <c:pt idx="1637">
                    <c:v>Olivet College</c:v>
                  </c:pt>
                  <c:pt idx="1638">
                    <c:v>Madison Area Technical College</c:v>
                  </c:pt>
                  <c:pt idx="1639">
                    <c:v>Colleges with insufficient data</c:v>
                  </c:pt>
                  <c:pt idx="1640">
                    <c:v>Abraham Baldwin Agricultural College</c:v>
                  </c:pt>
                  <c:pt idx="1641">
                    <c:v>Alpena Community College</c:v>
                  </c:pt>
                  <c:pt idx="1642">
                    <c:v>D G Erwin Technical Center</c:v>
                  </c:pt>
                  <c:pt idx="1643">
                    <c:v>Warren Wilson College</c:v>
                  </c:pt>
                  <c:pt idx="1644">
                    <c:v>Eastern New Mexico University</c:v>
                  </c:pt>
                  <c:pt idx="1645">
                    <c:v>Western Nevada College</c:v>
                  </c:pt>
                  <c:pt idx="1646">
                    <c:v>Becker College</c:v>
                  </c:pt>
                  <c:pt idx="1647">
                    <c:v>Bellingham Technical College</c:v>
                  </c:pt>
                  <c:pt idx="1648">
                    <c:v>Atlantic Cape Community College</c:v>
                  </c:pt>
                  <c:pt idx="1649">
                    <c:v>South Suburban College Of Cook County</c:v>
                  </c:pt>
                  <c:pt idx="1650">
                    <c:v>Lake Michigan College</c:v>
                  </c:pt>
                  <c:pt idx="1651">
                    <c:v>Herzing University</c:v>
                  </c:pt>
                  <c:pt idx="1652">
                    <c:v>Merced Community College</c:v>
                  </c:pt>
                  <c:pt idx="1653">
                    <c:v>Northwestern College of Bridgeview, IL</c:v>
                  </c:pt>
                  <c:pt idx="1654">
                    <c:v>Southern University At New Orleans</c:v>
                  </c:pt>
                  <c:pt idx="1655">
                    <c:v>Shaw University</c:v>
                  </c:pt>
                  <c:pt idx="1656">
                    <c:v>Owens State Community College</c:v>
                  </c:pt>
                  <c:pt idx="1657">
                    <c:v>Northeastern Junior College</c:v>
                  </c:pt>
                  <c:pt idx="1658">
                    <c:v>Three Rivers Community College of Poplar Bluff, MO</c:v>
                  </c:pt>
                  <c:pt idx="1659">
                    <c:v>State Center Community College District</c:v>
                  </c:pt>
                  <c:pt idx="1660">
                    <c:v>Chattanooga State Community College</c:v>
                  </c:pt>
                  <c:pt idx="1661">
                    <c:v>North Central State College</c:v>
                  </c:pt>
                  <c:pt idx="1662">
                    <c:v>Metropolitan Community College of Omaha, NE</c:v>
                  </c:pt>
                  <c:pt idx="1663">
                    <c:v>Chemeketa Community College</c:v>
                  </c:pt>
                  <c:pt idx="1664">
                    <c:v>Kentucky Christian University</c:v>
                  </c:pt>
                  <c:pt idx="1665">
                    <c:v>University Of Arkansas Community College At Batesville</c:v>
                  </c:pt>
                  <c:pt idx="1666">
                    <c:v>Cossatot Community College Of The University Of Arkansas</c:v>
                  </c:pt>
                  <c:pt idx="1667">
                    <c:v>Columbia State Community College</c:v>
                  </c:pt>
                  <c:pt idx="1668">
                    <c:v>Monroe Community College</c:v>
                  </c:pt>
                  <c:pt idx="1669">
                    <c:v>Illinois Valley Community College</c:v>
                  </c:pt>
                  <c:pt idx="1670">
                    <c:v>McLennan Community College</c:v>
                  </c:pt>
                  <c:pt idx="1671">
                    <c:v>Chesapeake College</c:v>
                  </c:pt>
                  <c:pt idx="1672">
                    <c:v>Chattahoochee Valley Community College</c:v>
                  </c:pt>
                  <c:pt idx="1673">
                    <c:v>City Colleges Of Chicago</c:v>
                  </c:pt>
                  <c:pt idx="1674">
                    <c:v>Indian Hills Community College</c:v>
                  </c:pt>
                  <c:pt idx="1675">
                    <c:v>McKendree University</c:v>
                  </c:pt>
                  <c:pt idx="1676">
                    <c:v>Pioneer Pacific College</c:v>
                  </c:pt>
                  <c:pt idx="1677">
                    <c:v>Delta College</c:v>
                  </c:pt>
                  <c:pt idx="1678">
                    <c:v>Jones County Junior College</c:v>
                  </c:pt>
                  <c:pt idx="1679">
                    <c:v>Dean College</c:v>
                  </c:pt>
                  <c:pt idx="1680">
                    <c:v>Bethune Cookman University</c:v>
                  </c:pt>
                  <c:pt idx="1681">
                    <c:v>Jackson State Community College</c:v>
                  </c:pt>
                  <c:pt idx="1682">
                    <c:v>Columbia College of Chicago, IL</c:v>
                  </c:pt>
                  <c:pt idx="1683">
                    <c:v>Blue Ridge Community College of Flat Rock, NC</c:v>
                  </c:pt>
                  <c:pt idx="1684">
                    <c:v>College Of Central Florida</c:v>
                  </c:pt>
                  <c:pt idx="1685">
                    <c:v>Saint Joseph's College of Standish, ME</c:v>
                  </c:pt>
                  <c:pt idx="1686">
                    <c:v>Wake Technical Community College</c:v>
                  </c:pt>
                  <c:pt idx="1687">
                    <c:v>Broome Community College</c:v>
                  </c:pt>
                  <c:pt idx="1688">
                    <c:v>Trident Technical College</c:v>
                  </c:pt>
                  <c:pt idx="1689">
                    <c:v>Fox Valley Technical College</c:v>
                  </c:pt>
                  <c:pt idx="1690">
                    <c:v>Snead State Community College</c:v>
                  </c:pt>
                  <c:pt idx="1691">
                    <c:v>Goldey-Beacom College</c:v>
                  </c:pt>
                  <c:pt idx="1692">
                    <c:v>Iowa Western Community College</c:v>
                  </c:pt>
                  <c:pt idx="1693">
                    <c:v>South Arkansas Community College</c:v>
                  </c:pt>
                  <c:pt idx="1694">
                    <c:v>Lane Community College</c:v>
                  </c:pt>
                  <c:pt idx="1695">
                    <c:v>Wilkes Community College</c:v>
                  </c:pt>
                  <c:pt idx="1696">
                    <c:v>Dordt College</c:v>
                  </c:pt>
                  <c:pt idx="1697">
                    <c:v>Cayuga Community College - SUNY Office Of Community College</c:v>
                  </c:pt>
                  <c:pt idx="1698">
                    <c:v>North Arkansas College</c:v>
                  </c:pt>
                  <c:pt idx="1699">
                    <c:v>Southwest Wisconsin Technical College</c:v>
                  </c:pt>
                  <c:pt idx="1700">
                    <c:v>Jefferson Community And Technical College</c:v>
                  </c:pt>
                  <c:pt idx="1701">
                    <c:v>Kellogg Community College</c:v>
                  </c:pt>
                  <c:pt idx="1702">
                    <c:v>Jefferson State Community College</c:v>
                  </c:pt>
                  <c:pt idx="1703">
                    <c:v>Tri-County Technical College</c:v>
                  </c:pt>
                  <c:pt idx="1704">
                    <c:v>Des Moines Area Community College</c:v>
                  </c:pt>
                  <c:pt idx="1705">
                    <c:v>Passaic County Community College</c:v>
                  </c:pt>
                  <c:pt idx="1706">
                    <c:v>Gateway Community College</c:v>
                  </c:pt>
                  <c:pt idx="1707">
                    <c:v>Zane State College</c:v>
                  </c:pt>
                  <c:pt idx="1708">
                    <c:v>Gadsden State Community College</c:v>
                  </c:pt>
                  <c:pt idx="1709">
                    <c:v>Three Rivers Community College of Norwich, CT</c:v>
                  </c:pt>
                  <c:pt idx="1710">
                    <c:v>Columbia College of Columbia, SC</c:v>
                  </c:pt>
                  <c:pt idx="1711">
                    <c:v>Rock Valley College</c:v>
                  </c:pt>
                  <c:pt idx="1712">
                    <c:v>Hutchinson Community College</c:v>
                  </c:pt>
                  <c:pt idx="1713">
                    <c:v>Washington State Community College</c:v>
                  </c:pt>
                  <c:pt idx="1714">
                    <c:v>Moberly Area Community College</c:v>
                  </c:pt>
                  <c:pt idx="1715">
                    <c:v>Southwest Mississippi Community College</c:v>
                  </c:pt>
                  <c:pt idx="1716">
                    <c:v>Black Hawk College</c:v>
                  </c:pt>
                  <c:pt idx="1717">
                    <c:v>College Of Coastal Georgia</c:v>
                  </c:pt>
                  <c:pt idx="1718">
                    <c:v>Northeast Mississippi Community College</c:v>
                  </c:pt>
                  <c:pt idx="1719">
                    <c:v>Arizona Western College</c:v>
                  </c:pt>
                  <c:pt idx="1720">
                    <c:v>Gwinnett Technical College</c:v>
                  </c:pt>
                  <c:pt idx="1721">
                    <c:v>CollegeAmerica Denver</c:v>
                  </c:pt>
                  <c:pt idx="1722">
                    <c:v>Community College Of Allegheny County</c:v>
                  </c:pt>
                  <c:pt idx="1723">
                    <c:v>Specs Howard School Of Media Arts</c:v>
                  </c:pt>
                  <c:pt idx="1724">
                    <c:v>College Of Southern Idaho</c:v>
                  </c:pt>
                  <c:pt idx="1725">
                    <c:v>West Virginia Wesleyan College</c:v>
                  </c:pt>
                  <c:pt idx="1726">
                    <c:v>Santa Fe Community College</c:v>
                  </c:pt>
                  <c:pt idx="1727">
                    <c:v>Montcalm Community College</c:v>
                  </c:pt>
                  <c:pt idx="1728">
                    <c:v>Garden City Community College</c:v>
                  </c:pt>
                  <c:pt idx="1729">
                    <c:v>Colorado Technical University</c:v>
                  </c:pt>
                  <c:pt idx="1730">
                    <c:v>Stark State College</c:v>
                  </c:pt>
                  <c:pt idx="1731">
                    <c:v>Rappahannock Community College</c:v>
                  </c:pt>
                  <c:pt idx="1732">
                    <c:v>Angelina College</c:v>
                  </c:pt>
                  <c:pt idx="1733">
                    <c:v>Northwest - Shoals Community College</c:v>
                  </c:pt>
                  <c:pt idx="1734">
                    <c:v>University Of Arkansas At Pine Bluff</c:v>
                  </c:pt>
                  <c:pt idx="1735">
                    <c:v>Belmont College</c:v>
                  </c:pt>
                  <c:pt idx="1736">
                    <c:v>Monroe College</c:v>
                  </c:pt>
                  <c:pt idx="1737">
                    <c:v>Converse College</c:v>
                  </c:pt>
                  <c:pt idx="1738">
                    <c:v>James A. Rhodes State College</c:v>
                  </c:pt>
                  <c:pt idx="1739">
                    <c:v>Lansing Community College</c:v>
                  </c:pt>
                  <c:pt idx="1740">
                    <c:v>Stephens College</c:v>
                  </c:pt>
                  <c:pt idx="1741">
                    <c:v>Adirondack Community College - SUNY Office Of Community Colleges</c:v>
                  </c:pt>
                  <c:pt idx="1742">
                    <c:v>Central Arizona College</c:v>
                  </c:pt>
                  <c:pt idx="1743">
                    <c:v>Kansas City Kansas Community College</c:v>
                  </c:pt>
                  <c:pt idx="1744">
                    <c:v>Fayetteville Technical Community College</c:v>
                  </c:pt>
                  <c:pt idx="1745">
                    <c:v>Mississippi Valley State University</c:v>
                  </c:pt>
                  <c:pt idx="1746">
                    <c:v>J Sargeant Reynolds Community College</c:v>
                  </c:pt>
                  <c:pt idx="1747">
                    <c:v>Northland College</c:v>
                  </c:pt>
                  <c:pt idx="1748">
                    <c:v>MTI College</c:v>
                  </c:pt>
                  <c:pt idx="1749">
                    <c:v>Feather River College</c:v>
                  </c:pt>
                  <c:pt idx="1750">
                    <c:v>Hawkeye Community College</c:v>
                  </c:pt>
                  <c:pt idx="1751">
                    <c:v>Globe University</c:v>
                  </c:pt>
                  <c:pt idx="1752">
                    <c:v>Central State University</c:v>
                  </c:pt>
                  <c:pt idx="1753">
                    <c:v>Southwestern Illinois College</c:v>
                  </c:pt>
                  <c:pt idx="1754">
                    <c:v>Stevens Henager College</c:v>
                  </c:pt>
                  <c:pt idx="1755">
                    <c:v>Delaware Technical Community College - Owens Campus</c:v>
                  </c:pt>
                  <c:pt idx="1756">
                    <c:v>Eastern Iowa Community College District</c:v>
                  </c:pt>
                  <c:pt idx="1757">
                    <c:v>Jackson College</c:v>
                  </c:pt>
                  <c:pt idx="1758">
                    <c:v>Hocking Technical College</c:v>
                  </c:pt>
                  <c:pt idx="1759">
                    <c:v>Colorado Christian University</c:v>
                  </c:pt>
                  <c:pt idx="1760">
                    <c:v>Muskegon Community College</c:v>
                  </c:pt>
                  <c:pt idx="1761">
                    <c:v>Jamestown Community College</c:v>
                  </c:pt>
                  <c:pt idx="1762">
                    <c:v>Florida Gateway College</c:v>
                  </c:pt>
                  <c:pt idx="1763">
                    <c:v>Grand Rapids Community College</c:v>
                  </c:pt>
                  <c:pt idx="1764">
                    <c:v>Lehigh Carbon Community College</c:v>
                  </c:pt>
                  <c:pt idx="1765">
                    <c:v>East Central Community College</c:v>
                  </c:pt>
                  <c:pt idx="1766">
                    <c:v>Aiken Technical College</c:v>
                  </c:pt>
                  <c:pt idx="1767">
                    <c:v>Le Cordon Bleu College Of Culinary Arts In Chicago</c:v>
                  </c:pt>
                  <c:pt idx="1768">
                    <c:v>Western Iowa Tech Community College</c:v>
                  </c:pt>
                  <c:pt idx="1769">
                    <c:v>Blackhawk Technical College</c:v>
                  </c:pt>
                  <c:pt idx="1770">
                    <c:v>Brevard College</c:v>
                  </c:pt>
                  <c:pt idx="1771">
                    <c:v>Ozarks Technical Community College</c:v>
                  </c:pt>
                  <c:pt idx="1772">
                    <c:v>Butler County Community College of El Dorado, KS</c:v>
                  </c:pt>
                  <c:pt idx="1773">
                    <c:v>Northcentral Technical College</c:v>
                  </c:pt>
                  <c:pt idx="1774">
                    <c:v>College Of Mount Saint Joseph</c:v>
                  </c:pt>
                  <c:pt idx="1775">
                    <c:v>James H. Faulkner State Community College</c:v>
                  </c:pt>
                  <c:pt idx="1776">
                    <c:v>Bevill State Community College</c:v>
                  </c:pt>
                  <c:pt idx="1777">
                    <c:v>Schreiner University</c:v>
                  </c:pt>
                  <c:pt idx="1778">
                    <c:v>Niagara County Community College</c:v>
                  </c:pt>
                  <c:pt idx="1779">
                    <c:v>Hohokus School - RETS/Nutley</c:v>
                  </c:pt>
                  <c:pt idx="1780">
                    <c:v>Northland Pioneer College</c:v>
                  </c:pt>
                  <c:pt idx="1781">
                    <c:v>Newman University</c:v>
                  </c:pt>
                  <c:pt idx="1782">
                    <c:v>Glendale Career College</c:v>
                  </c:pt>
                  <c:pt idx="1783">
                    <c:v>University Of Rio Grande</c:v>
                  </c:pt>
                  <c:pt idx="1784">
                    <c:v>Heartland Community College</c:v>
                  </c:pt>
                  <c:pt idx="1785">
                    <c:v>Cornerstone University</c:v>
                  </c:pt>
                  <c:pt idx="1786">
                    <c:v>Tompkins Cortland Community College</c:v>
                  </c:pt>
                  <c:pt idx="1787">
                    <c:v>North Georgia Technical College</c:v>
                  </c:pt>
                  <c:pt idx="1788">
                    <c:v>Haywood Community College</c:v>
                  </c:pt>
                  <c:pt idx="1789">
                    <c:v>Plaza College</c:v>
                  </c:pt>
                  <c:pt idx="1790">
                    <c:v>Northeast State Community College</c:v>
                  </c:pt>
                  <c:pt idx="1791">
                    <c:v>Davis Applied Technology College</c:v>
                  </c:pt>
                  <c:pt idx="1792">
                    <c:v>Sullivan University, Sullivan College Of Technology And Design And Spencerian College</c:v>
                  </c:pt>
                  <c:pt idx="1793">
                    <c:v>Volunteer State Community College</c:v>
                  </c:pt>
                  <c:pt idx="1794">
                    <c:v>Baptist Bible College Of Pennsylvania</c:v>
                  </c:pt>
                  <c:pt idx="1795">
                    <c:v>Iowa Lakes Community College</c:v>
                  </c:pt>
                  <c:pt idx="1796">
                    <c:v>Moraine Park Technical College</c:v>
                  </c:pt>
                  <c:pt idx="1797">
                    <c:v>Richland Community College</c:v>
                  </c:pt>
                  <c:pt idx="1798">
                    <c:v>Bethel University of McKenzie, TN</c:v>
                  </c:pt>
                  <c:pt idx="1799">
                    <c:v>Onondaga Community College</c:v>
                  </c:pt>
                  <c:pt idx="1800">
                    <c:v>Cheyney University Of Pennsylvania</c:v>
                  </c:pt>
                  <c:pt idx="1801">
                    <c:v>Greenville Technical College</c:v>
                  </c:pt>
                  <c:pt idx="1802">
                    <c:v>Kaskaskia College</c:v>
                  </c:pt>
                  <c:pt idx="1803">
                    <c:v>Salem Community College</c:v>
                  </c:pt>
                  <c:pt idx="1804">
                    <c:v>Crowder College</c:v>
                  </c:pt>
                  <c:pt idx="1805">
                    <c:v>Newberry College</c:v>
                  </c:pt>
                  <c:pt idx="1806">
                    <c:v>Cape Fear Community College</c:v>
                  </c:pt>
                  <c:pt idx="1807">
                    <c:v>Shelton State Community College</c:v>
                  </c:pt>
                  <c:pt idx="1808">
                    <c:v>Illinois Eastern Community Colleges - Olney Central College</c:v>
                  </c:pt>
                  <c:pt idx="1809">
                    <c:v>University Of Arkansas Community College At Morrilton</c:v>
                  </c:pt>
                  <c:pt idx="1810">
                    <c:v>Avila University</c:v>
                  </c:pt>
                  <c:pt idx="1811">
                    <c:v>North Central Missouri College</c:v>
                  </c:pt>
                  <c:pt idx="1812">
                    <c:v>Lincoln College</c:v>
                  </c:pt>
                  <c:pt idx="1813">
                    <c:v>George C. Wallace Community College</c:v>
                  </c:pt>
                  <c:pt idx="1814">
                    <c:v>Kiamichi Technology Center</c:v>
                  </c:pt>
                  <c:pt idx="1815">
                    <c:v>Lincoln Land Community College</c:v>
                  </c:pt>
                  <c:pt idx="1816">
                    <c:v>Thomas Nelson Community College</c:v>
                  </c:pt>
                  <c:pt idx="1817">
                    <c:v>Florida Memorial University</c:v>
                  </c:pt>
                  <c:pt idx="1818">
                    <c:v>Kalamazoo Valley Community College</c:v>
                  </c:pt>
                  <c:pt idx="1819">
                    <c:v>Tennessee College Of Applied Technology - Dickson</c:v>
                  </c:pt>
                  <c:pt idx="1820">
                    <c:v>Terra State Community College</c:v>
                  </c:pt>
                  <c:pt idx="1821">
                    <c:v>Trevecca Nazarene University</c:v>
                  </c:pt>
                  <c:pt idx="1822">
                    <c:v>Wisconsin Indianhead Technical College</c:v>
                  </c:pt>
                  <c:pt idx="1823">
                    <c:v>Southwestern Michigan College</c:v>
                  </c:pt>
                  <c:pt idx="1824">
                    <c:v>San Joaquin Valley College</c:v>
                  </c:pt>
                  <c:pt idx="1825">
                    <c:v>Pratt Community College</c:v>
                  </c:pt>
                  <c:pt idx="1826">
                    <c:v>Surry Community College</c:v>
                  </c:pt>
                  <c:pt idx="1827">
                    <c:v>Daytona State College</c:v>
                  </c:pt>
                  <c:pt idx="1828">
                    <c:v>Bay State College</c:v>
                  </c:pt>
                  <c:pt idx="1829">
                    <c:v>Johnson University</c:v>
                  </c:pt>
                  <c:pt idx="1830">
                    <c:v>Meridian Community College</c:v>
                  </c:pt>
                  <c:pt idx="1831">
                    <c:v>Boricua College</c:v>
                  </c:pt>
                  <c:pt idx="1832">
                    <c:v>Bossier Parish Community College</c:v>
                  </c:pt>
                  <c:pt idx="1833">
                    <c:v>Darton State College</c:v>
                  </c:pt>
                  <c:pt idx="1834">
                    <c:v>Glenville State College</c:v>
                  </c:pt>
                  <c:pt idx="1835">
                    <c:v>Evergreen State College </c:v>
                  </c:pt>
                  <c:pt idx="1836">
                    <c:v>Art Institutes International Minnesota </c:v>
                  </c:pt>
                  <c:pt idx="1837">
                    <c:v>Mineral Area College</c:v>
                  </c:pt>
                  <c:pt idx="1838">
                    <c:v>Quinebaug Valley Community College</c:v>
                  </c:pt>
                  <c:pt idx="1839">
                    <c:v>University Of Pikeville</c:v>
                  </c:pt>
                  <c:pt idx="1840">
                    <c:v>International Academy Of Design And Technology of Orlando, FL</c:v>
                  </c:pt>
                  <c:pt idx="1841">
                    <c:v>Northwest State Community College</c:v>
                  </c:pt>
                  <c:pt idx="1842">
                    <c:v>Mohave Community College</c:v>
                  </c:pt>
                  <c:pt idx="1843">
                    <c:v>Georgia Piedmont Technical College</c:v>
                  </c:pt>
                  <c:pt idx="1844">
                    <c:v>Art Institute Of Phoenix </c:v>
                  </c:pt>
                  <c:pt idx="1845">
                    <c:v>Rogue Community College</c:v>
                  </c:pt>
                  <c:pt idx="1846">
                    <c:v>Treasure Valley Community College</c:v>
                  </c:pt>
                  <c:pt idx="1847">
                    <c:v>St Louis Community Colleges</c:v>
                  </c:pt>
                  <c:pt idx="1848">
                    <c:v>Harris - Stowe State University</c:v>
                  </c:pt>
                  <c:pt idx="1849">
                    <c:v>South Georgia Technical College</c:v>
                  </c:pt>
                  <c:pt idx="1850">
                    <c:v>College Of The Redwoods</c:v>
                  </c:pt>
                  <c:pt idx="1851">
                    <c:v>Central Community College</c:v>
                  </c:pt>
                  <c:pt idx="1852">
                    <c:v>Southern Careers Institute</c:v>
                  </c:pt>
                  <c:pt idx="1853">
                    <c:v>Butler County Community College of Butler, PA</c:v>
                  </c:pt>
                  <c:pt idx="1854">
                    <c:v>Delgado Community College</c:v>
                  </c:pt>
                  <c:pt idx="1855">
                    <c:v>Aveda Institute</c:v>
                  </c:pt>
                  <c:pt idx="1856">
                    <c:v>University Of Mount Olive</c:v>
                  </c:pt>
                  <c:pt idx="1857">
                    <c:v>Central New Mexico Community College</c:v>
                  </c:pt>
                  <c:pt idx="1858">
                    <c:v>National Park Community College</c:v>
                  </c:pt>
                  <c:pt idx="1859">
                    <c:v>Ivy Tech Community College Of Indiana System</c:v>
                  </c:pt>
                  <c:pt idx="1860">
                    <c:v>Bryan College</c:v>
                  </c:pt>
                  <c:pt idx="1861">
                    <c:v>Clover Park Technical College</c:v>
                  </c:pt>
                  <c:pt idx="1862">
                    <c:v>Midlands Technical College</c:v>
                  </c:pt>
                  <c:pt idx="1863">
                    <c:v>Sheridan Technical Center</c:v>
                  </c:pt>
                  <c:pt idx="1864">
                    <c:v>Rend Lake College</c:v>
                  </c:pt>
                  <c:pt idx="1865">
                    <c:v>Southwestern Community College of Sylva, NC</c:v>
                  </c:pt>
                  <c:pt idx="1866">
                    <c:v>Seminole State College</c:v>
                  </c:pt>
                  <c:pt idx="1867">
                    <c:v>Schenectady County Community College</c:v>
                  </c:pt>
                  <c:pt idx="1868">
                    <c:v>Central Piedmont Community College</c:v>
                  </c:pt>
                  <c:pt idx="1869">
                    <c:v>Pensacola State College</c:v>
                  </c:pt>
                  <c:pt idx="1870">
                    <c:v>Barton College</c:v>
                  </c:pt>
                  <c:pt idx="1871">
                    <c:v>SUNY Fulton-Montgomery Community College</c:v>
                  </c:pt>
                  <c:pt idx="1872">
                    <c:v>Southeast Arkansas College</c:v>
                  </c:pt>
                  <c:pt idx="1873">
                    <c:v>Nashville State Community College</c:v>
                  </c:pt>
                  <c:pt idx="1874">
                    <c:v>Sullivan County Community College - SUNY Office Of Community Coll</c:v>
                  </c:pt>
                  <c:pt idx="1875">
                    <c:v>John, Castleton And Lyndon State Colleges And Community College Of Vermont</c:v>
                  </c:pt>
                  <c:pt idx="1876">
                    <c:v>Lindsey Wilson College</c:v>
                  </c:pt>
                  <c:pt idx="1877">
                    <c:v>Cleveland Community College</c:v>
                  </c:pt>
                  <c:pt idx="1878">
                    <c:v>Reading Area Community College</c:v>
                  </c:pt>
                  <c:pt idx="1879">
                    <c:v>Clatsop Community College</c:v>
                  </c:pt>
                  <c:pt idx="1880">
                    <c:v>Hinds Community College</c:v>
                  </c:pt>
                  <c:pt idx="1881">
                    <c:v>Westmoreland County Community College</c:v>
                  </c:pt>
                  <c:pt idx="1882">
                    <c:v>Averett University</c:v>
                  </c:pt>
                  <c:pt idx="1883">
                    <c:v>Vatterott College</c:v>
                  </c:pt>
                  <c:pt idx="1884">
                    <c:v>Tiffin University</c:v>
                  </c:pt>
                  <c:pt idx="1885">
                    <c:v>Word Of Life Bible Institute</c:v>
                  </c:pt>
                  <c:pt idx="1886">
                    <c:v>North Central Michigan College</c:v>
                  </c:pt>
                  <c:pt idx="1887">
                    <c:v>Tennessee Wesleyan College</c:v>
                  </c:pt>
                  <c:pt idx="1888">
                    <c:v>Tallahassee Community College</c:v>
                  </c:pt>
                  <c:pt idx="1889">
                    <c:v>Greenfield Community College</c:v>
                  </c:pt>
                  <c:pt idx="1890">
                    <c:v>Intercoast Colleges</c:v>
                  </c:pt>
                  <c:pt idx="1891">
                    <c:v>Carrington College California</c:v>
                  </c:pt>
                  <c:pt idx="1892">
                    <c:v>Fort Scott Community College</c:v>
                  </c:pt>
                  <c:pt idx="1893">
                    <c:v>International Academy Of Design And Technology of Chicago, IL</c:v>
                  </c:pt>
                  <c:pt idx="1894">
                    <c:v>White Mountains Community College</c:v>
                  </c:pt>
                  <c:pt idx="1895">
                    <c:v>Virginia Highlands Community College</c:v>
                  </c:pt>
                  <c:pt idx="1896">
                    <c:v>Eastern Shore Community College</c:v>
                  </c:pt>
                  <c:pt idx="1897">
                    <c:v>Brewton Parker College</c:v>
                  </c:pt>
                  <c:pt idx="1898">
                    <c:v>Southern State Community College</c:v>
                  </c:pt>
                  <c:pt idx="1899">
                    <c:v>Keiser University</c:v>
                  </c:pt>
                  <c:pt idx="1900">
                    <c:v>Isothermal Community College</c:v>
                  </c:pt>
                  <c:pt idx="1901">
                    <c:v>Southwest Virginia Community College</c:v>
                  </c:pt>
                  <c:pt idx="1902">
                    <c:v>Cloud County Community College</c:v>
                  </c:pt>
                  <c:pt idx="1903">
                    <c:v>Holmes Community College</c:v>
                  </c:pt>
                  <c:pt idx="1904">
                    <c:v>Clark State Community College</c:v>
                  </c:pt>
                  <c:pt idx="1905">
                    <c:v>Saint Augustine's University</c:v>
                  </c:pt>
                  <c:pt idx="1906">
                    <c:v>Langston University</c:v>
                  </c:pt>
                  <c:pt idx="1907">
                    <c:v>Caldwell Community College &amp; Technical Institute</c:v>
                  </c:pt>
                  <c:pt idx="1908">
                    <c:v>Paine College</c:v>
                  </c:pt>
                  <c:pt idx="1909">
                    <c:v>Danville Community College</c:v>
                  </c:pt>
                  <c:pt idx="1910">
                    <c:v>Lanier Technical College</c:v>
                  </c:pt>
                  <c:pt idx="1911">
                    <c:v>Roane State Community College</c:v>
                  </c:pt>
                  <c:pt idx="1912">
                    <c:v>Dodge City Community College</c:v>
                  </c:pt>
                  <c:pt idx="1913">
                    <c:v>Southern Wesleyan University</c:v>
                  </c:pt>
                  <c:pt idx="1914">
                    <c:v>Keystone College</c:v>
                  </c:pt>
                  <c:pt idx="1915">
                    <c:v>Stanly Community College</c:v>
                  </c:pt>
                  <c:pt idx="1916">
                    <c:v>Westwood College - Los Angeles</c:v>
                  </c:pt>
                  <c:pt idx="1917">
                    <c:v>East Mississippi Community College</c:v>
                  </c:pt>
                  <c:pt idx="1918">
                    <c:v>Madison Media Institute</c:v>
                  </c:pt>
                  <c:pt idx="1919">
                    <c:v>Roxbury Community College</c:v>
                  </c:pt>
                  <c:pt idx="1920">
                    <c:v>Lincoln Christian University</c:v>
                  </c:pt>
                  <c:pt idx="1921">
                    <c:v>Rust College</c:v>
                  </c:pt>
                  <c:pt idx="1922">
                    <c:v>Western Technical College of La Crosse, WI</c:v>
                  </c:pt>
                  <c:pt idx="1923">
                    <c:v>Ottawa University</c:v>
                  </c:pt>
                  <c:pt idx="1924">
                    <c:v>Tulsa Technology Center School</c:v>
                  </c:pt>
                  <c:pt idx="1925">
                    <c:v>Bridgerland Applied Technology College</c:v>
                  </c:pt>
                  <c:pt idx="1926">
                    <c:v>Gogebic Community College</c:v>
                  </c:pt>
                  <c:pt idx="1927">
                    <c:v>East Georgia State College</c:v>
                  </c:pt>
                  <c:pt idx="1928">
                    <c:v>West Virginia Northern Community College</c:v>
                  </c:pt>
                  <c:pt idx="1929">
                    <c:v>Bluefield State College</c:v>
                  </c:pt>
                  <c:pt idx="1930">
                    <c:v>Sanford-Brown College of McLean, VA</c:v>
                  </c:pt>
                  <c:pt idx="1931">
                    <c:v>Great Falls College Montana State University</c:v>
                  </c:pt>
                  <c:pt idx="1932">
                    <c:v>Central Penn College</c:v>
                  </c:pt>
                  <c:pt idx="1933">
                    <c:v>Milan Institute of Sparks, NV</c:v>
                  </c:pt>
                  <c:pt idx="1934">
                    <c:v>Charles Stewart Mott Community College</c:v>
                  </c:pt>
                  <c:pt idx="1935">
                    <c:v>Danville Area Community College</c:v>
                  </c:pt>
                  <c:pt idx="1936">
                    <c:v>Pivot Point Academy</c:v>
                  </c:pt>
                  <c:pt idx="1937">
                    <c:v>Orleans Technical Institute</c:v>
                  </c:pt>
                  <c:pt idx="1938">
                    <c:v>Walters State Community College</c:v>
                  </c:pt>
                  <c:pt idx="1939">
                    <c:v>Rowan-Cabarrus Community College</c:v>
                  </c:pt>
                  <c:pt idx="1940">
                    <c:v>Sanford-Brown College of Boston, MA</c:v>
                  </c:pt>
                  <c:pt idx="1941">
                    <c:v>Lagrange College</c:v>
                  </c:pt>
                  <c:pt idx="1942">
                    <c:v>John A. Logan College</c:v>
                  </c:pt>
                  <c:pt idx="1943">
                    <c:v>South Georgia State College</c:v>
                  </c:pt>
                  <c:pt idx="1944">
                    <c:v>Northwest Mississippi Community College</c:v>
                  </c:pt>
                  <c:pt idx="1945">
                    <c:v>Central Virginia Community College</c:v>
                  </c:pt>
                  <c:pt idx="1946">
                    <c:v>Orange Technical Education Centers - Orlando Technical</c:v>
                  </c:pt>
                  <c:pt idx="1947">
                    <c:v>Prairie State College</c:v>
                  </c:pt>
                  <c:pt idx="1948">
                    <c:v>Otero Junior College</c:v>
                  </c:pt>
                  <c:pt idx="1949">
                    <c:v>Piedmont Technical College</c:v>
                  </c:pt>
                  <c:pt idx="1950">
                    <c:v>Miller-Motte Technical College &amp; McCann School Of Business &amp; Technology</c:v>
                  </c:pt>
                  <c:pt idx="1951">
                    <c:v>Central Carolina Community College</c:v>
                  </c:pt>
                  <c:pt idx="1952">
                    <c:v>Ancilla Domini College</c:v>
                  </c:pt>
                  <c:pt idx="1953">
                    <c:v>Altamaha Technical College</c:v>
                  </c:pt>
                  <c:pt idx="1954">
                    <c:v>Limestone College</c:v>
                  </c:pt>
                  <c:pt idx="1955">
                    <c:v>William Woods University</c:v>
                  </c:pt>
                  <c:pt idx="1956">
                    <c:v>Mississippi Delta Community College</c:v>
                  </c:pt>
                  <c:pt idx="1957">
                    <c:v>Eastern Gateway Community College</c:v>
                  </c:pt>
                  <c:pt idx="1958">
                    <c:v>Southeastern Community College of Whiteville, NC</c:v>
                  </c:pt>
                  <c:pt idx="1959">
                    <c:v>Davenport University</c:v>
                  </c:pt>
                  <c:pt idx="1960">
                    <c:v>South Florida State College</c:v>
                  </c:pt>
                  <c:pt idx="1961">
                    <c:v>Pennsylvania Highlands Community College</c:v>
                  </c:pt>
                  <c:pt idx="1962">
                    <c:v>Community College Of Beaver County</c:v>
                  </c:pt>
                  <c:pt idx="1963">
                    <c:v>Missouri State University - West Plains</c:v>
                  </c:pt>
                  <c:pt idx="1964">
                    <c:v>Lorenzo Walker Institute Of Technology</c:v>
                  </c:pt>
                  <c:pt idx="1965">
                    <c:v>Savannah Technical College</c:v>
                  </c:pt>
                  <c:pt idx="1966">
                    <c:v>Southside Virginia Community College</c:v>
                  </c:pt>
                  <c:pt idx="1967">
                    <c:v>Le Cordon Bleu College Of Culinary Arts of Tucker, GA</c:v>
                  </c:pt>
                  <c:pt idx="1968">
                    <c:v>Mendocino College</c:v>
                  </c:pt>
                  <c:pt idx="1969">
                    <c:v>Wilson Community College</c:v>
                  </c:pt>
                  <c:pt idx="1970">
                    <c:v>Lakeland College</c:v>
                  </c:pt>
                  <c:pt idx="1971">
                    <c:v>Utah College Of Massage Therapy</c:v>
                  </c:pt>
                  <c:pt idx="1972">
                    <c:v>Pulaski Technical College</c:v>
                  </c:pt>
                  <c:pt idx="1973">
                    <c:v>Black River Technical College</c:v>
                  </c:pt>
                  <c:pt idx="1974">
                    <c:v>Northwestern Connecticut Community College</c:v>
                  </c:pt>
                  <c:pt idx="1975">
                    <c:v>College Of Health Care Professions </c:v>
                  </c:pt>
                  <c:pt idx="1976">
                    <c:v>Luna Community College</c:v>
                  </c:pt>
                  <c:pt idx="1977">
                    <c:v>Davidson County Community College</c:v>
                  </c:pt>
                  <c:pt idx="1978">
                    <c:v>Young Harris College</c:v>
                  </c:pt>
                  <c:pt idx="1979">
                    <c:v>Vance - Granville Community College</c:v>
                  </c:pt>
                  <c:pt idx="1980">
                    <c:v>Gateway Technical College</c:v>
                  </c:pt>
                  <c:pt idx="1981">
                    <c:v>Summit College</c:v>
                  </c:pt>
                  <c:pt idx="1982">
                    <c:v>Klamath Community College</c:v>
                  </c:pt>
                  <c:pt idx="1983">
                    <c:v>Sinclair Community College</c:v>
                  </c:pt>
                  <c:pt idx="1984">
                    <c:v>Florida Technical College</c:v>
                  </c:pt>
                  <c:pt idx="1985">
                    <c:v>Arkansas Northeastern College</c:v>
                  </c:pt>
                  <c:pt idx="1986">
                    <c:v>Jefferson Davis Community College</c:v>
                  </c:pt>
                  <c:pt idx="1987">
                    <c:v>Southeastern Community College of West Burlington, IA</c:v>
                  </c:pt>
                  <c:pt idx="1988">
                    <c:v>East Arkansas Community College</c:v>
                  </c:pt>
                  <c:pt idx="1989">
                    <c:v>Southwest Tennessee Community College</c:v>
                  </c:pt>
                  <c:pt idx="1990">
                    <c:v>Cincinnati Christian University</c:v>
                  </c:pt>
                  <c:pt idx="1991">
                    <c:v>Cincinnati State Technical &amp; Community College</c:v>
                  </c:pt>
                  <c:pt idx="1992">
                    <c:v>Bradford School of Pittsburgh, PA</c:v>
                  </c:pt>
                  <c:pt idx="1993">
                    <c:v>Cuyahoga Community College</c:v>
                  </c:pt>
                  <c:pt idx="1994">
                    <c:v>Johnston Community College</c:v>
                  </c:pt>
                  <c:pt idx="1995">
                    <c:v>Dawson Community College</c:v>
                  </c:pt>
                  <c:pt idx="1996">
                    <c:v>Tennessee College Of Applied Technology - Morristown</c:v>
                  </c:pt>
                  <c:pt idx="1997">
                    <c:v>Asheville Buncombe Technical Community College</c:v>
                  </c:pt>
                  <c:pt idx="1998">
                    <c:v>Itawamba Community College</c:v>
                  </c:pt>
                  <c:pt idx="1999">
                    <c:v>Bladen Community College</c:v>
                  </c:pt>
                  <c:pt idx="2000">
                    <c:v>Bishop State Community College</c:v>
                  </c:pt>
                  <c:pt idx="2001">
                    <c:v>Lenoir Community College</c:v>
                  </c:pt>
                  <c:pt idx="2002">
                    <c:v>North Florida Community College</c:v>
                  </c:pt>
                  <c:pt idx="2003">
                    <c:v>Athens Technical College</c:v>
                  </c:pt>
                  <c:pt idx="2004">
                    <c:v>Dyersburg State Community College</c:v>
                  </c:pt>
                  <c:pt idx="2005">
                    <c:v>Institute For Business &amp; Technology</c:v>
                  </c:pt>
                  <c:pt idx="2006">
                    <c:v>Highland Community College of Freeport, IL</c:v>
                  </c:pt>
                  <c:pt idx="2007">
                    <c:v>River Parishes Community College</c:v>
                  </c:pt>
                  <c:pt idx="2008">
                    <c:v>Atlanta Metropolitan  State College</c:v>
                  </c:pt>
                  <c:pt idx="2009">
                    <c:v>Florence - Darlington Technical College</c:v>
                  </c:pt>
                  <c:pt idx="2010">
                    <c:v>Marion Technical College</c:v>
                  </c:pt>
                  <c:pt idx="2011">
                    <c:v>Shawnee Community College</c:v>
                  </c:pt>
                  <c:pt idx="2012">
                    <c:v>Baker College</c:v>
                  </c:pt>
                  <c:pt idx="2013">
                    <c:v>Patrick Henry Community College</c:v>
                  </c:pt>
                  <c:pt idx="2014">
                    <c:v>United Education Institute</c:v>
                  </c:pt>
                  <c:pt idx="2015">
                    <c:v>Francis Tuttle Technology Center School District No. 21</c:v>
                  </c:pt>
                  <c:pt idx="2016">
                    <c:v>Fort Myers Institute Of Technology And Cape Coral Institute Of Technology</c:v>
                  </c:pt>
                  <c:pt idx="2017">
                    <c:v>Carrington College of Spokane Valley, WA</c:v>
                  </c:pt>
                  <c:pt idx="2018">
                    <c:v>Southwest Florida College</c:v>
                  </c:pt>
                  <c:pt idx="2019">
                    <c:v>South University</c:v>
                  </c:pt>
                  <c:pt idx="2020">
                    <c:v>Illinois School Of Health Careers</c:v>
                  </c:pt>
                  <c:pt idx="2021">
                    <c:v>North Central Kansas Technical College</c:v>
                  </c:pt>
                  <c:pt idx="2022">
                    <c:v>Pima Medical Institute</c:v>
                  </c:pt>
                  <c:pt idx="2023">
                    <c:v>Western Piedmont Community College</c:v>
                  </c:pt>
                  <c:pt idx="2024">
                    <c:v>Bluffton University</c:v>
                  </c:pt>
                  <c:pt idx="2025">
                    <c:v>Tusculum College</c:v>
                  </c:pt>
                  <c:pt idx="2026">
                    <c:v>Mountain Empire Community College</c:v>
                  </c:pt>
                  <c:pt idx="2027">
                    <c:v>Empire Beauty School of Somersworth, NH</c:v>
                  </c:pt>
                  <c:pt idx="2028">
                    <c:v>Davis &amp; Elkins College</c:v>
                  </c:pt>
                  <c:pt idx="2029">
                    <c:v>Paul D. Camp Community College</c:v>
                  </c:pt>
                  <c:pt idx="2030">
                    <c:v>West Georgia Technical College</c:v>
                  </c:pt>
                  <c:pt idx="2031">
                    <c:v>Hodges University</c:v>
                  </c:pt>
                  <c:pt idx="2032">
                    <c:v>School Of Communication Arts Of North Carolina</c:v>
                  </c:pt>
                  <c:pt idx="2033">
                    <c:v>York Technical College</c:v>
                  </c:pt>
                  <c:pt idx="2034">
                    <c:v>Milwaukee Area Technical College</c:v>
                  </c:pt>
                  <c:pt idx="2035">
                    <c:v>Highland Community College of Highland, KS</c:v>
                  </c:pt>
                  <c:pt idx="2036">
                    <c:v>Bainbridge State College</c:v>
                  </c:pt>
                  <c:pt idx="2037">
                    <c:v>Anthem College And The Bryman School Of Arizona</c:v>
                  </c:pt>
                  <c:pt idx="2038">
                    <c:v>Spartanburg Community College</c:v>
                  </c:pt>
                  <c:pt idx="2039">
                    <c:v>Late College Goers</c:v>
                  </c:pt>
                  <c:pt idx="2040">
                    <c:v>Earlham College</c:v>
                  </c:pt>
                  <c:pt idx="2041">
                    <c:v>Independence Community College</c:v>
                  </c:pt>
                  <c:pt idx="2042">
                    <c:v>Wayne Community College</c:v>
                  </c:pt>
                  <c:pt idx="2043">
                    <c:v>Spoon River College</c:v>
                  </c:pt>
                  <c:pt idx="2044">
                    <c:v>American Career College of Los Angeles, CA</c:v>
                  </c:pt>
                  <c:pt idx="2045">
                    <c:v>Pitt Community College</c:v>
                  </c:pt>
                  <c:pt idx="2046">
                    <c:v>Bay De Noc Community College</c:v>
                  </c:pt>
                  <c:pt idx="2047">
                    <c:v>Stillman College</c:v>
                  </c:pt>
                  <c:pt idx="2048">
                    <c:v>Maynard A. Traviss Career Center</c:v>
                  </c:pt>
                  <c:pt idx="2049">
                    <c:v>Catawba Valley Community College</c:v>
                  </c:pt>
                  <c:pt idx="2050">
                    <c:v>Lincoln College Of New England</c:v>
                  </c:pt>
                  <c:pt idx="2051">
                    <c:v>Medtech College</c:v>
                  </c:pt>
                  <c:pt idx="2052">
                    <c:v>John Wood Community College</c:v>
                  </c:pt>
                  <c:pt idx="2053">
                    <c:v>Harcum College</c:v>
                  </c:pt>
                  <c:pt idx="2054">
                    <c:v>Robeson Community College</c:v>
                  </c:pt>
                  <c:pt idx="2055">
                    <c:v>ASA Institute Of Business &amp; Computer Technology</c:v>
                  </c:pt>
                  <c:pt idx="2056">
                    <c:v>Durham Technical Community College</c:v>
                  </c:pt>
                  <c:pt idx="2057">
                    <c:v>Ogeechee Technical College</c:v>
                  </c:pt>
                  <c:pt idx="2058">
                    <c:v>Faulkner University</c:v>
                  </c:pt>
                  <c:pt idx="2059">
                    <c:v>Piedmont Community College</c:v>
                  </c:pt>
                  <c:pt idx="2060">
                    <c:v>Gallaudet University</c:v>
                  </c:pt>
                  <c:pt idx="2061">
                    <c:v>Interactive College Of Technology</c:v>
                  </c:pt>
                  <c:pt idx="2062">
                    <c:v>Franklin Career Institute</c:v>
                  </c:pt>
                  <c:pt idx="2063">
                    <c:v>Metro Business College</c:v>
                  </c:pt>
                  <c:pt idx="2064">
                    <c:v>Horry - Georgetown Technical College</c:v>
                  </c:pt>
                  <c:pt idx="2065">
                    <c:v>Okefenokee Technical College</c:v>
                  </c:pt>
                  <c:pt idx="2066">
                    <c:v>Brunswick Community College</c:v>
                  </c:pt>
                  <c:pt idx="2067">
                    <c:v>Orangeburg - Calhoun Technical College</c:v>
                  </c:pt>
                  <c:pt idx="2068">
                    <c:v>Illinois And Ohio Center For Broadcasting</c:v>
                  </c:pt>
                  <c:pt idx="2069">
                    <c:v>Edgecombe Community College</c:v>
                  </c:pt>
                  <c:pt idx="2070">
                    <c:v>Tri-County Community College</c:v>
                  </c:pt>
                  <c:pt idx="2071">
                    <c:v>Wichita Area Technical College</c:v>
                  </c:pt>
                  <c:pt idx="2072">
                    <c:v>Nash Community College</c:v>
                  </c:pt>
                  <c:pt idx="2073">
                    <c:v>Guilford Technical Community College</c:v>
                  </c:pt>
                  <c:pt idx="2074">
                    <c:v>Fortis Institute of Palm Springs, FL</c:v>
                  </c:pt>
                  <c:pt idx="2075">
                    <c:v>Hickey College</c:v>
                  </c:pt>
                  <c:pt idx="2076">
                    <c:v>Beaufort County Community College</c:v>
                  </c:pt>
                  <c:pt idx="2077">
                    <c:v>Empire Beauty School of New York, NY</c:v>
                  </c:pt>
                  <c:pt idx="2078">
                    <c:v>Randolph Community College</c:v>
                  </c:pt>
                  <c:pt idx="2079">
                    <c:v>Halifax Community College</c:v>
                  </c:pt>
                  <c:pt idx="2080">
                    <c:v>Sandhills Community College</c:v>
                  </c:pt>
                  <c:pt idx="2081">
                    <c:v>Atlanta Technical College</c:v>
                  </c:pt>
                  <c:pt idx="2082">
                    <c:v>Gaston College</c:v>
                  </c:pt>
                  <c:pt idx="2083">
                    <c:v>Chipola College</c:v>
                  </c:pt>
                  <c:pt idx="2084">
                    <c:v>Everest Institute of Miami, FL</c:v>
                  </c:pt>
                  <c:pt idx="2085">
                    <c:v>Southwest Georgia Technical College</c:v>
                  </c:pt>
                  <c:pt idx="2086">
                    <c:v>Mitchell Community College</c:v>
                  </c:pt>
                  <c:pt idx="2087">
                    <c:v>Never Attended College (up to year 2013)</c:v>
                  </c:pt>
                  <c:pt idx="2088">
                    <c:v>Lees-Mcrae College</c:v>
                  </c:pt>
                  <c:pt idx="2089">
                    <c:v>St. Catharine College</c:v>
                  </c:pt>
                  <c:pt idx="2090">
                    <c:v>International Business College of Fort Wayne, IN</c:v>
                  </c:pt>
                  <c:pt idx="2091">
                    <c:v>River Valley Community College</c:v>
                  </c:pt>
                  <c:pt idx="2092">
                    <c:v>Central Carolina Technical College</c:v>
                  </c:pt>
                  <c:pt idx="2093">
                    <c:v>Brookline College</c:v>
                  </c:pt>
                  <c:pt idx="2094">
                    <c:v>Forsyth Technical Community College</c:v>
                  </c:pt>
                  <c:pt idx="2095">
                    <c:v>Tennessee College Of Applied Technology-Memphis</c:v>
                  </c:pt>
                  <c:pt idx="2096">
                    <c:v>Nicolet Area Technical College</c:v>
                  </c:pt>
                  <c:pt idx="2097">
                    <c:v>Wayne County Community College District</c:v>
                  </c:pt>
                  <c:pt idx="2098">
                    <c:v>Minnesota School Of Business</c:v>
                  </c:pt>
                  <c:pt idx="2099">
                    <c:v>Roanoke Chowan Community College</c:v>
                  </c:pt>
                  <c:pt idx="2100">
                    <c:v>Williamsburg Technical College</c:v>
                  </c:pt>
                  <c:pt idx="2101">
                    <c:v>Southeastern Technical College</c:v>
                  </c:pt>
                  <c:pt idx="2102">
                    <c:v>Antonelli College</c:v>
                  </c:pt>
                  <c:pt idx="2103">
                    <c:v>Texas School Of Business</c:v>
                  </c:pt>
                  <c:pt idx="2104">
                    <c:v>Montgomery Community College</c:v>
                  </c:pt>
                  <c:pt idx="2105">
                    <c:v>Martin Community College</c:v>
                  </c:pt>
                  <c:pt idx="2106">
                    <c:v>Lourdes University</c:v>
                  </c:pt>
                  <c:pt idx="2107">
                    <c:v>Alamance Community College</c:v>
                  </c:pt>
                  <c:pt idx="2108">
                    <c:v>American National University</c:v>
                  </c:pt>
                  <c:pt idx="2109">
                    <c:v>Saint Augustine College</c:v>
                  </c:pt>
                  <c:pt idx="2110">
                    <c:v>Virginia College</c:v>
                  </c:pt>
                  <c:pt idx="2111">
                    <c:v>Albany Technical College</c:v>
                  </c:pt>
                  <c:pt idx="2112">
                    <c:v>Institute Of Production And Recording </c:v>
                  </c:pt>
                  <c:pt idx="2113">
                    <c:v>Rockingham Community College</c:v>
                  </c:pt>
                  <c:pt idx="2114">
                    <c:v>Augusta Technical College</c:v>
                  </c:pt>
                  <c:pt idx="2115">
                    <c:v>Columbus Technical College</c:v>
                  </c:pt>
                  <c:pt idx="2116">
                    <c:v>Marinello School Of Beauty, Xenon International Academy, International School Of Skin And Nailcare And Hair Professionals Academy</c:v>
                  </c:pt>
                  <c:pt idx="2117">
                    <c:v>Moultrie Technical College</c:v>
                  </c:pt>
                  <c:pt idx="2118">
                    <c:v>Carteret Community College</c:v>
                  </c:pt>
                  <c:pt idx="2119">
                    <c:v>King's College</c:v>
                  </c:pt>
                  <c:pt idx="2120">
                    <c:v>PCI Health Training Center</c:v>
                  </c:pt>
                  <c:pt idx="2121">
                    <c:v>Philander Smith College</c:v>
                  </c:pt>
                  <c:pt idx="2122">
                    <c:v>College Of The Ouachitas</c:v>
                  </c:pt>
                  <c:pt idx="2123">
                    <c:v>Western International University</c:v>
                  </c:pt>
                  <c:pt idx="2124">
                    <c:v>Center For Employment Training</c:v>
                  </c:pt>
                  <c:pt idx="2125">
                    <c:v>International Career Development Center</c:v>
                  </c:pt>
                  <c:pt idx="2126">
                    <c:v>Erskine College</c:v>
                  </c:pt>
                  <c:pt idx="2127">
                    <c:v>Oakland City University</c:v>
                  </c:pt>
                  <c:pt idx="2128">
                    <c:v>Phillips Community College Of The University Of Arkansas</c:v>
                  </c:pt>
                  <c:pt idx="2129">
                    <c:v>Rich Mountain Community College</c:v>
                  </c:pt>
                  <c:pt idx="2130">
                    <c:v>Missouri Baptist University</c:v>
                  </c:pt>
                  <c:pt idx="2131">
                    <c:v>Central Georgia Technical College</c:v>
                  </c:pt>
                  <c:pt idx="2132">
                    <c:v>Dabney S Lancaster Community College</c:v>
                  </c:pt>
                  <c:pt idx="2133">
                    <c:v>Cambria Rowe Business College</c:v>
                  </c:pt>
                  <c:pt idx="2134">
                    <c:v>Heritage College</c:v>
                  </c:pt>
                  <c:pt idx="2135">
                    <c:v>Sanford-Brown College of Fenton, MO</c:v>
                  </c:pt>
                  <c:pt idx="2136">
                    <c:v>Richmond Community College</c:v>
                  </c:pt>
                  <c:pt idx="2137">
                    <c:v>IBMC College</c:v>
                  </c:pt>
                  <c:pt idx="2138">
                    <c:v>Musicians Institute</c:v>
                  </c:pt>
                  <c:pt idx="2139">
                    <c:v>Carrington College of Mesa, AZ</c:v>
                  </c:pt>
                  <c:pt idx="2140">
                    <c:v>Mid-South Community College</c:v>
                  </c:pt>
                  <c:pt idx="2141">
                    <c:v>National College</c:v>
                  </c:pt>
                  <c:pt idx="2142">
                    <c:v>Southeastern College</c:v>
                  </c:pt>
                  <c:pt idx="2143">
                    <c:v>National College Of Business And Technology</c:v>
                  </c:pt>
                  <c:pt idx="2144">
                    <c:v>College Of The Albemarle</c:v>
                  </c:pt>
                  <c:pt idx="2145">
                    <c:v>Nationwide Beauty Academy</c:v>
                  </c:pt>
                  <c:pt idx="2146">
                    <c:v>Wichita Technical Institute</c:v>
                  </c:pt>
                  <c:pt idx="2147">
                    <c:v>Santa Barbara Business College</c:v>
                  </c:pt>
                  <c:pt idx="2148">
                    <c:v>James Sprunt Community College</c:v>
                  </c:pt>
                  <c:pt idx="2149">
                    <c:v>Mayland Community College</c:v>
                  </c:pt>
                  <c:pt idx="2150">
                    <c:v>Sampson Community College</c:v>
                  </c:pt>
                  <c:pt idx="2151">
                    <c:v>Missouri College</c:v>
                  </c:pt>
                  <c:pt idx="2152">
                    <c:v>Santa Fe University Of Art And Design</c:v>
                  </c:pt>
                  <c:pt idx="2153">
                    <c:v>Argosy University</c:v>
                  </c:pt>
                  <c:pt idx="2154">
                    <c:v>Bradford School of Columbus, OH</c:v>
                  </c:pt>
                  <c:pt idx="2155">
                    <c:v>Lively Technical Center</c:v>
                  </c:pt>
                  <c:pt idx="2156">
                    <c:v>Olympian Academy Of Cosmetology</c:v>
                  </c:pt>
                  <c:pt idx="2157">
                    <c:v>Salter College</c:v>
                  </c:pt>
                  <c:pt idx="2158">
                    <c:v>Columbia International University</c:v>
                  </c:pt>
                  <c:pt idx="2159">
                    <c:v>Eastern College Of Health Vocations</c:v>
                  </c:pt>
                  <c:pt idx="2160">
                    <c:v>Wright Career College</c:v>
                  </c:pt>
                  <c:pt idx="2161">
                    <c:v>Douglas J Aveda Institute</c:v>
                  </c:pt>
                  <c:pt idx="2162">
                    <c:v>Nevada State College</c:v>
                  </c:pt>
                  <c:pt idx="2163">
                    <c:v>Platt College of Tulsa, OK</c:v>
                  </c:pt>
                  <c:pt idx="2164">
                    <c:v>Empire Beauty School of Moosic, PA</c:v>
                  </c:pt>
                  <c:pt idx="2165">
                    <c:v>Northeastern Technical College</c:v>
                  </c:pt>
                  <c:pt idx="2166">
                    <c:v>Fortis College of Largo, FL</c:v>
                  </c:pt>
                  <c:pt idx="2167">
                    <c:v>McDowell Technical Community College</c:v>
                  </c:pt>
                  <c:pt idx="2168">
                    <c:v>Lake Erie College</c:v>
                  </c:pt>
                  <c:pt idx="2169">
                    <c:v>Pinellas Technical Education Center - Clearwater Campus</c:v>
                  </c:pt>
                  <c:pt idx="2170">
                    <c:v>Baltimore School Of Massage</c:v>
                  </c:pt>
                  <c:pt idx="2171">
                    <c:v>Fortis College of Richmond, VA</c:v>
                  </c:pt>
                  <c:pt idx="2172">
                    <c:v>King University</c:v>
                  </c:pt>
                  <c:pt idx="2173">
                    <c:v>Aveda Institute Covington</c:v>
                  </c:pt>
                  <c:pt idx="2174">
                    <c:v>Paul Mitchell The School of Costa Mesa, CA</c:v>
                  </c:pt>
                  <c:pt idx="2175">
                    <c:v>New Mexico Military Institute</c:v>
                  </c:pt>
                  <c:pt idx="2176">
                    <c:v>Kansas City Art Institute</c:v>
                  </c:pt>
                  <c:pt idx="2177">
                    <c:v>Stautzenberger College</c:v>
                  </c:pt>
                  <c:pt idx="2178">
                    <c:v>Dorsey School Of Business</c:v>
                  </c:pt>
                  <c:pt idx="2179">
                    <c:v>Empire Beauty School of Philadelphia, PA</c:v>
                  </c:pt>
                  <c:pt idx="2180">
                    <c:v>Regency Beauty Institute</c:v>
                  </c:pt>
                  <c:pt idx="2181">
                    <c:v>Cleveland Institute Of Dental - Medical Assistants</c:v>
                  </c:pt>
                  <c:pt idx="2182">
                    <c:v>McNally Smith College Of Music</c:v>
                  </c:pt>
                  <c:pt idx="2183">
                    <c:v>Landmark College</c:v>
                  </c:pt>
                  <c:pt idx="2184">
                    <c:v>Minneapolis Business College</c:v>
                  </c:pt>
                  <c:pt idx="2185">
                    <c:v>Kansas Wesleyan University</c:v>
                  </c:pt>
                  <c:pt idx="2186">
                    <c:v>Sunstate Academy</c:v>
                  </c:pt>
                  <c:pt idx="2187">
                    <c:v>Milan Institute of Palm Desert, CA</c:v>
                  </c:pt>
                  <c:pt idx="2188">
                    <c:v>Empire Beauty School of Portland, ME</c:v>
                  </c:pt>
                  <c:pt idx="2189">
                    <c:v>Prism Career Institute</c:v>
                  </c:pt>
                  <c:pt idx="2190">
                    <c:v>Capri Institute Of Hair Design</c:v>
                  </c:pt>
                  <c:pt idx="2191">
                    <c:v>Latter Day Saints Business College</c:v>
                  </c:pt>
                  <c:pt idx="2192">
                    <c:v>Midred Elley College And Austin's School Of Spa Technology</c:v>
                  </c:pt>
                  <c:pt idx="2193">
                    <c:v>Bel - Rea Institute Of Animal Technology</c:v>
                  </c:pt>
                  <c:pt idx="2194">
                    <c:v>Florida College Of Natural Health</c:v>
                  </c:pt>
                  <c:pt idx="2195">
                    <c:v>Northern Illinois University</c:v>
                  </c:pt>
                  <c:pt idx="2196">
                    <c:v>Rutgers</c:v>
                  </c:pt>
                  <c:pt idx="2197">
                    <c:v>Spelman College</c:v>
                  </c:pt>
                  <c:pt idx="2198">
                    <c:v>San Francisco State University</c:v>
                  </c:pt>
                  <c:pt idx="2199">
                    <c:v>San Jose State University</c:v>
                  </c:pt>
                  <c:pt idx="2200">
                    <c:v>Chicago State University</c:v>
                  </c:pt>
                  <c:pt idx="2201">
                    <c:v>City College Of New York - CUNY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1137-7405-42D2-84DE-F8EA208DA7BA}"/>
            </c:ext>
          </c:extLst>
        </c:ser>
        <c:ser>
          <c:idx val="3"/>
          <c:order val="3"/>
          <c:tx>
            <c:v>Community Colleges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FAA523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8-7405-42D2-84DE-F8EA208DA7B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9-7405-42D2-84DE-F8EA208DA7B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A-7405-42D2-84DE-F8EA208DA7B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B-7405-42D2-84DE-F8EA208DA7B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C-7405-42D2-84DE-F8EA208DA7B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D-7405-42D2-84DE-F8EA208DA7B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E-7405-42D2-84DE-F8EA208DA7B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3F-7405-42D2-84DE-F8EA208DA7B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0-7405-42D2-84DE-F8EA208DA7B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1-7405-42D2-84DE-F8EA208DA7B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2-7405-42D2-84DE-F8EA208DA7B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3-7405-42D2-84DE-F8EA208DA7B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4-7405-42D2-84DE-F8EA208DA7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5-7405-42D2-84DE-F8EA208DA7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6-7405-42D2-84DE-F8EA208DA7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7-7405-42D2-84DE-F8EA208DA7B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8-7405-42D2-84DE-F8EA208DA7B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9-7405-42D2-84DE-F8EA208DA7B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A-7405-42D2-84DE-F8EA208DA7B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B-7405-42D2-84DE-F8EA208DA7BA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C-7405-42D2-84DE-F8EA208DA7BA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D-7405-42D2-84DE-F8EA208DA7B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E-7405-42D2-84DE-F8EA208DA7B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4F-7405-42D2-84DE-F8EA208DA7B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0-7405-42D2-84DE-F8EA208DA7B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1-7405-42D2-84DE-F8EA208DA7BA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2-7405-42D2-84DE-F8EA208DA7B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3-7405-42D2-84DE-F8EA208DA7BA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4-7405-42D2-84DE-F8EA208DA7BA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5-7405-42D2-84DE-F8EA208DA7BA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6-7405-42D2-84DE-F8EA208DA7BA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7-7405-42D2-84DE-F8EA208DA7BA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8-7405-42D2-84DE-F8EA208DA7BA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9-7405-42D2-84DE-F8EA208DA7BA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A-7405-42D2-84DE-F8EA208DA7BA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B-7405-42D2-84DE-F8EA208DA7BA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C-7405-42D2-84DE-F8EA208DA7BA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D-7405-42D2-84DE-F8EA208DA7BA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E-7405-42D2-84DE-F8EA208DA7BA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5F-7405-42D2-84DE-F8EA208DA7BA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0-7405-42D2-84DE-F8EA208DA7BA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1-7405-42D2-84DE-F8EA208DA7BA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2-7405-42D2-84DE-F8EA208DA7BA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3-7405-42D2-84DE-F8EA208DA7BA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4-7405-42D2-84DE-F8EA208DA7BA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5-7405-42D2-84DE-F8EA208DA7BA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6-7405-42D2-84DE-F8EA208DA7BA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7-7405-42D2-84DE-F8EA208DA7BA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8-7405-42D2-84DE-F8EA208DA7BA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9-7405-42D2-84DE-F8EA208DA7BA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A-7405-42D2-84DE-F8EA208DA7BA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B-7405-42D2-84DE-F8EA208DA7BA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C-7405-42D2-84DE-F8EA208DA7BA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D-7405-42D2-84DE-F8EA208DA7BA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E-7405-42D2-84DE-F8EA208DA7BA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6F-7405-42D2-84DE-F8EA208DA7BA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0-7405-42D2-84DE-F8EA208DA7BA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1-7405-42D2-84DE-F8EA208DA7BA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2-7405-42D2-84DE-F8EA208DA7BA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3-7405-42D2-84DE-F8EA208DA7BA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4-7405-42D2-84DE-F8EA208DA7BA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5-7405-42D2-84DE-F8EA208DA7BA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6-7405-42D2-84DE-F8EA208DA7BA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7-7405-42D2-84DE-F8EA208DA7BA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8-7405-42D2-84DE-F8EA208DA7BA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9-7405-42D2-84DE-F8EA208DA7BA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A-7405-42D2-84DE-F8EA208DA7BA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B-7405-42D2-84DE-F8EA208DA7BA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C-7405-42D2-84DE-F8EA208DA7BA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D-7405-42D2-84DE-F8EA208DA7BA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E-7405-42D2-84DE-F8EA208DA7BA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7F-7405-42D2-84DE-F8EA208DA7BA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0-7405-42D2-84DE-F8EA208DA7BA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1-7405-42D2-84DE-F8EA208DA7BA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2-7405-42D2-84DE-F8EA208DA7BA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3-7405-42D2-84DE-F8EA208DA7BA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4-7405-42D2-84DE-F8EA208DA7BA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5-7405-42D2-84DE-F8EA208DA7BA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6-7405-42D2-84DE-F8EA208DA7BA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7-7405-42D2-84DE-F8EA208DA7BA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8-7405-42D2-84DE-F8EA208DA7BA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9-7405-42D2-84DE-F8EA208DA7BA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A-7405-42D2-84DE-F8EA208DA7BA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B-7405-42D2-84DE-F8EA208DA7BA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C-7405-42D2-84DE-F8EA208DA7BA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D-7405-42D2-84DE-F8EA208DA7BA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E-7405-42D2-84DE-F8EA208DA7BA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8F-7405-42D2-84DE-F8EA208DA7BA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0-7405-42D2-84DE-F8EA208DA7BA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1-7405-42D2-84DE-F8EA208DA7BA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2-7405-42D2-84DE-F8EA208DA7BA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3-7405-42D2-84DE-F8EA208DA7BA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4-7405-42D2-84DE-F8EA208DA7BA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5-7405-42D2-84DE-F8EA208DA7BA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6-7405-42D2-84DE-F8EA208DA7BA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7-7405-42D2-84DE-F8EA208DA7BA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8-7405-42D2-84DE-F8EA208DA7BA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9-7405-42D2-84DE-F8EA208DA7BA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A-7405-42D2-84DE-F8EA208DA7BA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B-7405-42D2-84DE-F8EA208DA7BA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C-7405-42D2-84DE-F8EA208DA7BA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D-7405-42D2-84DE-F8EA208DA7BA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E-7405-42D2-84DE-F8EA208DA7BA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9F-7405-42D2-84DE-F8EA208DA7BA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0-7405-42D2-84DE-F8EA208DA7BA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1-7405-42D2-84DE-F8EA208DA7BA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2-7405-42D2-84DE-F8EA208DA7BA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3-7405-42D2-84DE-F8EA208DA7BA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4-7405-42D2-84DE-F8EA208DA7BA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5-7405-42D2-84DE-F8EA208DA7BA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6-7405-42D2-84DE-F8EA208DA7BA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7-7405-42D2-84DE-F8EA208DA7BA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8-7405-42D2-84DE-F8EA208DA7BA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9-7405-42D2-84DE-F8EA208DA7BA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A-7405-42D2-84DE-F8EA208DA7BA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B-7405-42D2-84DE-F8EA208DA7BA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C-7405-42D2-84DE-F8EA208DA7BA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D-7405-42D2-84DE-F8EA208DA7BA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E-7405-42D2-84DE-F8EA208DA7BA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AF-7405-42D2-84DE-F8EA208DA7BA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0-7405-42D2-84DE-F8EA208DA7BA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1-7405-42D2-84DE-F8EA208DA7BA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2-7405-42D2-84DE-F8EA208DA7BA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3-7405-42D2-84DE-F8EA208DA7BA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4-7405-42D2-84DE-F8EA208DA7BA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5-7405-42D2-84DE-F8EA208DA7BA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6-7405-42D2-84DE-F8EA208DA7BA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7-7405-42D2-84DE-F8EA208DA7BA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8-7405-42D2-84DE-F8EA208DA7BA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9-7405-42D2-84DE-F8EA208DA7BA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A-7405-42D2-84DE-F8EA208DA7BA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B-7405-42D2-84DE-F8EA208DA7BA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C-7405-42D2-84DE-F8EA208DA7BA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D-7405-42D2-84DE-F8EA208DA7BA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E-7405-42D2-84DE-F8EA208DA7BA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BF-7405-42D2-84DE-F8EA208DA7BA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0-7405-42D2-84DE-F8EA208DA7BA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1-7405-42D2-84DE-F8EA208DA7BA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2-7405-42D2-84DE-F8EA208DA7BA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3-7405-42D2-84DE-F8EA208DA7BA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4-7405-42D2-84DE-F8EA208DA7BA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5-7405-42D2-84DE-F8EA208DA7BA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6-7405-42D2-84DE-F8EA208DA7BA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7-7405-42D2-84DE-F8EA208DA7BA}"/>
                </c:ext>
              </c:extLst>
            </c:dLbl>
            <c:dLbl>
              <c:idx val="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8-7405-42D2-84DE-F8EA208DA7BA}"/>
                </c:ext>
              </c:extLst>
            </c:dLbl>
            <c:dLbl>
              <c:idx val="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9-7405-42D2-84DE-F8EA208DA7BA}"/>
                </c:ext>
              </c:extLst>
            </c:dLbl>
            <c:dLbl>
              <c:idx val="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A-7405-42D2-84DE-F8EA208DA7BA}"/>
                </c:ext>
              </c:extLst>
            </c:dLbl>
            <c:dLbl>
              <c:idx val="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B-7405-42D2-84DE-F8EA208DA7BA}"/>
                </c:ext>
              </c:extLst>
            </c:dLbl>
            <c:dLbl>
              <c:idx val="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C-7405-42D2-84DE-F8EA208DA7BA}"/>
                </c:ext>
              </c:extLst>
            </c:dLbl>
            <c:dLbl>
              <c:idx val="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D-7405-42D2-84DE-F8EA208DA7BA}"/>
                </c:ext>
              </c:extLst>
            </c:dLbl>
            <c:dLbl>
              <c:idx val="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E-7405-42D2-84DE-F8EA208DA7BA}"/>
                </c:ext>
              </c:extLst>
            </c:dLbl>
            <c:dLbl>
              <c:idx val="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CF-7405-42D2-84DE-F8EA208DA7BA}"/>
                </c:ext>
              </c:extLst>
            </c:dLbl>
            <c:dLbl>
              <c:idx val="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0-7405-42D2-84DE-F8EA208DA7BA}"/>
                </c:ext>
              </c:extLst>
            </c:dLbl>
            <c:dLbl>
              <c:idx val="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1-7405-42D2-84DE-F8EA208DA7BA}"/>
                </c:ext>
              </c:extLst>
            </c:dLbl>
            <c:dLbl>
              <c:idx val="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2-7405-42D2-84DE-F8EA208DA7BA}"/>
                </c:ext>
              </c:extLst>
            </c:dLbl>
            <c:dLbl>
              <c:idx val="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3-7405-42D2-84DE-F8EA208DA7BA}"/>
                </c:ext>
              </c:extLst>
            </c:dLbl>
            <c:dLbl>
              <c:idx val="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4-7405-42D2-84DE-F8EA208DA7BA}"/>
                </c:ext>
              </c:extLst>
            </c:dLbl>
            <c:dLbl>
              <c:idx val="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5-7405-42D2-84DE-F8EA208DA7BA}"/>
                </c:ext>
              </c:extLst>
            </c:dLbl>
            <c:dLbl>
              <c:idx val="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6-7405-42D2-84DE-F8EA208DA7BA}"/>
                </c:ext>
              </c:extLst>
            </c:dLbl>
            <c:dLbl>
              <c:idx val="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7-7405-42D2-84DE-F8EA208DA7BA}"/>
                </c:ext>
              </c:extLst>
            </c:dLbl>
            <c:dLbl>
              <c:idx val="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8-7405-42D2-84DE-F8EA208DA7BA}"/>
                </c:ext>
              </c:extLst>
            </c:dLbl>
            <c:dLbl>
              <c:idx val="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9-7405-42D2-84DE-F8EA208DA7BA}"/>
                </c:ext>
              </c:extLst>
            </c:dLbl>
            <c:dLbl>
              <c:idx val="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A-7405-42D2-84DE-F8EA208DA7BA}"/>
                </c:ext>
              </c:extLst>
            </c:dLbl>
            <c:dLbl>
              <c:idx val="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B-7405-42D2-84DE-F8EA208DA7BA}"/>
                </c:ext>
              </c:extLst>
            </c:dLbl>
            <c:dLbl>
              <c:idx val="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C-7405-42D2-84DE-F8EA208DA7BA}"/>
                </c:ext>
              </c:extLst>
            </c:dLbl>
            <c:dLbl>
              <c:idx val="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D-7405-42D2-84DE-F8EA208DA7BA}"/>
                </c:ext>
              </c:extLst>
            </c:dLbl>
            <c:dLbl>
              <c:idx val="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E-7405-42D2-84DE-F8EA208DA7BA}"/>
                </c:ext>
              </c:extLst>
            </c:dLbl>
            <c:dLbl>
              <c:idx val="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DF-7405-42D2-84DE-F8EA208DA7BA}"/>
                </c:ext>
              </c:extLst>
            </c:dLbl>
            <c:dLbl>
              <c:idx val="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0-7405-42D2-84DE-F8EA208DA7BA}"/>
                </c:ext>
              </c:extLst>
            </c:dLbl>
            <c:dLbl>
              <c:idx val="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1-7405-42D2-84DE-F8EA208DA7BA}"/>
                </c:ext>
              </c:extLst>
            </c:dLbl>
            <c:dLbl>
              <c:idx val="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2-7405-42D2-84DE-F8EA208DA7BA}"/>
                </c:ext>
              </c:extLst>
            </c:dLbl>
            <c:dLbl>
              <c:idx val="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3-7405-42D2-84DE-F8EA208DA7BA}"/>
                </c:ext>
              </c:extLst>
            </c:dLbl>
            <c:dLbl>
              <c:idx val="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4-7405-42D2-84DE-F8EA208DA7BA}"/>
                </c:ext>
              </c:extLst>
            </c:dLbl>
            <c:dLbl>
              <c:idx val="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5-7405-42D2-84DE-F8EA208DA7BA}"/>
                </c:ext>
              </c:extLst>
            </c:dLbl>
            <c:dLbl>
              <c:idx val="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6-7405-42D2-84DE-F8EA208DA7BA}"/>
                </c:ext>
              </c:extLst>
            </c:dLbl>
            <c:dLbl>
              <c:idx val="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7-7405-42D2-84DE-F8EA208DA7BA}"/>
                </c:ext>
              </c:extLst>
            </c:dLbl>
            <c:dLbl>
              <c:idx val="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8-7405-42D2-84DE-F8EA208DA7BA}"/>
                </c:ext>
              </c:extLst>
            </c:dLbl>
            <c:dLbl>
              <c:idx val="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9-7405-42D2-84DE-F8EA208DA7BA}"/>
                </c:ext>
              </c:extLst>
            </c:dLbl>
            <c:dLbl>
              <c:idx val="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A-7405-42D2-84DE-F8EA208DA7BA}"/>
                </c:ext>
              </c:extLst>
            </c:dLbl>
            <c:dLbl>
              <c:idx val="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B-7405-42D2-84DE-F8EA208DA7BA}"/>
                </c:ext>
              </c:extLst>
            </c:dLbl>
            <c:dLbl>
              <c:idx val="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C-7405-42D2-84DE-F8EA208DA7BA}"/>
                </c:ext>
              </c:extLst>
            </c:dLbl>
            <c:dLbl>
              <c:idx val="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D-7405-42D2-84DE-F8EA208DA7BA}"/>
                </c:ext>
              </c:extLst>
            </c:dLbl>
            <c:dLbl>
              <c:idx val="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E-7405-42D2-84DE-F8EA208DA7BA}"/>
                </c:ext>
              </c:extLst>
            </c:dLbl>
            <c:dLbl>
              <c:idx val="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EF-7405-42D2-84DE-F8EA208DA7BA}"/>
                </c:ext>
              </c:extLst>
            </c:dLbl>
            <c:dLbl>
              <c:idx val="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0-7405-42D2-84DE-F8EA208DA7BA}"/>
                </c:ext>
              </c:extLst>
            </c:dLbl>
            <c:dLbl>
              <c:idx val="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1-7405-42D2-84DE-F8EA208DA7BA}"/>
                </c:ext>
              </c:extLst>
            </c:dLbl>
            <c:dLbl>
              <c:idx val="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2-7405-42D2-84DE-F8EA208DA7BA}"/>
                </c:ext>
              </c:extLst>
            </c:dLbl>
            <c:dLbl>
              <c:idx val="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3-7405-42D2-84DE-F8EA208DA7BA}"/>
                </c:ext>
              </c:extLst>
            </c:dLbl>
            <c:dLbl>
              <c:idx val="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4-7405-42D2-84DE-F8EA208DA7BA}"/>
                </c:ext>
              </c:extLst>
            </c:dLbl>
            <c:dLbl>
              <c:idx val="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5-7405-42D2-84DE-F8EA208DA7BA}"/>
                </c:ext>
              </c:extLst>
            </c:dLbl>
            <c:dLbl>
              <c:idx val="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6-7405-42D2-84DE-F8EA208DA7BA}"/>
                </c:ext>
              </c:extLst>
            </c:dLbl>
            <c:dLbl>
              <c:idx val="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7-7405-42D2-84DE-F8EA208DA7BA}"/>
                </c:ext>
              </c:extLst>
            </c:dLbl>
            <c:dLbl>
              <c:idx val="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8-7405-42D2-84DE-F8EA208DA7BA}"/>
                </c:ext>
              </c:extLst>
            </c:dLbl>
            <c:dLbl>
              <c:idx val="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9-7405-42D2-84DE-F8EA208DA7BA}"/>
                </c:ext>
              </c:extLst>
            </c:dLbl>
            <c:dLbl>
              <c:idx val="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A-7405-42D2-84DE-F8EA208DA7BA}"/>
                </c:ext>
              </c:extLst>
            </c:dLbl>
            <c:dLbl>
              <c:idx val="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B-7405-42D2-84DE-F8EA208DA7BA}"/>
                </c:ext>
              </c:extLst>
            </c:dLbl>
            <c:dLbl>
              <c:idx val="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C-7405-42D2-84DE-F8EA208DA7BA}"/>
                </c:ext>
              </c:extLst>
            </c:dLbl>
            <c:dLbl>
              <c:idx val="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D-7405-42D2-84DE-F8EA208DA7BA}"/>
                </c:ext>
              </c:extLst>
            </c:dLbl>
            <c:dLbl>
              <c:idx val="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E-7405-42D2-84DE-F8EA208DA7BA}"/>
                </c:ext>
              </c:extLst>
            </c:dLbl>
            <c:dLbl>
              <c:idx val="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1FF-7405-42D2-84DE-F8EA208DA7BA}"/>
                </c:ext>
              </c:extLst>
            </c:dLbl>
            <c:dLbl>
              <c:idx val="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0-7405-42D2-84DE-F8EA208DA7BA}"/>
                </c:ext>
              </c:extLst>
            </c:dLbl>
            <c:dLbl>
              <c:idx val="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1-7405-42D2-84DE-F8EA208DA7BA}"/>
                </c:ext>
              </c:extLst>
            </c:dLbl>
            <c:dLbl>
              <c:idx val="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2-7405-42D2-84DE-F8EA208DA7BA}"/>
                </c:ext>
              </c:extLst>
            </c:dLbl>
            <c:dLbl>
              <c:idx val="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3-7405-42D2-84DE-F8EA208DA7BA}"/>
                </c:ext>
              </c:extLst>
            </c:dLbl>
            <c:dLbl>
              <c:idx val="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4-7405-42D2-84DE-F8EA208DA7BA}"/>
                </c:ext>
              </c:extLst>
            </c:dLbl>
            <c:dLbl>
              <c:idx val="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5-7405-42D2-84DE-F8EA208DA7BA}"/>
                </c:ext>
              </c:extLst>
            </c:dLbl>
            <c:dLbl>
              <c:idx val="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6-7405-42D2-84DE-F8EA208DA7BA}"/>
                </c:ext>
              </c:extLst>
            </c:dLbl>
            <c:dLbl>
              <c:idx val="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7-7405-42D2-84DE-F8EA208DA7BA}"/>
                </c:ext>
              </c:extLst>
            </c:dLbl>
            <c:dLbl>
              <c:idx val="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8-7405-42D2-84DE-F8EA208DA7BA}"/>
                </c:ext>
              </c:extLst>
            </c:dLbl>
            <c:dLbl>
              <c:idx val="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9-7405-42D2-84DE-F8EA208DA7BA}"/>
                </c:ext>
              </c:extLst>
            </c:dLbl>
            <c:dLbl>
              <c:idx val="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A-7405-42D2-84DE-F8EA208DA7BA}"/>
                </c:ext>
              </c:extLst>
            </c:dLbl>
            <c:dLbl>
              <c:idx val="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B-7405-42D2-84DE-F8EA208DA7BA}"/>
                </c:ext>
              </c:extLst>
            </c:dLbl>
            <c:dLbl>
              <c:idx val="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C-7405-42D2-84DE-F8EA208DA7BA}"/>
                </c:ext>
              </c:extLst>
            </c:dLbl>
            <c:dLbl>
              <c:idx val="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D-7405-42D2-84DE-F8EA208DA7BA}"/>
                </c:ext>
              </c:extLst>
            </c:dLbl>
            <c:dLbl>
              <c:idx val="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E-7405-42D2-84DE-F8EA208DA7BA}"/>
                </c:ext>
              </c:extLst>
            </c:dLbl>
            <c:dLbl>
              <c:idx val="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0F-7405-42D2-84DE-F8EA208DA7BA}"/>
                </c:ext>
              </c:extLst>
            </c:dLbl>
            <c:dLbl>
              <c:idx val="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0-7405-42D2-84DE-F8EA208DA7BA}"/>
                </c:ext>
              </c:extLst>
            </c:dLbl>
            <c:dLbl>
              <c:idx val="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1-7405-42D2-84DE-F8EA208DA7BA}"/>
                </c:ext>
              </c:extLst>
            </c:dLbl>
            <c:dLbl>
              <c:idx val="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2-7405-42D2-84DE-F8EA208DA7BA}"/>
                </c:ext>
              </c:extLst>
            </c:dLbl>
            <c:dLbl>
              <c:idx val="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3-7405-42D2-84DE-F8EA208DA7BA}"/>
                </c:ext>
              </c:extLst>
            </c:dLbl>
            <c:dLbl>
              <c:idx val="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4-7405-42D2-84DE-F8EA208DA7BA}"/>
                </c:ext>
              </c:extLst>
            </c:dLbl>
            <c:dLbl>
              <c:idx val="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5-7405-42D2-84DE-F8EA208DA7BA}"/>
                </c:ext>
              </c:extLst>
            </c:dLbl>
            <c:dLbl>
              <c:idx val="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6-7405-42D2-84DE-F8EA208DA7BA}"/>
                </c:ext>
              </c:extLst>
            </c:dLbl>
            <c:dLbl>
              <c:idx val="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7-7405-42D2-84DE-F8EA208DA7BA}"/>
                </c:ext>
              </c:extLst>
            </c:dLbl>
            <c:dLbl>
              <c:idx val="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8-7405-42D2-84DE-F8EA208DA7BA}"/>
                </c:ext>
              </c:extLst>
            </c:dLbl>
            <c:dLbl>
              <c:idx val="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9-7405-42D2-84DE-F8EA208DA7BA}"/>
                </c:ext>
              </c:extLst>
            </c:dLbl>
            <c:dLbl>
              <c:idx val="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A-7405-42D2-84DE-F8EA208DA7BA}"/>
                </c:ext>
              </c:extLst>
            </c:dLbl>
            <c:dLbl>
              <c:idx val="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B-7405-42D2-84DE-F8EA208DA7BA}"/>
                </c:ext>
              </c:extLst>
            </c:dLbl>
            <c:dLbl>
              <c:idx val="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C-7405-42D2-84DE-F8EA208DA7BA}"/>
                </c:ext>
              </c:extLst>
            </c:dLbl>
            <c:dLbl>
              <c:idx val="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D-7405-42D2-84DE-F8EA208DA7BA}"/>
                </c:ext>
              </c:extLst>
            </c:dLbl>
            <c:dLbl>
              <c:idx val="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E-7405-42D2-84DE-F8EA208DA7BA}"/>
                </c:ext>
              </c:extLst>
            </c:dLbl>
            <c:dLbl>
              <c:idx val="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1F-7405-42D2-84DE-F8EA208DA7BA}"/>
                </c:ext>
              </c:extLst>
            </c:dLbl>
            <c:dLbl>
              <c:idx val="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0-7405-42D2-84DE-F8EA208DA7BA}"/>
                </c:ext>
              </c:extLst>
            </c:dLbl>
            <c:dLbl>
              <c:idx val="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1-7405-42D2-84DE-F8EA208DA7BA}"/>
                </c:ext>
              </c:extLst>
            </c:dLbl>
            <c:dLbl>
              <c:idx val="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2-7405-42D2-84DE-F8EA208DA7BA}"/>
                </c:ext>
              </c:extLst>
            </c:dLbl>
            <c:dLbl>
              <c:idx val="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3-7405-42D2-84DE-F8EA208DA7BA}"/>
                </c:ext>
              </c:extLst>
            </c:dLbl>
            <c:dLbl>
              <c:idx val="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4-7405-42D2-84DE-F8EA208DA7BA}"/>
                </c:ext>
              </c:extLst>
            </c:dLbl>
            <c:dLbl>
              <c:idx val="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5-7405-42D2-84DE-F8EA208DA7BA}"/>
                </c:ext>
              </c:extLst>
            </c:dLbl>
            <c:dLbl>
              <c:idx val="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6-7405-42D2-84DE-F8EA208DA7BA}"/>
                </c:ext>
              </c:extLst>
            </c:dLbl>
            <c:dLbl>
              <c:idx val="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7-7405-42D2-84DE-F8EA208DA7BA}"/>
                </c:ext>
              </c:extLst>
            </c:dLbl>
            <c:dLbl>
              <c:idx val="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8-7405-42D2-84DE-F8EA208DA7BA}"/>
                </c:ext>
              </c:extLst>
            </c:dLbl>
            <c:dLbl>
              <c:idx val="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9-7405-42D2-84DE-F8EA208DA7BA}"/>
                </c:ext>
              </c:extLst>
            </c:dLbl>
            <c:dLbl>
              <c:idx val="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A-7405-42D2-84DE-F8EA208DA7BA}"/>
                </c:ext>
              </c:extLst>
            </c:dLbl>
            <c:dLbl>
              <c:idx val="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B-7405-42D2-84DE-F8EA208DA7BA}"/>
                </c:ext>
              </c:extLst>
            </c:dLbl>
            <c:dLbl>
              <c:idx val="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C-7405-42D2-84DE-F8EA208DA7BA}"/>
                </c:ext>
              </c:extLst>
            </c:dLbl>
            <c:dLbl>
              <c:idx val="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D-7405-42D2-84DE-F8EA208DA7BA}"/>
                </c:ext>
              </c:extLst>
            </c:dLbl>
            <c:dLbl>
              <c:idx val="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E-7405-42D2-84DE-F8EA208DA7BA}"/>
                </c:ext>
              </c:extLst>
            </c:dLbl>
            <c:dLbl>
              <c:idx val="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2F-7405-42D2-84DE-F8EA208DA7BA}"/>
                </c:ext>
              </c:extLst>
            </c:dLbl>
            <c:dLbl>
              <c:idx val="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0-7405-42D2-84DE-F8EA208DA7BA}"/>
                </c:ext>
              </c:extLst>
            </c:dLbl>
            <c:dLbl>
              <c:idx val="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1-7405-42D2-84DE-F8EA208DA7BA}"/>
                </c:ext>
              </c:extLst>
            </c:dLbl>
            <c:dLbl>
              <c:idx val="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2-7405-42D2-84DE-F8EA208DA7BA}"/>
                </c:ext>
              </c:extLst>
            </c:dLbl>
            <c:dLbl>
              <c:idx val="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3-7405-42D2-84DE-F8EA208DA7BA}"/>
                </c:ext>
              </c:extLst>
            </c:dLbl>
            <c:dLbl>
              <c:idx val="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4-7405-42D2-84DE-F8EA208DA7BA}"/>
                </c:ext>
              </c:extLst>
            </c:dLbl>
            <c:dLbl>
              <c:idx val="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5-7405-42D2-84DE-F8EA208DA7BA}"/>
                </c:ext>
              </c:extLst>
            </c:dLbl>
            <c:dLbl>
              <c:idx val="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6-7405-42D2-84DE-F8EA208DA7BA}"/>
                </c:ext>
              </c:extLst>
            </c:dLbl>
            <c:dLbl>
              <c:idx val="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7-7405-42D2-84DE-F8EA208DA7BA}"/>
                </c:ext>
              </c:extLst>
            </c:dLbl>
            <c:dLbl>
              <c:idx val="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8-7405-42D2-84DE-F8EA208DA7BA}"/>
                </c:ext>
              </c:extLst>
            </c:dLbl>
            <c:dLbl>
              <c:idx val="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9-7405-42D2-84DE-F8EA208DA7BA}"/>
                </c:ext>
              </c:extLst>
            </c:dLbl>
            <c:dLbl>
              <c:idx val="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A-7405-42D2-84DE-F8EA208DA7BA}"/>
                </c:ext>
              </c:extLst>
            </c:dLbl>
            <c:dLbl>
              <c:idx val="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B-7405-42D2-84DE-F8EA208DA7BA}"/>
                </c:ext>
              </c:extLst>
            </c:dLbl>
            <c:dLbl>
              <c:idx val="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C-7405-42D2-84DE-F8EA208DA7BA}"/>
                </c:ext>
              </c:extLst>
            </c:dLbl>
            <c:dLbl>
              <c:idx val="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D-7405-42D2-84DE-F8EA208DA7BA}"/>
                </c:ext>
              </c:extLst>
            </c:dLbl>
            <c:dLbl>
              <c:idx val="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E-7405-42D2-84DE-F8EA208DA7BA}"/>
                </c:ext>
              </c:extLst>
            </c:dLbl>
            <c:dLbl>
              <c:idx val="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3F-7405-42D2-84DE-F8EA208DA7BA}"/>
                </c:ext>
              </c:extLst>
            </c:dLbl>
            <c:dLbl>
              <c:idx val="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0-7405-42D2-84DE-F8EA208DA7BA}"/>
                </c:ext>
              </c:extLst>
            </c:dLbl>
            <c:dLbl>
              <c:idx val="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1-7405-42D2-84DE-F8EA208DA7BA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2-7405-42D2-84DE-F8EA208DA7BA}"/>
                </c:ext>
              </c:extLst>
            </c:dLbl>
            <c:dLbl>
              <c:idx val="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3-7405-42D2-84DE-F8EA208DA7BA}"/>
                </c:ext>
              </c:extLst>
            </c:dLbl>
            <c:dLbl>
              <c:idx val="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4-7405-42D2-84DE-F8EA208DA7BA}"/>
                </c:ext>
              </c:extLst>
            </c:dLbl>
            <c:dLbl>
              <c:idx val="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5-7405-42D2-84DE-F8EA208DA7BA}"/>
                </c:ext>
              </c:extLst>
            </c:dLbl>
            <c:dLbl>
              <c:idx val="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6-7405-42D2-84DE-F8EA208DA7BA}"/>
                </c:ext>
              </c:extLst>
            </c:dLbl>
            <c:dLbl>
              <c:idx val="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7-7405-42D2-84DE-F8EA208DA7BA}"/>
                </c:ext>
              </c:extLst>
            </c:dLbl>
            <c:dLbl>
              <c:idx val="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8-7405-42D2-84DE-F8EA208DA7BA}"/>
                </c:ext>
              </c:extLst>
            </c:dLbl>
            <c:dLbl>
              <c:idx val="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9-7405-42D2-84DE-F8EA208DA7BA}"/>
                </c:ext>
              </c:extLst>
            </c:dLbl>
            <c:dLbl>
              <c:idx val="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A-7405-42D2-84DE-F8EA208DA7BA}"/>
                </c:ext>
              </c:extLst>
            </c:dLbl>
            <c:dLbl>
              <c:idx val="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B-7405-42D2-84DE-F8EA208DA7BA}"/>
                </c:ext>
              </c:extLst>
            </c:dLbl>
            <c:dLbl>
              <c:idx val="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C-7405-42D2-84DE-F8EA208DA7BA}"/>
                </c:ext>
              </c:extLst>
            </c:dLbl>
            <c:dLbl>
              <c:idx val="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D-7405-42D2-84DE-F8EA208DA7BA}"/>
                </c:ext>
              </c:extLst>
            </c:dLbl>
            <c:dLbl>
              <c:idx val="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E-7405-42D2-84DE-F8EA208DA7BA}"/>
                </c:ext>
              </c:extLst>
            </c:dLbl>
            <c:dLbl>
              <c:idx val="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4F-7405-42D2-84DE-F8EA208DA7BA}"/>
                </c:ext>
              </c:extLst>
            </c:dLbl>
            <c:dLbl>
              <c:idx val="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0-7405-42D2-84DE-F8EA208DA7BA}"/>
                </c:ext>
              </c:extLst>
            </c:dLbl>
            <c:dLbl>
              <c:idx val="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1-7405-42D2-84DE-F8EA208DA7BA}"/>
                </c:ext>
              </c:extLst>
            </c:dLbl>
            <c:dLbl>
              <c:idx val="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2-7405-42D2-84DE-F8EA208DA7BA}"/>
                </c:ext>
              </c:extLst>
            </c:dLbl>
            <c:dLbl>
              <c:idx val="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3-7405-42D2-84DE-F8EA208DA7BA}"/>
                </c:ext>
              </c:extLst>
            </c:dLbl>
            <c:dLbl>
              <c:idx val="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4-7405-42D2-84DE-F8EA208DA7BA}"/>
                </c:ext>
              </c:extLst>
            </c:dLbl>
            <c:dLbl>
              <c:idx val="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5-7405-42D2-84DE-F8EA208DA7BA}"/>
                </c:ext>
              </c:extLst>
            </c:dLbl>
            <c:dLbl>
              <c:idx val="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6-7405-42D2-84DE-F8EA208DA7BA}"/>
                </c:ext>
              </c:extLst>
            </c:dLbl>
            <c:dLbl>
              <c:idx val="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7-7405-42D2-84DE-F8EA208DA7BA}"/>
                </c:ext>
              </c:extLst>
            </c:dLbl>
            <c:dLbl>
              <c:idx val="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8-7405-42D2-84DE-F8EA208DA7BA}"/>
                </c:ext>
              </c:extLst>
            </c:dLbl>
            <c:dLbl>
              <c:idx val="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9-7405-42D2-84DE-F8EA208DA7BA}"/>
                </c:ext>
              </c:extLst>
            </c:dLbl>
            <c:dLbl>
              <c:idx val="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A-7405-42D2-84DE-F8EA208DA7BA}"/>
                </c:ext>
              </c:extLst>
            </c:dLbl>
            <c:dLbl>
              <c:idx val="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B-7405-42D2-84DE-F8EA208DA7BA}"/>
                </c:ext>
              </c:extLst>
            </c:dLbl>
            <c:dLbl>
              <c:idx val="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C-7405-42D2-84DE-F8EA208DA7BA}"/>
                </c:ext>
              </c:extLst>
            </c:dLbl>
            <c:dLbl>
              <c:idx val="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D-7405-42D2-84DE-F8EA208DA7BA}"/>
                </c:ext>
              </c:extLst>
            </c:dLbl>
            <c:dLbl>
              <c:idx val="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E-7405-42D2-84DE-F8EA208DA7BA}"/>
                </c:ext>
              </c:extLst>
            </c:dLbl>
            <c:dLbl>
              <c:idx val="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5F-7405-42D2-84DE-F8EA208DA7BA}"/>
                </c:ext>
              </c:extLst>
            </c:dLbl>
            <c:dLbl>
              <c:idx val="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0-7405-42D2-84DE-F8EA208DA7BA}"/>
                </c:ext>
              </c:extLst>
            </c:dLbl>
            <c:dLbl>
              <c:idx val="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1-7405-42D2-84DE-F8EA208DA7BA}"/>
                </c:ext>
              </c:extLst>
            </c:dLbl>
            <c:dLbl>
              <c:idx val="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2-7405-42D2-84DE-F8EA208DA7BA}"/>
                </c:ext>
              </c:extLst>
            </c:dLbl>
            <c:dLbl>
              <c:idx val="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3-7405-42D2-84DE-F8EA208DA7BA}"/>
                </c:ext>
              </c:extLst>
            </c:dLbl>
            <c:dLbl>
              <c:idx val="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4-7405-42D2-84DE-F8EA208DA7BA}"/>
                </c:ext>
              </c:extLst>
            </c:dLbl>
            <c:dLbl>
              <c:idx val="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5-7405-42D2-84DE-F8EA208DA7BA}"/>
                </c:ext>
              </c:extLst>
            </c:dLbl>
            <c:dLbl>
              <c:idx val="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6-7405-42D2-84DE-F8EA208DA7BA}"/>
                </c:ext>
              </c:extLst>
            </c:dLbl>
            <c:dLbl>
              <c:idx val="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7-7405-42D2-84DE-F8EA208DA7BA}"/>
                </c:ext>
              </c:extLst>
            </c:dLbl>
            <c:dLbl>
              <c:idx val="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8-7405-42D2-84DE-F8EA208DA7BA}"/>
                </c:ext>
              </c:extLst>
            </c:dLbl>
            <c:dLbl>
              <c:idx val="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9-7405-42D2-84DE-F8EA208DA7BA}"/>
                </c:ext>
              </c:extLst>
            </c:dLbl>
            <c:dLbl>
              <c:idx val="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A-7405-42D2-84DE-F8EA208DA7BA}"/>
                </c:ext>
              </c:extLst>
            </c:dLbl>
            <c:dLbl>
              <c:idx val="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B-7405-42D2-84DE-F8EA208DA7BA}"/>
                </c:ext>
              </c:extLst>
            </c:dLbl>
            <c:dLbl>
              <c:idx val="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C-7405-42D2-84DE-F8EA208DA7BA}"/>
                </c:ext>
              </c:extLst>
            </c:dLbl>
            <c:dLbl>
              <c:idx val="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D-7405-42D2-84DE-F8EA208DA7BA}"/>
                </c:ext>
              </c:extLst>
            </c:dLbl>
            <c:dLbl>
              <c:idx val="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E-7405-42D2-84DE-F8EA208DA7BA}"/>
                </c:ext>
              </c:extLst>
            </c:dLbl>
            <c:dLbl>
              <c:idx val="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6F-7405-42D2-84DE-F8EA208DA7BA}"/>
                </c:ext>
              </c:extLst>
            </c:dLbl>
            <c:dLbl>
              <c:idx val="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0-7405-42D2-84DE-F8EA208DA7BA}"/>
                </c:ext>
              </c:extLst>
            </c:dLbl>
            <c:dLbl>
              <c:idx val="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1-7405-42D2-84DE-F8EA208DA7BA}"/>
                </c:ext>
              </c:extLst>
            </c:dLbl>
            <c:dLbl>
              <c:idx val="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2-7405-42D2-84DE-F8EA208DA7BA}"/>
                </c:ext>
              </c:extLst>
            </c:dLbl>
            <c:dLbl>
              <c:idx val="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3-7405-42D2-84DE-F8EA208DA7BA}"/>
                </c:ext>
              </c:extLst>
            </c:dLbl>
            <c:dLbl>
              <c:idx val="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4-7405-42D2-84DE-F8EA208DA7BA}"/>
                </c:ext>
              </c:extLst>
            </c:dLbl>
            <c:dLbl>
              <c:idx val="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5-7405-42D2-84DE-F8EA208DA7BA}"/>
                </c:ext>
              </c:extLst>
            </c:dLbl>
            <c:dLbl>
              <c:idx val="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6-7405-42D2-84DE-F8EA208DA7BA}"/>
                </c:ext>
              </c:extLst>
            </c:dLbl>
            <c:dLbl>
              <c:idx val="319"/>
              <c:layout>
                <c:manualLayout>
                  <c:x val="-1.1134719053504105E-3"/>
                  <c:y val="-0.17879429445881861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1277-7405-42D2-84DE-F8EA208DA7BA}"/>
                </c:ext>
              </c:extLst>
            </c:dLbl>
            <c:dLbl>
              <c:idx val="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8-7405-42D2-84DE-F8EA208DA7BA}"/>
                </c:ext>
              </c:extLst>
            </c:dLbl>
            <c:dLbl>
              <c:idx val="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9-7405-42D2-84DE-F8EA208DA7BA}"/>
                </c:ext>
              </c:extLst>
            </c:dLbl>
            <c:dLbl>
              <c:idx val="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A-7405-42D2-84DE-F8EA208DA7BA}"/>
                </c:ext>
              </c:extLst>
            </c:dLbl>
            <c:dLbl>
              <c:idx val="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B-7405-42D2-84DE-F8EA208DA7BA}"/>
                </c:ext>
              </c:extLst>
            </c:dLbl>
            <c:dLbl>
              <c:idx val="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C-7405-42D2-84DE-F8EA208DA7BA}"/>
                </c:ext>
              </c:extLst>
            </c:dLbl>
            <c:dLbl>
              <c:idx val="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D-7405-42D2-84DE-F8EA208DA7BA}"/>
                </c:ext>
              </c:extLst>
            </c:dLbl>
            <c:dLbl>
              <c:idx val="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E-7405-42D2-84DE-F8EA208DA7BA}"/>
                </c:ext>
              </c:extLst>
            </c:dLbl>
            <c:dLbl>
              <c:idx val="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7F-7405-42D2-84DE-F8EA208DA7BA}"/>
                </c:ext>
              </c:extLst>
            </c:dLbl>
            <c:dLbl>
              <c:idx val="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0-7405-42D2-84DE-F8EA208DA7BA}"/>
                </c:ext>
              </c:extLst>
            </c:dLbl>
            <c:dLbl>
              <c:idx val="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1-7405-42D2-84DE-F8EA208DA7BA}"/>
                </c:ext>
              </c:extLst>
            </c:dLbl>
            <c:dLbl>
              <c:idx val="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2-7405-42D2-84DE-F8EA208DA7BA}"/>
                </c:ext>
              </c:extLst>
            </c:dLbl>
            <c:dLbl>
              <c:idx val="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3-7405-42D2-84DE-F8EA208DA7BA}"/>
                </c:ext>
              </c:extLst>
            </c:dLbl>
            <c:dLbl>
              <c:idx val="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4-7405-42D2-84DE-F8EA208DA7BA}"/>
                </c:ext>
              </c:extLst>
            </c:dLbl>
            <c:dLbl>
              <c:idx val="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5-7405-42D2-84DE-F8EA208DA7BA}"/>
                </c:ext>
              </c:extLst>
            </c:dLbl>
            <c:dLbl>
              <c:idx val="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6-7405-42D2-84DE-F8EA208DA7BA}"/>
                </c:ext>
              </c:extLst>
            </c:dLbl>
            <c:dLbl>
              <c:idx val="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7-7405-42D2-84DE-F8EA208DA7BA}"/>
                </c:ext>
              </c:extLst>
            </c:dLbl>
            <c:dLbl>
              <c:idx val="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8-7405-42D2-84DE-F8EA208DA7BA}"/>
                </c:ext>
              </c:extLst>
            </c:dLbl>
            <c:dLbl>
              <c:idx val="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9-7405-42D2-84DE-F8EA208DA7BA}"/>
                </c:ext>
              </c:extLst>
            </c:dLbl>
            <c:dLbl>
              <c:idx val="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A-7405-42D2-84DE-F8EA208DA7BA}"/>
                </c:ext>
              </c:extLst>
            </c:dLbl>
            <c:dLbl>
              <c:idx val="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B-7405-42D2-84DE-F8EA208DA7BA}"/>
                </c:ext>
              </c:extLst>
            </c:dLbl>
            <c:dLbl>
              <c:idx val="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C-7405-42D2-84DE-F8EA208DA7BA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D-7405-42D2-84DE-F8EA208DA7BA}"/>
                </c:ext>
              </c:extLst>
            </c:dLbl>
            <c:dLbl>
              <c:idx val="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E-7405-42D2-84DE-F8EA208DA7BA}"/>
                </c:ext>
              </c:extLst>
            </c:dLbl>
            <c:dLbl>
              <c:idx val="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8F-7405-42D2-84DE-F8EA208DA7BA}"/>
                </c:ext>
              </c:extLst>
            </c:dLbl>
            <c:dLbl>
              <c:idx val="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0-7405-42D2-84DE-F8EA208DA7BA}"/>
                </c:ext>
              </c:extLst>
            </c:dLbl>
            <c:dLbl>
              <c:idx val="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1-7405-42D2-84DE-F8EA208DA7BA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2-7405-42D2-84DE-F8EA208DA7BA}"/>
                </c:ext>
              </c:extLst>
            </c:dLbl>
            <c:dLbl>
              <c:idx val="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3-7405-42D2-84DE-F8EA208DA7BA}"/>
                </c:ext>
              </c:extLst>
            </c:dLbl>
            <c:dLbl>
              <c:idx val="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4-7405-42D2-84DE-F8EA208DA7BA}"/>
                </c:ext>
              </c:extLst>
            </c:dLbl>
            <c:dLbl>
              <c:idx val="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5-7405-42D2-84DE-F8EA208DA7BA}"/>
                </c:ext>
              </c:extLst>
            </c:dLbl>
            <c:dLbl>
              <c:idx val="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6-7405-42D2-84DE-F8EA208DA7BA}"/>
                </c:ext>
              </c:extLst>
            </c:dLbl>
            <c:dLbl>
              <c:idx val="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7-7405-42D2-84DE-F8EA208DA7BA}"/>
                </c:ext>
              </c:extLst>
            </c:dLbl>
            <c:dLbl>
              <c:idx val="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8-7405-42D2-84DE-F8EA208DA7BA}"/>
                </c:ext>
              </c:extLst>
            </c:dLbl>
            <c:dLbl>
              <c:idx val="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9-7405-42D2-84DE-F8EA208DA7BA}"/>
                </c:ext>
              </c:extLst>
            </c:dLbl>
            <c:dLbl>
              <c:idx val="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A-7405-42D2-84DE-F8EA208DA7BA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B-7405-42D2-84DE-F8EA208DA7BA}"/>
                </c:ext>
              </c:extLst>
            </c:dLbl>
            <c:dLbl>
              <c:idx val="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C-7405-42D2-84DE-F8EA208DA7BA}"/>
                </c:ext>
              </c:extLst>
            </c:dLbl>
            <c:dLbl>
              <c:idx val="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D-7405-42D2-84DE-F8EA208DA7BA}"/>
                </c:ext>
              </c:extLst>
            </c:dLbl>
            <c:dLbl>
              <c:idx val="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E-7405-42D2-84DE-F8EA208DA7BA}"/>
                </c:ext>
              </c:extLst>
            </c:dLbl>
            <c:dLbl>
              <c:idx val="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9F-7405-42D2-84DE-F8EA208DA7BA}"/>
                </c:ext>
              </c:extLst>
            </c:dLbl>
            <c:dLbl>
              <c:idx val="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0-7405-42D2-84DE-F8EA208DA7BA}"/>
                </c:ext>
              </c:extLst>
            </c:dLbl>
            <c:dLbl>
              <c:idx val="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1-7405-42D2-84DE-F8EA208DA7BA}"/>
                </c:ext>
              </c:extLst>
            </c:dLbl>
            <c:dLbl>
              <c:idx val="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2-7405-42D2-84DE-F8EA208DA7BA}"/>
                </c:ext>
              </c:extLst>
            </c:dLbl>
            <c:dLbl>
              <c:idx val="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3-7405-42D2-84DE-F8EA208DA7BA}"/>
                </c:ext>
              </c:extLst>
            </c:dLbl>
            <c:dLbl>
              <c:idx val="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4-7405-42D2-84DE-F8EA208DA7BA}"/>
                </c:ext>
              </c:extLst>
            </c:dLbl>
            <c:dLbl>
              <c:idx val="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5-7405-42D2-84DE-F8EA208DA7BA}"/>
                </c:ext>
              </c:extLst>
            </c:dLbl>
            <c:dLbl>
              <c:idx val="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6-7405-42D2-84DE-F8EA208DA7BA}"/>
                </c:ext>
              </c:extLst>
            </c:dLbl>
            <c:dLbl>
              <c:idx val="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7-7405-42D2-84DE-F8EA208DA7BA}"/>
                </c:ext>
              </c:extLst>
            </c:dLbl>
            <c:dLbl>
              <c:idx val="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8-7405-42D2-84DE-F8EA208DA7BA}"/>
                </c:ext>
              </c:extLst>
            </c:dLbl>
            <c:dLbl>
              <c:idx val="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9-7405-42D2-84DE-F8EA208DA7BA}"/>
                </c:ext>
              </c:extLst>
            </c:dLbl>
            <c:dLbl>
              <c:idx val="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A-7405-42D2-84DE-F8EA208DA7BA}"/>
                </c:ext>
              </c:extLst>
            </c:dLbl>
            <c:dLbl>
              <c:idx val="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B-7405-42D2-84DE-F8EA208DA7BA}"/>
                </c:ext>
              </c:extLst>
            </c:dLbl>
            <c:dLbl>
              <c:idx val="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C-7405-42D2-84DE-F8EA208DA7BA}"/>
                </c:ext>
              </c:extLst>
            </c:dLbl>
            <c:dLbl>
              <c:idx val="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D-7405-42D2-84DE-F8EA208DA7BA}"/>
                </c:ext>
              </c:extLst>
            </c:dLbl>
            <c:dLbl>
              <c:idx val="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E-7405-42D2-84DE-F8EA208DA7BA}"/>
                </c:ext>
              </c:extLst>
            </c:dLbl>
            <c:dLbl>
              <c:idx val="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AF-7405-42D2-84DE-F8EA208DA7BA}"/>
                </c:ext>
              </c:extLst>
            </c:dLbl>
            <c:dLbl>
              <c:idx val="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0-7405-42D2-84DE-F8EA208DA7BA}"/>
                </c:ext>
              </c:extLst>
            </c:dLbl>
            <c:dLbl>
              <c:idx val="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1-7405-42D2-84DE-F8EA208DA7BA}"/>
                </c:ext>
              </c:extLst>
            </c:dLbl>
            <c:dLbl>
              <c:idx val="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2-7405-42D2-84DE-F8EA208DA7BA}"/>
                </c:ext>
              </c:extLst>
            </c:dLbl>
            <c:dLbl>
              <c:idx val="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3-7405-42D2-84DE-F8EA208DA7BA}"/>
                </c:ext>
              </c:extLst>
            </c:dLbl>
            <c:dLbl>
              <c:idx val="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4-7405-42D2-84DE-F8EA208DA7BA}"/>
                </c:ext>
              </c:extLst>
            </c:dLbl>
            <c:dLbl>
              <c:idx val="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5-7405-42D2-84DE-F8EA208DA7BA}"/>
                </c:ext>
              </c:extLst>
            </c:dLbl>
            <c:dLbl>
              <c:idx val="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6-7405-42D2-84DE-F8EA208DA7BA}"/>
                </c:ext>
              </c:extLst>
            </c:dLbl>
            <c:dLbl>
              <c:idx val="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7-7405-42D2-84DE-F8EA208DA7BA}"/>
                </c:ext>
              </c:extLst>
            </c:dLbl>
            <c:dLbl>
              <c:idx val="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8-7405-42D2-84DE-F8EA208DA7BA}"/>
                </c:ext>
              </c:extLst>
            </c:dLbl>
            <c:dLbl>
              <c:idx val="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9-7405-42D2-84DE-F8EA208DA7BA}"/>
                </c:ext>
              </c:extLst>
            </c:dLbl>
            <c:dLbl>
              <c:idx val="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A-7405-42D2-84DE-F8EA208DA7BA}"/>
                </c:ext>
              </c:extLst>
            </c:dLbl>
            <c:dLbl>
              <c:idx val="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B-7405-42D2-84DE-F8EA208DA7BA}"/>
                </c:ext>
              </c:extLst>
            </c:dLbl>
            <c:dLbl>
              <c:idx val="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C-7405-42D2-84DE-F8EA208DA7BA}"/>
                </c:ext>
              </c:extLst>
            </c:dLbl>
            <c:dLbl>
              <c:idx val="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D-7405-42D2-84DE-F8EA208DA7BA}"/>
                </c:ext>
              </c:extLst>
            </c:dLbl>
            <c:dLbl>
              <c:idx val="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E-7405-42D2-84DE-F8EA208DA7BA}"/>
                </c:ext>
              </c:extLst>
            </c:dLbl>
            <c:dLbl>
              <c:idx val="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BF-7405-42D2-84DE-F8EA208DA7BA}"/>
                </c:ext>
              </c:extLst>
            </c:dLbl>
            <c:dLbl>
              <c:idx val="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0-7405-42D2-84DE-F8EA208DA7BA}"/>
                </c:ext>
              </c:extLst>
            </c:dLbl>
            <c:dLbl>
              <c:idx val="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1-7405-42D2-84DE-F8EA208DA7BA}"/>
                </c:ext>
              </c:extLst>
            </c:dLbl>
            <c:dLbl>
              <c:idx val="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2-7405-42D2-84DE-F8EA208DA7BA}"/>
                </c:ext>
              </c:extLst>
            </c:dLbl>
            <c:dLbl>
              <c:idx val="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3-7405-42D2-84DE-F8EA208DA7BA}"/>
                </c:ext>
              </c:extLst>
            </c:dLbl>
            <c:dLbl>
              <c:idx val="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4-7405-42D2-84DE-F8EA208DA7BA}"/>
                </c:ext>
              </c:extLst>
            </c:dLbl>
            <c:dLbl>
              <c:idx val="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5-7405-42D2-84DE-F8EA208DA7BA}"/>
                </c:ext>
              </c:extLst>
            </c:dLbl>
            <c:dLbl>
              <c:idx val="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6-7405-42D2-84DE-F8EA208DA7BA}"/>
                </c:ext>
              </c:extLst>
            </c:dLbl>
            <c:dLbl>
              <c:idx val="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7-7405-42D2-84DE-F8EA208DA7BA}"/>
                </c:ext>
              </c:extLst>
            </c:dLbl>
            <c:dLbl>
              <c:idx val="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8-7405-42D2-84DE-F8EA208DA7BA}"/>
                </c:ext>
              </c:extLst>
            </c:dLbl>
            <c:dLbl>
              <c:idx val="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9-7405-42D2-84DE-F8EA208DA7BA}"/>
                </c:ext>
              </c:extLst>
            </c:dLbl>
            <c:dLbl>
              <c:idx val="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A-7405-42D2-84DE-F8EA208DA7BA}"/>
                </c:ext>
              </c:extLst>
            </c:dLbl>
            <c:dLbl>
              <c:idx val="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B-7405-42D2-84DE-F8EA208DA7BA}"/>
                </c:ext>
              </c:extLst>
            </c:dLbl>
            <c:dLbl>
              <c:idx val="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C-7405-42D2-84DE-F8EA208DA7BA}"/>
                </c:ext>
              </c:extLst>
            </c:dLbl>
            <c:dLbl>
              <c:idx val="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D-7405-42D2-84DE-F8EA208DA7BA}"/>
                </c:ext>
              </c:extLst>
            </c:dLbl>
            <c:dLbl>
              <c:idx val="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E-7405-42D2-84DE-F8EA208DA7BA}"/>
                </c:ext>
              </c:extLst>
            </c:dLbl>
            <c:dLbl>
              <c:idx val="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CF-7405-42D2-84DE-F8EA208DA7BA}"/>
                </c:ext>
              </c:extLst>
            </c:dLbl>
            <c:dLbl>
              <c:idx val="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0-7405-42D2-84DE-F8EA208DA7BA}"/>
                </c:ext>
              </c:extLst>
            </c:dLbl>
            <c:dLbl>
              <c:idx val="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1-7405-42D2-84DE-F8EA208DA7BA}"/>
                </c:ext>
              </c:extLst>
            </c:dLbl>
            <c:dLbl>
              <c:idx val="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2-7405-42D2-84DE-F8EA208DA7BA}"/>
                </c:ext>
              </c:extLst>
            </c:dLbl>
            <c:dLbl>
              <c:idx val="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3-7405-42D2-84DE-F8EA208DA7BA}"/>
                </c:ext>
              </c:extLst>
            </c:dLbl>
            <c:dLbl>
              <c:idx val="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4-7405-42D2-84DE-F8EA208DA7BA}"/>
                </c:ext>
              </c:extLst>
            </c:dLbl>
            <c:dLbl>
              <c:idx val="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5-7405-42D2-84DE-F8EA208DA7BA}"/>
                </c:ext>
              </c:extLst>
            </c:dLbl>
            <c:dLbl>
              <c:idx val="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6-7405-42D2-84DE-F8EA208DA7BA}"/>
                </c:ext>
              </c:extLst>
            </c:dLbl>
            <c:dLbl>
              <c:idx val="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7-7405-42D2-84DE-F8EA208DA7BA}"/>
                </c:ext>
              </c:extLst>
            </c:dLbl>
            <c:dLbl>
              <c:idx val="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8-7405-42D2-84DE-F8EA208DA7BA}"/>
                </c:ext>
              </c:extLst>
            </c:dLbl>
            <c:dLbl>
              <c:idx val="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9-7405-42D2-84DE-F8EA208DA7BA}"/>
                </c:ext>
              </c:extLst>
            </c:dLbl>
            <c:dLbl>
              <c:idx val="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A-7405-42D2-84DE-F8EA208DA7BA}"/>
                </c:ext>
              </c:extLst>
            </c:dLbl>
            <c:dLbl>
              <c:idx val="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B-7405-42D2-84DE-F8EA208DA7BA}"/>
                </c:ext>
              </c:extLst>
            </c:dLbl>
            <c:dLbl>
              <c:idx val="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C-7405-42D2-84DE-F8EA208DA7BA}"/>
                </c:ext>
              </c:extLst>
            </c:dLbl>
            <c:dLbl>
              <c:idx val="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D-7405-42D2-84DE-F8EA208DA7BA}"/>
                </c:ext>
              </c:extLst>
            </c:dLbl>
            <c:dLbl>
              <c:idx val="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E-7405-42D2-84DE-F8EA208DA7BA}"/>
                </c:ext>
              </c:extLst>
            </c:dLbl>
            <c:dLbl>
              <c:idx val="4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DF-7405-42D2-84DE-F8EA208DA7BA}"/>
                </c:ext>
              </c:extLst>
            </c:dLbl>
            <c:dLbl>
              <c:idx val="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0-7405-42D2-84DE-F8EA208DA7BA}"/>
                </c:ext>
              </c:extLst>
            </c:dLbl>
            <c:dLbl>
              <c:idx val="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1-7405-42D2-84DE-F8EA208DA7BA}"/>
                </c:ext>
              </c:extLst>
            </c:dLbl>
            <c:dLbl>
              <c:idx val="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2-7405-42D2-84DE-F8EA208DA7BA}"/>
                </c:ext>
              </c:extLst>
            </c:dLbl>
            <c:dLbl>
              <c:idx val="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3-7405-42D2-84DE-F8EA208DA7BA}"/>
                </c:ext>
              </c:extLst>
            </c:dLbl>
            <c:dLbl>
              <c:idx val="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4-7405-42D2-84DE-F8EA208DA7BA}"/>
                </c:ext>
              </c:extLst>
            </c:dLbl>
            <c:dLbl>
              <c:idx val="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5-7405-42D2-84DE-F8EA208DA7BA}"/>
                </c:ext>
              </c:extLst>
            </c:dLbl>
            <c:dLbl>
              <c:idx val="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6-7405-42D2-84DE-F8EA208DA7BA}"/>
                </c:ext>
              </c:extLst>
            </c:dLbl>
            <c:dLbl>
              <c:idx val="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7-7405-42D2-84DE-F8EA208DA7BA}"/>
                </c:ext>
              </c:extLst>
            </c:dLbl>
            <c:dLbl>
              <c:idx val="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8-7405-42D2-84DE-F8EA208DA7BA}"/>
                </c:ext>
              </c:extLst>
            </c:dLbl>
            <c:dLbl>
              <c:idx val="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9-7405-42D2-84DE-F8EA208DA7BA}"/>
                </c:ext>
              </c:extLst>
            </c:dLbl>
            <c:dLbl>
              <c:idx val="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A-7405-42D2-84DE-F8EA208DA7BA}"/>
                </c:ext>
              </c:extLst>
            </c:dLbl>
            <c:dLbl>
              <c:idx val="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B-7405-42D2-84DE-F8EA208DA7BA}"/>
                </c:ext>
              </c:extLst>
            </c:dLbl>
            <c:dLbl>
              <c:idx val="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C-7405-42D2-84DE-F8EA208DA7BA}"/>
                </c:ext>
              </c:extLst>
            </c:dLbl>
            <c:dLbl>
              <c:idx val="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D-7405-42D2-84DE-F8EA208DA7BA}"/>
                </c:ext>
              </c:extLst>
            </c:dLbl>
            <c:dLbl>
              <c:idx val="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E-7405-42D2-84DE-F8EA208DA7BA}"/>
                </c:ext>
              </c:extLst>
            </c:dLbl>
            <c:dLbl>
              <c:idx val="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EF-7405-42D2-84DE-F8EA208DA7BA}"/>
                </c:ext>
              </c:extLst>
            </c:dLbl>
            <c:dLbl>
              <c:idx val="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0-7405-42D2-84DE-F8EA208DA7BA}"/>
                </c:ext>
              </c:extLst>
            </c:dLbl>
            <c:dLbl>
              <c:idx val="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1-7405-42D2-84DE-F8EA208DA7BA}"/>
                </c:ext>
              </c:extLst>
            </c:dLbl>
            <c:dLbl>
              <c:idx val="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2-7405-42D2-84DE-F8EA208DA7BA}"/>
                </c:ext>
              </c:extLst>
            </c:dLbl>
            <c:dLbl>
              <c:idx val="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3-7405-42D2-84DE-F8EA208DA7BA}"/>
                </c:ext>
              </c:extLst>
            </c:dLbl>
            <c:dLbl>
              <c:idx val="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4-7405-42D2-84DE-F8EA208DA7BA}"/>
                </c:ext>
              </c:extLst>
            </c:dLbl>
            <c:dLbl>
              <c:idx val="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5-7405-42D2-84DE-F8EA208DA7BA}"/>
                </c:ext>
              </c:extLst>
            </c:dLbl>
            <c:dLbl>
              <c:idx val="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6-7405-42D2-84DE-F8EA208DA7BA}"/>
                </c:ext>
              </c:extLst>
            </c:dLbl>
            <c:dLbl>
              <c:idx val="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7-7405-42D2-84DE-F8EA208DA7BA}"/>
                </c:ext>
              </c:extLst>
            </c:dLbl>
            <c:dLbl>
              <c:idx val="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8-7405-42D2-84DE-F8EA208DA7BA}"/>
                </c:ext>
              </c:extLst>
            </c:dLbl>
            <c:dLbl>
              <c:idx val="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9-7405-42D2-84DE-F8EA208DA7BA}"/>
                </c:ext>
              </c:extLst>
            </c:dLbl>
            <c:dLbl>
              <c:idx val="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A-7405-42D2-84DE-F8EA208DA7BA}"/>
                </c:ext>
              </c:extLst>
            </c:dLbl>
            <c:dLbl>
              <c:idx val="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B-7405-42D2-84DE-F8EA208DA7BA}"/>
                </c:ext>
              </c:extLst>
            </c:dLbl>
            <c:dLbl>
              <c:idx val="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C-7405-42D2-84DE-F8EA208DA7BA}"/>
                </c:ext>
              </c:extLst>
            </c:dLbl>
            <c:dLbl>
              <c:idx val="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D-7405-42D2-84DE-F8EA208DA7BA}"/>
                </c:ext>
              </c:extLst>
            </c:dLbl>
            <c:dLbl>
              <c:idx val="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E-7405-42D2-84DE-F8EA208DA7BA}"/>
                </c:ext>
              </c:extLst>
            </c:dLbl>
            <c:dLbl>
              <c:idx val="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2FF-7405-42D2-84DE-F8EA208DA7BA}"/>
                </c:ext>
              </c:extLst>
            </c:dLbl>
            <c:dLbl>
              <c:idx val="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0-7405-42D2-84DE-F8EA208DA7BA}"/>
                </c:ext>
              </c:extLst>
            </c:dLbl>
            <c:dLbl>
              <c:idx val="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1-7405-42D2-84DE-F8EA208DA7BA}"/>
                </c:ext>
              </c:extLst>
            </c:dLbl>
            <c:dLbl>
              <c:idx val="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2-7405-42D2-84DE-F8EA208DA7BA}"/>
                </c:ext>
              </c:extLst>
            </c:dLbl>
            <c:dLbl>
              <c:idx val="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3-7405-42D2-84DE-F8EA208DA7BA}"/>
                </c:ext>
              </c:extLst>
            </c:dLbl>
            <c:dLbl>
              <c:idx val="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4-7405-42D2-84DE-F8EA208DA7BA}"/>
                </c:ext>
              </c:extLst>
            </c:dLbl>
            <c:dLbl>
              <c:idx val="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5-7405-42D2-84DE-F8EA208DA7BA}"/>
                </c:ext>
              </c:extLst>
            </c:dLbl>
            <c:dLbl>
              <c:idx val="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6-7405-42D2-84DE-F8EA208DA7BA}"/>
                </c:ext>
              </c:extLst>
            </c:dLbl>
            <c:dLbl>
              <c:idx val="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7-7405-42D2-84DE-F8EA208DA7BA}"/>
                </c:ext>
              </c:extLst>
            </c:dLbl>
            <c:dLbl>
              <c:idx val="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8-7405-42D2-84DE-F8EA208DA7BA}"/>
                </c:ext>
              </c:extLst>
            </c:dLbl>
            <c:dLbl>
              <c:idx val="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9-7405-42D2-84DE-F8EA208DA7BA}"/>
                </c:ext>
              </c:extLst>
            </c:dLbl>
            <c:dLbl>
              <c:idx val="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A-7405-42D2-84DE-F8EA208DA7BA}"/>
                </c:ext>
              </c:extLst>
            </c:dLbl>
            <c:dLbl>
              <c:idx val="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B-7405-42D2-84DE-F8EA208DA7BA}"/>
                </c:ext>
              </c:extLst>
            </c:dLbl>
            <c:dLbl>
              <c:idx val="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C-7405-42D2-84DE-F8EA208DA7BA}"/>
                </c:ext>
              </c:extLst>
            </c:dLbl>
            <c:dLbl>
              <c:idx val="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D-7405-42D2-84DE-F8EA208DA7BA}"/>
                </c:ext>
              </c:extLst>
            </c:dLbl>
            <c:dLbl>
              <c:idx val="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E-7405-42D2-84DE-F8EA208DA7BA}"/>
                </c:ext>
              </c:extLst>
            </c:dLbl>
            <c:dLbl>
              <c:idx val="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0F-7405-42D2-84DE-F8EA208DA7BA}"/>
                </c:ext>
              </c:extLst>
            </c:dLbl>
            <c:dLbl>
              <c:idx val="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0-7405-42D2-84DE-F8EA208DA7BA}"/>
                </c:ext>
              </c:extLst>
            </c:dLbl>
            <c:dLbl>
              <c:idx val="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1-7405-42D2-84DE-F8EA208DA7BA}"/>
                </c:ext>
              </c:extLst>
            </c:dLbl>
            <c:dLbl>
              <c:idx val="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2-7405-42D2-84DE-F8EA208DA7BA}"/>
                </c:ext>
              </c:extLst>
            </c:dLbl>
            <c:dLbl>
              <c:idx val="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3-7405-42D2-84DE-F8EA208DA7BA}"/>
                </c:ext>
              </c:extLst>
            </c:dLbl>
            <c:dLbl>
              <c:idx val="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4-7405-42D2-84DE-F8EA208DA7BA}"/>
                </c:ext>
              </c:extLst>
            </c:dLbl>
            <c:dLbl>
              <c:idx val="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5-7405-42D2-84DE-F8EA208DA7BA}"/>
                </c:ext>
              </c:extLst>
            </c:dLbl>
            <c:dLbl>
              <c:idx val="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6-7405-42D2-84DE-F8EA208DA7BA}"/>
                </c:ext>
              </c:extLst>
            </c:dLbl>
            <c:dLbl>
              <c:idx val="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7-7405-42D2-84DE-F8EA208DA7BA}"/>
                </c:ext>
              </c:extLst>
            </c:dLbl>
            <c:dLbl>
              <c:idx val="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8-7405-42D2-84DE-F8EA208DA7BA}"/>
                </c:ext>
              </c:extLst>
            </c:dLbl>
            <c:dLbl>
              <c:idx val="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9-7405-42D2-84DE-F8EA208DA7BA}"/>
                </c:ext>
              </c:extLst>
            </c:dLbl>
            <c:dLbl>
              <c:idx val="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A-7405-42D2-84DE-F8EA208DA7BA}"/>
                </c:ext>
              </c:extLst>
            </c:dLbl>
            <c:dLbl>
              <c:idx val="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B-7405-42D2-84DE-F8EA208DA7BA}"/>
                </c:ext>
              </c:extLst>
            </c:dLbl>
            <c:dLbl>
              <c:idx val="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C-7405-42D2-84DE-F8EA208DA7BA}"/>
                </c:ext>
              </c:extLst>
            </c:dLbl>
            <c:dLbl>
              <c:idx val="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D-7405-42D2-84DE-F8EA208DA7BA}"/>
                </c:ext>
              </c:extLst>
            </c:dLbl>
            <c:dLbl>
              <c:idx val="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E-7405-42D2-84DE-F8EA208DA7BA}"/>
                </c:ext>
              </c:extLst>
            </c:dLbl>
            <c:dLbl>
              <c:idx val="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1F-7405-42D2-84DE-F8EA208DA7BA}"/>
                </c:ext>
              </c:extLst>
            </c:dLbl>
            <c:dLbl>
              <c:idx val="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0-7405-42D2-84DE-F8EA208DA7BA}"/>
                </c:ext>
              </c:extLst>
            </c:dLbl>
            <c:dLbl>
              <c:idx val="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1-7405-42D2-84DE-F8EA208DA7BA}"/>
                </c:ext>
              </c:extLst>
            </c:dLbl>
            <c:dLbl>
              <c:idx val="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2-7405-42D2-84DE-F8EA208DA7BA}"/>
                </c:ext>
              </c:extLst>
            </c:dLbl>
            <c:dLbl>
              <c:idx val="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3-7405-42D2-84DE-F8EA208DA7BA}"/>
                </c:ext>
              </c:extLst>
            </c:dLbl>
            <c:dLbl>
              <c:idx val="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4-7405-42D2-84DE-F8EA208DA7BA}"/>
                </c:ext>
              </c:extLst>
            </c:dLbl>
            <c:dLbl>
              <c:idx val="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5-7405-42D2-84DE-F8EA208DA7BA}"/>
                </c:ext>
              </c:extLst>
            </c:dLbl>
            <c:dLbl>
              <c:idx val="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6-7405-42D2-84DE-F8EA208DA7BA}"/>
                </c:ext>
              </c:extLst>
            </c:dLbl>
            <c:dLbl>
              <c:idx val="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7-7405-42D2-84DE-F8EA208DA7BA}"/>
                </c:ext>
              </c:extLst>
            </c:dLbl>
            <c:dLbl>
              <c:idx val="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8-7405-42D2-84DE-F8EA208DA7BA}"/>
                </c:ext>
              </c:extLst>
            </c:dLbl>
            <c:dLbl>
              <c:idx val="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9-7405-42D2-84DE-F8EA208DA7BA}"/>
                </c:ext>
              </c:extLst>
            </c:dLbl>
            <c:dLbl>
              <c:idx val="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A-7405-42D2-84DE-F8EA208DA7BA}"/>
                </c:ext>
              </c:extLst>
            </c:dLbl>
            <c:dLbl>
              <c:idx val="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B-7405-42D2-84DE-F8EA208DA7BA}"/>
                </c:ext>
              </c:extLst>
            </c:dLbl>
            <c:dLbl>
              <c:idx val="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C-7405-42D2-84DE-F8EA208DA7BA}"/>
                </c:ext>
              </c:extLst>
            </c:dLbl>
            <c:dLbl>
              <c:idx val="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D-7405-42D2-84DE-F8EA208DA7BA}"/>
                </c:ext>
              </c:extLst>
            </c:dLbl>
            <c:dLbl>
              <c:idx val="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E-7405-42D2-84DE-F8EA208DA7BA}"/>
                </c:ext>
              </c:extLst>
            </c:dLbl>
            <c:dLbl>
              <c:idx val="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2F-7405-42D2-84DE-F8EA208DA7BA}"/>
                </c:ext>
              </c:extLst>
            </c:dLbl>
            <c:dLbl>
              <c:idx val="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0-7405-42D2-84DE-F8EA208DA7BA}"/>
                </c:ext>
              </c:extLst>
            </c:dLbl>
            <c:dLbl>
              <c:idx val="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1-7405-42D2-84DE-F8EA208DA7BA}"/>
                </c:ext>
              </c:extLst>
            </c:dLbl>
            <c:dLbl>
              <c:idx val="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2-7405-42D2-84DE-F8EA208DA7BA}"/>
                </c:ext>
              </c:extLst>
            </c:dLbl>
            <c:dLbl>
              <c:idx val="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3-7405-42D2-84DE-F8EA208DA7BA}"/>
                </c:ext>
              </c:extLst>
            </c:dLbl>
            <c:dLbl>
              <c:idx val="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4-7405-42D2-84DE-F8EA208DA7BA}"/>
                </c:ext>
              </c:extLst>
            </c:dLbl>
            <c:dLbl>
              <c:idx val="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5-7405-42D2-84DE-F8EA208DA7BA}"/>
                </c:ext>
              </c:extLst>
            </c:dLbl>
            <c:dLbl>
              <c:idx val="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6-7405-42D2-84DE-F8EA208DA7BA}"/>
                </c:ext>
              </c:extLst>
            </c:dLbl>
            <c:dLbl>
              <c:idx val="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7-7405-42D2-84DE-F8EA208DA7BA}"/>
                </c:ext>
              </c:extLst>
            </c:dLbl>
            <c:dLbl>
              <c:idx val="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8-7405-42D2-84DE-F8EA208DA7BA}"/>
                </c:ext>
              </c:extLst>
            </c:dLbl>
            <c:dLbl>
              <c:idx val="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9-7405-42D2-84DE-F8EA208DA7BA}"/>
                </c:ext>
              </c:extLst>
            </c:dLbl>
            <c:dLbl>
              <c:idx val="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A-7405-42D2-84DE-F8EA208DA7BA}"/>
                </c:ext>
              </c:extLst>
            </c:dLbl>
            <c:dLbl>
              <c:idx val="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B-7405-42D2-84DE-F8EA208DA7BA}"/>
                </c:ext>
              </c:extLst>
            </c:dLbl>
            <c:dLbl>
              <c:idx val="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C-7405-42D2-84DE-F8EA208DA7BA}"/>
                </c:ext>
              </c:extLst>
            </c:dLbl>
            <c:dLbl>
              <c:idx val="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D-7405-42D2-84DE-F8EA208DA7BA}"/>
                </c:ext>
              </c:extLst>
            </c:dLbl>
            <c:dLbl>
              <c:idx val="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E-7405-42D2-84DE-F8EA208DA7BA}"/>
                </c:ext>
              </c:extLst>
            </c:dLbl>
            <c:dLbl>
              <c:idx val="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3F-7405-42D2-84DE-F8EA208DA7BA}"/>
                </c:ext>
              </c:extLst>
            </c:dLbl>
            <c:dLbl>
              <c:idx val="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0-7405-42D2-84DE-F8EA208DA7BA}"/>
                </c:ext>
              </c:extLst>
            </c:dLbl>
            <c:dLbl>
              <c:idx val="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1-7405-42D2-84DE-F8EA208DA7BA}"/>
                </c:ext>
              </c:extLst>
            </c:dLbl>
            <c:dLbl>
              <c:idx val="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2-7405-42D2-84DE-F8EA208DA7BA}"/>
                </c:ext>
              </c:extLst>
            </c:dLbl>
            <c:dLbl>
              <c:idx val="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3-7405-42D2-84DE-F8EA208DA7BA}"/>
                </c:ext>
              </c:extLst>
            </c:dLbl>
            <c:dLbl>
              <c:idx val="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4-7405-42D2-84DE-F8EA208DA7BA}"/>
                </c:ext>
              </c:extLst>
            </c:dLbl>
            <c:dLbl>
              <c:idx val="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5-7405-42D2-84DE-F8EA208DA7BA}"/>
                </c:ext>
              </c:extLst>
            </c:dLbl>
            <c:dLbl>
              <c:idx val="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6-7405-42D2-84DE-F8EA208DA7BA}"/>
                </c:ext>
              </c:extLst>
            </c:dLbl>
            <c:dLbl>
              <c:idx val="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7-7405-42D2-84DE-F8EA208DA7BA}"/>
                </c:ext>
              </c:extLst>
            </c:dLbl>
            <c:dLbl>
              <c:idx val="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8-7405-42D2-84DE-F8EA208DA7BA}"/>
                </c:ext>
              </c:extLst>
            </c:dLbl>
            <c:dLbl>
              <c:idx val="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9-7405-42D2-84DE-F8EA208DA7BA}"/>
                </c:ext>
              </c:extLst>
            </c:dLbl>
            <c:dLbl>
              <c:idx val="5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A-7405-42D2-84DE-F8EA208DA7BA}"/>
                </c:ext>
              </c:extLst>
            </c:dLbl>
            <c:dLbl>
              <c:idx val="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B-7405-42D2-84DE-F8EA208DA7BA}"/>
                </c:ext>
              </c:extLst>
            </c:dLbl>
            <c:dLbl>
              <c:idx val="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C-7405-42D2-84DE-F8EA208DA7BA}"/>
                </c:ext>
              </c:extLst>
            </c:dLbl>
            <c:dLbl>
              <c:idx val="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D-7405-42D2-84DE-F8EA208DA7BA}"/>
                </c:ext>
              </c:extLst>
            </c:dLbl>
            <c:dLbl>
              <c:idx val="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E-7405-42D2-84DE-F8EA208DA7BA}"/>
                </c:ext>
              </c:extLst>
            </c:dLbl>
            <c:dLbl>
              <c:idx val="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4F-7405-42D2-84DE-F8EA208DA7BA}"/>
                </c:ext>
              </c:extLst>
            </c:dLbl>
            <c:dLbl>
              <c:idx val="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0-7405-42D2-84DE-F8EA208DA7BA}"/>
                </c:ext>
              </c:extLst>
            </c:dLbl>
            <c:dLbl>
              <c:idx val="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1-7405-42D2-84DE-F8EA208DA7BA}"/>
                </c:ext>
              </c:extLst>
            </c:dLbl>
            <c:dLbl>
              <c:idx val="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2-7405-42D2-84DE-F8EA208DA7BA}"/>
                </c:ext>
              </c:extLst>
            </c:dLbl>
            <c:dLbl>
              <c:idx val="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3-7405-42D2-84DE-F8EA208DA7BA}"/>
                </c:ext>
              </c:extLst>
            </c:dLbl>
            <c:dLbl>
              <c:idx val="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4-7405-42D2-84DE-F8EA208DA7BA}"/>
                </c:ext>
              </c:extLst>
            </c:dLbl>
            <c:dLbl>
              <c:idx val="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5-7405-42D2-84DE-F8EA208DA7BA}"/>
                </c:ext>
              </c:extLst>
            </c:dLbl>
            <c:dLbl>
              <c:idx val="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6-7405-42D2-84DE-F8EA208DA7BA}"/>
                </c:ext>
              </c:extLst>
            </c:dLbl>
            <c:dLbl>
              <c:idx val="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7-7405-42D2-84DE-F8EA208DA7BA}"/>
                </c:ext>
              </c:extLst>
            </c:dLbl>
            <c:dLbl>
              <c:idx val="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8-7405-42D2-84DE-F8EA208DA7BA}"/>
                </c:ext>
              </c:extLst>
            </c:dLbl>
            <c:dLbl>
              <c:idx val="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9-7405-42D2-84DE-F8EA208DA7BA}"/>
                </c:ext>
              </c:extLst>
            </c:dLbl>
            <c:dLbl>
              <c:idx val="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A-7405-42D2-84DE-F8EA208DA7BA}"/>
                </c:ext>
              </c:extLst>
            </c:dLbl>
            <c:dLbl>
              <c:idx val="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B-7405-42D2-84DE-F8EA208DA7BA}"/>
                </c:ext>
              </c:extLst>
            </c:dLbl>
            <c:dLbl>
              <c:idx val="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C-7405-42D2-84DE-F8EA208DA7BA}"/>
                </c:ext>
              </c:extLst>
            </c:dLbl>
            <c:dLbl>
              <c:idx val="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D-7405-42D2-84DE-F8EA208DA7BA}"/>
                </c:ext>
              </c:extLst>
            </c:dLbl>
            <c:dLbl>
              <c:idx val="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E-7405-42D2-84DE-F8EA208DA7BA}"/>
                </c:ext>
              </c:extLst>
            </c:dLbl>
            <c:dLbl>
              <c:idx val="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5F-7405-42D2-84DE-F8EA208DA7BA}"/>
                </c:ext>
              </c:extLst>
            </c:dLbl>
            <c:dLbl>
              <c:idx val="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0-7405-42D2-84DE-F8EA208DA7BA}"/>
                </c:ext>
              </c:extLst>
            </c:dLbl>
            <c:dLbl>
              <c:idx val="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1-7405-42D2-84DE-F8EA208DA7BA}"/>
                </c:ext>
              </c:extLst>
            </c:dLbl>
            <c:dLbl>
              <c:idx val="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2-7405-42D2-84DE-F8EA208DA7BA}"/>
                </c:ext>
              </c:extLst>
            </c:dLbl>
            <c:dLbl>
              <c:idx val="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3-7405-42D2-84DE-F8EA208DA7BA}"/>
                </c:ext>
              </c:extLst>
            </c:dLbl>
            <c:dLbl>
              <c:idx val="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4-7405-42D2-84DE-F8EA208DA7BA}"/>
                </c:ext>
              </c:extLst>
            </c:dLbl>
            <c:dLbl>
              <c:idx val="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5-7405-42D2-84DE-F8EA208DA7BA}"/>
                </c:ext>
              </c:extLst>
            </c:dLbl>
            <c:dLbl>
              <c:idx val="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6-7405-42D2-84DE-F8EA208DA7BA}"/>
                </c:ext>
              </c:extLst>
            </c:dLbl>
            <c:dLbl>
              <c:idx val="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7-7405-42D2-84DE-F8EA208DA7BA}"/>
                </c:ext>
              </c:extLst>
            </c:dLbl>
            <c:dLbl>
              <c:idx val="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8-7405-42D2-84DE-F8EA208DA7BA}"/>
                </c:ext>
              </c:extLst>
            </c:dLbl>
            <c:dLbl>
              <c:idx val="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9-7405-42D2-84DE-F8EA208DA7BA}"/>
                </c:ext>
              </c:extLst>
            </c:dLbl>
            <c:dLbl>
              <c:idx val="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A-7405-42D2-84DE-F8EA208DA7BA}"/>
                </c:ext>
              </c:extLst>
            </c:dLbl>
            <c:dLbl>
              <c:idx val="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B-7405-42D2-84DE-F8EA208DA7BA}"/>
                </c:ext>
              </c:extLst>
            </c:dLbl>
            <c:dLbl>
              <c:idx val="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C-7405-42D2-84DE-F8EA208DA7BA}"/>
                </c:ext>
              </c:extLst>
            </c:dLbl>
            <c:dLbl>
              <c:idx val="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D-7405-42D2-84DE-F8EA208DA7BA}"/>
                </c:ext>
              </c:extLst>
            </c:dLbl>
            <c:dLbl>
              <c:idx val="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E-7405-42D2-84DE-F8EA208DA7BA}"/>
                </c:ext>
              </c:extLst>
            </c:dLbl>
            <c:dLbl>
              <c:idx val="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6F-7405-42D2-84DE-F8EA208DA7BA}"/>
                </c:ext>
              </c:extLst>
            </c:dLbl>
            <c:dLbl>
              <c:idx val="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0-7405-42D2-84DE-F8EA208DA7BA}"/>
                </c:ext>
              </c:extLst>
            </c:dLbl>
            <c:dLbl>
              <c:idx val="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1-7405-42D2-84DE-F8EA208DA7BA}"/>
                </c:ext>
              </c:extLst>
            </c:dLbl>
            <c:dLbl>
              <c:idx val="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2-7405-42D2-84DE-F8EA208DA7BA}"/>
                </c:ext>
              </c:extLst>
            </c:dLbl>
            <c:dLbl>
              <c:idx val="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3-7405-42D2-84DE-F8EA208DA7BA}"/>
                </c:ext>
              </c:extLst>
            </c:dLbl>
            <c:dLbl>
              <c:idx val="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4-7405-42D2-84DE-F8EA208DA7BA}"/>
                </c:ext>
              </c:extLst>
            </c:dLbl>
            <c:dLbl>
              <c:idx val="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5-7405-42D2-84DE-F8EA208DA7BA}"/>
                </c:ext>
              </c:extLst>
            </c:dLbl>
            <c:dLbl>
              <c:idx val="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6-7405-42D2-84DE-F8EA208DA7BA}"/>
                </c:ext>
              </c:extLst>
            </c:dLbl>
            <c:dLbl>
              <c:idx val="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7-7405-42D2-84DE-F8EA208DA7BA}"/>
                </c:ext>
              </c:extLst>
            </c:dLbl>
            <c:dLbl>
              <c:idx val="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8-7405-42D2-84DE-F8EA208DA7BA}"/>
                </c:ext>
              </c:extLst>
            </c:dLbl>
            <c:dLbl>
              <c:idx val="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9-7405-42D2-84DE-F8EA208DA7BA}"/>
                </c:ext>
              </c:extLst>
            </c:dLbl>
            <c:dLbl>
              <c:idx val="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A-7405-42D2-84DE-F8EA208DA7BA}"/>
                </c:ext>
              </c:extLst>
            </c:dLbl>
            <c:dLbl>
              <c:idx val="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B-7405-42D2-84DE-F8EA208DA7BA}"/>
                </c:ext>
              </c:extLst>
            </c:dLbl>
            <c:dLbl>
              <c:idx val="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C-7405-42D2-84DE-F8EA208DA7BA}"/>
                </c:ext>
              </c:extLst>
            </c:dLbl>
            <c:dLbl>
              <c:idx val="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D-7405-42D2-84DE-F8EA208DA7BA}"/>
                </c:ext>
              </c:extLst>
            </c:dLbl>
            <c:dLbl>
              <c:idx val="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E-7405-42D2-84DE-F8EA208DA7BA}"/>
                </c:ext>
              </c:extLst>
            </c:dLbl>
            <c:dLbl>
              <c:idx val="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7F-7405-42D2-84DE-F8EA208DA7BA}"/>
                </c:ext>
              </c:extLst>
            </c:dLbl>
            <c:dLbl>
              <c:idx val="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0-7405-42D2-84DE-F8EA208DA7BA}"/>
                </c:ext>
              </c:extLst>
            </c:dLbl>
            <c:dLbl>
              <c:idx val="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1-7405-42D2-84DE-F8EA208DA7BA}"/>
                </c:ext>
              </c:extLst>
            </c:dLbl>
            <c:dLbl>
              <c:idx val="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2-7405-42D2-84DE-F8EA208DA7BA}"/>
                </c:ext>
              </c:extLst>
            </c:dLbl>
            <c:dLbl>
              <c:idx val="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3-7405-42D2-84DE-F8EA208DA7BA}"/>
                </c:ext>
              </c:extLst>
            </c:dLbl>
            <c:dLbl>
              <c:idx val="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4-7405-42D2-84DE-F8EA208DA7BA}"/>
                </c:ext>
              </c:extLst>
            </c:dLbl>
            <c:dLbl>
              <c:idx val="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5-7405-42D2-84DE-F8EA208DA7BA}"/>
                </c:ext>
              </c:extLst>
            </c:dLbl>
            <c:dLbl>
              <c:idx val="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6-7405-42D2-84DE-F8EA208DA7BA}"/>
                </c:ext>
              </c:extLst>
            </c:dLbl>
            <c:dLbl>
              <c:idx val="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7-7405-42D2-84DE-F8EA208DA7BA}"/>
                </c:ext>
              </c:extLst>
            </c:dLbl>
            <c:dLbl>
              <c:idx val="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8-7405-42D2-84DE-F8EA208DA7BA}"/>
                </c:ext>
              </c:extLst>
            </c:dLbl>
            <c:dLbl>
              <c:idx val="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9-7405-42D2-84DE-F8EA208DA7BA}"/>
                </c:ext>
              </c:extLst>
            </c:dLbl>
            <c:dLbl>
              <c:idx val="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A-7405-42D2-84DE-F8EA208DA7BA}"/>
                </c:ext>
              </c:extLst>
            </c:dLbl>
            <c:dLbl>
              <c:idx val="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B-7405-42D2-84DE-F8EA208DA7BA}"/>
                </c:ext>
              </c:extLst>
            </c:dLbl>
            <c:dLbl>
              <c:idx val="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C-7405-42D2-84DE-F8EA208DA7BA}"/>
                </c:ext>
              </c:extLst>
            </c:dLbl>
            <c:dLbl>
              <c:idx val="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D-7405-42D2-84DE-F8EA208DA7BA}"/>
                </c:ext>
              </c:extLst>
            </c:dLbl>
            <c:dLbl>
              <c:idx val="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E-7405-42D2-84DE-F8EA208DA7BA}"/>
                </c:ext>
              </c:extLst>
            </c:dLbl>
            <c:dLbl>
              <c:idx val="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8F-7405-42D2-84DE-F8EA208DA7BA}"/>
                </c:ext>
              </c:extLst>
            </c:dLbl>
            <c:dLbl>
              <c:idx val="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0-7405-42D2-84DE-F8EA208DA7BA}"/>
                </c:ext>
              </c:extLst>
            </c:dLbl>
            <c:dLbl>
              <c:idx val="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1-7405-42D2-84DE-F8EA208DA7BA}"/>
                </c:ext>
              </c:extLst>
            </c:dLbl>
            <c:dLbl>
              <c:idx val="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2-7405-42D2-84DE-F8EA208DA7BA}"/>
                </c:ext>
              </c:extLst>
            </c:dLbl>
            <c:dLbl>
              <c:idx val="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3-7405-42D2-84DE-F8EA208DA7BA}"/>
                </c:ext>
              </c:extLst>
            </c:dLbl>
            <c:dLbl>
              <c:idx val="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4-7405-42D2-84DE-F8EA208DA7BA}"/>
                </c:ext>
              </c:extLst>
            </c:dLbl>
            <c:dLbl>
              <c:idx val="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5-7405-42D2-84DE-F8EA208DA7BA}"/>
                </c:ext>
              </c:extLst>
            </c:dLbl>
            <c:dLbl>
              <c:idx val="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6-7405-42D2-84DE-F8EA208DA7BA}"/>
                </c:ext>
              </c:extLst>
            </c:dLbl>
            <c:dLbl>
              <c:idx val="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7-7405-42D2-84DE-F8EA208DA7BA}"/>
                </c:ext>
              </c:extLst>
            </c:dLbl>
            <c:dLbl>
              <c:idx val="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8-7405-42D2-84DE-F8EA208DA7BA}"/>
                </c:ext>
              </c:extLst>
            </c:dLbl>
            <c:dLbl>
              <c:idx val="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9-7405-42D2-84DE-F8EA208DA7BA}"/>
                </c:ext>
              </c:extLst>
            </c:dLbl>
            <c:dLbl>
              <c:idx val="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A-7405-42D2-84DE-F8EA208DA7BA}"/>
                </c:ext>
              </c:extLst>
            </c:dLbl>
            <c:dLbl>
              <c:idx val="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B-7405-42D2-84DE-F8EA208DA7BA}"/>
                </c:ext>
              </c:extLst>
            </c:dLbl>
            <c:dLbl>
              <c:idx val="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C-7405-42D2-84DE-F8EA208DA7BA}"/>
                </c:ext>
              </c:extLst>
            </c:dLbl>
            <c:dLbl>
              <c:idx val="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D-7405-42D2-84DE-F8EA208DA7BA}"/>
                </c:ext>
              </c:extLst>
            </c:dLbl>
            <c:dLbl>
              <c:idx val="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E-7405-42D2-84DE-F8EA208DA7BA}"/>
                </c:ext>
              </c:extLst>
            </c:dLbl>
            <c:dLbl>
              <c:idx val="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9F-7405-42D2-84DE-F8EA208DA7BA}"/>
                </c:ext>
              </c:extLst>
            </c:dLbl>
            <c:dLbl>
              <c:idx val="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0-7405-42D2-84DE-F8EA208DA7BA}"/>
                </c:ext>
              </c:extLst>
            </c:dLbl>
            <c:dLbl>
              <c:idx val="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1-7405-42D2-84DE-F8EA208DA7BA}"/>
                </c:ext>
              </c:extLst>
            </c:dLbl>
            <c:dLbl>
              <c:idx val="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2-7405-42D2-84DE-F8EA208DA7BA}"/>
                </c:ext>
              </c:extLst>
            </c:dLbl>
            <c:dLbl>
              <c:idx val="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3-7405-42D2-84DE-F8EA208DA7BA}"/>
                </c:ext>
              </c:extLst>
            </c:dLbl>
            <c:dLbl>
              <c:idx val="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4-7405-42D2-84DE-F8EA208DA7BA}"/>
                </c:ext>
              </c:extLst>
            </c:dLbl>
            <c:dLbl>
              <c:idx val="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5-7405-42D2-84DE-F8EA208DA7BA}"/>
                </c:ext>
              </c:extLst>
            </c:dLbl>
            <c:dLbl>
              <c:idx val="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6-7405-42D2-84DE-F8EA208DA7BA}"/>
                </c:ext>
              </c:extLst>
            </c:dLbl>
            <c:dLbl>
              <c:idx val="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7-7405-42D2-84DE-F8EA208DA7BA}"/>
                </c:ext>
              </c:extLst>
            </c:dLbl>
            <c:dLbl>
              <c:idx val="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8-7405-42D2-84DE-F8EA208DA7BA}"/>
                </c:ext>
              </c:extLst>
            </c:dLbl>
            <c:dLbl>
              <c:idx val="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9-7405-42D2-84DE-F8EA208DA7BA}"/>
                </c:ext>
              </c:extLst>
            </c:dLbl>
            <c:dLbl>
              <c:idx val="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A-7405-42D2-84DE-F8EA208DA7BA}"/>
                </c:ext>
              </c:extLst>
            </c:dLbl>
            <c:dLbl>
              <c:idx val="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B-7405-42D2-84DE-F8EA208DA7BA}"/>
                </c:ext>
              </c:extLst>
            </c:dLbl>
            <c:dLbl>
              <c:idx val="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C-7405-42D2-84DE-F8EA208DA7BA}"/>
                </c:ext>
              </c:extLst>
            </c:dLbl>
            <c:dLbl>
              <c:idx val="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D-7405-42D2-84DE-F8EA208DA7BA}"/>
                </c:ext>
              </c:extLst>
            </c:dLbl>
            <c:dLbl>
              <c:idx val="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E-7405-42D2-84DE-F8EA208DA7BA}"/>
                </c:ext>
              </c:extLst>
            </c:dLbl>
            <c:dLbl>
              <c:idx val="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AF-7405-42D2-84DE-F8EA208DA7BA}"/>
                </c:ext>
              </c:extLst>
            </c:dLbl>
            <c:dLbl>
              <c:idx val="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0-7405-42D2-84DE-F8EA208DA7BA}"/>
                </c:ext>
              </c:extLst>
            </c:dLbl>
            <c:dLbl>
              <c:idx val="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1-7405-42D2-84DE-F8EA208DA7BA}"/>
                </c:ext>
              </c:extLst>
            </c:dLbl>
            <c:dLbl>
              <c:idx val="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2-7405-42D2-84DE-F8EA208DA7BA}"/>
                </c:ext>
              </c:extLst>
            </c:dLbl>
            <c:dLbl>
              <c:idx val="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3-7405-42D2-84DE-F8EA208DA7BA}"/>
                </c:ext>
              </c:extLst>
            </c:dLbl>
            <c:dLbl>
              <c:idx val="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4-7405-42D2-84DE-F8EA208DA7BA}"/>
                </c:ext>
              </c:extLst>
            </c:dLbl>
            <c:dLbl>
              <c:idx val="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5-7405-42D2-84DE-F8EA208DA7BA}"/>
                </c:ext>
              </c:extLst>
            </c:dLbl>
            <c:dLbl>
              <c:idx val="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6-7405-42D2-84DE-F8EA208DA7BA}"/>
                </c:ext>
              </c:extLst>
            </c:dLbl>
            <c:dLbl>
              <c:idx val="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7-7405-42D2-84DE-F8EA208DA7BA}"/>
                </c:ext>
              </c:extLst>
            </c:dLbl>
            <c:dLbl>
              <c:idx val="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8-7405-42D2-84DE-F8EA208DA7BA}"/>
                </c:ext>
              </c:extLst>
            </c:dLbl>
            <c:dLbl>
              <c:idx val="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9-7405-42D2-84DE-F8EA208DA7BA}"/>
                </c:ext>
              </c:extLst>
            </c:dLbl>
            <c:dLbl>
              <c:idx val="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A-7405-42D2-84DE-F8EA208DA7BA}"/>
                </c:ext>
              </c:extLst>
            </c:dLbl>
            <c:dLbl>
              <c:idx val="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B-7405-42D2-84DE-F8EA208DA7BA}"/>
                </c:ext>
              </c:extLst>
            </c:dLbl>
            <c:dLbl>
              <c:idx val="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C-7405-42D2-84DE-F8EA208DA7BA}"/>
                </c:ext>
              </c:extLst>
            </c:dLbl>
            <c:dLbl>
              <c:idx val="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D-7405-42D2-84DE-F8EA208DA7BA}"/>
                </c:ext>
              </c:extLst>
            </c:dLbl>
            <c:dLbl>
              <c:idx val="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E-7405-42D2-84DE-F8EA208DA7BA}"/>
                </c:ext>
              </c:extLst>
            </c:dLbl>
            <c:dLbl>
              <c:idx val="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BF-7405-42D2-84DE-F8EA208DA7BA}"/>
                </c:ext>
              </c:extLst>
            </c:dLbl>
            <c:dLbl>
              <c:idx val="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0-7405-42D2-84DE-F8EA208DA7BA}"/>
                </c:ext>
              </c:extLst>
            </c:dLbl>
            <c:dLbl>
              <c:idx val="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1-7405-42D2-84DE-F8EA208DA7BA}"/>
                </c:ext>
              </c:extLst>
            </c:dLbl>
            <c:dLbl>
              <c:idx val="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2-7405-42D2-84DE-F8EA208DA7BA}"/>
                </c:ext>
              </c:extLst>
            </c:dLbl>
            <c:dLbl>
              <c:idx val="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3-7405-42D2-84DE-F8EA208DA7BA}"/>
                </c:ext>
              </c:extLst>
            </c:dLbl>
            <c:dLbl>
              <c:idx val="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4-7405-42D2-84DE-F8EA208DA7BA}"/>
                </c:ext>
              </c:extLst>
            </c:dLbl>
            <c:dLbl>
              <c:idx val="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5-7405-42D2-84DE-F8EA208DA7BA}"/>
                </c:ext>
              </c:extLst>
            </c:dLbl>
            <c:dLbl>
              <c:idx val="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6-7405-42D2-84DE-F8EA208DA7BA}"/>
                </c:ext>
              </c:extLst>
            </c:dLbl>
            <c:dLbl>
              <c:idx val="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7-7405-42D2-84DE-F8EA208DA7BA}"/>
                </c:ext>
              </c:extLst>
            </c:dLbl>
            <c:dLbl>
              <c:idx val="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8-7405-42D2-84DE-F8EA208DA7BA}"/>
                </c:ext>
              </c:extLst>
            </c:dLbl>
            <c:dLbl>
              <c:idx val="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9-7405-42D2-84DE-F8EA208DA7BA}"/>
                </c:ext>
              </c:extLst>
            </c:dLbl>
            <c:dLbl>
              <c:idx val="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A-7405-42D2-84DE-F8EA208DA7BA}"/>
                </c:ext>
              </c:extLst>
            </c:dLbl>
            <c:dLbl>
              <c:idx val="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B-7405-42D2-84DE-F8EA208DA7BA}"/>
                </c:ext>
              </c:extLst>
            </c:dLbl>
            <c:dLbl>
              <c:idx val="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C-7405-42D2-84DE-F8EA208DA7BA}"/>
                </c:ext>
              </c:extLst>
            </c:dLbl>
            <c:dLbl>
              <c:idx val="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D-7405-42D2-84DE-F8EA208DA7BA}"/>
                </c:ext>
              </c:extLst>
            </c:dLbl>
            <c:dLbl>
              <c:idx val="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E-7405-42D2-84DE-F8EA208DA7BA}"/>
                </c:ext>
              </c:extLst>
            </c:dLbl>
            <c:dLbl>
              <c:idx val="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CF-7405-42D2-84DE-F8EA208DA7BA}"/>
                </c:ext>
              </c:extLst>
            </c:dLbl>
            <c:dLbl>
              <c:idx val="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0-7405-42D2-84DE-F8EA208DA7BA}"/>
                </c:ext>
              </c:extLst>
            </c:dLbl>
            <c:dLbl>
              <c:idx val="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1-7405-42D2-84DE-F8EA208DA7BA}"/>
                </c:ext>
              </c:extLst>
            </c:dLbl>
            <c:dLbl>
              <c:idx val="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2-7405-42D2-84DE-F8EA208DA7BA}"/>
                </c:ext>
              </c:extLst>
            </c:dLbl>
            <c:dLbl>
              <c:idx val="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3-7405-42D2-84DE-F8EA208DA7BA}"/>
                </c:ext>
              </c:extLst>
            </c:dLbl>
            <c:dLbl>
              <c:idx val="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4-7405-42D2-84DE-F8EA208DA7BA}"/>
                </c:ext>
              </c:extLst>
            </c:dLbl>
            <c:dLbl>
              <c:idx val="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5-7405-42D2-84DE-F8EA208DA7BA}"/>
                </c:ext>
              </c:extLst>
            </c:dLbl>
            <c:dLbl>
              <c:idx val="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6-7405-42D2-84DE-F8EA208DA7BA}"/>
                </c:ext>
              </c:extLst>
            </c:dLbl>
            <c:dLbl>
              <c:idx val="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7-7405-42D2-84DE-F8EA208DA7BA}"/>
                </c:ext>
              </c:extLst>
            </c:dLbl>
            <c:dLbl>
              <c:idx val="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8-7405-42D2-84DE-F8EA208DA7BA}"/>
                </c:ext>
              </c:extLst>
            </c:dLbl>
            <c:dLbl>
              <c:idx val="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9-7405-42D2-84DE-F8EA208DA7BA}"/>
                </c:ext>
              </c:extLst>
            </c:dLbl>
            <c:dLbl>
              <c:idx val="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A-7405-42D2-84DE-F8EA208DA7BA}"/>
                </c:ext>
              </c:extLst>
            </c:dLbl>
            <c:dLbl>
              <c:idx val="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B-7405-42D2-84DE-F8EA208DA7BA}"/>
                </c:ext>
              </c:extLst>
            </c:dLbl>
            <c:dLbl>
              <c:idx val="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C-7405-42D2-84DE-F8EA208DA7BA}"/>
                </c:ext>
              </c:extLst>
            </c:dLbl>
            <c:dLbl>
              <c:idx val="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D-7405-42D2-84DE-F8EA208DA7BA}"/>
                </c:ext>
              </c:extLst>
            </c:dLbl>
            <c:dLbl>
              <c:idx val="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E-7405-42D2-84DE-F8EA208DA7BA}"/>
                </c:ext>
              </c:extLst>
            </c:dLbl>
            <c:dLbl>
              <c:idx val="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DF-7405-42D2-84DE-F8EA208DA7BA}"/>
                </c:ext>
              </c:extLst>
            </c:dLbl>
            <c:dLbl>
              <c:idx val="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0-7405-42D2-84DE-F8EA208DA7BA}"/>
                </c:ext>
              </c:extLst>
            </c:dLbl>
            <c:dLbl>
              <c:idx val="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1-7405-42D2-84DE-F8EA208DA7BA}"/>
                </c:ext>
              </c:extLst>
            </c:dLbl>
            <c:dLbl>
              <c:idx val="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2-7405-42D2-84DE-F8EA208DA7BA}"/>
                </c:ext>
              </c:extLst>
            </c:dLbl>
            <c:dLbl>
              <c:idx val="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3-7405-42D2-84DE-F8EA208DA7BA}"/>
                </c:ext>
              </c:extLst>
            </c:dLbl>
            <c:dLbl>
              <c:idx val="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4-7405-42D2-84DE-F8EA208DA7BA}"/>
                </c:ext>
              </c:extLst>
            </c:dLbl>
            <c:dLbl>
              <c:idx val="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5-7405-42D2-84DE-F8EA208DA7BA}"/>
                </c:ext>
              </c:extLst>
            </c:dLbl>
            <c:dLbl>
              <c:idx val="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6-7405-42D2-84DE-F8EA208DA7BA}"/>
                </c:ext>
              </c:extLst>
            </c:dLbl>
            <c:dLbl>
              <c:idx val="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7-7405-42D2-84DE-F8EA208DA7BA}"/>
                </c:ext>
              </c:extLst>
            </c:dLbl>
            <c:dLbl>
              <c:idx val="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8-7405-42D2-84DE-F8EA208DA7BA}"/>
                </c:ext>
              </c:extLst>
            </c:dLbl>
            <c:dLbl>
              <c:idx val="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9-7405-42D2-84DE-F8EA208DA7BA}"/>
                </c:ext>
              </c:extLst>
            </c:dLbl>
            <c:dLbl>
              <c:idx val="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A-7405-42D2-84DE-F8EA208DA7BA}"/>
                </c:ext>
              </c:extLst>
            </c:dLbl>
            <c:dLbl>
              <c:idx val="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B-7405-42D2-84DE-F8EA208DA7BA}"/>
                </c:ext>
              </c:extLst>
            </c:dLbl>
            <c:dLbl>
              <c:idx val="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C-7405-42D2-84DE-F8EA208DA7BA}"/>
                </c:ext>
              </c:extLst>
            </c:dLbl>
            <c:dLbl>
              <c:idx val="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D-7405-42D2-84DE-F8EA208DA7BA}"/>
                </c:ext>
              </c:extLst>
            </c:dLbl>
            <c:dLbl>
              <c:idx val="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E-7405-42D2-84DE-F8EA208DA7BA}"/>
                </c:ext>
              </c:extLst>
            </c:dLbl>
            <c:dLbl>
              <c:idx val="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EF-7405-42D2-84DE-F8EA208DA7BA}"/>
                </c:ext>
              </c:extLst>
            </c:dLbl>
            <c:dLbl>
              <c:idx val="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0-7405-42D2-84DE-F8EA208DA7BA}"/>
                </c:ext>
              </c:extLst>
            </c:dLbl>
            <c:dLbl>
              <c:idx val="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1-7405-42D2-84DE-F8EA208DA7BA}"/>
                </c:ext>
              </c:extLst>
            </c:dLbl>
            <c:dLbl>
              <c:idx val="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2-7405-42D2-84DE-F8EA208DA7BA}"/>
                </c:ext>
              </c:extLst>
            </c:dLbl>
            <c:dLbl>
              <c:idx val="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3-7405-42D2-84DE-F8EA208DA7BA}"/>
                </c:ext>
              </c:extLst>
            </c:dLbl>
            <c:dLbl>
              <c:idx val="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4-7405-42D2-84DE-F8EA208DA7BA}"/>
                </c:ext>
              </c:extLst>
            </c:dLbl>
            <c:dLbl>
              <c:idx val="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5-7405-42D2-84DE-F8EA208DA7BA}"/>
                </c:ext>
              </c:extLst>
            </c:dLbl>
            <c:dLbl>
              <c:idx val="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6-7405-42D2-84DE-F8EA208DA7BA}"/>
                </c:ext>
              </c:extLst>
            </c:dLbl>
            <c:dLbl>
              <c:idx val="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7-7405-42D2-84DE-F8EA208DA7BA}"/>
                </c:ext>
              </c:extLst>
            </c:dLbl>
            <c:dLbl>
              <c:idx val="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8-7405-42D2-84DE-F8EA208DA7BA}"/>
                </c:ext>
              </c:extLst>
            </c:dLbl>
            <c:dLbl>
              <c:idx val="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9-7405-42D2-84DE-F8EA208DA7BA}"/>
                </c:ext>
              </c:extLst>
            </c:dLbl>
            <c:dLbl>
              <c:idx val="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A-7405-42D2-84DE-F8EA208DA7BA}"/>
                </c:ext>
              </c:extLst>
            </c:dLbl>
            <c:dLbl>
              <c:idx val="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B-7405-42D2-84DE-F8EA208DA7BA}"/>
                </c:ext>
              </c:extLst>
            </c:dLbl>
            <c:dLbl>
              <c:idx val="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C-7405-42D2-84DE-F8EA208DA7BA}"/>
                </c:ext>
              </c:extLst>
            </c:dLbl>
            <c:dLbl>
              <c:idx val="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D-7405-42D2-84DE-F8EA208DA7BA}"/>
                </c:ext>
              </c:extLst>
            </c:dLbl>
            <c:dLbl>
              <c:idx val="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E-7405-42D2-84DE-F8EA208DA7BA}"/>
                </c:ext>
              </c:extLst>
            </c:dLbl>
            <c:dLbl>
              <c:idx val="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3FF-7405-42D2-84DE-F8EA208DA7BA}"/>
                </c:ext>
              </c:extLst>
            </c:dLbl>
            <c:dLbl>
              <c:idx val="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0-7405-42D2-84DE-F8EA208DA7BA}"/>
                </c:ext>
              </c:extLst>
            </c:dLbl>
            <c:dLbl>
              <c:idx val="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1-7405-42D2-84DE-F8EA208DA7BA}"/>
                </c:ext>
              </c:extLst>
            </c:dLbl>
            <c:dLbl>
              <c:idx val="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2-7405-42D2-84DE-F8EA208DA7BA}"/>
                </c:ext>
              </c:extLst>
            </c:dLbl>
            <c:dLbl>
              <c:idx val="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3-7405-42D2-84DE-F8EA208DA7BA}"/>
                </c:ext>
              </c:extLst>
            </c:dLbl>
            <c:dLbl>
              <c:idx val="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4-7405-42D2-84DE-F8EA208DA7BA}"/>
                </c:ext>
              </c:extLst>
            </c:dLbl>
            <c:dLbl>
              <c:idx val="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5-7405-42D2-84DE-F8EA208DA7BA}"/>
                </c:ext>
              </c:extLst>
            </c:dLbl>
            <c:dLbl>
              <c:idx val="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6-7405-42D2-84DE-F8EA208DA7BA}"/>
                </c:ext>
              </c:extLst>
            </c:dLbl>
            <c:dLbl>
              <c:idx val="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7-7405-42D2-84DE-F8EA208DA7BA}"/>
                </c:ext>
              </c:extLst>
            </c:dLbl>
            <c:dLbl>
              <c:idx val="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8-7405-42D2-84DE-F8EA208DA7BA}"/>
                </c:ext>
              </c:extLst>
            </c:dLbl>
            <c:dLbl>
              <c:idx val="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9-7405-42D2-84DE-F8EA208DA7BA}"/>
                </c:ext>
              </c:extLst>
            </c:dLbl>
            <c:dLbl>
              <c:idx val="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A-7405-42D2-84DE-F8EA208DA7BA}"/>
                </c:ext>
              </c:extLst>
            </c:dLbl>
            <c:dLbl>
              <c:idx val="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B-7405-42D2-84DE-F8EA208DA7BA}"/>
                </c:ext>
              </c:extLst>
            </c:dLbl>
            <c:dLbl>
              <c:idx val="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C-7405-42D2-84DE-F8EA208DA7BA}"/>
                </c:ext>
              </c:extLst>
            </c:dLbl>
            <c:dLbl>
              <c:idx val="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D-7405-42D2-84DE-F8EA208DA7BA}"/>
                </c:ext>
              </c:extLst>
            </c:dLbl>
            <c:dLbl>
              <c:idx val="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E-7405-42D2-84DE-F8EA208DA7BA}"/>
                </c:ext>
              </c:extLst>
            </c:dLbl>
            <c:dLbl>
              <c:idx val="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0F-7405-42D2-84DE-F8EA208DA7BA}"/>
                </c:ext>
              </c:extLst>
            </c:dLbl>
            <c:dLbl>
              <c:idx val="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0-7405-42D2-84DE-F8EA208DA7BA}"/>
                </c:ext>
              </c:extLst>
            </c:dLbl>
            <c:dLbl>
              <c:idx val="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1-7405-42D2-84DE-F8EA208DA7BA}"/>
                </c:ext>
              </c:extLst>
            </c:dLbl>
            <c:dLbl>
              <c:idx val="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2-7405-42D2-84DE-F8EA208DA7BA}"/>
                </c:ext>
              </c:extLst>
            </c:dLbl>
            <c:dLbl>
              <c:idx val="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3-7405-42D2-84DE-F8EA208DA7BA}"/>
                </c:ext>
              </c:extLst>
            </c:dLbl>
            <c:dLbl>
              <c:idx val="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4-7405-42D2-84DE-F8EA208DA7BA}"/>
                </c:ext>
              </c:extLst>
            </c:dLbl>
            <c:dLbl>
              <c:idx val="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5-7405-42D2-84DE-F8EA208DA7BA}"/>
                </c:ext>
              </c:extLst>
            </c:dLbl>
            <c:dLbl>
              <c:idx val="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6-7405-42D2-84DE-F8EA208DA7BA}"/>
                </c:ext>
              </c:extLst>
            </c:dLbl>
            <c:dLbl>
              <c:idx val="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7-7405-42D2-84DE-F8EA208DA7BA}"/>
                </c:ext>
              </c:extLst>
            </c:dLbl>
            <c:dLbl>
              <c:idx val="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8-7405-42D2-84DE-F8EA208DA7BA}"/>
                </c:ext>
              </c:extLst>
            </c:dLbl>
            <c:dLbl>
              <c:idx val="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9-7405-42D2-84DE-F8EA208DA7BA}"/>
                </c:ext>
              </c:extLst>
            </c:dLbl>
            <c:dLbl>
              <c:idx val="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A-7405-42D2-84DE-F8EA208DA7BA}"/>
                </c:ext>
              </c:extLst>
            </c:dLbl>
            <c:dLbl>
              <c:idx val="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B-7405-42D2-84DE-F8EA208DA7BA}"/>
                </c:ext>
              </c:extLst>
            </c:dLbl>
            <c:dLbl>
              <c:idx val="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C-7405-42D2-84DE-F8EA208DA7BA}"/>
                </c:ext>
              </c:extLst>
            </c:dLbl>
            <c:dLbl>
              <c:idx val="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D-7405-42D2-84DE-F8EA208DA7BA}"/>
                </c:ext>
              </c:extLst>
            </c:dLbl>
            <c:dLbl>
              <c:idx val="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E-7405-42D2-84DE-F8EA208DA7BA}"/>
                </c:ext>
              </c:extLst>
            </c:dLbl>
            <c:dLbl>
              <c:idx val="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1F-7405-42D2-84DE-F8EA208DA7BA}"/>
                </c:ext>
              </c:extLst>
            </c:dLbl>
            <c:dLbl>
              <c:idx val="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0-7405-42D2-84DE-F8EA208DA7BA}"/>
                </c:ext>
              </c:extLst>
            </c:dLbl>
            <c:dLbl>
              <c:idx val="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1-7405-42D2-84DE-F8EA208DA7BA}"/>
                </c:ext>
              </c:extLst>
            </c:dLbl>
            <c:dLbl>
              <c:idx val="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2-7405-42D2-84DE-F8EA208DA7BA}"/>
                </c:ext>
              </c:extLst>
            </c:dLbl>
            <c:dLbl>
              <c:idx val="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3-7405-42D2-84DE-F8EA208DA7BA}"/>
                </c:ext>
              </c:extLst>
            </c:dLbl>
            <c:dLbl>
              <c:idx val="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4-7405-42D2-84DE-F8EA208DA7BA}"/>
                </c:ext>
              </c:extLst>
            </c:dLbl>
            <c:dLbl>
              <c:idx val="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5-7405-42D2-84DE-F8EA208DA7BA}"/>
                </c:ext>
              </c:extLst>
            </c:dLbl>
            <c:dLbl>
              <c:idx val="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6-7405-42D2-84DE-F8EA208DA7BA}"/>
                </c:ext>
              </c:extLst>
            </c:dLbl>
            <c:dLbl>
              <c:idx val="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7-7405-42D2-84DE-F8EA208DA7BA}"/>
                </c:ext>
              </c:extLst>
            </c:dLbl>
            <c:dLbl>
              <c:idx val="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8-7405-42D2-84DE-F8EA208DA7BA}"/>
                </c:ext>
              </c:extLst>
            </c:dLbl>
            <c:dLbl>
              <c:idx val="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9-7405-42D2-84DE-F8EA208DA7BA}"/>
                </c:ext>
              </c:extLst>
            </c:dLbl>
            <c:dLbl>
              <c:idx val="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A-7405-42D2-84DE-F8EA208DA7BA}"/>
                </c:ext>
              </c:extLst>
            </c:dLbl>
            <c:dLbl>
              <c:idx val="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B-7405-42D2-84DE-F8EA208DA7BA}"/>
                </c:ext>
              </c:extLst>
            </c:dLbl>
            <c:dLbl>
              <c:idx val="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C-7405-42D2-84DE-F8EA208DA7BA}"/>
                </c:ext>
              </c:extLst>
            </c:dLbl>
            <c:dLbl>
              <c:idx val="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D-7405-42D2-84DE-F8EA208DA7BA}"/>
                </c:ext>
              </c:extLst>
            </c:dLbl>
            <c:dLbl>
              <c:idx val="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E-7405-42D2-84DE-F8EA208DA7BA}"/>
                </c:ext>
              </c:extLst>
            </c:dLbl>
            <c:dLbl>
              <c:idx val="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2F-7405-42D2-84DE-F8EA208DA7BA}"/>
                </c:ext>
              </c:extLst>
            </c:dLbl>
            <c:dLbl>
              <c:idx val="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0-7405-42D2-84DE-F8EA208DA7BA}"/>
                </c:ext>
              </c:extLst>
            </c:dLbl>
            <c:dLbl>
              <c:idx val="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1-7405-42D2-84DE-F8EA208DA7BA}"/>
                </c:ext>
              </c:extLst>
            </c:dLbl>
            <c:dLbl>
              <c:idx val="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2-7405-42D2-84DE-F8EA208DA7BA}"/>
                </c:ext>
              </c:extLst>
            </c:dLbl>
            <c:dLbl>
              <c:idx val="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3-7405-42D2-84DE-F8EA208DA7BA}"/>
                </c:ext>
              </c:extLst>
            </c:dLbl>
            <c:dLbl>
              <c:idx val="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4-7405-42D2-84DE-F8EA208DA7BA}"/>
                </c:ext>
              </c:extLst>
            </c:dLbl>
            <c:dLbl>
              <c:idx val="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5-7405-42D2-84DE-F8EA208DA7BA}"/>
                </c:ext>
              </c:extLst>
            </c:dLbl>
            <c:dLbl>
              <c:idx val="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6-7405-42D2-84DE-F8EA208DA7BA}"/>
                </c:ext>
              </c:extLst>
            </c:dLbl>
            <c:dLbl>
              <c:idx val="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7-7405-42D2-84DE-F8EA208DA7BA}"/>
                </c:ext>
              </c:extLst>
            </c:dLbl>
            <c:dLbl>
              <c:idx val="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8-7405-42D2-84DE-F8EA208DA7BA}"/>
                </c:ext>
              </c:extLst>
            </c:dLbl>
            <c:dLbl>
              <c:idx val="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9-7405-42D2-84DE-F8EA208DA7BA}"/>
                </c:ext>
              </c:extLst>
            </c:dLbl>
            <c:dLbl>
              <c:idx val="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A-7405-42D2-84DE-F8EA208DA7BA}"/>
                </c:ext>
              </c:extLst>
            </c:dLbl>
            <c:dLbl>
              <c:idx val="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B-7405-42D2-84DE-F8EA208DA7BA}"/>
                </c:ext>
              </c:extLst>
            </c:dLbl>
            <c:dLbl>
              <c:idx val="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C-7405-42D2-84DE-F8EA208DA7BA}"/>
                </c:ext>
              </c:extLst>
            </c:dLbl>
            <c:dLbl>
              <c:idx val="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D-7405-42D2-84DE-F8EA208DA7BA}"/>
                </c:ext>
              </c:extLst>
            </c:dLbl>
            <c:dLbl>
              <c:idx val="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E-7405-42D2-84DE-F8EA208DA7BA}"/>
                </c:ext>
              </c:extLst>
            </c:dLbl>
            <c:dLbl>
              <c:idx val="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3F-7405-42D2-84DE-F8EA208DA7BA}"/>
                </c:ext>
              </c:extLst>
            </c:dLbl>
            <c:dLbl>
              <c:idx val="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0-7405-42D2-84DE-F8EA208DA7BA}"/>
                </c:ext>
              </c:extLst>
            </c:dLbl>
            <c:dLbl>
              <c:idx val="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1-7405-42D2-84DE-F8EA208DA7BA}"/>
                </c:ext>
              </c:extLst>
            </c:dLbl>
            <c:dLbl>
              <c:idx val="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2-7405-42D2-84DE-F8EA208DA7BA}"/>
                </c:ext>
              </c:extLst>
            </c:dLbl>
            <c:dLbl>
              <c:idx val="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3-7405-42D2-84DE-F8EA208DA7BA}"/>
                </c:ext>
              </c:extLst>
            </c:dLbl>
            <c:dLbl>
              <c:idx val="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4-7405-42D2-84DE-F8EA208DA7BA}"/>
                </c:ext>
              </c:extLst>
            </c:dLbl>
            <c:dLbl>
              <c:idx val="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5-7405-42D2-84DE-F8EA208DA7BA}"/>
                </c:ext>
              </c:extLst>
            </c:dLbl>
            <c:dLbl>
              <c:idx val="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6-7405-42D2-84DE-F8EA208DA7BA}"/>
                </c:ext>
              </c:extLst>
            </c:dLbl>
            <c:dLbl>
              <c:idx val="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7-7405-42D2-84DE-F8EA208DA7BA}"/>
                </c:ext>
              </c:extLst>
            </c:dLbl>
            <c:dLbl>
              <c:idx val="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8-7405-42D2-84DE-F8EA208DA7BA}"/>
                </c:ext>
              </c:extLst>
            </c:dLbl>
            <c:dLbl>
              <c:idx val="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9-7405-42D2-84DE-F8EA208DA7BA}"/>
                </c:ext>
              </c:extLst>
            </c:dLbl>
            <c:dLbl>
              <c:idx val="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A-7405-42D2-84DE-F8EA208DA7BA}"/>
                </c:ext>
              </c:extLst>
            </c:dLbl>
            <c:dLbl>
              <c:idx val="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B-7405-42D2-84DE-F8EA208DA7BA}"/>
                </c:ext>
              </c:extLst>
            </c:dLbl>
            <c:dLbl>
              <c:idx val="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C-7405-42D2-84DE-F8EA208DA7BA}"/>
                </c:ext>
              </c:extLst>
            </c:dLbl>
            <c:dLbl>
              <c:idx val="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D-7405-42D2-84DE-F8EA208DA7BA}"/>
                </c:ext>
              </c:extLst>
            </c:dLbl>
            <c:dLbl>
              <c:idx val="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E-7405-42D2-84DE-F8EA208DA7BA}"/>
                </c:ext>
              </c:extLst>
            </c:dLbl>
            <c:dLbl>
              <c:idx val="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4F-7405-42D2-84DE-F8EA208DA7BA}"/>
                </c:ext>
              </c:extLst>
            </c:dLbl>
            <c:dLbl>
              <c:idx val="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0-7405-42D2-84DE-F8EA208DA7BA}"/>
                </c:ext>
              </c:extLst>
            </c:dLbl>
            <c:dLbl>
              <c:idx val="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1-7405-42D2-84DE-F8EA208DA7BA}"/>
                </c:ext>
              </c:extLst>
            </c:dLbl>
            <c:dLbl>
              <c:idx val="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2-7405-42D2-84DE-F8EA208DA7BA}"/>
                </c:ext>
              </c:extLst>
            </c:dLbl>
            <c:dLbl>
              <c:idx val="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3-7405-42D2-84DE-F8EA208DA7BA}"/>
                </c:ext>
              </c:extLst>
            </c:dLbl>
            <c:dLbl>
              <c:idx val="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4-7405-42D2-84DE-F8EA208DA7BA}"/>
                </c:ext>
              </c:extLst>
            </c:dLbl>
            <c:dLbl>
              <c:idx val="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5-7405-42D2-84DE-F8EA208DA7BA}"/>
                </c:ext>
              </c:extLst>
            </c:dLbl>
            <c:dLbl>
              <c:idx val="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6-7405-42D2-84DE-F8EA208DA7BA}"/>
                </c:ext>
              </c:extLst>
            </c:dLbl>
            <c:dLbl>
              <c:idx val="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7-7405-42D2-84DE-F8EA208DA7BA}"/>
                </c:ext>
              </c:extLst>
            </c:dLbl>
            <c:dLbl>
              <c:idx val="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8-7405-42D2-84DE-F8EA208DA7BA}"/>
                </c:ext>
              </c:extLst>
            </c:dLbl>
            <c:dLbl>
              <c:idx val="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9-7405-42D2-84DE-F8EA208DA7BA}"/>
                </c:ext>
              </c:extLst>
            </c:dLbl>
            <c:dLbl>
              <c:idx val="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A-7405-42D2-84DE-F8EA208DA7BA}"/>
                </c:ext>
              </c:extLst>
            </c:dLbl>
            <c:dLbl>
              <c:idx val="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B-7405-42D2-84DE-F8EA208DA7BA}"/>
                </c:ext>
              </c:extLst>
            </c:dLbl>
            <c:dLbl>
              <c:idx val="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C-7405-42D2-84DE-F8EA208DA7BA}"/>
                </c:ext>
              </c:extLst>
            </c:dLbl>
            <c:dLbl>
              <c:idx val="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D-7405-42D2-84DE-F8EA208DA7BA}"/>
                </c:ext>
              </c:extLst>
            </c:dLbl>
            <c:dLbl>
              <c:idx val="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E-7405-42D2-84DE-F8EA208DA7BA}"/>
                </c:ext>
              </c:extLst>
            </c:dLbl>
            <c:dLbl>
              <c:idx val="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5F-7405-42D2-84DE-F8EA208DA7BA}"/>
                </c:ext>
              </c:extLst>
            </c:dLbl>
            <c:dLbl>
              <c:idx val="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0-7405-42D2-84DE-F8EA208DA7BA}"/>
                </c:ext>
              </c:extLst>
            </c:dLbl>
            <c:dLbl>
              <c:idx val="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1-7405-42D2-84DE-F8EA208DA7BA}"/>
                </c:ext>
              </c:extLst>
            </c:dLbl>
            <c:dLbl>
              <c:idx val="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2-7405-42D2-84DE-F8EA208DA7BA}"/>
                </c:ext>
              </c:extLst>
            </c:dLbl>
            <c:dLbl>
              <c:idx val="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3-7405-42D2-84DE-F8EA208DA7BA}"/>
                </c:ext>
              </c:extLst>
            </c:dLbl>
            <c:dLbl>
              <c:idx val="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4-7405-42D2-84DE-F8EA208DA7BA}"/>
                </c:ext>
              </c:extLst>
            </c:dLbl>
            <c:dLbl>
              <c:idx val="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5-7405-42D2-84DE-F8EA208DA7BA}"/>
                </c:ext>
              </c:extLst>
            </c:dLbl>
            <c:dLbl>
              <c:idx val="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6-7405-42D2-84DE-F8EA208DA7BA}"/>
                </c:ext>
              </c:extLst>
            </c:dLbl>
            <c:dLbl>
              <c:idx val="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7-7405-42D2-84DE-F8EA208DA7BA}"/>
                </c:ext>
              </c:extLst>
            </c:dLbl>
            <c:dLbl>
              <c:idx val="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8-7405-42D2-84DE-F8EA208DA7BA}"/>
                </c:ext>
              </c:extLst>
            </c:dLbl>
            <c:dLbl>
              <c:idx val="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9-7405-42D2-84DE-F8EA208DA7BA}"/>
                </c:ext>
              </c:extLst>
            </c:dLbl>
            <c:dLbl>
              <c:idx val="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A-7405-42D2-84DE-F8EA208DA7BA}"/>
                </c:ext>
              </c:extLst>
            </c:dLbl>
            <c:dLbl>
              <c:idx val="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B-7405-42D2-84DE-F8EA208DA7BA}"/>
                </c:ext>
              </c:extLst>
            </c:dLbl>
            <c:dLbl>
              <c:idx val="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C-7405-42D2-84DE-F8EA208DA7BA}"/>
                </c:ext>
              </c:extLst>
            </c:dLbl>
            <c:dLbl>
              <c:idx val="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D-7405-42D2-84DE-F8EA208DA7BA}"/>
                </c:ext>
              </c:extLst>
            </c:dLbl>
            <c:dLbl>
              <c:idx val="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E-7405-42D2-84DE-F8EA208DA7BA}"/>
                </c:ext>
              </c:extLst>
            </c:dLbl>
            <c:dLbl>
              <c:idx val="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6F-7405-42D2-84DE-F8EA208DA7BA}"/>
                </c:ext>
              </c:extLst>
            </c:dLbl>
            <c:dLbl>
              <c:idx val="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0-7405-42D2-84DE-F8EA208DA7BA}"/>
                </c:ext>
              </c:extLst>
            </c:dLbl>
            <c:dLbl>
              <c:idx val="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1-7405-42D2-84DE-F8EA208DA7BA}"/>
                </c:ext>
              </c:extLst>
            </c:dLbl>
            <c:dLbl>
              <c:idx val="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2-7405-42D2-84DE-F8EA208DA7BA}"/>
                </c:ext>
              </c:extLst>
            </c:dLbl>
            <c:dLbl>
              <c:idx val="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3-7405-42D2-84DE-F8EA208DA7BA}"/>
                </c:ext>
              </c:extLst>
            </c:dLbl>
            <c:dLbl>
              <c:idx val="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4-7405-42D2-84DE-F8EA208DA7BA}"/>
                </c:ext>
              </c:extLst>
            </c:dLbl>
            <c:dLbl>
              <c:idx val="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5-7405-42D2-84DE-F8EA208DA7BA}"/>
                </c:ext>
              </c:extLst>
            </c:dLbl>
            <c:dLbl>
              <c:idx val="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6-7405-42D2-84DE-F8EA208DA7BA}"/>
                </c:ext>
              </c:extLst>
            </c:dLbl>
            <c:dLbl>
              <c:idx val="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7-7405-42D2-84DE-F8EA208DA7BA}"/>
                </c:ext>
              </c:extLst>
            </c:dLbl>
            <c:dLbl>
              <c:idx val="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8-7405-42D2-84DE-F8EA208DA7BA}"/>
                </c:ext>
              </c:extLst>
            </c:dLbl>
            <c:dLbl>
              <c:idx val="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9-7405-42D2-84DE-F8EA208DA7BA}"/>
                </c:ext>
              </c:extLst>
            </c:dLbl>
            <c:dLbl>
              <c:idx val="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A-7405-42D2-84DE-F8EA208DA7BA}"/>
                </c:ext>
              </c:extLst>
            </c:dLbl>
            <c:dLbl>
              <c:idx val="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B-7405-42D2-84DE-F8EA208DA7BA}"/>
                </c:ext>
              </c:extLst>
            </c:dLbl>
            <c:dLbl>
              <c:idx val="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C-7405-42D2-84DE-F8EA208DA7BA}"/>
                </c:ext>
              </c:extLst>
            </c:dLbl>
            <c:dLbl>
              <c:idx val="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D-7405-42D2-84DE-F8EA208DA7BA}"/>
                </c:ext>
              </c:extLst>
            </c:dLbl>
            <c:dLbl>
              <c:idx val="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E-7405-42D2-84DE-F8EA208DA7BA}"/>
                </c:ext>
              </c:extLst>
            </c:dLbl>
            <c:dLbl>
              <c:idx val="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7F-7405-42D2-84DE-F8EA208DA7BA}"/>
                </c:ext>
              </c:extLst>
            </c:dLbl>
            <c:dLbl>
              <c:idx val="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0-7405-42D2-84DE-F8EA208DA7BA}"/>
                </c:ext>
              </c:extLst>
            </c:dLbl>
            <c:dLbl>
              <c:idx val="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1-7405-42D2-84DE-F8EA208DA7BA}"/>
                </c:ext>
              </c:extLst>
            </c:dLbl>
            <c:dLbl>
              <c:idx val="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2-7405-42D2-84DE-F8EA208DA7BA}"/>
                </c:ext>
              </c:extLst>
            </c:dLbl>
            <c:dLbl>
              <c:idx val="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3-7405-42D2-84DE-F8EA208DA7BA}"/>
                </c:ext>
              </c:extLst>
            </c:dLbl>
            <c:dLbl>
              <c:idx val="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4-7405-42D2-84DE-F8EA208DA7BA}"/>
                </c:ext>
              </c:extLst>
            </c:dLbl>
            <c:dLbl>
              <c:idx val="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5-7405-42D2-84DE-F8EA208DA7BA}"/>
                </c:ext>
              </c:extLst>
            </c:dLbl>
            <c:dLbl>
              <c:idx val="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6-7405-42D2-84DE-F8EA208DA7BA}"/>
                </c:ext>
              </c:extLst>
            </c:dLbl>
            <c:dLbl>
              <c:idx val="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7-7405-42D2-84DE-F8EA208DA7BA}"/>
                </c:ext>
              </c:extLst>
            </c:dLbl>
            <c:dLbl>
              <c:idx val="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8-7405-42D2-84DE-F8EA208DA7BA}"/>
                </c:ext>
              </c:extLst>
            </c:dLbl>
            <c:dLbl>
              <c:idx val="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9-7405-42D2-84DE-F8EA208DA7BA}"/>
                </c:ext>
              </c:extLst>
            </c:dLbl>
            <c:dLbl>
              <c:idx val="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A-7405-42D2-84DE-F8EA208DA7BA}"/>
                </c:ext>
              </c:extLst>
            </c:dLbl>
            <c:dLbl>
              <c:idx val="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B-7405-42D2-84DE-F8EA208DA7BA}"/>
                </c:ext>
              </c:extLst>
            </c:dLbl>
            <c:dLbl>
              <c:idx val="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C-7405-42D2-84DE-F8EA208DA7BA}"/>
                </c:ext>
              </c:extLst>
            </c:dLbl>
            <c:dLbl>
              <c:idx val="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D-7405-42D2-84DE-F8EA208DA7BA}"/>
                </c:ext>
              </c:extLst>
            </c:dLbl>
            <c:dLbl>
              <c:idx val="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E-7405-42D2-84DE-F8EA208DA7BA}"/>
                </c:ext>
              </c:extLst>
            </c:dLbl>
            <c:dLbl>
              <c:idx val="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8F-7405-42D2-84DE-F8EA208DA7BA}"/>
                </c:ext>
              </c:extLst>
            </c:dLbl>
            <c:dLbl>
              <c:idx val="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0-7405-42D2-84DE-F8EA208DA7BA}"/>
                </c:ext>
              </c:extLst>
            </c:dLbl>
            <c:dLbl>
              <c:idx val="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1-7405-42D2-84DE-F8EA208DA7BA}"/>
                </c:ext>
              </c:extLst>
            </c:dLbl>
            <c:dLbl>
              <c:idx val="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2-7405-42D2-84DE-F8EA208DA7BA}"/>
                </c:ext>
              </c:extLst>
            </c:dLbl>
            <c:dLbl>
              <c:idx val="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3-7405-42D2-84DE-F8EA208DA7BA}"/>
                </c:ext>
              </c:extLst>
            </c:dLbl>
            <c:dLbl>
              <c:idx val="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4-7405-42D2-84DE-F8EA208DA7BA}"/>
                </c:ext>
              </c:extLst>
            </c:dLbl>
            <c:dLbl>
              <c:idx val="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5-7405-42D2-84DE-F8EA208DA7BA}"/>
                </c:ext>
              </c:extLst>
            </c:dLbl>
            <c:dLbl>
              <c:idx val="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6-7405-42D2-84DE-F8EA208DA7BA}"/>
                </c:ext>
              </c:extLst>
            </c:dLbl>
            <c:dLbl>
              <c:idx val="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7-7405-42D2-84DE-F8EA208DA7BA}"/>
                </c:ext>
              </c:extLst>
            </c:dLbl>
            <c:dLbl>
              <c:idx val="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8-7405-42D2-84DE-F8EA208DA7BA}"/>
                </c:ext>
              </c:extLst>
            </c:dLbl>
            <c:dLbl>
              <c:idx val="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9-7405-42D2-84DE-F8EA208DA7BA}"/>
                </c:ext>
              </c:extLst>
            </c:dLbl>
            <c:dLbl>
              <c:idx val="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A-7405-42D2-84DE-F8EA208DA7BA}"/>
                </c:ext>
              </c:extLst>
            </c:dLbl>
            <c:dLbl>
              <c:idx val="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B-7405-42D2-84DE-F8EA208DA7BA}"/>
                </c:ext>
              </c:extLst>
            </c:dLbl>
            <c:dLbl>
              <c:idx val="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C-7405-42D2-84DE-F8EA208DA7BA}"/>
                </c:ext>
              </c:extLst>
            </c:dLbl>
            <c:dLbl>
              <c:idx val="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D-7405-42D2-84DE-F8EA208DA7BA}"/>
                </c:ext>
              </c:extLst>
            </c:dLbl>
            <c:dLbl>
              <c:idx val="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E-7405-42D2-84DE-F8EA208DA7BA}"/>
                </c:ext>
              </c:extLst>
            </c:dLbl>
            <c:dLbl>
              <c:idx val="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9F-7405-42D2-84DE-F8EA208DA7BA}"/>
                </c:ext>
              </c:extLst>
            </c:dLbl>
            <c:dLbl>
              <c:idx val="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0-7405-42D2-84DE-F8EA208DA7BA}"/>
                </c:ext>
              </c:extLst>
            </c:dLbl>
            <c:dLbl>
              <c:idx val="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1-7405-42D2-84DE-F8EA208DA7BA}"/>
                </c:ext>
              </c:extLst>
            </c:dLbl>
            <c:dLbl>
              <c:idx val="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2-7405-42D2-84DE-F8EA208DA7BA}"/>
                </c:ext>
              </c:extLst>
            </c:dLbl>
            <c:dLbl>
              <c:idx val="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3-7405-42D2-84DE-F8EA208DA7BA}"/>
                </c:ext>
              </c:extLst>
            </c:dLbl>
            <c:dLbl>
              <c:idx val="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4-7405-42D2-84DE-F8EA208DA7BA}"/>
                </c:ext>
              </c:extLst>
            </c:dLbl>
            <c:dLbl>
              <c:idx val="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5-7405-42D2-84DE-F8EA208DA7BA}"/>
                </c:ext>
              </c:extLst>
            </c:dLbl>
            <c:dLbl>
              <c:idx val="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6-7405-42D2-84DE-F8EA208DA7BA}"/>
                </c:ext>
              </c:extLst>
            </c:dLbl>
            <c:dLbl>
              <c:idx val="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7-7405-42D2-84DE-F8EA208DA7BA}"/>
                </c:ext>
              </c:extLst>
            </c:dLbl>
            <c:dLbl>
              <c:idx val="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8-7405-42D2-84DE-F8EA208DA7BA}"/>
                </c:ext>
              </c:extLst>
            </c:dLbl>
            <c:dLbl>
              <c:idx val="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9-7405-42D2-84DE-F8EA208DA7BA}"/>
                </c:ext>
              </c:extLst>
            </c:dLbl>
            <c:dLbl>
              <c:idx val="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A-7405-42D2-84DE-F8EA208DA7BA}"/>
                </c:ext>
              </c:extLst>
            </c:dLbl>
            <c:dLbl>
              <c:idx val="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B-7405-42D2-84DE-F8EA208DA7BA}"/>
                </c:ext>
              </c:extLst>
            </c:dLbl>
            <c:dLbl>
              <c:idx val="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C-7405-42D2-84DE-F8EA208DA7BA}"/>
                </c:ext>
              </c:extLst>
            </c:dLbl>
            <c:dLbl>
              <c:idx val="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D-7405-42D2-84DE-F8EA208DA7BA}"/>
                </c:ext>
              </c:extLst>
            </c:dLbl>
            <c:dLbl>
              <c:idx val="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E-7405-42D2-84DE-F8EA208DA7BA}"/>
                </c:ext>
              </c:extLst>
            </c:dLbl>
            <c:dLbl>
              <c:idx val="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AF-7405-42D2-84DE-F8EA208DA7BA}"/>
                </c:ext>
              </c:extLst>
            </c:dLbl>
            <c:dLbl>
              <c:idx val="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0-7405-42D2-84DE-F8EA208DA7BA}"/>
                </c:ext>
              </c:extLst>
            </c:dLbl>
            <c:dLbl>
              <c:idx val="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1-7405-42D2-84DE-F8EA208DA7BA}"/>
                </c:ext>
              </c:extLst>
            </c:dLbl>
            <c:dLbl>
              <c:idx val="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2-7405-42D2-84DE-F8EA208DA7BA}"/>
                </c:ext>
              </c:extLst>
            </c:dLbl>
            <c:dLbl>
              <c:idx val="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3-7405-42D2-84DE-F8EA208DA7BA}"/>
                </c:ext>
              </c:extLst>
            </c:dLbl>
            <c:dLbl>
              <c:idx val="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4-7405-42D2-84DE-F8EA208DA7BA}"/>
                </c:ext>
              </c:extLst>
            </c:dLbl>
            <c:dLbl>
              <c:idx val="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5-7405-42D2-84DE-F8EA208DA7BA}"/>
                </c:ext>
              </c:extLst>
            </c:dLbl>
            <c:dLbl>
              <c:idx val="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6-7405-42D2-84DE-F8EA208DA7BA}"/>
                </c:ext>
              </c:extLst>
            </c:dLbl>
            <c:dLbl>
              <c:idx val="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7-7405-42D2-84DE-F8EA208DA7BA}"/>
                </c:ext>
              </c:extLst>
            </c:dLbl>
            <c:dLbl>
              <c:idx val="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8-7405-42D2-84DE-F8EA208DA7BA}"/>
                </c:ext>
              </c:extLst>
            </c:dLbl>
            <c:dLbl>
              <c:idx val="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9-7405-42D2-84DE-F8EA208DA7BA}"/>
                </c:ext>
              </c:extLst>
            </c:dLbl>
            <c:dLbl>
              <c:idx val="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A-7405-42D2-84DE-F8EA208DA7BA}"/>
                </c:ext>
              </c:extLst>
            </c:dLbl>
            <c:dLbl>
              <c:idx val="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B-7405-42D2-84DE-F8EA208DA7BA}"/>
                </c:ext>
              </c:extLst>
            </c:dLbl>
            <c:dLbl>
              <c:idx val="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C-7405-42D2-84DE-F8EA208DA7BA}"/>
                </c:ext>
              </c:extLst>
            </c:dLbl>
            <c:dLbl>
              <c:idx val="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D-7405-42D2-84DE-F8EA208DA7BA}"/>
                </c:ext>
              </c:extLst>
            </c:dLbl>
            <c:dLbl>
              <c:idx val="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E-7405-42D2-84DE-F8EA208DA7BA}"/>
                </c:ext>
              </c:extLst>
            </c:dLbl>
            <c:dLbl>
              <c:idx val="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BF-7405-42D2-84DE-F8EA208DA7BA}"/>
                </c:ext>
              </c:extLst>
            </c:dLbl>
            <c:dLbl>
              <c:idx val="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0-7405-42D2-84DE-F8EA208DA7BA}"/>
                </c:ext>
              </c:extLst>
            </c:dLbl>
            <c:dLbl>
              <c:idx val="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1-7405-42D2-84DE-F8EA208DA7BA}"/>
                </c:ext>
              </c:extLst>
            </c:dLbl>
            <c:dLbl>
              <c:idx val="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2-7405-42D2-84DE-F8EA208DA7BA}"/>
                </c:ext>
              </c:extLst>
            </c:dLbl>
            <c:dLbl>
              <c:idx val="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3-7405-42D2-84DE-F8EA208DA7BA}"/>
                </c:ext>
              </c:extLst>
            </c:dLbl>
            <c:dLbl>
              <c:idx val="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4-7405-42D2-84DE-F8EA208DA7BA}"/>
                </c:ext>
              </c:extLst>
            </c:dLbl>
            <c:dLbl>
              <c:idx val="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5-7405-42D2-84DE-F8EA208DA7BA}"/>
                </c:ext>
              </c:extLst>
            </c:dLbl>
            <c:dLbl>
              <c:idx val="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6-7405-42D2-84DE-F8EA208DA7BA}"/>
                </c:ext>
              </c:extLst>
            </c:dLbl>
            <c:dLbl>
              <c:idx val="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7-7405-42D2-84DE-F8EA208DA7BA}"/>
                </c:ext>
              </c:extLst>
            </c:dLbl>
            <c:dLbl>
              <c:idx val="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8-7405-42D2-84DE-F8EA208DA7BA}"/>
                </c:ext>
              </c:extLst>
            </c:dLbl>
            <c:dLbl>
              <c:idx val="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9-7405-42D2-84DE-F8EA208DA7BA}"/>
                </c:ext>
              </c:extLst>
            </c:dLbl>
            <c:dLbl>
              <c:idx val="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A-7405-42D2-84DE-F8EA208DA7BA}"/>
                </c:ext>
              </c:extLst>
            </c:dLbl>
            <c:dLbl>
              <c:idx val="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B-7405-42D2-84DE-F8EA208DA7BA}"/>
                </c:ext>
              </c:extLst>
            </c:dLbl>
            <c:dLbl>
              <c:idx val="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C-7405-42D2-84DE-F8EA208DA7BA}"/>
                </c:ext>
              </c:extLst>
            </c:dLbl>
            <c:dLbl>
              <c:idx val="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D-7405-42D2-84DE-F8EA208DA7BA}"/>
                </c:ext>
              </c:extLst>
            </c:dLbl>
            <c:dLbl>
              <c:idx val="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E-7405-42D2-84DE-F8EA208DA7BA}"/>
                </c:ext>
              </c:extLst>
            </c:dLbl>
            <c:dLbl>
              <c:idx val="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CF-7405-42D2-84DE-F8EA208DA7BA}"/>
                </c:ext>
              </c:extLst>
            </c:dLbl>
            <c:dLbl>
              <c:idx val="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0-7405-42D2-84DE-F8EA208DA7BA}"/>
                </c:ext>
              </c:extLst>
            </c:dLbl>
            <c:dLbl>
              <c:idx val="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1-7405-42D2-84DE-F8EA208DA7BA}"/>
                </c:ext>
              </c:extLst>
            </c:dLbl>
            <c:dLbl>
              <c:idx val="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2-7405-42D2-84DE-F8EA208DA7BA}"/>
                </c:ext>
              </c:extLst>
            </c:dLbl>
            <c:dLbl>
              <c:idx val="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3-7405-42D2-84DE-F8EA208DA7BA}"/>
                </c:ext>
              </c:extLst>
            </c:dLbl>
            <c:dLbl>
              <c:idx val="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4-7405-42D2-84DE-F8EA208DA7BA}"/>
                </c:ext>
              </c:extLst>
            </c:dLbl>
            <c:dLbl>
              <c:idx val="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5-7405-42D2-84DE-F8EA208DA7BA}"/>
                </c:ext>
              </c:extLst>
            </c:dLbl>
            <c:dLbl>
              <c:idx val="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6-7405-42D2-84DE-F8EA208DA7BA}"/>
                </c:ext>
              </c:extLst>
            </c:dLbl>
            <c:dLbl>
              <c:idx val="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7-7405-42D2-84DE-F8EA208DA7BA}"/>
                </c:ext>
              </c:extLst>
            </c:dLbl>
            <c:dLbl>
              <c:idx val="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8-7405-42D2-84DE-F8EA208DA7BA}"/>
                </c:ext>
              </c:extLst>
            </c:dLbl>
            <c:dLbl>
              <c:idx val="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9-7405-42D2-84DE-F8EA208DA7BA}"/>
                </c:ext>
              </c:extLst>
            </c:dLbl>
            <c:dLbl>
              <c:idx val="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A-7405-42D2-84DE-F8EA208DA7BA}"/>
                </c:ext>
              </c:extLst>
            </c:dLbl>
            <c:dLbl>
              <c:idx val="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B-7405-42D2-84DE-F8EA208DA7BA}"/>
                </c:ext>
              </c:extLst>
            </c:dLbl>
            <c:dLbl>
              <c:idx val="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C-7405-42D2-84DE-F8EA208DA7BA}"/>
                </c:ext>
              </c:extLst>
            </c:dLbl>
            <c:dLbl>
              <c:idx val="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D-7405-42D2-84DE-F8EA208DA7BA}"/>
                </c:ext>
              </c:extLst>
            </c:dLbl>
            <c:dLbl>
              <c:idx val="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E-7405-42D2-84DE-F8EA208DA7BA}"/>
                </c:ext>
              </c:extLst>
            </c:dLbl>
            <c:dLbl>
              <c:idx val="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DF-7405-42D2-84DE-F8EA208DA7BA}"/>
                </c:ext>
              </c:extLst>
            </c:dLbl>
            <c:dLbl>
              <c:idx val="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0-7405-42D2-84DE-F8EA208DA7BA}"/>
                </c:ext>
              </c:extLst>
            </c:dLbl>
            <c:dLbl>
              <c:idx val="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1-7405-42D2-84DE-F8EA208DA7BA}"/>
                </c:ext>
              </c:extLst>
            </c:dLbl>
            <c:dLbl>
              <c:idx val="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2-7405-42D2-84DE-F8EA208DA7BA}"/>
                </c:ext>
              </c:extLst>
            </c:dLbl>
            <c:dLbl>
              <c:idx val="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3-7405-42D2-84DE-F8EA208DA7BA}"/>
                </c:ext>
              </c:extLst>
            </c:dLbl>
            <c:dLbl>
              <c:idx val="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4-7405-42D2-84DE-F8EA208DA7BA}"/>
                </c:ext>
              </c:extLst>
            </c:dLbl>
            <c:dLbl>
              <c:idx val="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5-7405-42D2-84DE-F8EA208DA7BA}"/>
                </c:ext>
              </c:extLst>
            </c:dLbl>
            <c:dLbl>
              <c:idx val="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6-7405-42D2-84DE-F8EA208DA7BA}"/>
                </c:ext>
              </c:extLst>
            </c:dLbl>
            <c:dLbl>
              <c:idx val="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7-7405-42D2-84DE-F8EA208DA7BA}"/>
                </c:ext>
              </c:extLst>
            </c:dLbl>
            <c:dLbl>
              <c:idx val="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8-7405-42D2-84DE-F8EA208DA7BA}"/>
                </c:ext>
              </c:extLst>
            </c:dLbl>
            <c:dLbl>
              <c:idx val="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9-7405-42D2-84DE-F8EA208DA7BA}"/>
                </c:ext>
              </c:extLst>
            </c:dLbl>
            <c:dLbl>
              <c:idx val="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A-7405-42D2-84DE-F8EA208DA7BA}"/>
                </c:ext>
              </c:extLst>
            </c:dLbl>
            <c:dLbl>
              <c:idx val="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B-7405-42D2-84DE-F8EA208DA7BA}"/>
                </c:ext>
              </c:extLst>
            </c:dLbl>
            <c:dLbl>
              <c:idx val="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C-7405-42D2-84DE-F8EA208DA7BA}"/>
                </c:ext>
              </c:extLst>
            </c:dLbl>
            <c:dLbl>
              <c:idx val="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D-7405-42D2-84DE-F8EA208DA7BA}"/>
                </c:ext>
              </c:extLst>
            </c:dLbl>
            <c:dLbl>
              <c:idx val="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E-7405-42D2-84DE-F8EA208DA7BA}"/>
                </c:ext>
              </c:extLst>
            </c:dLbl>
            <c:dLbl>
              <c:idx val="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EF-7405-42D2-84DE-F8EA208DA7BA}"/>
                </c:ext>
              </c:extLst>
            </c:dLbl>
            <c:dLbl>
              <c:idx val="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0-7405-42D2-84DE-F8EA208DA7BA}"/>
                </c:ext>
              </c:extLst>
            </c:dLbl>
            <c:dLbl>
              <c:idx val="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1-7405-42D2-84DE-F8EA208DA7BA}"/>
                </c:ext>
              </c:extLst>
            </c:dLbl>
            <c:dLbl>
              <c:idx val="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2-7405-42D2-84DE-F8EA208DA7BA}"/>
                </c:ext>
              </c:extLst>
            </c:dLbl>
            <c:dLbl>
              <c:idx val="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3-7405-42D2-84DE-F8EA208DA7BA}"/>
                </c:ext>
              </c:extLst>
            </c:dLbl>
            <c:dLbl>
              <c:idx val="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4-7405-42D2-84DE-F8EA208DA7BA}"/>
                </c:ext>
              </c:extLst>
            </c:dLbl>
            <c:dLbl>
              <c:idx val="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5-7405-42D2-84DE-F8EA208DA7BA}"/>
                </c:ext>
              </c:extLst>
            </c:dLbl>
            <c:dLbl>
              <c:idx val="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6-7405-42D2-84DE-F8EA208DA7BA}"/>
                </c:ext>
              </c:extLst>
            </c:dLbl>
            <c:dLbl>
              <c:idx val="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7-7405-42D2-84DE-F8EA208DA7BA}"/>
                </c:ext>
              </c:extLst>
            </c:dLbl>
            <c:dLbl>
              <c:idx val="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8-7405-42D2-84DE-F8EA208DA7BA}"/>
                </c:ext>
              </c:extLst>
            </c:dLbl>
            <c:dLbl>
              <c:idx val="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9-7405-42D2-84DE-F8EA208DA7BA}"/>
                </c:ext>
              </c:extLst>
            </c:dLbl>
            <c:dLbl>
              <c:idx val="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A-7405-42D2-84DE-F8EA208DA7BA}"/>
                </c:ext>
              </c:extLst>
            </c:dLbl>
            <c:dLbl>
              <c:idx val="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B-7405-42D2-84DE-F8EA208DA7BA}"/>
                </c:ext>
              </c:extLst>
            </c:dLbl>
            <c:dLbl>
              <c:idx val="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C-7405-42D2-84DE-F8EA208DA7BA}"/>
                </c:ext>
              </c:extLst>
            </c:dLbl>
            <c:dLbl>
              <c:idx val="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D-7405-42D2-84DE-F8EA208DA7BA}"/>
                </c:ext>
              </c:extLst>
            </c:dLbl>
            <c:dLbl>
              <c:idx val="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E-7405-42D2-84DE-F8EA208DA7BA}"/>
                </c:ext>
              </c:extLst>
            </c:dLbl>
            <c:dLbl>
              <c:idx val="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4FF-7405-42D2-84DE-F8EA208DA7BA}"/>
                </c:ext>
              </c:extLst>
            </c:dLbl>
            <c:dLbl>
              <c:idx val="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0-7405-42D2-84DE-F8EA208DA7BA}"/>
                </c:ext>
              </c:extLst>
            </c:dLbl>
            <c:dLbl>
              <c:idx val="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1-7405-42D2-84DE-F8EA208DA7BA}"/>
                </c:ext>
              </c:extLst>
            </c:dLbl>
            <c:dLbl>
              <c:idx val="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2-7405-42D2-84DE-F8EA208DA7BA}"/>
                </c:ext>
              </c:extLst>
            </c:dLbl>
            <c:dLbl>
              <c:idx val="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3-7405-42D2-84DE-F8EA208DA7BA}"/>
                </c:ext>
              </c:extLst>
            </c:dLbl>
            <c:dLbl>
              <c:idx val="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4-7405-42D2-84DE-F8EA208DA7BA}"/>
                </c:ext>
              </c:extLst>
            </c:dLbl>
            <c:dLbl>
              <c:idx val="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5-7405-42D2-84DE-F8EA208DA7BA}"/>
                </c:ext>
              </c:extLst>
            </c:dLbl>
            <c:dLbl>
              <c:idx val="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6-7405-42D2-84DE-F8EA208DA7BA}"/>
                </c:ext>
              </c:extLst>
            </c:dLbl>
            <c:dLbl>
              <c:idx val="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7-7405-42D2-84DE-F8EA208DA7BA}"/>
                </c:ext>
              </c:extLst>
            </c:dLbl>
            <c:dLbl>
              <c:idx val="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8-7405-42D2-84DE-F8EA208DA7BA}"/>
                </c:ext>
              </c:extLst>
            </c:dLbl>
            <c:dLbl>
              <c:idx val="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9-7405-42D2-84DE-F8EA208DA7BA}"/>
                </c:ext>
              </c:extLst>
            </c:dLbl>
            <c:dLbl>
              <c:idx val="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A-7405-42D2-84DE-F8EA208DA7BA}"/>
                </c:ext>
              </c:extLst>
            </c:dLbl>
            <c:dLbl>
              <c:idx val="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B-7405-42D2-84DE-F8EA208DA7BA}"/>
                </c:ext>
              </c:extLst>
            </c:dLbl>
            <c:dLbl>
              <c:idx val="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C-7405-42D2-84DE-F8EA208DA7BA}"/>
                </c:ext>
              </c:extLst>
            </c:dLbl>
            <c:dLbl>
              <c:idx val="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D-7405-42D2-84DE-F8EA208DA7BA}"/>
                </c:ext>
              </c:extLst>
            </c:dLbl>
            <c:dLbl>
              <c:idx val="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E-7405-42D2-84DE-F8EA208DA7BA}"/>
                </c:ext>
              </c:extLst>
            </c:dLbl>
            <c:dLbl>
              <c:idx val="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0F-7405-42D2-84DE-F8EA208DA7BA}"/>
                </c:ext>
              </c:extLst>
            </c:dLbl>
            <c:dLbl>
              <c:idx val="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0-7405-42D2-84DE-F8EA208DA7BA}"/>
                </c:ext>
              </c:extLst>
            </c:dLbl>
            <c:dLbl>
              <c:idx val="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1-7405-42D2-84DE-F8EA208DA7BA}"/>
                </c:ext>
              </c:extLst>
            </c:dLbl>
            <c:dLbl>
              <c:idx val="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2-7405-42D2-84DE-F8EA208DA7BA}"/>
                </c:ext>
              </c:extLst>
            </c:dLbl>
            <c:dLbl>
              <c:idx val="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3-7405-42D2-84DE-F8EA208DA7BA}"/>
                </c:ext>
              </c:extLst>
            </c:dLbl>
            <c:dLbl>
              <c:idx val="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4-7405-42D2-84DE-F8EA208DA7BA}"/>
                </c:ext>
              </c:extLst>
            </c:dLbl>
            <c:dLbl>
              <c:idx val="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5-7405-42D2-84DE-F8EA208DA7BA}"/>
                </c:ext>
              </c:extLst>
            </c:dLbl>
            <c:dLbl>
              <c:idx val="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6-7405-42D2-84DE-F8EA208DA7BA}"/>
                </c:ext>
              </c:extLst>
            </c:dLbl>
            <c:dLbl>
              <c:idx val="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7-7405-42D2-84DE-F8EA208DA7BA}"/>
                </c:ext>
              </c:extLst>
            </c:dLbl>
            <c:dLbl>
              <c:idx val="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8-7405-42D2-84DE-F8EA208DA7BA}"/>
                </c:ext>
              </c:extLst>
            </c:dLbl>
            <c:dLbl>
              <c:idx val="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9-7405-42D2-84DE-F8EA208DA7BA}"/>
                </c:ext>
              </c:extLst>
            </c:dLbl>
            <c:dLbl>
              <c:idx val="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A-7405-42D2-84DE-F8EA208DA7BA}"/>
                </c:ext>
              </c:extLst>
            </c:dLbl>
            <c:dLbl>
              <c:idx val="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B-7405-42D2-84DE-F8EA208DA7BA}"/>
                </c:ext>
              </c:extLst>
            </c:dLbl>
            <c:dLbl>
              <c:idx val="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C-7405-42D2-84DE-F8EA208DA7BA}"/>
                </c:ext>
              </c:extLst>
            </c:dLbl>
            <c:dLbl>
              <c:idx val="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D-7405-42D2-84DE-F8EA208DA7BA}"/>
                </c:ext>
              </c:extLst>
            </c:dLbl>
            <c:dLbl>
              <c:idx val="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E-7405-42D2-84DE-F8EA208DA7BA}"/>
                </c:ext>
              </c:extLst>
            </c:dLbl>
            <c:dLbl>
              <c:idx val="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1F-7405-42D2-84DE-F8EA208DA7BA}"/>
                </c:ext>
              </c:extLst>
            </c:dLbl>
            <c:dLbl>
              <c:idx val="1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0-7405-42D2-84DE-F8EA208DA7BA}"/>
                </c:ext>
              </c:extLst>
            </c:dLbl>
            <c:dLbl>
              <c:idx val="1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1-7405-42D2-84DE-F8EA208DA7BA}"/>
                </c:ext>
              </c:extLst>
            </c:dLbl>
            <c:dLbl>
              <c:idx val="1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2-7405-42D2-84DE-F8EA208DA7BA}"/>
                </c:ext>
              </c:extLst>
            </c:dLbl>
            <c:dLbl>
              <c:idx val="1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3-7405-42D2-84DE-F8EA208DA7BA}"/>
                </c:ext>
              </c:extLst>
            </c:dLbl>
            <c:dLbl>
              <c:idx val="1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4-7405-42D2-84DE-F8EA208DA7BA}"/>
                </c:ext>
              </c:extLst>
            </c:dLbl>
            <c:dLbl>
              <c:idx val="1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5-7405-42D2-84DE-F8EA208DA7BA}"/>
                </c:ext>
              </c:extLst>
            </c:dLbl>
            <c:dLbl>
              <c:idx val="1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6-7405-42D2-84DE-F8EA208DA7BA}"/>
                </c:ext>
              </c:extLst>
            </c:dLbl>
            <c:dLbl>
              <c:idx val="1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7-7405-42D2-84DE-F8EA208DA7BA}"/>
                </c:ext>
              </c:extLst>
            </c:dLbl>
            <c:dLbl>
              <c:idx val="1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8-7405-42D2-84DE-F8EA208DA7BA}"/>
                </c:ext>
              </c:extLst>
            </c:dLbl>
            <c:dLbl>
              <c:idx val="1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9-7405-42D2-84DE-F8EA208DA7BA}"/>
                </c:ext>
              </c:extLst>
            </c:dLbl>
            <c:dLbl>
              <c:idx val="1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A-7405-42D2-84DE-F8EA208DA7BA}"/>
                </c:ext>
              </c:extLst>
            </c:dLbl>
            <c:dLbl>
              <c:idx val="1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B-7405-42D2-84DE-F8EA208DA7BA}"/>
                </c:ext>
              </c:extLst>
            </c:dLbl>
            <c:dLbl>
              <c:idx val="1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C-7405-42D2-84DE-F8EA208DA7BA}"/>
                </c:ext>
              </c:extLst>
            </c:dLbl>
            <c:dLbl>
              <c:idx val="1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D-7405-42D2-84DE-F8EA208DA7BA}"/>
                </c:ext>
              </c:extLst>
            </c:dLbl>
            <c:dLbl>
              <c:idx val="1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E-7405-42D2-84DE-F8EA208DA7BA}"/>
                </c:ext>
              </c:extLst>
            </c:dLbl>
            <c:dLbl>
              <c:idx val="1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2F-7405-42D2-84DE-F8EA208DA7BA}"/>
                </c:ext>
              </c:extLst>
            </c:dLbl>
            <c:dLbl>
              <c:idx val="1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0-7405-42D2-84DE-F8EA208DA7BA}"/>
                </c:ext>
              </c:extLst>
            </c:dLbl>
            <c:dLbl>
              <c:idx val="1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1-7405-42D2-84DE-F8EA208DA7BA}"/>
                </c:ext>
              </c:extLst>
            </c:dLbl>
            <c:dLbl>
              <c:idx val="1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2-7405-42D2-84DE-F8EA208DA7BA}"/>
                </c:ext>
              </c:extLst>
            </c:dLbl>
            <c:dLbl>
              <c:idx val="1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3-7405-42D2-84DE-F8EA208DA7BA}"/>
                </c:ext>
              </c:extLst>
            </c:dLbl>
            <c:dLbl>
              <c:idx val="1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4-7405-42D2-84DE-F8EA208DA7BA}"/>
                </c:ext>
              </c:extLst>
            </c:dLbl>
            <c:dLbl>
              <c:idx val="1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5-7405-42D2-84DE-F8EA208DA7BA}"/>
                </c:ext>
              </c:extLst>
            </c:dLbl>
            <c:dLbl>
              <c:idx val="1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6-7405-42D2-84DE-F8EA208DA7BA}"/>
                </c:ext>
              </c:extLst>
            </c:dLbl>
            <c:dLbl>
              <c:idx val="1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7-7405-42D2-84DE-F8EA208DA7BA}"/>
                </c:ext>
              </c:extLst>
            </c:dLbl>
            <c:dLbl>
              <c:idx val="1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8-7405-42D2-84DE-F8EA208DA7BA}"/>
                </c:ext>
              </c:extLst>
            </c:dLbl>
            <c:dLbl>
              <c:idx val="1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9-7405-42D2-84DE-F8EA208DA7BA}"/>
                </c:ext>
              </c:extLst>
            </c:dLbl>
            <c:dLbl>
              <c:idx val="1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A-7405-42D2-84DE-F8EA208DA7BA}"/>
                </c:ext>
              </c:extLst>
            </c:dLbl>
            <c:dLbl>
              <c:idx val="1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B-7405-42D2-84DE-F8EA208DA7BA}"/>
                </c:ext>
              </c:extLst>
            </c:dLbl>
            <c:dLbl>
              <c:idx val="1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C-7405-42D2-84DE-F8EA208DA7BA}"/>
                </c:ext>
              </c:extLst>
            </c:dLbl>
            <c:dLbl>
              <c:idx val="1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D-7405-42D2-84DE-F8EA208DA7BA}"/>
                </c:ext>
              </c:extLst>
            </c:dLbl>
            <c:dLbl>
              <c:idx val="1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E-7405-42D2-84DE-F8EA208DA7BA}"/>
                </c:ext>
              </c:extLst>
            </c:dLbl>
            <c:dLbl>
              <c:idx val="1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3F-7405-42D2-84DE-F8EA208DA7BA}"/>
                </c:ext>
              </c:extLst>
            </c:dLbl>
            <c:dLbl>
              <c:idx val="1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0-7405-42D2-84DE-F8EA208DA7BA}"/>
                </c:ext>
              </c:extLst>
            </c:dLbl>
            <c:dLbl>
              <c:idx val="1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1-7405-42D2-84DE-F8EA208DA7BA}"/>
                </c:ext>
              </c:extLst>
            </c:dLbl>
            <c:dLbl>
              <c:idx val="1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2-7405-42D2-84DE-F8EA208DA7BA}"/>
                </c:ext>
              </c:extLst>
            </c:dLbl>
            <c:dLbl>
              <c:idx val="1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3-7405-42D2-84DE-F8EA208DA7BA}"/>
                </c:ext>
              </c:extLst>
            </c:dLbl>
            <c:dLbl>
              <c:idx val="1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4-7405-42D2-84DE-F8EA208DA7BA}"/>
                </c:ext>
              </c:extLst>
            </c:dLbl>
            <c:dLbl>
              <c:idx val="1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5-7405-42D2-84DE-F8EA208DA7BA}"/>
                </c:ext>
              </c:extLst>
            </c:dLbl>
            <c:dLbl>
              <c:idx val="1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6-7405-42D2-84DE-F8EA208DA7BA}"/>
                </c:ext>
              </c:extLst>
            </c:dLbl>
            <c:dLbl>
              <c:idx val="1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7-7405-42D2-84DE-F8EA208DA7BA}"/>
                </c:ext>
              </c:extLst>
            </c:dLbl>
            <c:dLbl>
              <c:idx val="1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8-7405-42D2-84DE-F8EA208DA7BA}"/>
                </c:ext>
              </c:extLst>
            </c:dLbl>
            <c:dLbl>
              <c:idx val="1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9-7405-42D2-84DE-F8EA208DA7BA}"/>
                </c:ext>
              </c:extLst>
            </c:dLbl>
            <c:dLbl>
              <c:idx val="1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A-7405-42D2-84DE-F8EA208DA7BA}"/>
                </c:ext>
              </c:extLst>
            </c:dLbl>
            <c:dLbl>
              <c:idx val="1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B-7405-42D2-84DE-F8EA208DA7BA}"/>
                </c:ext>
              </c:extLst>
            </c:dLbl>
            <c:dLbl>
              <c:idx val="1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C-7405-42D2-84DE-F8EA208DA7BA}"/>
                </c:ext>
              </c:extLst>
            </c:dLbl>
            <c:dLbl>
              <c:idx val="1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D-7405-42D2-84DE-F8EA208DA7BA}"/>
                </c:ext>
              </c:extLst>
            </c:dLbl>
            <c:dLbl>
              <c:idx val="1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E-7405-42D2-84DE-F8EA208DA7BA}"/>
                </c:ext>
              </c:extLst>
            </c:dLbl>
            <c:dLbl>
              <c:idx val="1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4F-7405-42D2-84DE-F8EA208DA7BA}"/>
                </c:ext>
              </c:extLst>
            </c:dLbl>
            <c:dLbl>
              <c:idx val="1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0-7405-42D2-84DE-F8EA208DA7BA}"/>
                </c:ext>
              </c:extLst>
            </c:dLbl>
            <c:dLbl>
              <c:idx val="1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1-7405-42D2-84DE-F8EA208DA7BA}"/>
                </c:ext>
              </c:extLst>
            </c:dLbl>
            <c:dLbl>
              <c:idx val="1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2-7405-42D2-84DE-F8EA208DA7BA}"/>
                </c:ext>
              </c:extLst>
            </c:dLbl>
            <c:dLbl>
              <c:idx val="1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3-7405-42D2-84DE-F8EA208DA7BA}"/>
                </c:ext>
              </c:extLst>
            </c:dLbl>
            <c:dLbl>
              <c:idx val="1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4-7405-42D2-84DE-F8EA208DA7BA}"/>
                </c:ext>
              </c:extLst>
            </c:dLbl>
            <c:dLbl>
              <c:idx val="1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5-7405-42D2-84DE-F8EA208DA7BA}"/>
                </c:ext>
              </c:extLst>
            </c:dLbl>
            <c:dLbl>
              <c:idx val="1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6-7405-42D2-84DE-F8EA208DA7BA}"/>
                </c:ext>
              </c:extLst>
            </c:dLbl>
            <c:dLbl>
              <c:idx val="1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7-7405-42D2-84DE-F8EA208DA7BA}"/>
                </c:ext>
              </c:extLst>
            </c:dLbl>
            <c:dLbl>
              <c:idx val="1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8-7405-42D2-84DE-F8EA208DA7BA}"/>
                </c:ext>
              </c:extLst>
            </c:dLbl>
            <c:dLbl>
              <c:idx val="1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9-7405-42D2-84DE-F8EA208DA7BA}"/>
                </c:ext>
              </c:extLst>
            </c:dLbl>
            <c:dLbl>
              <c:idx val="1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A-7405-42D2-84DE-F8EA208DA7BA}"/>
                </c:ext>
              </c:extLst>
            </c:dLbl>
            <c:dLbl>
              <c:idx val="1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B-7405-42D2-84DE-F8EA208DA7BA}"/>
                </c:ext>
              </c:extLst>
            </c:dLbl>
            <c:dLbl>
              <c:idx val="1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C-7405-42D2-84DE-F8EA208DA7BA}"/>
                </c:ext>
              </c:extLst>
            </c:dLbl>
            <c:dLbl>
              <c:idx val="1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D-7405-42D2-84DE-F8EA208DA7BA}"/>
                </c:ext>
              </c:extLst>
            </c:dLbl>
            <c:dLbl>
              <c:idx val="1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E-7405-42D2-84DE-F8EA208DA7BA}"/>
                </c:ext>
              </c:extLst>
            </c:dLbl>
            <c:dLbl>
              <c:idx val="1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5F-7405-42D2-84DE-F8EA208DA7BA}"/>
                </c:ext>
              </c:extLst>
            </c:dLbl>
            <c:dLbl>
              <c:idx val="1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0-7405-42D2-84DE-F8EA208DA7BA}"/>
                </c:ext>
              </c:extLst>
            </c:dLbl>
            <c:dLbl>
              <c:idx val="1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1-7405-42D2-84DE-F8EA208DA7BA}"/>
                </c:ext>
              </c:extLst>
            </c:dLbl>
            <c:dLbl>
              <c:idx val="1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2-7405-42D2-84DE-F8EA208DA7BA}"/>
                </c:ext>
              </c:extLst>
            </c:dLbl>
            <c:dLbl>
              <c:idx val="1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3-7405-42D2-84DE-F8EA208DA7BA}"/>
                </c:ext>
              </c:extLst>
            </c:dLbl>
            <c:dLbl>
              <c:idx val="1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4-7405-42D2-84DE-F8EA208DA7BA}"/>
                </c:ext>
              </c:extLst>
            </c:dLbl>
            <c:dLbl>
              <c:idx val="1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5-7405-42D2-84DE-F8EA208DA7BA}"/>
                </c:ext>
              </c:extLst>
            </c:dLbl>
            <c:dLbl>
              <c:idx val="1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6-7405-42D2-84DE-F8EA208DA7BA}"/>
                </c:ext>
              </c:extLst>
            </c:dLbl>
            <c:dLbl>
              <c:idx val="1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7-7405-42D2-84DE-F8EA208DA7BA}"/>
                </c:ext>
              </c:extLst>
            </c:dLbl>
            <c:dLbl>
              <c:idx val="1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8-7405-42D2-84DE-F8EA208DA7BA}"/>
                </c:ext>
              </c:extLst>
            </c:dLbl>
            <c:dLbl>
              <c:idx val="1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9-7405-42D2-84DE-F8EA208DA7BA}"/>
                </c:ext>
              </c:extLst>
            </c:dLbl>
            <c:dLbl>
              <c:idx val="1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A-7405-42D2-84DE-F8EA208DA7BA}"/>
                </c:ext>
              </c:extLst>
            </c:dLbl>
            <c:dLbl>
              <c:idx val="1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B-7405-42D2-84DE-F8EA208DA7BA}"/>
                </c:ext>
              </c:extLst>
            </c:dLbl>
            <c:dLbl>
              <c:idx val="1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C-7405-42D2-84DE-F8EA208DA7BA}"/>
                </c:ext>
              </c:extLst>
            </c:dLbl>
            <c:dLbl>
              <c:idx val="1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D-7405-42D2-84DE-F8EA208DA7BA}"/>
                </c:ext>
              </c:extLst>
            </c:dLbl>
            <c:dLbl>
              <c:idx val="1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E-7405-42D2-84DE-F8EA208DA7BA}"/>
                </c:ext>
              </c:extLst>
            </c:dLbl>
            <c:dLbl>
              <c:idx val="1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6F-7405-42D2-84DE-F8EA208DA7BA}"/>
                </c:ext>
              </c:extLst>
            </c:dLbl>
            <c:dLbl>
              <c:idx val="1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0-7405-42D2-84DE-F8EA208DA7BA}"/>
                </c:ext>
              </c:extLst>
            </c:dLbl>
            <c:dLbl>
              <c:idx val="1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1-7405-42D2-84DE-F8EA208DA7BA}"/>
                </c:ext>
              </c:extLst>
            </c:dLbl>
            <c:dLbl>
              <c:idx val="1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2-7405-42D2-84DE-F8EA208DA7BA}"/>
                </c:ext>
              </c:extLst>
            </c:dLbl>
            <c:dLbl>
              <c:idx val="1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3-7405-42D2-84DE-F8EA208DA7BA}"/>
                </c:ext>
              </c:extLst>
            </c:dLbl>
            <c:dLbl>
              <c:idx val="1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4-7405-42D2-84DE-F8EA208DA7BA}"/>
                </c:ext>
              </c:extLst>
            </c:dLbl>
            <c:dLbl>
              <c:idx val="1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5-7405-42D2-84DE-F8EA208DA7BA}"/>
                </c:ext>
              </c:extLst>
            </c:dLbl>
            <c:dLbl>
              <c:idx val="1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6-7405-42D2-84DE-F8EA208DA7BA}"/>
                </c:ext>
              </c:extLst>
            </c:dLbl>
            <c:dLbl>
              <c:idx val="1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7-7405-42D2-84DE-F8EA208DA7BA}"/>
                </c:ext>
              </c:extLst>
            </c:dLbl>
            <c:dLbl>
              <c:idx val="1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8-7405-42D2-84DE-F8EA208DA7BA}"/>
                </c:ext>
              </c:extLst>
            </c:dLbl>
            <c:dLbl>
              <c:idx val="1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9-7405-42D2-84DE-F8EA208DA7BA}"/>
                </c:ext>
              </c:extLst>
            </c:dLbl>
            <c:dLbl>
              <c:idx val="1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A-7405-42D2-84DE-F8EA208DA7BA}"/>
                </c:ext>
              </c:extLst>
            </c:dLbl>
            <c:dLbl>
              <c:idx val="1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B-7405-42D2-84DE-F8EA208DA7BA}"/>
                </c:ext>
              </c:extLst>
            </c:dLbl>
            <c:dLbl>
              <c:idx val="1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C-7405-42D2-84DE-F8EA208DA7BA}"/>
                </c:ext>
              </c:extLst>
            </c:dLbl>
            <c:dLbl>
              <c:idx val="1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D-7405-42D2-84DE-F8EA208DA7BA}"/>
                </c:ext>
              </c:extLst>
            </c:dLbl>
            <c:dLbl>
              <c:idx val="1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E-7405-42D2-84DE-F8EA208DA7BA}"/>
                </c:ext>
              </c:extLst>
            </c:dLbl>
            <c:dLbl>
              <c:idx val="1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7F-7405-42D2-84DE-F8EA208DA7BA}"/>
                </c:ext>
              </c:extLst>
            </c:dLbl>
            <c:dLbl>
              <c:idx val="1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0-7405-42D2-84DE-F8EA208DA7BA}"/>
                </c:ext>
              </c:extLst>
            </c:dLbl>
            <c:dLbl>
              <c:idx val="1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1-7405-42D2-84DE-F8EA208DA7BA}"/>
                </c:ext>
              </c:extLst>
            </c:dLbl>
            <c:dLbl>
              <c:idx val="1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2-7405-42D2-84DE-F8EA208DA7BA}"/>
                </c:ext>
              </c:extLst>
            </c:dLbl>
            <c:dLbl>
              <c:idx val="1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3-7405-42D2-84DE-F8EA208DA7BA}"/>
                </c:ext>
              </c:extLst>
            </c:dLbl>
            <c:dLbl>
              <c:idx val="1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4-7405-42D2-84DE-F8EA208DA7BA}"/>
                </c:ext>
              </c:extLst>
            </c:dLbl>
            <c:dLbl>
              <c:idx val="1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5-7405-42D2-84DE-F8EA208DA7BA}"/>
                </c:ext>
              </c:extLst>
            </c:dLbl>
            <c:dLbl>
              <c:idx val="1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6-7405-42D2-84DE-F8EA208DA7BA}"/>
                </c:ext>
              </c:extLst>
            </c:dLbl>
            <c:dLbl>
              <c:idx val="1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7-7405-42D2-84DE-F8EA208DA7BA}"/>
                </c:ext>
              </c:extLst>
            </c:dLbl>
            <c:dLbl>
              <c:idx val="1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8-7405-42D2-84DE-F8EA208DA7BA}"/>
                </c:ext>
              </c:extLst>
            </c:dLbl>
            <c:dLbl>
              <c:idx val="1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9-7405-42D2-84DE-F8EA208DA7BA}"/>
                </c:ext>
              </c:extLst>
            </c:dLbl>
            <c:dLbl>
              <c:idx val="1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A-7405-42D2-84DE-F8EA208DA7BA}"/>
                </c:ext>
              </c:extLst>
            </c:dLbl>
            <c:dLbl>
              <c:idx val="1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B-7405-42D2-84DE-F8EA208DA7BA}"/>
                </c:ext>
              </c:extLst>
            </c:dLbl>
            <c:dLbl>
              <c:idx val="1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C-7405-42D2-84DE-F8EA208DA7BA}"/>
                </c:ext>
              </c:extLst>
            </c:dLbl>
            <c:dLbl>
              <c:idx val="1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D-7405-42D2-84DE-F8EA208DA7BA}"/>
                </c:ext>
              </c:extLst>
            </c:dLbl>
            <c:dLbl>
              <c:idx val="1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E-7405-42D2-84DE-F8EA208DA7BA}"/>
                </c:ext>
              </c:extLst>
            </c:dLbl>
            <c:dLbl>
              <c:idx val="1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8F-7405-42D2-84DE-F8EA208DA7BA}"/>
                </c:ext>
              </c:extLst>
            </c:dLbl>
            <c:dLbl>
              <c:idx val="1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0-7405-42D2-84DE-F8EA208DA7BA}"/>
                </c:ext>
              </c:extLst>
            </c:dLbl>
            <c:dLbl>
              <c:idx val="1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1-7405-42D2-84DE-F8EA208DA7BA}"/>
                </c:ext>
              </c:extLst>
            </c:dLbl>
            <c:dLbl>
              <c:idx val="1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2-7405-42D2-84DE-F8EA208DA7BA}"/>
                </c:ext>
              </c:extLst>
            </c:dLbl>
            <c:dLbl>
              <c:idx val="1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3-7405-42D2-84DE-F8EA208DA7BA}"/>
                </c:ext>
              </c:extLst>
            </c:dLbl>
            <c:dLbl>
              <c:idx val="1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4-7405-42D2-84DE-F8EA208DA7BA}"/>
                </c:ext>
              </c:extLst>
            </c:dLbl>
            <c:dLbl>
              <c:idx val="1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5-7405-42D2-84DE-F8EA208DA7BA}"/>
                </c:ext>
              </c:extLst>
            </c:dLbl>
            <c:dLbl>
              <c:idx val="1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6-7405-42D2-84DE-F8EA208DA7BA}"/>
                </c:ext>
              </c:extLst>
            </c:dLbl>
            <c:dLbl>
              <c:idx val="1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7-7405-42D2-84DE-F8EA208DA7BA}"/>
                </c:ext>
              </c:extLst>
            </c:dLbl>
            <c:dLbl>
              <c:idx val="1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8-7405-42D2-84DE-F8EA208DA7BA}"/>
                </c:ext>
              </c:extLst>
            </c:dLbl>
            <c:dLbl>
              <c:idx val="1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9-7405-42D2-84DE-F8EA208DA7BA}"/>
                </c:ext>
              </c:extLst>
            </c:dLbl>
            <c:dLbl>
              <c:idx val="1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A-7405-42D2-84DE-F8EA208DA7BA}"/>
                </c:ext>
              </c:extLst>
            </c:dLbl>
            <c:dLbl>
              <c:idx val="1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B-7405-42D2-84DE-F8EA208DA7BA}"/>
                </c:ext>
              </c:extLst>
            </c:dLbl>
            <c:dLbl>
              <c:idx val="1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C-7405-42D2-84DE-F8EA208DA7BA}"/>
                </c:ext>
              </c:extLst>
            </c:dLbl>
            <c:dLbl>
              <c:idx val="1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D-7405-42D2-84DE-F8EA208DA7BA}"/>
                </c:ext>
              </c:extLst>
            </c:dLbl>
            <c:dLbl>
              <c:idx val="1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E-7405-42D2-84DE-F8EA208DA7BA}"/>
                </c:ext>
              </c:extLst>
            </c:dLbl>
            <c:dLbl>
              <c:idx val="1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9F-7405-42D2-84DE-F8EA208DA7BA}"/>
                </c:ext>
              </c:extLst>
            </c:dLbl>
            <c:dLbl>
              <c:idx val="1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0-7405-42D2-84DE-F8EA208DA7BA}"/>
                </c:ext>
              </c:extLst>
            </c:dLbl>
            <c:dLbl>
              <c:idx val="1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1-7405-42D2-84DE-F8EA208DA7BA}"/>
                </c:ext>
              </c:extLst>
            </c:dLbl>
            <c:dLbl>
              <c:idx val="1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2-7405-42D2-84DE-F8EA208DA7BA}"/>
                </c:ext>
              </c:extLst>
            </c:dLbl>
            <c:dLbl>
              <c:idx val="1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3-7405-42D2-84DE-F8EA208DA7BA}"/>
                </c:ext>
              </c:extLst>
            </c:dLbl>
            <c:dLbl>
              <c:idx val="1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4-7405-42D2-84DE-F8EA208DA7BA}"/>
                </c:ext>
              </c:extLst>
            </c:dLbl>
            <c:dLbl>
              <c:idx val="1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5-7405-42D2-84DE-F8EA208DA7BA}"/>
                </c:ext>
              </c:extLst>
            </c:dLbl>
            <c:dLbl>
              <c:idx val="1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6-7405-42D2-84DE-F8EA208DA7BA}"/>
                </c:ext>
              </c:extLst>
            </c:dLbl>
            <c:dLbl>
              <c:idx val="1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7-7405-42D2-84DE-F8EA208DA7BA}"/>
                </c:ext>
              </c:extLst>
            </c:dLbl>
            <c:dLbl>
              <c:idx val="1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8-7405-42D2-84DE-F8EA208DA7BA}"/>
                </c:ext>
              </c:extLst>
            </c:dLbl>
            <c:dLbl>
              <c:idx val="1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9-7405-42D2-84DE-F8EA208DA7BA}"/>
                </c:ext>
              </c:extLst>
            </c:dLbl>
            <c:dLbl>
              <c:idx val="1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A-7405-42D2-84DE-F8EA208DA7BA}"/>
                </c:ext>
              </c:extLst>
            </c:dLbl>
            <c:dLbl>
              <c:idx val="1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B-7405-42D2-84DE-F8EA208DA7BA}"/>
                </c:ext>
              </c:extLst>
            </c:dLbl>
            <c:dLbl>
              <c:idx val="1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C-7405-42D2-84DE-F8EA208DA7BA}"/>
                </c:ext>
              </c:extLst>
            </c:dLbl>
            <c:dLbl>
              <c:idx val="1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D-7405-42D2-84DE-F8EA208DA7BA}"/>
                </c:ext>
              </c:extLst>
            </c:dLbl>
            <c:dLbl>
              <c:idx val="1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E-7405-42D2-84DE-F8EA208DA7BA}"/>
                </c:ext>
              </c:extLst>
            </c:dLbl>
            <c:dLbl>
              <c:idx val="1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AF-7405-42D2-84DE-F8EA208DA7BA}"/>
                </c:ext>
              </c:extLst>
            </c:dLbl>
            <c:dLbl>
              <c:idx val="1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0-7405-42D2-84DE-F8EA208DA7BA}"/>
                </c:ext>
              </c:extLst>
            </c:dLbl>
            <c:dLbl>
              <c:idx val="1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1-7405-42D2-84DE-F8EA208DA7BA}"/>
                </c:ext>
              </c:extLst>
            </c:dLbl>
            <c:dLbl>
              <c:idx val="1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2-7405-42D2-84DE-F8EA208DA7BA}"/>
                </c:ext>
              </c:extLst>
            </c:dLbl>
            <c:dLbl>
              <c:idx val="1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3-7405-42D2-84DE-F8EA208DA7BA}"/>
                </c:ext>
              </c:extLst>
            </c:dLbl>
            <c:dLbl>
              <c:idx val="1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4-7405-42D2-84DE-F8EA208DA7BA}"/>
                </c:ext>
              </c:extLst>
            </c:dLbl>
            <c:dLbl>
              <c:idx val="1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5-7405-42D2-84DE-F8EA208DA7BA}"/>
                </c:ext>
              </c:extLst>
            </c:dLbl>
            <c:dLbl>
              <c:idx val="1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6-7405-42D2-84DE-F8EA208DA7BA}"/>
                </c:ext>
              </c:extLst>
            </c:dLbl>
            <c:dLbl>
              <c:idx val="1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7-7405-42D2-84DE-F8EA208DA7BA}"/>
                </c:ext>
              </c:extLst>
            </c:dLbl>
            <c:dLbl>
              <c:idx val="1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8-7405-42D2-84DE-F8EA208DA7BA}"/>
                </c:ext>
              </c:extLst>
            </c:dLbl>
            <c:dLbl>
              <c:idx val="1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9-7405-42D2-84DE-F8EA208DA7BA}"/>
                </c:ext>
              </c:extLst>
            </c:dLbl>
            <c:dLbl>
              <c:idx val="1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A-7405-42D2-84DE-F8EA208DA7BA}"/>
                </c:ext>
              </c:extLst>
            </c:dLbl>
            <c:dLbl>
              <c:idx val="1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B-7405-42D2-84DE-F8EA208DA7BA}"/>
                </c:ext>
              </c:extLst>
            </c:dLbl>
            <c:dLbl>
              <c:idx val="1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C-7405-42D2-84DE-F8EA208DA7BA}"/>
                </c:ext>
              </c:extLst>
            </c:dLbl>
            <c:dLbl>
              <c:idx val="1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D-7405-42D2-84DE-F8EA208DA7BA}"/>
                </c:ext>
              </c:extLst>
            </c:dLbl>
            <c:dLbl>
              <c:idx val="1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E-7405-42D2-84DE-F8EA208DA7BA}"/>
                </c:ext>
              </c:extLst>
            </c:dLbl>
            <c:dLbl>
              <c:idx val="1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BF-7405-42D2-84DE-F8EA208DA7BA}"/>
                </c:ext>
              </c:extLst>
            </c:dLbl>
            <c:dLbl>
              <c:idx val="1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0-7405-42D2-84DE-F8EA208DA7BA}"/>
                </c:ext>
              </c:extLst>
            </c:dLbl>
            <c:dLbl>
              <c:idx val="1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1-7405-42D2-84DE-F8EA208DA7BA}"/>
                </c:ext>
              </c:extLst>
            </c:dLbl>
            <c:dLbl>
              <c:idx val="1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2-7405-42D2-84DE-F8EA208DA7BA}"/>
                </c:ext>
              </c:extLst>
            </c:dLbl>
            <c:dLbl>
              <c:idx val="1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3-7405-42D2-84DE-F8EA208DA7BA}"/>
                </c:ext>
              </c:extLst>
            </c:dLbl>
            <c:dLbl>
              <c:idx val="1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4-7405-42D2-84DE-F8EA208DA7BA}"/>
                </c:ext>
              </c:extLst>
            </c:dLbl>
            <c:dLbl>
              <c:idx val="1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5-7405-42D2-84DE-F8EA208DA7BA}"/>
                </c:ext>
              </c:extLst>
            </c:dLbl>
            <c:dLbl>
              <c:idx val="1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6-7405-42D2-84DE-F8EA208DA7BA}"/>
                </c:ext>
              </c:extLst>
            </c:dLbl>
            <c:dLbl>
              <c:idx val="1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7-7405-42D2-84DE-F8EA208DA7BA}"/>
                </c:ext>
              </c:extLst>
            </c:dLbl>
            <c:dLbl>
              <c:idx val="1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8-7405-42D2-84DE-F8EA208DA7BA}"/>
                </c:ext>
              </c:extLst>
            </c:dLbl>
            <c:dLbl>
              <c:idx val="1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9-7405-42D2-84DE-F8EA208DA7BA}"/>
                </c:ext>
              </c:extLst>
            </c:dLbl>
            <c:dLbl>
              <c:idx val="1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A-7405-42D2-84DE-F8EA208DA7BA}"/>
                </c:ext>
              </c:extLst>
            </c:dLbl>
            <c:dLbl>
              <c:idx val="1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B-7405-42D2-84DE-F8EA208DA7BA}"/>
                </c:ext>
              </c:extLst>
            </c:dLbl>
            <c:dLbl>
              <c:idx val="1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C-7405-42D2-84DE-F8EA208DA7BA}"/>
                </c:ext>
              </c:extLst>
            </c:dLbl>
            <c:dLbl>
              <c:idx val="1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D-7405-42D2-84DE-F8EA208DA7BA}"/>
                </c:ext>
              </c:extLst>
            </c:dLbl>
            <c:dLbl>
              <c:idx val="1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E-7405-42D2-84DE-F8EA208DA7BA}"/>
                </c:ext>
              </c:extLst>
            </c:dLbl>
            <c:dLbl>
              <c:idx val="1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CF-7405-42D2-84DE-F8EA208DA7BA}"/>
                </c:ext>
              </c:extLst>
            </c:dLbl>
            <c:dLbl>
              <c:idx val="1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0-7405-42D2-84DE-F8EA208DA7BA}"/>
                </c:ext>
              </c:extLst>
            </c:dLbl>
            <c:dLbl>
              <c:idx val="1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1-7405-42D2-84DE-F8EA208DA7BA}"/>
                </c:ext>
              </c:extLst>
            </c:dLbl>
            <c:dLbl>
              <c:idx val="1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2-7405-42D2-84DE-F8EA208DA7BA}"/>
                </c:ext>
              </c:extLst>
            </c:dLbl>
            <c:dLbl>
              <c:idx val="1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3-7405-42D2-84DE-F8EA208DA7BA}"/>
                </c:ext>
              </c:extLst>
            </c:dLbl>
            <c:dLbl>
              <c:idx val="1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4-7405-42D2-84DE-F8EA208DA7BA}"/>
                </c:ext>
              </c:extLst>
            </c:dLbl>
            <c:dLbl>
              <c:idx val="1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5-7405-42D2-84DE-F8EA208DA7BA}"/>
                </c:ext>
              </c:extLst>
            </c:dLbl>
            <c:dLbl>
              <c:idx val="1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6-7405-42D2-84DE-F8EA208DA7BA}"/>
                </c:ext>
              </c:extLst>
            </c:dLbl>
            <c:dLbl>
              <c:idx val="1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7-7405-42D2-84DE-F8EA208DA7BA}"/>
                </c:ext>
              </c:extLst>
            </c:dLbl>
            <c:dLbl>
              <c:idx val="1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8-7405-42D2-84DE-F8EA208DA7BA}"/>
                </c:ext>
              </c:extLst>
            </c:dLbl>
            <c:dLbl>
              <c:idx val="1185"/>
              <c:tx>
                <c:rich>
                  <a:bodyPr/>
                  <a:lstStyle/>
                  <a:p>
                    <a:fld id="{CE2867DA-AD7B-4106-A9D0-AA3E307395D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9-7405-42D2-84DE-F8EA208DA7BA}"/>
                </c:ext>
              </c:extLst>
            </c:dLbl>
            <c:dLbl>
              <c:idx val="1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A-7405-42D2-84DE-F8EA208DA7BA}"/>
                </c:ext>
              </c:extLst>
            </c:dLbl>
            <c:dLbl>
              <c:idx val="1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B-7405-42D2-84DE-F8EA208DA7BA}"/>
                </c:ext>
              </c:extLst>
            </c:dLbl>
            <c:dLbl>
              <c:idx val="1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C-7405-42D2-84DE-F8EA208DA7BA}"/>
                </c:ext>
              </c:extLst>
            </c:dLbl>
            <c:dLbl>
              <c:idx val="1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D-7405-42D2-84DE-F8EA208DA7BA}"/>
                </c:ext>
              </c:extLst>
            </c:dLbl>
            <c:dLbl>
              <c:idx val="1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E-7405-42D2-84DE-F8EA208DA7BA}"/>
                </c:ext>
              </c:extLst>
            </c:dLbl>
            <c:dLbl>
              <c:idx val="1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DF-7405-42D2-84DE-F8EA208DA7BA}"/>
                </c:ext>
              </c:extLst>
            </c:dLbl>
            <c:dLbl>
              <c:idx val="1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0-7405-42D2-84DE-F8EA208DA7BA}"/>
                </c:ext>
              </c:extLst>
            </c:dLbl>
            <c:dLbl>
              <c:idx val="1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1-7405-42D2-84DE-F8EA208DA7BA}"/>
                </c:ext>
              </c:extLst>
            </c:dLbl>
            <c:dLbl>
              <c:idx val="1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2-7405-42D2-84DE-F8EA208DA7BA}"/>
                </c:ext>
              </c:extLst>
            </c:dLbl>
            <c:dLbl>
              <c:idx val="1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3-7405-42D2-84DE-F8EA208DA7BA}"/>
                </c:ext>
              </c:extLst>
            </c:dLbl>
            <c:dLbl>
              <c:idx val="1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4-7405-42D2-84DE-F8EA208DA7BA}"/>
                </c:ext>
              </c:extLst>
            </c:dLbl>
            <c:dLbl>
              <c:idx val="1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5-7405-42D2-84DE-F8EA208DA7BA}"/>
                </c:ext>
              </c:extLst>
            </c:dLbl>
            <c:dLbl>
              <c:idx val="1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6-7405-42D2-84DE-F8EA208DA7BA}"/>
                </c:ext>
              </c:extLst>
            </c:dLbl>
            <c:dLbl>
              <c:idx val="1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7-7405-42D2-84DE-F8EA208DA7BA}"/>
                </c:ext>
              </c:extLst>
            </c:dLbl>
            <c:dLbl>
              <c:idx val="1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8-7405-42D2-84DE-F8EA208DA7BA}"/>
                </c:ext>
              </c:extLst>
            </c:dLbl>
            <c:dLbl>
              <c:idx val="1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9-7405-42D2-84DE-F8EA208DA7BA}"/>
                </c:ext>
              </c:extLst>
            </c:dLbl>
            <c:dLbl>
              <c:idx val="12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A-7405-42D2-84DE-F8EA208DA7BA}"/>
                </c:ext>
              </c:extLst>
            </c:dLbl>
            <c:dLbl>
              <c:idx val="12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B-7405-42D2-84DE-F8EA208DA7BA}"/>
                </c:ext>
              </c:extLst>
            </c:dLbl>
            <c:dLbl>
              <c:idx val="12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C-7405-42D2-84DE-F8EA208DA7BA}"/>
                </c:ext>
              </c:extLst>
            </c:dLbl>
            <c:dLbl>
              <c:idx val="12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D-7405-42D2-84DE-F8EA208DA7BA}"/>
                </c:ext>
              </c:extLst>
            </c:dLbl>
            <c:dLbl>
              <c:idx val="12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E-7405-42D2-84DE-F8EA208DA7BA}"/>
                </c:ext>
              </c:extLst>
            </c:dLbl>
            <c:dLbl>
              <c:idx val="12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EF-7405-42D2-84DE-F8EA208DA7BA}"/>
                </c:ext>
              </c:extLst>
            </c:dLbl>
            <c:dLbl>
              <c:idx val="12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0-7405-42D2-84DE-F8EA208DA7BA}"/>
                </c:ext>
              </c:extLst>
            </c:dLbl>
            <c:dLbl>
              <c:idx val="12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1-7405-42D2-84DE-F8EA208DA7BA}"/>
                </c:ext>
              </c:extLst>
            </c:dLbl>
            <c:dLbl>
              <c:idx val="12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2-7405-42D2-84DE-F8EA208DA7BA}"/>
                </c:ext>
              </c:extLst>
            </c:dLbl>
            <c:dLbl>
              <c:idx val="12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3-7405-42D2-84DE-F8EA208DA7BA}"/>
                </c:ext>
              </c:extLst>
            </c:dLbl>
            <c:dLbl>
              <c:idx val="12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4-7405-42D2-84DE-F8EA208DA7BA}"/>
                </c:ext>
              </c:extLst>
            </c:dLbl>
            <c:dLbl>
              <c:idx val="12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5-7405-42D2-84DE-F8EA208DA7BA}"/>
                </c:ext>
              </c:extLst>
            </c:dLbl>
            <c:dLbl>
              <c:idx val="12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6-7405-42D2-84DE-F8EA208DA7BA}"/>
                </c:ext>
              </c:extLst>
            </c:dLbl>
            <c:dLbl>
              <c:idx val="12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7-7405-42D2-84DE-F8EA208DA7BA}"/>
                </c:ext>
              </c:extLst>
            </c:dLbl>
            <c:dLbl>
              <c:idx val="12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8-7405-42D2-84DE-F8EA208DA7BA}"/>
                </c:ext>
              </c:extLst>
            </c:dLbl>
            <c:dLbl>
              <c:idx val="12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9-7405-42D2-84DE-F8EA208DA7BA}"/>
                </c:ext>
              </c:extLst>
            </c:dLbl>
            <c:dLbl>
              <c:idx val="12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A-7405-42D2-84DE-F8EA208DA7BA}"/>
                </c:ext>
              </c:extLst>
            </c:dLbl>
            <c:dLbl>
              <c:idx val="12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B-7405-42D2-84DE-F8EA208DA7BA}"/>
                </c:ext>
              </c:extLst>
            </c:dLbl>
            <c:dLbl>
              <c:idx val="12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C-7405-42D2-84DE-F8EA208DA7BA}"/>
                </c:ext>
              </c:extLst>
            </c:dLbl>
            <c:dLbl>
              <c:idx val="12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D-7405-42D2-84DE-F8EA208DA7BA}"/>
                </c:ext>
              </c:extLst>
            </c:dLbl>
            <c:dLbl>
              <c:idx val="12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E-7405-42D2-84DE-F8EA208DA7BA}"/>
                </c:ext>
              </c:extLst>
            </c:dLbl>
            <c:dLbl>
              <c:idx val="12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5FF-7405-42D2-84DE-F8EA208DA7BA}"/>
                </c:ext>
              </c:extLst>
            </c:dLbl>
            <c:dLbl>
              <c:idx val="12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0-7405-42D2-84DE-F8EA208DA7BA}"/>
                </c:ext>
              </c:extLst>
            </c:dLbl>
            <c:dLbl>
              <c:idx val="12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1-7405-42D2-84DE-F8EA208DA7BA}"/>
                </c:ext>
              </c:extLst>
            </c:dLbl>
            <c:dLbl>
              <c:idx val="12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2-7405-42D2-84DE-F8EA208DA7BA}"/>
                </c:ext>
              </c:extLst>
            </c:dLbl>
            <c:dLbl>
              <c:idx val="12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3-7405-42D2-84DE-F8EA208DA7BA}"/>
                </c:ext>
              </c:extLst>
            </c:dLbl>
            <c:dLbl>
              <c:idx val="12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4-7405-42D2-84DE-F8EA208DA7BA}"/>
                </c:ext>
              </c:extLst>
            </c:dLbl>
            <c:dLbl>
              <c:idx val="12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5-7405-42D2-84DE-F8EA208DA7BA}"/>
                </c:ext>
              </c:extLst>
            </c:dLbl>
            <c:dLbl>
              <c:idx val="12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6-7405-42D2-84DE-F8EA208DA7BA}"/>
                </c:ext>
              </c:extLst>
            </c:dLbl>
            <c:dLbl>
              <c:idx val="12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7-7405-42D2-84DE-F8EA208DA7BA}"/>
                </c:ext>
              </c:extLst>
            </c:dLbl>
            <c:dLbl>
              <c:idx val="12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8-7405-42D2-84DE-F8EA208DA7BA}"/>
                </c:ext>
              </c:extLst>
            </c:dLbl>
            <c:dLbl>
              <c:idx val="12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9-7405-42D2-84DE-F8EA208DA7BA}"/>
                </c:ext>
              </c:extLst>
            </c:dLbl>
            <c:dLbl>
              <c:idx val="12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A-7405-42D2-84DE-F8EA208DA7BA}"/>
                </c:ext>
              </c:extLst>
            </c:dLbl>
            <c:dLbl>
              <c:idx val="12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B-7405-42D2-84DE-F8EA208DA7BA}"/>
                </c:ext>
              </c:extLst>
            </c:dLbl>
            <c:dLbl>
              <c:idx val="12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C-7405-42D2-84DE-F8EA208DA7BA}"/>
                </c:ext>
              </c:extLst>
            </c:dLbl>
            <c:dLbl>
              <c:idx val="12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D-7405-42D2-84DE-F8EA208DA7BA}"/>
                </c:ext>
              </c:extLst>
            </c:dLbl>
            <c:dLbl>
              <c:idx val="12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E-7405-42D2-84DE-F8EA208DA7BA}"/>
                </c:ext>
              </c:extLst>
            </c:dLbl>
            <c:dLbl>
              <c:idx val="12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0F-7405-42D2-84DE-F8EA208DA7BA}"/>
                </c:ext>
              </c:extLst>
            </c:dLbl>
            <c:dLbl>
              <c:idx val="12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0-7405-42D2-84DE-F8EA208DA7BA}"/>
                </c:ext>
              </c:extLst>
            </c:dLbl>
            <c:dLbl>
              <c:idx val="12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1-7405-42D2-84DE-F8EA208DA7BA}"/>
                </c:ext>
              </c:extLst>
            </c:dLbl>
            <c:dLbl>
              <c:idx val="12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2-7405-42D2-84DE-F8EA208DA7BA}"/>
                </c:ext>
              </c:extLst>
            </c:dLbl>
            <c:dLbl>
              <c:idx val="12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3-7405-42D2-84DE-F8EA208DA7BA}"/>
                </c:ext>
              </c:extLst>
            </c:dLbl>
            <c:dLbl>
              <c:idx val="12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4-7405-42D2-84DE-F8EA208DA7BA}"/>
                </c:ext>
              </c:extLst>
            </c:dLbl>
            <c:dLbl>
              <c:idx val="12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5-7405-42D2-84DE-F8EA208DA7BA}"/>
                </c:ext>
              </c:extLst>
            </c:dLbl>
            <c:dLbl>
              <c:idx val="12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6-7405-42D2-84DE-F8EA208DA7BA}"/>
                </c:ext>
              </c:extLst>
            </c:dLbl>
            <c:dLbl>
              <c:idx val="12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7-7405-42D2-84DE-F8EA208DA7BA}"/>
                </c:ext>
              </c:extLst>
            </c:dLbl>
            <c:dLbl>
              <c:idx val="12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8-7405-42D2-84DE-F8EA208DA7BA}"/>
                </c:ext>
              </c:extLst>
            </c:dLbl>
            <c:dLbl>
              <c:idx val="12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9-7405-42D2-84DE-F8EA208DA7BA}"/>
                </c:ext>
              </c:extLst>
            </c:dLbl>
            <c:dLbl>
              <c:idx val="12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A-7405-42D2-84DE-F8EA208DA7BA}"/>
                </c:ext>
              </c:extLst>
            </c:dLbl>
            <c:dLbl>
              <c:idx val="12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B-7405-42D2-84DE-F8EA208DA7BA}"/>
                </c:ext>
              </c:extLst>
            </c:dLbl>
            <c:dLbl>
              <c:idx val="12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C-7405-42D2-84DE-F8EA208DA7BA}"/>
                </c:ext>
              </c:extLst>
            </c:dLbl>
            <c:dLbl>
              <c:idx val="12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D-7405-42D2-84DE-F8EA208DA7BA}"/>
                </c:ext>
              </c:extLst>
            </c:dLbl>
            <c:dLbl>
              <c:idx val="12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E-7405-42D2-84DE-F8EA208DA7BA}"/>
                </c:ext>
              </c:extLst>
            </c:dLbl>
            <c:dLbl>
              <c:idx val="12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1F-7405-42D2-84DE-F8EA208DA7BA}"/>
                </c:ext>
              </c:extLst>
            </c:dLbl>
            <c:dLbl>
              <c:idx val="12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0-7405-42D2-84DE-F8EA208DA7BA}"/>
                </c:ext>
              </c:extLst>
            </c:dLbl>
            <c:dLbl>
              <c:idx val="12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1-7405-42D2-84DE-F8EA208DA7BA}"/>
                </c:ext>
              </c:extLst>
            </c:dLbl>
            <c:dLbl>
              <c:idx val="12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2-7405-42D2-84DE-F8EA208DA7BA}"/>
                </c:ext>
              </c:extLst>
            </c:dLbl>
            <c:dLbl>
              <c:idx val="12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3-7405-42D2-84DE-F8EA208DA7BA}"/>
                </c:ext>
              </c:extLst>
            </c:dLbl>
            <c:dLbl>
              <c:idx val="12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4-7405-42D2-84DE-F8EA208DA7BA}"/>
                </c:ext>
              </c:extLst>
            </c:dLbl>
            <c:dLbl>
              <c:idx val="12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5-7405-42D2-84DE-F8EA208DA7BA}"/>
                </c:ext>
              </c:extLst>
            </c:dLbl>
            <c:dLbl>
              <c:idx val="12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6-7405-42D2-84DE-F8EA208DA7BA}"/>
                </c:ext>
              </c:extLst>
            </c:dLbl>
            <c:dLbl>
              <c:idx val="12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7-7405-42D2-84DE-F8EA208DA7BA}"/>
                </c:ext>
              </c:extLst>
            </c:dLbl>
            <c:dLbl>
              <c:idx val="12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8-7405-42D2-84DE-F8EA208DA7BA}"/>
                </c:ext>
              </c:extLst>
            </c:dLbl>
            <c:dLbl>
              <c:idx val="12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9-7405-42D2-84DE-F8EA208DA7BA}"/>
                </c:ext>
              </c:extLst>
            </c:dLbl>
            <c:dLbl>
              <c:idx val="12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A-7405-42D2-84DE-F8EA208DA7BA}"/>
                </c:ext>
              </c:extLst>
            </c:dLbl>
            <c:dLbl>
              <c:idx val="12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B-7405-42D2-84DE-F8EA208DA7BA}"/>
                </c:ext>
              </c:extLst>
            </c:dLbl>
            <c:dLbl>
              <c:idx val="12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C-7405-42D2-84DE-F8EA208DA7BA}"/>
                </c:ext>
              </c:extLst>
            </c:dLbl>
            <c:dLbl>
              <c:idx val="12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D-7405-42D2-84DE-F8EA208DA7BA}"/>
                </c:ext>
              </c:extLst>
            </c:dLbl>
            <c:dLbl>
              <c:idx val="12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E-7405-42D2-84DE-F8EA208DA7BA}"/>
                </c:ext>
              </c:extLst>
            </c:dLbl>
            <c:dLbl>
              <c:idx val="12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2F-7405-42D2-84DE-F8EA208DA7BA}"/>
                </c:ext>
              </c:extLst>
            </c:dLbl>
            <c:dLbl>
              <c:idx val="12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0-7405-42D2-84DE-F8EA208DA7BA}"/>
                </c:ext>
              </c:extLst>
            </c:dLbl>
            <c:dLbl>
              <c:idx val="12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1-7405-42D2-84DE-F8EA208DA7BA}"/>
                </c:ext>
              </c:extLst>
            </c:dLbl>
            <c:dLbl>
              <c:idx val="12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2-7405-42D2-84DE-F8EA208DA7BA}"/>
                </c:ext>
              </c:extLst>
            </c:dLbl>
            <c:dLbl>
              <c:idx val="12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3-7405-42D2-84DE-F8EA208DA7BA}"/>
                </c:ext>
              </c:extLst>
            </c:dLbl>
            <c:dLbl>
              <c:idx val="12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4-7405-42D2-84DE-F8EA208DA7BA}"/>
                </c:ext>
              </c:extLst>
            </c:dLbl>
            <c:dLbl>
              <c:idx val="12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5-7405-42D2-84DE-F8EA208DA7BA}"/>
                </c:ext>
              </c:extLst>
            </c:dLbl>
            <c:dLbl>
              <c:idx val="12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6-7405-42D2-84DE-F8EA208DA7BA}"/>
                </c:ext>
              </c:extLst>
            </c:dLbl>
            <c:dLbl>
              <c:idx val="12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7-7405-42D2-84DE-F8EA208DA7BA}"/>
                </c:ext>
              </c:extLst>
            </c:dLbl>
            <c:dLbl>
              <c:idx val="12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8-7405-42D2-84DE-F8EA208DA7BA}"/>
                </c:ext>
              </c:extLst>
            </c:dLbl>
            <c:dLbl>
              <c:idx val="12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9-7405-42D2-84DE-F8EA208DA7BA}"/>
                </c:ext>
              </c:extLst>
            </c:dLbl>
            <c:dLbl>
              <c:idx val="12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A-7405-42D2-84DE-F8EA208DA7BA}"/>
                </c:ext>
              </c:extLst>
            </c:dLbl>
            <c:dLbl>
              <c:idx val="12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B-7405-42D2-84DE-F8EA208DA7BA}"/>
                </c:ext>
              </c:extLst>
            </c:dLbl>
            <c:dLbl>
              <c:idx val="12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C-7405-42D2-84DE-F8EA208DA7BA}"/>
                </c:ext>
              </c:extLst>
            </c:dLbl>
            <c:dLbl>
              <c:idx val="12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D-7405-42D2-84DE-F8EA208DA7BA}"/>
                </c:ext>
              </c:extLst>
            </c:dLbl>
            <c:dLbl>
              <c:idx val="12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E-7405-42D2-84DE-F8EA208DA7BA}"/>
                </c:ext>
              </c:extLst>
            </c:dLbl>
            <c:dLbl>
              <c:idx val="12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3F-7405-42D2-84DE-F8EA208DA7BA}"/>
                </c:ext>
              </c:extLst>
            </c:dLbl>
            <c:dLbl>
              <c:idx val="12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0-7405-42D2-84DE-F8EA208DA7BA}"/>
                </c:ext>
              </c:extLst>
            </c:dLbl>
            <c:dLbl>
              <c:idx val="12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1-7405-42D2-84DE-F8EA208DA7BA}"/>
                </c:ext>
              </c:extLst>
            </c:dLbl>
            <c:dLbl>
              <c:idx val="12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2-7405-42D2-84DE-F8EA208DA7BA}"/>
                </c:ext>
              </c:extLst>
            </c:dLbl>
            <c:dLbl>
              <c:idx val="12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3-7405-42D2-84DE-F8EA208DA7BA}"/>
                </c:ext>
              </c:extLst>
            </c:dLbl>
            <c:dLbl>
              <c:idx val="12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4-7405-42D2-84DE-F8EA208DA7BA}"/>
                </c:ext>
              </c:extLst>
            </c:dLbl>
            <c:dLbl>
              <c:idx val="12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5-7405-42D2-84DE-F8EA208DA7BA}"/>
                </c:ext>
              </c:extLst>
            </c:dLbl>
            <c:dLbl>
              <c:idx val="12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6-7405-42D2-84DE-F8EA208DA7BA}"/>
                </c:ext>
              </c:extLst>
            </c:dLbl>
            <c:dLbl>
              <c:idx val="12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7-7405-42D2-84DE-F8EA208DA7BA}"/>
                </c:ext>
              </c:extLst>
            </c:dLbl>
            <c:dLbl>
              <c:idx val="12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8-7405-42D2-84DE-F8EA208DA7BA}"/>
                </c:ext>
              </c:extLst>
            </c:dLbl>
            <c:dLbl>
              <c:idx val="12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9-7405-42D2-84DE-F8EA208DA7BA}"/>
                </c:ext>
              </c:extLst>
            </c:dLbl>
            <c:dLbl>
              <c:idx val="12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A-7405-42D2-84DE-F8EA208DA7BA}"/>
                </c:ext>
              </c:extLst>
            </c:dLbl>
            <c:dLbl>
              <c:idx val="12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B-7405-42D2-84DE-F8EA208DA7BA}"/>
                </c:ext>
              </c:extLst>
            </c:dLbl>
            <c:dLbl>
              <c:idx val="13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C-7405-42D2-84DE-F8EA208DA7BA}"/>
                </c:ext>
              </c:extLst>
            </c:dLbl>
            <c:dLbl>
              <c:idx val="13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D-7405-42D2-84DE-F8EA208DA7BA}"/>
                </c:ext>
              </c:extLst>
            </c:dLbl>
            <c:dLbl>
              <c:idx val="13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E-7405-42D2-84DE-F8EA208DA7BA}"/>
                </c:ext>
              </c:extLst>
            </c:dLbl>
            <c:dLbl>
              <c:idx val="13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4F-7405-42D2-84DE-F8EA208DA7BA}"/>
                </c:ext>
              </c:extLst>
            </c:dLbl>
            <c:dLbl>
              <c:idx val="13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0-7405-42D2-84DE-F8EA208DA7BA}"/>
                </c:ext>
              </c:extLst>
            </c:dLbl>
            <c:dLbl>
              <c:idx val="13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1-7405-42D2-84DE-F8EA208DA7BA}"/>
                </c:ext>
              </c:extLst>
            </c:dLbl>
            <c:dLbl>
              <c:idx val="13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2-7405-42D2-84DE-F8EA208DA7BA}"/>
                </c:ext>
              </c:extLst>
            </c:dLbl>
            <c:dLbl>
              <c:idx val="13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3-7405-42D2-84DE-F8EA208DA7BA}"/>
                </c:ext>
              </c:extLst>
            </c:dLbl>
            <c:dLbl>
              <c:idx val="13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4-7405-42D2-84DE-F8EA208DA7BA}"/>
                </c:ext>
              </c:extLst>
            </c:dLbl>
            <c:dLbl>
              <c:idx val="13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5-7405-42D2-84DE-F8EA208DA7BA}"/>
                </c:ext>
              </c:extLst>
            </c:dLbl>
            <c:dLbl>
              <c:idx val="13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6-7405-42D2-84DE-F8EA208DA7BA}"/>
                </c:ext>
              </c:extLst>
            </c:dLbl>
            <c:dLbl>
              <c:idx val="13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7-7405-42D2-84DE-F8EA208DA7BA}"/>
                </c:ext>
              </c:extLst>
            </c:dLbl>
            <c:dLbl>
              <c:idx val="13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8-7405-42D2-84DE-F8EA208DA7BA}"/>
                </c:ext>
              </c:extLst>
            </c:dLbl>
            <c:dLbl>
              <c:idx val="13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9-7405-42D2-84DE-F8EA208DA7BA}"/>
                </c:ext>
              </c:extLst>
            </c:dLbl>
            <c:dLbl>
              <c:idx val="13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A-7405-42D2-84DE-F8EA208DA7BA}"/>
                </c:ext>
              </c:extLst>
            </c:dLbl>
            <c:dLbl>
              <c:idx val="13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B-7405-42D2-84DE-F8EA208DA7BA}"/>
                </c:ext>
              </c:extLst>
            </c:dLbl>
            <c:dLbl>
              <c:idx val="13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C-7405-42D2-84DE-F8EA208DA7BA}"/>
                </c:ext>
              </c:extLst>
            </c:dLbl>
            <c:dLbl>
              <c:idx val="13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D-7405-42D2-84DE-F8EA208DA7BA}"/>
                </c:ext>
              </c:extLst>
            </c:dLbl>
            <c:dLbl>
              <c:idx val="13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E-7405-42D2-84DE-F8EA208DA7BA}"/>
                </c:ext>
              </c:extLst>
            </c:dLbl>
            <c:dLbl>
              <c:idx val="13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5F-7405-42D2-84DE-F8EA208DA7BA}"/>
                </c:ext>
              </c:extLst>
            </c:dLbl>
            <c:dLbl>
              <c:idx val="13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0-7405-42D2-84DE-F8EA208DA7BA}"/>
                </c:ext>
              </c:extLst>
            </c:dLbl>
            <c:dLbl>
              <c:idx val="13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1-7405-42D2-84DE-F8EA208DA7BA}"/>
                </c:ext>
              </c:extLst>
            </c:dLbl>
            <c:dLbl>
              <c:idx val="13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2-7405-42D2-84DE-F8EA208DA7BA}"/>
                </c:ext>
              </c:extLst>
            </c:dLbl>
            <c:dLbl>
              <c:idx val="13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3-7405-42D2-84DE-F8EA208DA7BA}"/>
                </c:ext>
              </c:extLst>
            </c:dLbl>
            <c:dLbl>
              <c:idx val="13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4-7405-42D2-84DE-F8EA208DA7BA}"/>
                </c:ext>
              </c:extLst>
            </c:dLbl>
            <c:dLbl>
              <c:idx val="13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5-7405-42D2-84DE-F8EA208DA7BA}"/>
                </c:ext>
              </c:extLst>
            </c:dLbl>
            <c:dLbl>
              <c:idx val="13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6-7405-42D2-84DE-F8EA208DA7BA}"/>
                </c:ext>
              </c:extLst>
            </c:dLbl>
            <c:dLbl>
              <c:idx val="13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7-7405-42D2-84DE-F8EA208DA7BA}"/>
                </c:ext>
              </c:extLst>
            </c:dLbl>
            <c:dLbl>
              <c:idx val="13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8-7405-42D2-84DE-F8EA208DA7BA}"/>
                </c:ext>
              </c:extLst>
            </c:dLbl>
            <c:dLbl>
              <c:idx val="13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9-7405-42D2-84DE-F8EA208DA7BA}"/>
                </c:ext>
              </c:extLst>
            </c:dLbl>
            <c:dLbl>
              <c:idx val="13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A-7405-42D2-84DE-F8EA208DA7BA}"/>
                </c:ext>
              </c:extLst>
            </c:dLbl>
            <c:dLbl>
              <c:idx val="13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B-7405-42D2-84DE-F8EA208DA7BA}"/>
                </c:ext>
              </c:extLst>
            </c:dLbl>
            <c:dLbl>
              <c:idx val="13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C-7405-42D2-84DE-F8EA208DA7BA}"/>
                </c:ext>
              </c:extLst>
            </c:dLbl>
            <c:dLbl>
              <c:idx val="13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D-7405-42D2-84DE-F8EA208DA7BA}"/>
                </c:ext>
              </c:extLst>
            </c:dLbl>
            <c:dLbl>
              <c:idx val="13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E-7405-42D2-84DE-F8EA208DA7BA}"/>
                </c:ext>
              </c:extLst>
            </c:dLbl>
            <c:dLbl>
              <c:idx val="13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6F-7405-42D2-84DE-F8EA208DA7BA}"/>
                </c:ext>
              </c:extLst>
            </c:dLbl>
            <c:dLbl>
              <c:idx val="13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0-7405-42D2-84DE-F8EA208DA7BA}"/>
                </c:ext>
              </c:extLst>
            </c:dLbl>
            <c:dLbl>
              <c:idx val="13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1-7405-42D2-84DE-F8EA208DA7BA}"/>
                </c:ext>
              </c:extLst>
            </c:dLbl>
            <c:dLbl>
              <c:idx val="13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2-7405-42D2-84DE-F8EA208DA7BA}"/>
                </c:ext>
              </c:extLst>
            </c:dLbl>
            <c:dLbl>
              <c:idx val="13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3-7405-42D2-84DE-F8EA208DA7BA}"/>
                </c:ext>
              </c:extLst>
            </c:dLbl>
            <c:dLbl>
              <c:idx val="13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4-7405-42D2-84DE-F8EA208DA7BA}"/>
                </c:ext>
              </c:extLst>
            </c:dLbl>
            <c:dLbl>
              <c:idx val="13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5-7405-42D2-84DE-F8EA208DA7BA}"/>
                </c:ext>
              </c:extLst>
            </c:dLbl>
            <c:dLbl>
              <c:idx val="13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6-7405-42D2-84DE-F8EA208DA7BA}"/>
                </c:ext>
              </c:extLst>
            </c:dLbl>
            <c:dLbl>
              <c:idx val="13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7-7405-42D2-84DE-F8EA208DA7BA}"/>
                </c:ext>
              </c:extLst>
            </c:dLbl>
            <c:dLbl>
              <c:idx val="13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8-7405-42D2-84DE-F8EA208DA7BA}"/>
                </c:ext>
              </c:extLst>
            </c:dLbl>
            <c:dLbl>
              <c:idx val="13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9-7405-42D2-84DE-F8EA208DA7BA}"/>
                </c:ext>
              </c:extLst>
            </c:dLbl>
            <c:dLbl>
              <c:idx val="13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A-7405-42D2-84DE-F8EA208DA7BA}"/>
                </c:ext>
              </c:extLst>
            </c:dLbl>
            <c:dLbl>
              <c:idx val="13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B-7405-42D2-84DE-F8EA208DA7BA}"/>
                </c:ext>
              </c:extLst>
            </c:dLbl>
            <c:dLbl>
              <c:idx val="13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C-7405-42D2-84DE-F8EA208DA7BA}"/>
                </c:ext>
              </c:extLst>
            </c:dLbl>
            <c:dLbl>
              <c:idx val="13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D-7405-42D2-84DE-F8EA208DA7BA}"/>
                </c:ext>
              </c:extLst>
            </c:dLbl>
            <c:dLbl>
              <c:idx val="13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E-7405-42D2-84DE-F8EA208DA7BA}"/>
                </c:ext>
              </c:extLst>
            </c:dLbl>
            <c:dLbl>
              <c:idx val="13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7F-7405-42D2-84DE-F8EA208DA7BA}"/>
                </c:ext>
              </c:extLst>
            </c:dLbl>
            <c:dLbl>
              <c:idx val="13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0-7405-42D2-84DE-F8EA208DA7BA}"/>
                </c:ext>
              </c:extLst>
            </c:dLbl>
            <c:dLbl>
              <c:idx val="13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1-7405-42D2-84DE-F8EA208DA7BA}"/>
                </c:ext>
              </c:extLst>
            </c:dLbl>
            <c:dLbl>
              <c:idx val="13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2-7405-42D2-84DE-F8EA208DA7BA}"/>
                </c:ext>
              </c:extLst>
            </c:dLbl>
            <c:dLbl>
              <c:idx val="13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3-7405-42D2-84DE-F8EA208DA7BA}"/>
                </c:ext>
              </c:extLst>
            </c:dLbl>
            <c:dLbl>
              <c:idx val="13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4-7405-42D2-84DE-F8EA208DA7BA}"/>
                </c:ext>
              </c:extLst>
            </c:dLbl>
            <c:dLbl>
              <c:idx val="13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5-7405-42D2-84DE-F8EA208DA7BA}"/>
                </c:ext>
              </c:extLst>
            </c:dLbl>
            <c:dLbl>
              <c:idx val="13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6-7405-42D2-84DE-F8EA208DA7BA}"/>
                </c:ext>
              </c:extLst>
            </c:dLbl>
            <c:dLbl>
              <c:idx val="13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7-7405-42D2-84DE-F8EA208DA7BA}"/>
                </c:ext>
              </c:extLst>
            </c:dLbl>
            <c:dLbl>
              <c:idx val="13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8-7405-42D2-84DE-F8EA208DA7BA}"/>
                </c:ext>
              </c:extLst>
            </c:dLbl>
            <c:dLbl>
              <c:idx val="13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9-7405-42D2-84DE-F8EA208DA7BA}"/>
                </c:ext>
              </c:extLst>
            </c:dLbl>
            <c:dLbl>
              <c:idx val="13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A-7405-42D2-84DE-F8EA208DA7BA}"/>
                </c:ext>
              </c:extLst>
            </c:dLbl>
            <c:dLbl>
              <c:idx val="13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B-7405-42D2-84DE-F8EA208DA7BA}"/>
                </c:ext>
              </c:extLst>
            </c:dLbl>
            <c:dLbl>
              <c:idx val="13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C-7405-42D2-84DE-F8EA208DA7BA}"/>
                </c:ext>
              </c:extLst>
            </c:dLbl>
            <c:dLbl>
              <c:idx val="13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D-7405-42D2-84DE-F8EA208DA7BA}"/>
                </c:ext>
              </c:extLst>
            </c:dLbl>
            <c:dLbl>
              <c:idx val="13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E-7405-42D2-84DE-F8EA208DA7BA}"/>
                </c:ext>
              </c:extLst>
            </c:dLbl>
            <c:dLbl>
              <c:idx val="13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8F-7405-42D2-84DE-F8EA208DA7BA}"/>
                </c:ext>
              </c:extLst>
            </c:dLbl>
            <c:dLbl>
              <c:idx val="13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0-7405-42D2-84DE-F8EA208DA7BA}"/>
                </c:ext>
              </c:extLst>
            </c:dLbl>
            <c:dLbl>
              <c:idx val="13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1-7405-42D2-84DE-F8EA208DA7BA}"/>
                </c:ext>
              </c:extLst>
            </c:dLbl>
            <c:dLbl>
              <c:idx val="13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2-7405-42D2-84DE-F8EA208DA7BA}"/>
                </c:ext>
              </c:extLst>
            </c:dLbl>
            <c:dLbl>
              <c:idx val="13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3-7405-42D2-84DE-F8EA208DA7BA}"/>
                </c:ext>
              </c:extLst>
            </c:dLbl>
            <c:dLbl>
              <c:idx val="13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4-7405-42D2-84DE-F8EA208DA7BA}"/>
                </c:ext>
              </c:extLst>
            </c:dLbl>
            <c:dLbl>
              <c:idx val="13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5-7405-42D2-84DE-F8EA208DA7BA}"/>
                </c:ext>
              </c:extLst>
            </c:dLbl>
            <c:dLbl>
              <c:idx val="13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6-7405-42D2-84DE-F8EA208DA7BA}"/>
                </c:ext>
              </c:extLst>
            </c:dLbl>
            <c:dLbl>
              <c:idx val="13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7-7405-42D2-84DE-F8EA208DA7BA}"/>
                </c:ext>
              </c:extLst>
            </c:dLbl>
            <c:dLbl>
              <c:idx val="13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8-7405-42D2-84DE-F8EA208DA7BA}"/>
                </c:ext>
              </c:extLst>
            </c:dLbl>
            <c:dLbl>
              <c:idx val="13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9-7405-42D2-84DE-F8EA208DA7BA}"/>
                </c:ext>
              </c:extLst>
            </c:dLbl>
            <c:dLbl>
              <c:idx val="13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A-7405-42D2-84DE-F8EA208DA7BA}"/>
                </c:ext>
              </c:extLst>
            </c:dLbl>
            <c:dLbl>
              <c:idx val="13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B-7405-42D2-84DE-F8EA208DA7BA}"/>
                </c:ext>
              </c:extLst>
            </c:dLbl>
            <c:dLbl>
              <c:idx val="13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C-7405-42D2-84DE-F8EA208DA7BA}"/>
                </c:ext>
              </c:extLst>
            </c:dLbl>
            <c:dLbl>
              <c:idx val="13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D-7405-42D2-84DE-F8EA208DA7BA}"/>
                </c:ext>
              </c:extLst>
            </c:dLbl>
            <c:dLbl>
              <c:idx val="13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E-7405-42D2-84DE-F8EA208DA7BA}"/>
                </c:ext>
              </c:extLst>
            </c:dLbl>
            <c:dLbl>
              <c:idx val="13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9F-7405-42D2-84DE-F8EA208DA7BA}"/>
                </c:ext>
              </c:extLst>
            </c:dLbl>
            <c:dLbl>
              <c:idx val="13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0-7405-42D2-84DE-F8EA208DA7BA}"/>
                </c:ext>
              </c:extLst>
            </c:dLbl>
            <c:dLbl>
              <c:idx val="13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1-7405-42D2-84DE-F8EA208DA7BA}"/>
                </c:ext>
              </c:extLst>
            </c:dLbl>
            <c:dLbl>
              <c:idx val="13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2-7405-42D2-84DE-F8EA208DA7BA}"/>
                </c:ext>
              </c:extLst>
            </c:dLbl>
            <c:dLbl>
              <c:idx val="13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3-7405-42D2-84DE-F8EA208DA7BA}"/>
                </c:ext>
              </c:extLst>
            </c:dLbl>
            <c:dLbl>
              <c:idx val="13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4-7405-42D2-84DE-F8EA208DA7BA}"/>
                </c:ext>
              </c:extLst>
            </c:dLbl>
            <c:dLbl>
              <c:idx val="13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5-7405-42D2-84DE-F8EA208DA7BA}"/>
                </c:ext>
              </c:extLst>
            </c:dLbl>
            <c:dLbl>
              <c:idx val="13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6-7405-42D2-84DE-F8EA208DA7BA}"/>
                </c:ext>
              </c:extLst>
            </c:dLbl>
            <c:dLbl>
              <c:idx val="13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7-7405-42D2-84DE-F8EA208DA7BA}"/>
                </c:ext>
              </c:extLst>
            </c:dLbl>
            <c:dLbl>
              <c:idx val="13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8-7405-42D2-84DE-F8EA208DA7BA}"/>
                </c:ext>
              </c:extLst>
            </c:dLbl>
            <c:dLbl>
              <c:idx val="13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9-7405-42D2-84DE-F8EA208DA7BA}"/>
                </c:ext>
              </c:extLst>
            </c:dLbl>
            <c:dLbl>
              <c:idx val="13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A-7405-42D2-84DE-F8EA208DA7BA}"/>
                </c:ext>
              </c:extLst>
            </c:dLbl>
            <c:dLbl>
              <c:idx val="13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B-7405-42D2-84DE-F8EA208DA7BA}"/>
                </c:ext>
              </c:extLst>
            </c:dLbl>
            <c:dLbl>
              <c:idx val="13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C-7405-42D2-84DE-F8EA208DA7BA}"/>
                </c:ext>
              </c:extLst>
            </c:dLbl>
            <c:dLbl>
              <c:idx val="13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D-7405-42D2-84DE-F8EA208DA7BA}"/>
                </c:ext>
              </c:extLst>
            </c:dLbl>
            <c:dLbl>
              <c:idx val="13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E-7405-42D2-84DE-F8EA208DA7BA}"/>
                </c:ext>
              </c:extLst>
            </c:dLbl>
            <c:dLbl>
              <c:idx val="13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AF-7405-42D2-84DE-F8EA208DA7BA}"/>
                </c:ext>
              </c:extLst>
            </c:dLbl>
            <c:dLbl>
              <c:idx val="14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0-7405-42D2-84DE-F8EA208DA7BA}"/>
                </c:ext>
              </c:extLst>
            </c:dLbl>
            <c:dLbl>
              <c:idx val="14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1-7405-42D2-84DE-F8EA208DA7BA}"/>
                </c:ext>
              </c:extLst>
            </c:dLbl>
            <c:dLbl>
              <c:idx val="14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2-7405-42D2-84DE-F8EA208DA7BA}"/>
                </c:ext>
              </c:extLst>
            </c:dLbl>
            <c:dLbl>
              <c:idx val="14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3-7405-42D2-84DE-F8EA208DA7BA}"/>
                </c:ext>
              </c:extLst>
            </c:dLbl>
            <c:dLbl>
              <c:idx val="14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4-7405-42D2-84DE-F8EA208DA7BA}"/>
                </c:ext>
              </c:extLst>
            </c:dLbl>
            <c:dLbl>
              <c:idx val="14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5-7405-42D2-84DE-F8EA208DA7BA}"/>
                </c:ext>
              </c:extLst>
            </c:dLbl>
            <c:dLbl>
              <c:idx val="14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6-7405-42D2-84DE-F8EA208DA7BA}"/>
                </c:ext>
              </c:extLst>
            </c:dLbl>
            <c:dLbl>
              <c:idx val="14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7-7405-42D2-84DE-F8EA208DA7BA}"/>
                </c:ext>
              </c:extLst>
            </c:dLbl>
            <c:dLbl>
              <c:idx val="14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8-7405-42D2-84DE-F8EA208DA7BA}"/>
                </c:ext>
              </c:extLst>
            </c:dLbl>
            <c:dLbl>
              <c:idx val="14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9-7405-42D2-84DE-F8EA208DA7BA}"/>
                </c:ext>
              </c:extLst>
            </c:dLbl>
            <c:dLbl>
              <c:idx val="14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A-7405-42D2-84DE-F8EA208DA7BA}"/>
                </c:ext>
              </c:extLst>
            </c:dLbl>
            <c:dLbl>
              <c:idx val="14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B-7405-42D2-84DE-F8EA208DA7BA}"/>
                </c:ext>
              </c:extLst>
            </c:dLbl>
            <c:dLbl>
              <c:idx val="14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C-7405-42D2-84DE-F8EA208DA7BA}"/>
                </c:ext>
              </c:extLst>
            </c:dLbl>
            <c:dLbl>
              <c:idx val="14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D-7405-42D2-84DE-F8EA208DA7BA}"/>
                </c:ext>
              </c:extLst>
            </c:dLbl>
            <c:dLbl>
              <c:idx val="14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E-7405-42D2-84DE-F8EA208DA7BA}"/>
                </c:ext>
              </c:extLst>
            </c:dLbl>
            <c:dLbl>
              <c:idx val="14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BF-7405-42D2-84DE-F8EA208DA7BA}"/>
                </c:ext>
              </c:extLst>
            </c:dLbl>
            <c:dLbl>
              <c:idx val="14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0-7405-42D2-84DE-F8EA208DA7BA}"/>
                </c:ext>
              </c:extLst>
            </c:dLbl>
            <c:dLbl>
              <c:idx val="14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1-7405-42D2-84DE-F8EA208DA7BA}"/>
                </c:ext>
              </c:extLst>
            </c:dLbl>
            <c:dLbl>
              <c:idx val="14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2-7405-42D2-84DE-F8EA208DA7BA}"/>
                </c:ext>
              </c:extLst>
            </c:dLbl>
            <c:dLbl>
              <c:idx val="14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3-7405-42D2-84DE-F8EA208DA7BA}"/>
                </c:ext>
              </c:extLst>
            </c:dLbl>
            <c:dLbl>
              <c:idx val="14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4-7405-42D2-84DE-F8EA208DA7BA}"/>
                </c:ext>
              </c:extLst>
            </c:dLbl>
            <c:dLbl>
              <c:idx val="14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5-7405-42D2-84DE-F8EA208DA7BA}"/>
                </c:ext>
              </c:extLst>
            </c:dLbl>
            <c:dLbl>
              <c:idx val="14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6-7405-42D2-84DE-F8EA208DA7BA}"/>
                </c:ext>
              </c:extLst>
            </c:dLbl>
            <c:dLbl>
              <c:idx val="1423"/>
              <c:tx>
                <c:rich>
                  <a:bodyPr/>
                  <a:lstStyle/>
                  <a:p>
                    <a:fld id="{424530E8-C2A5-41BA-ACDE-1A16F296A80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7-7405-42D2-84DE-F8EA208DA7BA}"/>
                </c:ext>
              </c:extLst>
            </c:dLbl>
            <c:dLbl>
              <c:idx val="14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8-7405-42D2-84DE-F8EA208DA7BA}"/>
                </c:ext>
              </c:extLst>
            </c:dLbl>
            <c:dLbl>
              <c:idx val="14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9-7405-42D2-84DE-F8EA208DA7BA}"/>
                </c:ext>
              </c:extLst>
            </c:dLbl>
            <c:dLbl>
              <c:idx val="14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A-7405-42D2-84DE-F8EA208DA7BA}"/>
                </c:ext>
              </c:extLst>
            </c:dLbl>
            <c:dLbl>
              <c:idx val="14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B-7405-42D2-84DE-F8EA208DA7BA}"/>
                </c:ext>
              </c:extLst>
            </c:dLbl>
            <c:dLbl>
              <c:idx val="14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C-7405-42D2-84DE-F8EA208DA7BA}"/>
                </c:ext>
              </c:extLst>
            </c:dLbl>
            <c:dLbl>
              <c:idx val="14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D-7405-42D2-84DE-F8EA208DA7BA}"/>
                </c:ext>
              </c:extLst>
            </c:dLbl>
            <c:dLbl>
              <c:idx val="14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E-7405-42D2-84DE-F8EA208DA7BA}"/>
                </c:ext>
              </c:extLst>
            </c:dLbl>
            <c:dLbl>
              <c:idx val="14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CF-7405-42D2-84DE-F8EA208DA7BA}"/>
                </c:ext>
              </c:extLst>
            </c:dLbl>
            <c:dLbl>
              <c:idx val="14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0-7405-42D2-84DE-F8EA208DA7BA}"/>
                </c:ext>
              </c:extLst>
            </c:dLbl>
            <c:dLbl>
              <c:idx val="14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1-7405-42D2-84DE-F8EA208DA7BA}"/>
                </c:ext>
              </c:extLst>
            </c:dLbl>
            <c:dLbl>
              <c:idx val="14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2-7405-42D2-84DE-F8EA208DA7BA}"/>
                </c:ext>
              </c:extLst>
            </c:dLbl>
            <c:dLbl>
              <c:idx val="14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3-7405-42D2-84DE-F8EA208DA7BA}"/>
                </c:ext>
              </c:extLst>
            </c:dLbl>
            <c:dLbl>
              <c:idx val="14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4-7405-42D2-84DE-F8EA208DA7BA}"/>
                </c:ext>
              </c:extLst>
            </c:dLbl>
            <c:dLbl>
              <c:idx val="14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5-7405-42D2-84DE-F8EA208DA7BA}"/>
                </c:ext>
              </c:extLst>
            </c:dLbl>
            <c:dLbl>
              <c:idx val="14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6-7405-42D2-84DE-F8EA208DA7BA}"/>
                </c:ext>
              </c:extLst>
            </c:dLbl>
            <c:dLbl>
              <c:idx val="14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7-7405-42D2-84DE-F8EA208DA7BA}"/>
                </c:ext>
              </c:extLst>
            </c:dLbl>
            <c:dLbl>
              <c:idx val="14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8-7405-42D2-84DE-F8EA208DA7BA}"/>
                </c:ext>
              </c:extLst>
            </c:dLbl>
            <c:dLbl>
              <c:idx val="14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9-7405-42D2-84DE-F8EA208DA7BA}"/>
                </c:ext>
              </c:extLst>
            </c:dLbl>
            <c:dLbl>
              <c:idx val="14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A-7405-42D2-84DE-F8EA208DA7BA}"/>
                </c:ext>
              </c:extLst>
            </c:dLbl>
            <c:dLbl>
              <c:idx val="14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B-7405-42D2-84DE-F8EA208DA7BA}"/>
                </c:ext>
              </c:extLst>
            </c:dLbl>
            <c:dLbl>
              <c:idx val="14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C-7405-42D2-84DE-F8EA208DA7BA}"/>
                </c:ext>
              </c:extLst>
            </c:dLbl>
            <c:dLbl>
              <c:idx val="14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D-7405-42D2-84DE-F8EA208DA7BA}"/>
                </c:ext>
              </c:extLst>
            </c:dLbl>
            <c:dLbl>
              <c:idx val="14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E-7405-42D2-84DE-F8EA208DA7BA}"/>
                </c:ext>
              </c:extLst>
            </c:dLbl>
            <c:dLbl>
              <c:idx val="14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DF-7405-42D2-84DE-F8EA208DA7BA}"/>
                </c:ext>
              </c:extLst>
            </c:dLbl>
            <c:dLbl>
              <c:idx val="14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0-7405-42D2-84DE-F8EA208DA7BA}"/>
                </c:ext>
              </c:extLst>
            </c:dLbl>
            <c:dLbl>
              <c:idx val="14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1-7405-42D2-84DE-F8EA208DA7BA}"/>
                </c:ext>
              </c:extLst>
            </c:dLbl>
            <c:dLbl>
              <c:idx val="14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2-7405-42D2-84DE-F8EA208DA7BA}"/>
                </c:ext>
              </c:extLst>
            </c:dLbl>
            <c:dLbl>
              <c:idx val="14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3-7405-42D2-84DE-F8EA208DA7BA}"/>
                </c:ext>
              </c:extLst>
            </c:dLbl>
            <c:dLbl>
              <c:idx val="14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4-7405-42D2-84DE-F8EA208DA7BA}"/>
                </c:ext>
              </c:extLst>
            </c:dLbl>
            <c:dLbl>
              <c:idx val="14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5-7405-42D2-84DE-F8EA208DA7BA}"/>
                </c:ext>
              </c:extLst>
            </c:dLbl>
            <c:dLbl>
              <c:idx val="14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6-7405-42D2-84DE-F8EA208DA7BA}"/>
                </c:ext>
              </c:extLst>
            </c:dLbl>
            <c:dLbl>
              <c:idx val="14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7-7405-42D2-84DE-F8EA208DA7BA}"/>
                </c:ext>
              </c:extLst>
            </c:dLbl>
            <c:dLbl>
              <c:idx val="14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8-7405-42D2-84DE-F8EA208DA7BA}"/>
                </c:ext>
              </c:extLst>
            </c:dLbl>
            <c:dLbl>
              <c:idx val="14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9-7405-42D2-84DE-F8EA208DA7BA}"/>
                </c:ext>
              </c:extLst>
            </c:dLbl>
            <c:dLbl>
              <c:idx val="14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A-7405-42D2-84DE-F8EA208DA7BA}"/>
                </c:ext>
              </c:extLst>
            </c:dLbl>
            <c:dLbl>
              <c:idx val="14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B-7405-42D2-84DE-F8EA208DA7BA}"/>
                </c:ext>
              </c:extLst>
            </c:dLbl>
            <c:dLbl>
              <c:idx val="14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C-7405-42D2-84DE-F8EA208DA7BA}"/>
                </c:ext>
              </c:extLst>
            </c:dLbl>
            <c:dLbl>
              <c:idx val="14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D-7405-42D2-84DE-F8EA208DA7BA}"/>
                </c:ext>
              </c:extLst>
            </c:dLbl>
            <c:dLbl>
              <c:idx val="14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E-7405-42D2-84DE-F8EA208DA7BA}"/>
                </c:ext>
              </c:extLst>
            </c:dLbl>
            <c:dLbl>
              <c:idx val="14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EF-7405-42D2-84DE-F8EA208DA7BA}"/>
                </c:ext>
              </c:extLst>
            </c:dLbl>
            <c:dLbl>
              <c:idx val="14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0-7405-42D2-84DE-F8EA208DA7BA}"/>
                </c:ext>
              </c:extLst>
            </c:dLbl>
            <c:dLbl>
              <c:idx val="14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1-7405-42D2-84DE-F8EA208DA7BA}"/>
                </c:ext>
              </c:extLst>
            </c:dLbl>
            <c:dLbl>
              <c:idx val="14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2-7405-42D2-84DE-F8EA208DA7BA}"/>
                </c:ext>
              </c:extLst>
            </c:dLbl>
            <c:dLbl>
              <c:idx val="14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3-7405-42D2-84DE-F8EA208DA7BA}"/>
                </c:ext>
              </c:extLst>
            </c:dLbl>
            <c:dLbl>
              <c:idx val="14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4-7405-42D2-84DE-F8EA208DA7BA}"/>
                </c:ext>
              </c:extLst>
            </c:dLbl>
            <c:dLbl>
              <c:idx val="14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5-7405-42D2-84DE-F8EA208DA7BA}"/>
                </c:ext>
              </c:extLst>
            </c:dLbl>
            <c:dLbl>
              <c:idx val="14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6-7405-42D2-84DE-F8EA208DA7BA}"/>
                </c:ext>
              </c:extLst>
            </c:dLbl>
            <c:dLbl>
              <c:idx val="14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7-7405-42D2-84DE-F8EA208DA7BA}"/>
                </c:ext>
              </c:extLst>
            </c:dLbl>
            <c:dLbl>
              <c:idx val="14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8-7405-42D2-84DE-F8EA208DA7BA}"/>
                </c:ext>
              </c:extLst>
            </c:dLbl>
            <c:dLbl>
              <c:idx val="14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9-7405-42D2-84DE-F8EA208DA7BA}"/>
                </c:ext>
              </c:extLst>
            </c:dLbl>
            <c:dLbl>
              <c:idx val="14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A-7405-42D2-84DE-F8EA208DA7BA}"/>
                </c:ext>
              </c:extLst>
            </c:dLbl>
            <c:dLbl>
              <c:idx val="14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B-7405-42D2-84DE-F8EA208DA7BA}"/>
                </c:ext>
              </c:extLst>
            </c:dLbl>
            <c:dLbl>
              <c:idx val="14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C-7405-42D2-84DE-F8EA208DA7BA}"/>
                </c:ext>
              </c:extLst>
            </c:dLbl>
            <c:dLbl>
              <c:idx val="14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D-7405-42D2-84DE-F8EA208DA7BA}"/>
                </c:ext>
              </c:extLst>
            </c:dLbl>
            <c:dLbl>
              <c:idx val="14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E-7405-42D2-84DE-F8EA208DA7BA}"/>
                </c:ext>
              </c:extLst>
            </c:dLbl>
            <c:dLbl>
              <c:idx val="14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6FF-7405-42D2-84DE-F8EA208DA7BA}"/>
                </c:ext>
              </c:extLst>
            </c:dLbl>
            <c:dLbl>
              <c:idx val="14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0-7405-42D2-84DE-F8EA208DA7BA}"/>
                </c:ext>
              </c:extLst>
            </c:dLbl>
            <c:dLbl>
              <c:idx val="14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1-7405-42D2-84DE-F8EA208DA7BA}"/>
                </c:ext>
              </c:extLst>
            </c:dLbl>
            <c:dLbl>
              <c:idx val="14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2-7405-42D2-84DE-F8EA208DA7BA}"/>
                </c:ext>
              </c:extLst>
            </c:dLbl>
            <c:dLbl>
              <c:idx val="14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3-7405-42D2-84DE-F8EA208DA7BA}"/>
                </c:ext>
              </c:extLst>
            </c:dLbl>
            <c:dLbl>
              <c:idx val="14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4-7405-42D2-84DE-F8EA208DA7BA}"/>
                </c:ext>
              </c:extLst>
            </c:dLbl>
            <c:dLbl>
              <c:idx val="14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5-7405-42D2-84DE-F8EA208DA7BA}"/>
                </c:ext>
              </c:extLst>
            </c:dLbl>
            <c:dLbl>
              <c:idx val="14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6-7405-42D2-84DE-F8EA208DA7BA}"/>
                </c:ext>
              </c:extLst>
            </c:dLbl>
            <c:dLbl>
              <c:idx val="14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7-7405-42D2-84DE-F8EA208DA7BA}"/>
                </c:ext>
              </c:extLst>
            </c:dLbl>
            <c:dLbl>
              <c:idx val="14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8-7405-42D2-84DE-F8EA208DA7BA}"/>
                </c:ext>
              </c:extLst>
            </c:dLbl>
            <c:dLbl>
              <c:idx val="14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9-7405-42D2-84DE-F8EA208DA7BA}"/>
                </c:ext>
              </c:extLst>
            </c:dLbl>
            <c:dLbl>
              <c:idx val="14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A-7405-42D2-84DE-F8EA208DA7BA}"/>
                </c:ext>
              </c:extLst>
            </c:dLbl>
            <c:dLbl>
              <c:idx val="14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B-7405-42D2-84DE-F8EA208DA7BA}"/>
                </c:ext>
              </c:extLst>
            </c:dLbl>
            <c:dLbl>
              <c:idx val="14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C-7405-42D2-84DE-F8EA208DA7BA}"/>
                </c:ext>
              </c:extLst>
            </c:dLbl>
            <c:dLbl>
              <c:idx val="14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D-7405-42D2-84DE-F8EA208DA7BA}"/>
                </c:ext>
              </c:extLst>
            </c:dLbl>
            <c:dLbl>
              <c:idx val="14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E-7405-42D2-84DE-F8EA208DA7BA}"/>
                </c:ext>
              </c:extLst>
            </c:dLbl>
            <c:dLbl>
              <c:idx val="14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0F-7405-42D2-84DE-F8EA208DA7BA}"/>
                </c:ext>
              </c:extLst>
            </c:dLbl>
            <c:dLbl>
              <c:idx val="14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0-7405-42D2-84DE-F8EA208DA7BA}"/>
                </c:ext>
              </c:extLst>
            </c:dLbl>
            <c:dLbl>
              <c:idx val="14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1-7405-42D2-84DE-F8EA208DA7BA}"/>
                </c:ext>
              </c:extLst>
            </c:dLbl>
            <c:dLbl>
              <c:idx val="14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2-7405-42D2-84DE-F8EA208DA7BA}"/>
                </c:ext>
              </c:extLst>
            </c:dLbl>
            <c:dLbl>
              <c:idx val="14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3-7405-42D2-84DE-F8EA208DA7BA}"/>
                </c:ext>
              </c:extLst>
            </c:dLbl>
            <c:dLbl>
              <c:idx val="15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4-7405-42D2-84DE-F8EA208DA7BA}"/>
                </c:ext>
              </c:extLst>
            </c:dLbl>
            <c:dLbl>
              <c:idx val="15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5-7405-42D2-84DE-F8EA208DA7BA}"/>
                </c:ext>
              </c:extLst>
            </c:dLbl>
            <c:dLbl>
              <c:idx val="15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6-7405-42D2-84DE-F8EA208DA7BA}"/>
                </c:ext>
              </c:extLst>
            </c:dLbl>
            <c:dLbl>
              <c:idx val="15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7-7405-42D2-84DE-F8EA208DA7BA}"/>
                </c:ext>
              </c:extLst>
            </c:dLbl>
            <c:dLbl>
              <c:idx val="15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8-7405-42D2-84DE-F8EA208DA7BA}"/>
                </c:ext>
              </c:extLst>
            </c:dLbl>
            <c:dLbl>
              <c:idx val="15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9-7405-42D2-84DE-F8EA208DA7BA}"/>
                </c:ext>
              </c:extLst>
            </c:dLbl>
            <c:dLbl>
              <c:idx val="15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A-7405-42D2-84DE-F8EA208DA7BA}"/>
                </c:ext>
              </c:extLst>
            </c:dLbl>
            <c:dLbl>
              <c:idx val="15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B-7405-42D2-84DE-F8EA208DA7BA}"/>
                </c:ext>
              </c:extLst>
            </c:dLbl>
            <c:dLbl>
              <c:idx val="15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C-7405-42D2-84DE-F8EA208DA7BA}"/>
                </c:ext>
              </c:extLst>
            </c:dLbl>
            <c:dLbl>
              <c:idx val="15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D-7405-42D2-84DE-F8EA208DA7BA}"/>
                </c:ext>
              </c:extLst>
            </c:dLbl>
            <c:dLbl>
              <c:idx val="15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E-7405-42D2-84DE-F8EA208DA7BA}"/>
                </c:ext>
              </c:extLst>
            </c:dLbl>
            <c:dLbl>
              <c:idx val="15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1F-7405-42D2-84DE-F8EA208DA7BA}"/>
                </c:ext>
              </c:extLst>
            </c:dLbl>
            <c:dLbl>
              <c:idx val="15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0-7405-42D2-84DE-F8EA208DA7BA}"/>
                </c:ext>
              </c:extLst>
            </c:dLbl>
            <c:dLbl>
              <c:idx val="15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1-7405-42D2-84DE-F8EA208DA7BA}"/>
                </c:ext>
              </c:extLst>
            </c:dLbl>
            <c:dLbl>
              <c:idx val="15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2-7405-42D2-84DE-F8EA208DA7BA}"/>
                </c:ext>
              </c:extLst>
            </c:dLbl>
            <c:dLbl>
              <c:idx val="15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3-7405-42D2-84DE-F8EA208DA7BA}"/>
                </c:ext>
              </c:extLst>
            </c:dLbl>
            <c:dLbl>
              <c:idx val="15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4-7405-42D2-84DE-F8EA208DA7BA}"/>
                </c:ext>
              </c:extLst>
            </c:dLbl>
            <c:dLbl>
              <c:idx val="15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5-7405-42D2-84DE-F8EA208DA7BA}"/>
                </c:ext>
              </c:extLst>
            </c:dLbl>
            <c:dLbl>
              <c:idx val="15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6-7405-42D2-84DE-F8EA208DA7BA}"/>
                </c:ext>
              </c:extLst>
            </c:dLbl>
            <c:dLbl>
              <c:idx val="15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7-7405-42D2-84DE-F8EA208DA7BA}"/>
                </c:ext>
              </c:extLst>
            </c:dLbl>
            <c:dLbl>
              <c:idx val="15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8-7405-42D2-84DE-F8EA208DA7BA}"/>
                </c:ext>
              </c:extLst>
            </c:dLbl>
            <c:dLbl>
              <c:idx val="15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9-7405-42D2-84DE-F8EA208DA7BA}"/>
                </c:ext>
              </c:extLst>
            </c:dLbl>
            <c:dLbl>
              <c:idx val="15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A-7405-42D2-84DE-F8EA208DA7BA}"/>
                </c:ext>
              </c:extLst>
            </c:dLbl>
            <c:dLbl>
              <c:idx val="15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B-7405-42D2-84DE-F8EA208DA7BA}"/>
                </c:ext>
              </c:extLst>
            </c:dLbl>
            <c:dLbl>
              <c:idx val="15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C-7405-42D2-84DE-F8EA208DA7BA}"/>
                </c:ext>
              </c:extLst>
            </c:dLbl>
            <c:dLbl>
              <c:idx val="15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D-7405-42D2-84DE-F8EA208DA7BA}"/>
                </c:ext>
              </c:extLst>
            </c:dLbl>
            <c:dLbl>
              <c:idx val="15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E-7405-42D2-84DE-F8EA208DA7BA}"/>
                </c:ext>
              </c:extLst>
            </c:dLbl>
            <c:dLbl>
              <c:idx val="15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2F-7405-42D2-84DE-F8EA208DA7BA}"/>
                </c:ext>
              </c:extLst>
            </c:dLbl>
            <c:dLbl>
              <c:idx val="15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0-7405-42D2-84DE-F8EA208DA7BA}"/>
                </c:ext>
              </c:extLst>
            </c:dLbl>
            <c:dLbl>
              <c:idx val="15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1-7405-42D2-84DE-F8EA208DA7BA}"/>
                </c:ext>
              </c:extLst>
            </c:dLbl>
            <c:dLbl>
              <c:idx val="1530"/>
              <c:layout>
                <c:manualLayout>
                  <c:x val="2.2114785846752222E-2"/>
                  <c:y val="3.4189363980695414E-2"/>
                </c:manualLayout>
              </c:layout>
              <c:tx>
                <c:rich>
                  <a:bodyPr/>
                  <a:lstStyle/>
                  <a:p>
                    <a:fld id="{0E581966-D40E-49C6-BAF5-2B17BCE4B96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1732-7405-42D2-84DE-F8EA208DA7BA}"/>
                </c:ext>
              </c:extLst>
            </c:dLbl>
            <c:dLbl>
              <c:idx val="15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3-7405-42D2-84DE-F8EA208DA7BA}"/>
                </c:ext>
              </c:extLst>
            </c:dLbl>
            <c:dLbl>
              <c:idx val="15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4-7405-42D2-84DE-F8EA208DA7BA}"/>
                </c:ext>
              </c:extLst>
            </c:dLbl>
            <c:dLbl>
              <c:idx val="15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5-7405-42D2-84DE-F8EA208DA7BA}"/>
                </c:ext>
              </c:extLst>
            </c:dLbl>
            <c:dLbl>
              <c:idx val="15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6-7405-42D2-84DE-F8EA208DA7BA}"/>
                </c:ext>
              </c:extLst>
            </c:dLbl>
            <c:dLbl>
              <c:idx val="15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7-7405-42D2-84DE-F8EA208DA7BA}"/>
                </c:ext>
              </c:extLst>
            </c:dLbl>
            <c:dLbl>
              <c:idx val="15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8-7405-42D2-84DE-F8EA208DA7BA}"/>
                </c:ext>
              </c:extLst>
            </c:dLbl>
            <c:dLbl>
              <c:idx val="15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9-7405-42D2-84DE-F8EA208DA7BA}"/>
                </c:ext>
              </c:extLst>
            </c:dLbl>
            <c:dLbl>
              <c:idx val="15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A-7405-42D2-84DE-F8EA208DA7BA}"/>
                </c:ext>
              </c:extLst>
            </c:dLbl>
            <c:dLbl>
              <c:idx val="15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B-7405-42D2-84DE-F8EA208DA7BA}"/>
                </c:ext>
              </c:extLst>
            </c:dLbl>
            <c:dLbl>
              <c:idx val="15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C-7405-42D2-84DE-F8EA208DA7BA}"/>
                </c:ext>
              </c:extLst>
            </c:dLbl>
            <c:dLbl>
              <c:idx val="15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D-7405-42D2-84DE-F8EA208DA7BA}"/>
                </c:ext>
              </c:extLst>
            </c:dLbl>
            <c:dLbl>
              <c:idx val="15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E-7405-42D2-84DE-F8EA208DA7BA}"/>
                </c:ext>
              </c:extLst>
            </c:dLbl>
            <c:dLbl>
              <c:idx val="15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3F-7405-42D2-84DE-F8EA208DA7BA}"/>
                </c:ext>
              </c:extLst>
            </c:dLbl>
            <c:dLbl>
              <c:idx val="15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0-7405-42D2-84DE-F8EA208DA7BA}"/>
                </c:ext>
              </c:extLst>
            </c:dLbl>
            <c:dLbl>
              <c:idx val="15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1-7405-42D2-84DE-F8EA208DA7BA}"/>
                </c:ext>
              </c:extLst>
            </c:dLbl>
            <c:dLbl>
              <c:idx val="15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2-7405-42D2-84DE-F8EA208DA7BA}"/>
                </c:ext>
              </c:extLst>
            </c:dLbl>
            <c:dLbl>
              <c:idx val="15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3-7405-42D2-84DE-F8EA208DA7BA}"/>
                </c:ext>
              </c:extLst>
            </c:dLbl>
            <c:dLbl>
              <c:idx val="15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4-7405-42D2-84DE-F8EA208DA7BA}"/>
                </c:ext>
              </c:extLst>
            </c:dLbl>
            <c:dLbl>
              <c:idx val="15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5-7405-42D2-84DE-F8EA208DA7BA}"/>
                </c:ext>
              </c:extLst>
            </c:dLbl>
            <c:dLbl>
              <c:idx val="15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6-7405-42D2-84DE-F8EA208DA7BA}"/>
                </c:ext>
              </c:extLst>
            </c:dLbl>
            <c:dLbl>
              <c:idx val="15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7-7405-42D2-84DE-F8EA208DA7BA}"/>
                </c:ext>
              </c:extLst>
            </c:dLbl>
            <c:dLbl>
              <c:idx val="15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8-7405-42D2-84DE-F8EA208DA7BA}"/>
                </c:ext>
              </c:extLst>
            </c:dLbl>
            <c:dLbl>
              <c:idx val="15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9-7405-42D2-84DE-F8EA208DA7BA}"/>
                </c:ext>
              </c:extLst>
            </c:dLbl>
            <c:dLbl>
              <c:idx val="15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A-7405-42D2-84DE-F8EA208DA7BA}"/>
                </c:ext>
              </c:extLst>
            </c:dLbl>
            <c:dLbl>
              <c:idx val="15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B-7405-42D2-84DE-F8EA208DA7BA}"/>
                </c:ext>
              </c:extLst>
            </c:dLbl>
            <c:dLbl>
              <c:idx val="15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C-7405-42D2-84DE-F8EA208DA7BA}"/>
                </c:ext>
              </c:extLst>
            </c:dLbl>
            <c:dLbl>
              <c:idx val="15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D-7405-42D2-84DE-F8EA208DA7BA}"/>
                </c:ext>
              </c:extLst>
            </c:dLbl>
            <c:dLbl>
              <c:idx val="15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E-7405-42D2-84DE-F8EA208DA7BA}"/>
                </c:ext>
              </c:extLst>
            </c:dLbl>
            <c:dLbl>
              <c:idx val="15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4F-7405-42D2-84DE-F8EA208DA7BA}"/>
                </c:ext>
              </c:extLst>
            </c:dLbl>
            <c:dLbl>
              <c:idx val="15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0-7405-42D2-84DE-F8EA208DA7BA}"/>
                </c:ext>
              </c:extLst>
            </c:dLbl>
            <c:dLbl>
              <c:idx val="15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1-7405-42D2-84DE-F8EA208DA7BA}"/>
                </c:ext>
              </c:extLst>
            </c:dLbl>
            <c:dLbl>
              <c:idx val="15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2-7405-42D2-84DE-F8EA208DA7BA}"/>
                </c:ext>
              </c:extLst>
            </c:dLbl>
            <c:dLbl>
              <c:idx val="15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3-7405-42D2-84DE-F8EA208DA7BA}"/>
                </c:ext>
              </c:extLst>
            </c:dLbl>
            <c:dLbl>
              <c:idx val="15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4-7405-42D2-84DE-F8EA208DA7BA}"/>
                </c:ext>
              </c:extLst>
            </c:dLbl>
            <c:dLbl>
              <c:idx val="15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5-7405-42D2-84DE-F8EA208DA7BA}"/>
                </c:ext>
              </c:extLst>
            </c:dLbl>
            <c:dLbl>
              <c:idx val="15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6-7405-42D2-84DE-F8EA208DA7BA}"/>
                </c:ext>
              </c:extLst>
            </c:dLbl>
            <c:dLbl>
              <c:idx val="15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7-7405-42D2-84DE-F8EA208DA7BA}"/>
                </c:ext>
              </c:extLst>
            </c:dLbl>
            <c:dLbl>
              <c:idx val="15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8-7405-42D2-84DE-F8EA208DA7BA}"/>
                </c:ext>
              </c:extLst>
            </c:dLbl>
            <c:dLbl>
              <c:idx val="15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9-7405-42D2-84DE-F8EA208DA7BA}"/>
                </c:ext>
              </c:extLst>
            </c:dLbl>
            <c:dLbl>
              <c:idx val="15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A-7405-42D2-84DE-F8EA208DA7BA}"/>
                </c:ext>
              </c:extLst>
            </c:dLbl>
            <c:dLbl>
              <c:idx val="15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B-7405-42D2-84DE-F8EA208DA7BA}"/>
                </c:ext>
              </c:extLst>
            </c:dLbl>
            <c:dLbl>
              <c:idx val="15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C-7405-42D2-84DE-F8EA208DA7BA}"/>
                </c:ext>
              </c:extLst>
            </c:dLbl>
            <c:dLbl>
              <c:idx val="15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D-7405-42D2-84DE-F8EA208DA7BA}"/>
                </c:ext>
              </c:extLst>
            </c:dLbl>
            <c:dLbl>
              <c:idx val="15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E-7405-42D2-84DE-F8EA208DA7BA}"/>
                </c:ext>
              </c:extLst>
            </c:dLbl>
            <c:dLbl>
              <c:idx val="15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5F-7405-42D2-84DE-F8EA208DA7BA}"/>
                </c:ext>
              </c:extLst>
            </c:dLbl>
            <c:dLbl>
              <c:idx val="15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0-7405-42D2-84DE-F8EA208DA7BA}"/>
                </c:ext>
              </c:extLst>
            </c:dLbl>
            <c:dLbl>
              <c:idx val="15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1-7405-42D2-84DE-F8EA208DA7BA}"/>
                </c:ext>
              </c:extLst>
            </c:dLbl>
            <c:dLbl>
              <c:idx val="15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2-7405-42D2-84DE-F8EA208DA7BA}"/>
                </c:ext>
              </c:extLst>
            </c:dLbl>
            <c:dLbl>
              <c:idx val="15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3-7405-42D2-84DE-F8EA208DA7BA}"/>
                </c:ext>
              </c:extLst>
            </c:dLbl>
            <c:dLbl>
              <c:idx val="15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4-7405-42D2-84DE-F8EA208DA7BA}"/>
                </c:ext>
              </c:extLst>
            </c:dLbl>
            <c:dLbl>
              <c:idx val="15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5-7405-42D2-84DE-F8EA208DA7BA}"/>
                </c:ext>
              </c:extLst>
            </c:dLbl>
            <c:dLbl>
              <c:idx val="15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6-7405-42D2-84DE-F8EA208DA7BA}"/>
                </c:ext>
              </c:extLst>
            </c:dLbl>
            <c:dLbl>
              <c:idx val="15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7-7405-42D2-84DE-F8EA208DA7BA}"/>
                </c:ext>
              </c:extLst>
            </c:dLbl>
            <c:dLbl>
              <c:idx val="15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8-7405-42D2-84DE-F8EA208DA7BA}"/>
                </c:ext>
              </c:extLst>
            </c:dLbl>
            <c:dLbl>
              <c:idx val="15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9-7405-42D2-84DE-F8EA208DA7BA}"/>
                </c:ext>
              </c:extLst>
            </c:dLbl>
            <c:dLbl>
              <c:idx val="15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A-7405-42D2-84DE-F8EA208DA7BA}"/>
                </c:ext>
              </c:extLst>
            </c:dLbl>
            <c:dLbl>
              <c:idx val="15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B-7405-42D2-84DE-F8EA208DA7BA}"/>
                </c:ext>
              </c:extLst>
            </c:dLbl>
            <c:dLbl>
              <c:idx val="15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C-7405-42D2-84DE-F8EA208DA7BA}"/>
                </c:ext>
              </c:extLst>
            </c:dLbl>
            <c:dLbl>
              <c:idx val="15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D-7405-42D2-84DE-F8EA208DA7BA}"/>
                </c:ext>
              </c:extLst>
            </c:dLbl>
            <c:dLbl>
              <c:idx val="15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E-7405-42D2-84DE-F8EA208DA7BA}"/>
                </c:ext>
              </c:extLst>
            </c:dLbl>
            <c:dLbl>
              <c:idx val="15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6F-7405-42D2-84DE-F8EA208DA7BA}"/>
                </c:ext>
              </c:extLst>
            </c:dLbl>
            <c:dLbl>
              <c:idx val="15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0-7405-42D2-84DE-F8EA208DA7BA}"/>
                </c:ext>
              </c:extLst>
            </c:dLbl>
            <c:dLbl>
              <c:idx val="15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1-7405-42D2-84DE-F8EA208DA7BA}"/>
                </c:ext>
              </c:extLst>
            </c:dLbl>
            <c:dLbl>
              <c:idx val="15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2-7405-42D2-84DE-F8EA208DA7BA}"/>
                </c:ext>
              </c:extLst>
            </c:dLbl>
            <c:dLbl>
              <c:idx val="15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3-7405-42D2-84DE-F8EA208DA7BA}"/>
                </c:ext>
              </c:extLst>
            </c:dLbl>
            <c:dLbl>
              <c:idx val="15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4-7405-42D2-84DE-F8EA208DA7BA}"/>
                </c:ext>
              </c:extLst>
            </c:dLbl>
            <c:dLbl>
              <c:idx val="15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5-7405-42D2-84DE-F8EA208DA7BA}"/>
                </c:ext>
              </c:extLst>
            </c:dLbl>
            <c:dLbl>
              <c:idx val="15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6-7405-42D2-84DE-F8EA208DA7BA}"/>
                </c:ext>
              </c:extLst>
            </c:dLbl>
            <c:dLbl>
              <c:idx val="15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7-7405-42D2-84DE-F8EA208DA7BA}"/>
                </c:ext>
              </c:extLst>
            </c:dLbl>
            <c:dLbl>
              <c:idx val="16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8-7405-42D2-84DE-F8EA208DA7BA}"/>
                </c:ext>
              </c:extLst>
            </c:dLbl>
            <c:dLbl>
              <c:idx val="16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9-7405-42D2-84DE-F8EA208DA7BA}"/>
                </c:ext>
              </c:extLst>
            </c:dLbl>
            <c:dLbl>
              <c:idx val="16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A-7405-42D2-84DE-F8EA208DA7BA}"/>
                </c:ext>
              </c:extLst>
            </c:dLbl>
            <c:dLbl>
              <c:idx val="16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B-7405-42D2-84DE-F8EA208DA7BA}"/>
                </c:ext>
              </c:extLst>
            </c:dLbl>
            <c:dLbl>
              <c:idx val="16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C-7405-42D2-84DE-F8EA208DA7BA}"/>
                </c:ext>
              </c:extLst>
            </c:dLbl>
            <c:dLbl>
              <c:idx val="16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D-7405-42D2-84DE-F8EA208DA7BA}"/>
                </c:ext>
              </c:extLst>
            </c:dLbl>
            <c:dLbl>
              <c:idx val="16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E-7405-42D2-84DE-F8EA208DA7BA}"/>
                </c:ext>
              </c:extLst>
            </c:dLbl>
            <c:dLbl>
              <c:idx val="16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7F-7405-42D2-84DE-F8EA208DA7BA}"/>
                </c:ext>
              </c:extLst>
            </c:dLbl>
            <c:dLbl>
              <c:idx val="16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0-7405-42D2-84DE-F8EA208DA7BA}"/>
                </c:ext>
              </c:extLst>
            </c:dLbl>
            <c:dLbl>
              <c:idx val="16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1-7405-42D2-84DE-F8EA208DA7BA}"/>
                </c:ext>
              </c:extLst>
            </c:dLbl>
            <c:dLbl>
              <c:idx val="16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2-7405-42D2-84DE-F8EA208DA7BA}"/>
                </c:ext>
              </c:extLst>
            </c:dLbl>
            <c:dLbl>
              <c:idx val="16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3-7405-42D2-84DE-F8EA208DA7BA}"/>
                </c:ext>
              </c:extLst>
            </c:dLbl>
            <c:dLbl>
              <c:idx val="16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4-7405-42D2-84DE-F8EA208DA7BA}"/>
                </c:ext>
              </c:extLst>
            </c:dLbl>
            <c:dLbl>
              <c:idx val="16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5-7405-42D2-84DE-F8EA208DA7BA}"/>
                </c:ext>
              </c:extLst>
            </c:dLbl>
            <c:dLbl>
              <c:idx val="16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6-7405-42D2-84DE-F8EA208DA7BA}"/>
                </c:ext>
              </c:extLst>
            </c:dLbl>
            <c:dLbl>
              <c:idx val="16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7-7405-42D2-84DE-F8EA208DA7BA}"/>
                </c:ext>
              </c:extLst>
            </c:dLbl>
            <c:dLbl>
              <c:idx val="16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8-7405-42D2-84DE-F8EA208DA7BA}"/>
                </c:ext>
              </c:extLst>
            </c:dLbl>
            <c:dLbl>
              <c:idx val="16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9-7405-42D2-84DE-F8EA208DA7BA}"/>
                </c:ext>
              </c:extLst>
            </c:dLbl>
            <c:dLbl>
              <c:idx val="16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A-7405-42D2-84DE-F8EA208DA7BA}"/>
                </c:ext>
              </c:extLst>
            </c:dLbl>
            <c:dLbl>
              <c:idx val="16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B-7405-42D2-84DE-F8EA208DA7BA}"/>
                </c:ext>
              </c:extLst>
            </c:dLbl>
            <c:dLbl>
              <c:idx val="16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C-7405-42D2-84DE-F8EA208DA7BA}"/>
                </c:ext>
              </c:extLst>
            </c:dLbl>
            <c:dLbl>
              <c:idx val="16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D-7405-42D2-84DE-F8EA208DA7BA}"/>
                </c:ext>
              </c:extLst>
            </c:dLbl>
            <c:dLbl>
              <c:idx val="16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E-7405-42D2-84DE-F8EA208DA7BA}"/>
                </c:ext>
              </c:extLst>
            </c:dLbl>
            <c:dLbl>
              <c:idx val="16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8F-7405-42D2-84DE-F8EA208DA7BA}"/>
                </c:ext>
              </c:extLst>
            </c:dLbl>
            <c:dLbl>
              <c:idx val="16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0-7405-42D2-84DE-F8EA208DA7BA}"/>
                </c:ext>
              </c:extLst>
            </c:dLbl>
            <c:dLbl>
              <c:idx val="16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1-7405-42D2-84DE-F8EA208DA7BA}"/>
                </c:ext>
              </c:extLst>
            </c:dLbl>
            <c:dLbl>
              <c:idx val="16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2-7405-42D2-84DE-F8EA208DA7BA}"/>
                </c:ext>
              </c:extLst>
            </c:dLbl>
            <c:dLbl>
              <c:idx val="16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3-7405-42D2-84DE-F8EA208DA7BA}"/>
                </c:ext>
              </c:extLst>
            </c:dLbl>
            <c:dLbl>
              <c:idx val="16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4-7405-42D2-84DE-F8EA208DA7BA}"/>
                </c:ext>
              </c:extLst>
            </c:dLbl>
            <c:dLbl>
              <c:idx val="16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5-7405-42D2-84DE-F8EA208DA7BA}"/>
                </c:ext>
              </c:extLst>
            </c:dLbl>
            <c:dLbl>
              <c:idx val="16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6-7405-42D2-84DE-F8EA208DA7BA}"/>
                </c:ext>
              </c:extLst>
            </c:dLbl>
            <c:dLbl>
              <c:idx val="16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7-7405-42D2-84DE-F8EA208DA7BA}"/>
                </c:ext>
              </c:extLst>
            </c:dLbl>
            <c:dLbl>
              <c:idx val="16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8-7405-42D2-84DE-F8EA208DA7BA}"/>
                </c:ext>
              </c:extLst>
            </c:dLbl>
            <c:dLbl>
              <c:idx val="16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9-7405-42D2-84DE-F8EA208DA7BA}"/>
                </c:ext>
              </c:extLst>
            </c:dLbl>
            <c:dLbl>
              <c:idx val="16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A-7405-42D2-84DE-F8EA208DA7BA}"/>
                </c:ext>
              </c:extLst>
            </c:dLbl>
            <c:dLbl>
              <c:idx val="16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B-7405-42D2-84DE-F8EA208DA7BA}"/>
                </c:ext>
              </c:extLst>
            </c:dLbl>
            <c:dLbl>
              <c:idx val="16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C-7405-42D2-84DE-F8EA208DA7BA}"/>
                </c:ext>
              </c:extLst>
            </c:dLbl>
            <c:dLbl>
              <c:idx val="16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D-7405-42D2-84DE-F8EA208DA7BA}"/>
                </c:ext>
              </c:extLst>
            </c:dLbl>
            <c:dLbl>
              <c:idx val="16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E-7405-42D2-84DE-F8EA208DA7BA}"/>
                </c:ext>
              </c:extLst>
            </c:dLbl>
            <c:dLbl>
              <c:idx val="16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9F-7405-42D2-84DE-F8EA208DA7BA}"/>
                </c:ext>
              </c:extLst>
            </c:dLbl>
            <c:dLbl>
              <c:idx val="16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0-7405-42D2-84DE-F8EA208DA7BA}"/>
                </c:ext>
              </c:extLst>
            </c:dLbl>
            <c:dLbl>
              <c:idx val="16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1-7405-42D2-84DE-F8EA208DA7BA}"/>
                </c:ext>
              </c:extLst>
            </c:dLbl>
            <c:dLbl>
              <c:idx val="16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2-7405-42D2-84DE-F8EA208DA7BA}"/>
                </c:ext>
              </c:extLst>
            </c:dLbl>
            <c:dLbl>
              <c:idx val="16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3-7405-42D2-84DE-F8EA208DA7BA}"/>
                </c:ext>
              </c:extLst>
            </c:dLbl>
            <c:dLbl>
              <c:idx val="16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4-7405-42D2-84DE-F8EA208DA7BA}"/>
                </c:ext>
              </c:extLst>
            </c:dLbl>
            <c:dLbl>
              <c:idx val="16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5-7405-42D2-84DE-F8EA208DA7BA}"/>
                </c:ext>
              </c:extLst>
            </c:dLbl>
            <c:dLbl>
              <c:idx val="16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6-7405-42D2-84DE-F8EA208DA7BA}"/>
                </c:ext>
              </c:extLst>
            </c:dLbl>
            <c:dLbl>
              <c:idx val="16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7-7405-42D2-84DE-F8EA208DA7BA}"/>
                </c:ext>
              </c:extLst>
            </c:dLbl>
            <c:dLbl>
              <c:idx val="16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8-7405-42D2-84DE-F8EA208DA7BA}"/>
                </c:ext>
              </c:extLst>
            </c:dLbl>
            <c:dLbl>
              <c:idx val="16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9-7405-42D2-84DE-F8EA208DA7BA}"/>
                </c:ext>
              </c:extLst>
            </c:dLbl>
            <c:dLbl>
              <c:idx val="16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A-7405-42D2-84DE-F8EA208DA7BA}"/>
                </c:ext>
              </c:extLst>
            </c:dLbl>
            <c:dLbl>
              <c:idx val="16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B-7405-42D2-84DE-F8EA208DA7BA}"/>
                </c:ext>
              </c:extLst>
            </c:dLbl>
            <c:dLbl>
              <c:idx val="16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C-7405-42D2-84DE-F8EA208DA7BA}"/>
                </c:ext>
              </c:extLst>
            </c:dLbl>
            <c:dLbl>
              <c:idx val="16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D-7405-42D2-84DE-F8EA208DA7BA}"/>
                </c:ext>
              </c:extLst>
            </c:dLbl>
            <c:dLbl>
              <c:idx val="16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E-7405-42D2-84DE-F8EA208DA7BA}"/>
                </c:ext>
              </c:extLst>
            </c:dLbl>
            <c:dLbl>
              <c:idx val="16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AF-7405-42D2-84DE-F8EA208DA7BA}"/>
                </c:ext>
              </c:extLst>
            </c:dLbl>
            <c:dLbl>
              <c:idx val="16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0-7405-42D2-84DE-F8EA208DA7BA}"/>
                </c:ext>
              </c:extLst>
            </c:dLbl>
            <c:dLbl>
              <c:idx val="16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1-7405-42D2-84DE-F8EA208DA7BA}"/>
                </c:ext>
              </c:extLst>
            </c:dLbl>
            <c:dLbl>
              <c:idx val="16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2-7405-42D2-84DE-F8EA208DA7BA}"/>
                </c:ext>
              </c:extLst>
            </c:dLbl>
            <c:dLbl>
              <c:idx val="16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3-7405-42D2-84DE-F8EA208DA7BA}"/>
                </c:ext>
              </c:extLst>
            </c:dLbl>
            <c:dLbl>
              <c:idx val="16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4-7405-42D2-84DE-F8EA208DA7BA}"/>
                </c:ext>
              </c:extLst>
            </c:dLbl>
            <c:dLbl>
              <c:idx val="16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5-7405-42D2-84DE-F8EA208DA7BA}"/>
                </c:ext>
              </c:extLst>
            </c:dLbl>
            <c:dLbl>
              <c:idx val="16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6-7405-42D2-84DE-F8EA208DA7BA}"/>
                </c:ext>
              </c:extLst>
            </c:dLbl>
            <c:dLbl>
              <c:idx val="16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7-7405-42D2-84DE-F8EA208DA7BA}"/>
                </c:ext>
              </c:extLst>
            </c:dLbl>
            <c:dLbl>
              <c:idx val="16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8-7405-42D2-84DE-F8EA208DA7BA}"/>
                </c:ext>
              </c:extLst>
            </c:dLbl>
            <c:dLbl>
              <c:idx val="16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9-7405-42D2-84DE-F8EA208DA7BA}"/>
                </c:ext>
              </c:extLst>
            </c:dLbl>
            <c:dLbl>
              <c:idx val="16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A-7405-42D2-84DE-F8EA208DA7BA}"/>
                </c:ext>
              </c:extLst>
            </c:dLbl>
            <c:dLbl>
              <c:idx val="16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B-7405-42D2-84DE-F8EA208DA7BA}"/>
                </c:ext>
              </c:extLst>
            </c:dLbl>
            <c:dLbl>
              <c:idx val="16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C-7405-42D2-84DE-F8EA208DA7BA}"/>
                </c:ext>
              </c:extLst>
            </c:dLbl>
            <c:dLbl>
              <c:idx val="16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D-7405-42D2-84DE-F8EA208DA7BA}"/>
                </c:ext>
              </c:extLst>
            </c:dLbl>
            <c:dLbl>
              <c:idx val="16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E-7405-42D2-84DE-F8EA208DA7BA}"/>
                </c:ext>
              </c:extLst>
            </c:dLbl>
            <c:dLbl>
              <c:idx val="16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BF-7405-42D2-84DE-F8EA208DA7BA}"/>
                </c:ext>
              </c:extLst>
            </c:dLbl>
            <c:dLbl>
              <c:idx val="16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0-7405-42D2-84DE-F8EA208DA7BA}"/>
                </c:ext>
              </c:extLst>
            </c:dLbl>
            <c:dLbl>
              <c:idx val="16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1-7405-42D2-84DE-F8EA208DA7BA}"/>
                </c:ext>
              </c:extLst>
            </c:dLbl>
            <c:dLbl>
              <c:idx val="16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2-7405-42D2-84DE-F8EA208DA7BA}"/>
                </c:ext>
              </c:extLst>
            </c:dLbl>
            <c:dLbl>
              <c:idx val="16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3-7405-42D2-84DE-F8EA208DA7BA}"/>
                </c:ext>
              </c:extLst>
            </c:dLbl>
            <c:dLbl>
              <c:idx val="16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4-7405-42D2-84DE-F8EA208DA7BA}"/>
                </c:ext>
              </c:extLst>
            </c:dLbl>
            <c:dLbl>
              <c:idx val="16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5-7405-42D2-84DE-F8EA208DA7BA}"/>
                </c:ext>
              </c:extLst>
            </c:dLbl>
            <c:dLbl>
              <c:idx val="16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6-7405-42D2-84DE-F8EA208DA7BA}"/>
                </c:ext>
              </c:extLst>
            </c:dLbl>
            <c:dLbl>
              <c:idx val="16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7-7405-42D2-84DE-F8EA208DA7BA}"/>
                </c:ext>
              </c:extLst>
            </c:dLbl>
            <c:dLbl>
              <c:idx val="16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8-7405-42D2-84DE-F8EA208DA7BA}"/>
                </c:ext>
              </c:extLst>
            </c:dLbl>
            <c:dLbl>
              <c:idx val="16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9-7405-42D2-84DE-F8EA208DA7BA}"/>
                </c:ext>
              </c:extLst>
            </c:dLbl>
            <c:dLbl>
              <c:idx val="16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A-7405-42D2-84DE-F8EA208DA7BA}"/>
                </c:ext>
              </c:extLst>
            </c:dLbl>
            <c:dLbl>
              <c:idx val="16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B-7405-42D2-84DE-F8EA208DA7BA}"/>
                </c:ext>
              </c:extLst>
            </c:dLbl>
            <c:dLbl>
              <c:idx val="16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C-7405-42D2-84DE-F8EA208DA7BA}"/>
                </c:ext>
              </c:extLst>
            </c:dLbl>
            <c:dLbl>
              <c:idx val="16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D-7405-42D2-84DE-F8EA208DA7BA}"/>
                </c:ext>
              </c:extLst>
            </c:dLbl>
            <c:dLbl>
              <c:idx val="16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E-7405-42D2-84DE-F8EA208DA7BA}"/>
                </c:ext>
              </c:extLst>
            </c:dLbl>
            <c:dLbl>
              <c:idx val="16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CF-7405-42D2-84DE-F8EA208DA7BA}"/>
                </c:ext>
              </c:extLst>
            </c:dLbl>
            <c:dLbl>
              <c:idx val="16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0-7405-42D2-84DE-F8EA208DA7BA}"/>
                </c:ext>
              </c:extLst>
            </c:dLbl>
            <c:dLbl>
              <c:idx val="16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1-7405-42D2-84DE-F8EA208DA7BA}"/>
                </c:ext>
              </c:extLst>
            </c:dLbl>
            <c:dLbl>
              <c:idx val="16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2-7405-42D2-84DE-F8EA208DA7BA}"/>
                </c:ext>
              </c:extLst>
            </c:dLbl>
            <c:dLbl>
              <c:idx val="16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3-7405-42D2-84DE-F8EA208DA7BA}"/>
                </c:ext>
              </c:extLst>
            </c:dLbl>
            <c:dLbl>
              <c:idx val="16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4-7405-42D2-84DE-F8EA208DA7BA}"/>
                </c:ext>
              </c:extLst>
            </c:dLbl>
            <c:dLbl>
              <c:idx val="16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5-7405-42D2-84DE-F8EA208DA7BA}"/>
                </c:ext>
              </c:extLst>
            </c:dLbl>
            <c:dLbl>
              <c:idx val="16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6-7405-42D2-84DE-F8EA208DA7BA}"/>
                </c:ext>
              </c:extLst>
            </c:dLbl>
            <c:dLbl>
              <c:idx val="16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7-7405-42D2-84DE-F8EA208DA7BA}"/>
                </c:ext>
              </c:extLst>
            </c:dLbl>
            <c:dLbl>
              <c:idx val="16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8-7405-42D2-84DE-F8EA208DA7BA}"/>
                </c:ext>
              </c:extLst>
            </c:dLbl>
            <c:dLbl>
              <c:idx val="16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9-7405-42D2-84DE-F8EA208DA7BA}"/>
                </c:ext>
              </c:extLst>
            </c:dLbl>
            <c:dLbl>
              <c:idx val="16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A-7405-42D2-84DE-F8EA208DA7BA}"/>
                </c:ext>
              </c:extLst>
            </c:dLbl>
            <c:dLbl>
              <c:idx val="16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B-7405-42D2-84DE-F8EA208DA7BA}"/>
                </c:ext>
              </c:extLst>
            </c:dLbl>
            <c:dLbl>
              <c:idx val="17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C-7405-42D2-84DE-F8EA208DA7BA}"/>
                </c:ext>
              </c:extLst>
            </c:dLbl>
            <c:dLbl>
              <c:idx val="17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D-7405-42D2-84DE-F8EA208DA7BA}"/>
                </c:ext>
              </c:extLst>
            </c:dLbl>
            <c:dLbl>
              <c:idx val="17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E-7405-42D2-84DE-F8EA208DA7BA}"/>
                </c:ext>
              </c:extLst>
            </c:dLbl>
            <c:dLbl>
              <c:idx val="17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DF-7405-42D2-84DE-F8EA208DA7BA}"/>
                </c:ext>
              </c:extLst>
            </c:dLbl>
            <c:dLbl>
              <c:idx val="17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0-7405-42D2-84DE-F8EA208DA7BA}"/>
                </c:ext>
              </c:extLst>
            </c:dLbl>
            <c:dLbl>
              <c:idx val="17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1-7405-42D2-84DE-F8EA208DA7BA}"/>
                </c:ext>
              </c:extLst>
            </c:dLbl>
            <c:dLbl>
              <c:idx val="17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2-7405-42D2-84DE-F8EA208DA7BA}"/>
                </c:ext>
              </c:extLst>
            </c:dLbl>
            <c:dLbl>
              <c:idx val="17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3-7405-42D2-84DE-F8EA208DA7BA}"/>
                </c:ext>
              </c:extLst>
            </c:dLbl>
            <c:dLbl>
              <c:idx val="17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4-7405-42D2-84DE-F8EA208DA7BA}"/>
                </c:ext>
              </c:extLst>
            </c:dLbl>
            <c:dLbl>
              <c:idx val="17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5-7405-42D2-84DE-F8EA208DA7BA}"/>
                </c:ext>
              </c:extLst>
            </c:dLbl>
            <c:dLbl>
              <c:idx val="17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6-7405-42D2-84DE-F8EA208DA7BA}"/>
                </c:ext>
              </c:extLst>
            </c:dLbl>
            <c:dLbl>
              <c:idx val="17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7-7405-42D2-84DE-F8EA208DA7BA}"/>
                </c:ext>
              </c:extLst>
            </c:dLbl>
            <c:dLbl>
              <c:idx val="17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8-7405-42D2-84DE-F8EA208DA7BA}"/>
                </c:ext>
              </c:extLst>
            </c:dLbl>
            <c:dLbl>
              <c:idx val="17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9-7405-42D2-84DE-F8EA208DA7BA}"/>
                </c:ext>
              </c:extLst>
            </c:dLbl>
            <c:dLbl>
              <c:idx val="17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A-7405-42D2-84DE-F8EA208DA7BA}"/>
                </c:ext>
              </c:extLst>
            </c:dLbl>
            <c:dLbl>
              <c:idx val="17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B-7405-42D2-84DE-F8EA208DA7BA}"/>
                </c:ext>
              </c:extLst>
            </c:dLbl>
            <c:dLbl>
              <c:idx val="17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C-7405-42D2-84DE-F8EA208DA7BA}"/>
                </c:ext>
              </c:extLst>
            </c:dLbl>
            <c:dLbl>
              <c:idx val="17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D-7405-42D2-84DE-F8EA208DA7BA}"/>
                </c:ext>
              </c:extLst>
            </c:dLbl>
            <c:dLbl>
              <c:idx val="17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E-7405-42D2-84DE-F8EA208DA7BA}"/>
                </c:ext>
              </c:extLst>
            </c:dLbl>
            <c:dLbl>
              <c:idx val="17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EF-7405-42D2-84DE-F8EA208DA7BA}"/>
                </c:ext>
              </c:extLst>
            </c:dLbl>
            <c:dLbl>
              <c:idx val="17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0-7405-42D2-84DE-F8EA208DA7BA}"/>
                </c:ext>
              </c:extLst>
            </c:dLbl>
            <c:dLbl>
              <c:idx val="17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1-7405-42D2-84DE-F8EA208DA7BA}"/>
                </c:ext>
              </c:extLst>
            </c:dLbl>
            <c:dLbl>
              <c:idx val="17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2-7405-42D2-84DE-F8EA208DA7BA}"/>
                </c:ext>
              </c:extLst>
            </c:dLbl>
            <c:dLbl>
              <c:idx val="17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3-7405-42D2-84DE-F8EA208DA7BA}"/>
                </c:ext>
              </c:extLst>
            </c:dLbl>
            <c:dLbl>
              <c:idx val="17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4-7405-42D2-84DE-F8EA208DA7BA}"/>
                </c:ext>
              </c:extLst>
            </c:dLbl>
            <c:dLbl>
              <c:idx val="17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5-7405-42D2-84DE-F8EA208DA7BA}"/>
                </c:ext>
              </c:extLst>
            </c:dLbl>
            <c:dLbl>
              <c:idx val="17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6-7405-42D2-84DE-F8EA208DA7BA}"/>
                </c:ext>
              </c:extLst>
            </c:dLbl>
            <c:dLbl>
              <c:idx val="17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7-7405-42D2-84DE-F8EA208DA7BA}"/>
                </c:ext>
              </c:extLst>
            </c:dLbl>
            <c:dLbl>
              <c:idx val="17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8-7405-42D2-84DE-F8EA208DA7BA}"/>
                </c:ext>
              </c:extLst>
            </c:dLbl>
            <c:dLbl>
              <c:idx val="17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9-7405-42D2-84DE-F8EA208DA7BA}"/>
                </c:ext>
              </c:extLst>
            </c:dLbl>
            <c:dLbl>
              <c:idx val="17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A-7405-42D2-84DE-F8EA208DA7BA}"/>
                </c:ext>
              </c:extLst>
            </c:dLbl>
            <c:dLbl>
              <c:idx val="17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B-7405-42D2-84DE-F8EA208DA7BA}"/>
                </c:ext>
              </c:extLst>
            </c:dLbl>
            <c:dLbl>
              <c:idx val="17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C-7405-42D2-84DE-F8EA208DA7BA}"/>
                </c:ext>
              </c:extLst>
            </c:dLbl>
            <c:dLbl>
              <c:idx val="17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D-7405-42D2-84DE-F8EA208DA7BA}"/>
                </c:ext>
              </c:extLst>
            </c:dLbl>
            <c:dLbl>
              <c:idx val="17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E-7405-42D2-84DE-F8EA208DA7BA}"/>
                </c:ext>
              </c:extLst>
            </c:dLbl>
            <c:dLbl>
              <c:idx val="17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7FF-7405-42D2-84DE-F8EA208DA7BA}"/>
                </c:ext>
              </c:extLst>
            </c:dLbl>
            <c:dLbl>
              <c:idx val="17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0-7405-42D2-84DE-F8EA208DA7BA}"/>
                </c:ext>
              </c:extLst>
            </c:dLbl>
            <c:dLbl>
              <c:idx val="17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1-7405-42D2-84DE-F8EA208DA7BA}"/>
                </c:ext>
              </c:extLst>
            </c:dLbl>
            <c:dLbl>
              <c:idx val="17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2-7405-42D2-84DE-F8EA208DA7BA}"/>
                </c:ext>
              </c:extLst>
            </c:dLbl>
            <c:dLbl>
              <c:idx val="17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3-7405-42D2-84DE-F8EA208DA7BA}"/>
                </c:ext>
              </c:extLst>
            </c:dLbl>
            <c:dLbl>
              <c:idx val="17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4-7405-42D2-84DE-F8EA208DA7BA}"/>
                </c:ext>
              </c:extLst>
            </c:dLbl>
            <c:dLbl>
              <c:idx val="17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5-7405-42D2-84DE-F8EA208DA7BA}"/>
                </c:ext>
              </c:extLst>
            </c:dLbl>
            <c:dLbl>
              <c:idx val="17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6-7405-42D2-84DE-F8EA208DA7BA}"/>
                </c:ext>
              </c:extLst>
            </c:dLbl>
            <c:dLbl>
              <c:idx val="17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7-7405-42D2-84DE-F8EA208DA7BA}"/>
                </c:ext>
              </c:extLst>
            </c:dLbl>
            <c:dLbl>
              <c:idx val="17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8-7405-42D2-84DE-F8EA208DA7BA}"/>
                </c:ext>
              </c:extLst>
            </c:dLbl>
            <c:dLbl>
              <c:idx val="17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9-7405-42D2-84DE-F8EA208DA7BA}"/>
                </c:ext>
              </c:extLst>
            </c:dLbl>
            <c:dLbl>
              <c:idx val="17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A-7405-42D2-84DE-F8EA208DA7BA}"/>
                </c:ext>
              </c:extLst>
            </c:dLbl>
            <c:dLbl>
              <c:idx val="17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B-7405-42D2-84DE-F8EA208DA7BA}"/>
                </c:ext>
              </c:extLst>
            </c:dLbl>
            <c:dLbl>
              <c:idx val="17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C-7405-42D2-84DE-F8EA208DA7BA}"/>
                </c:ext>
              </c:extLst>
            </c:dLbl>
            <c:dLbl>
              <c:idx val="17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D-7405-42D2-84DE-F8EA208DA7BA}"/>
                </c:ext>
              </c:extLst>
            </c:dLbl>
            <c:dLbl>
              <c:idx val="17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E-7405-42D2-84DE-F8EA208DA7BA}"/>
                </c:ext>
              </c:extLst>
            </c:dLbl>
            <c:dLbl>
              <c:idx val="17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0F-7405-42D2-84DE-F8EA208DA7BA}"/>
                </c:ext>
              </c:extLst>
            </c:dLbl>
            <c:dLbl>
              <c:idx val="17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0-7405-42D2-84DE-F8EA208DA7BA}"/>
                </c:ext>
              </c:extLst>
            </c:dLbl>
            <c:dLbl>
              <c:idx val="17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1-7405-42D2-84DE-F8EA208DA7BA}"/>
                </c:ext>
              </c:extLst>
            </c:dLbl>
            <c:dLbl>
              <c:idx val="17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2-7405-42D2-84DE-F8EA208DA7BA}"/>
                </c:ext>
              </c:extLst>
            </c:dLbl>
            <c:dLbl>
              <c:idx val="17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3-7405-42D2-84DE-F8EA208DA7BA}"/>
                </c:ext>
              </c:extLst>
            </c:dLbl>
            <c:dLbl>
              <c:idx val="17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4-7405-42D2-84DE-F8EA208DA7BA}"/>
                </c:ext>
              </c:extLst>
            </c:dLbl>
            <c:dLbl>
              <c:idx val="17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5-7405-42D2-84DE-F8EA208DA7BA}"/>
                </c:ext>
              </c:extLst>
            </c:dLbl>
            <c:dLbl>
              <c:idx val="17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6-7405-42D2-84DE-F8EA208DA7BA}"/>
                </c:ext>
              </c:extLst>
            </c:dLbl>
            <c:dLbl>
              <c:idx val="17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7-7405-42D2-84DE-F8EA208DA7BA}"/>
                </c:ext>
              </c:extLst>
            </c:dLbl>
            <c:dLbl>
              <c:idx val="17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8-7405-42D2-84DE-F8EA208DA7BA}"/>
                </c:ext>
              </c:extLst>
            </c:dLbl>
            <c:dLbl>
              <c:idx val="17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9-7405-42D2-84DE-F8EA208DA7BA}"/>
                </c:ext>
              </c:extLst>
            </c:dLbl>
            <c:dLbl>
              <c:idx val="17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A-7405-42D2-84DE-F8EA208DA7BA}"/>
                </c:ext>
              </c:extLst>
            </c:dLbl>
            <c:dLbl>
              <c:idx val="17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B-7405-42D2-84DE-F8EA208DA7BA}"/>
                </c:ext>
              </c:extLst>
            </c:dLbl>
            <c:dLbl>
              <c:idx val="17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C-7405-42D2-84DE-F8EA208DA7BA}"/>
                </c:ext>
              </c:extLst>
            </c:dLbl>
            <c:dLbl>
              <c:idx val="17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D-7405-42D2-84DE-F8EA208DA7BA}"/>
                </c:ext>
              </c:extLst>
            </c:dLbl>
            <c:dLbl>
              <c:idx val="17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E-7405-42D2-84DE-F8EA208DA7BA}"/>
                </c:ext>
              </c:extLst>
            </c:dLbl>
            <c:dLbl>
              <c:idx val="17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1F-7405-42D2-84DE-F8EA208DA7BA}"/>
                </c:ext>
              </c:extLst>
            </c:dLbl>
            <c:dLbl>
              <c:idx val="17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0-7405-42D2-84DE-F8EA208DA7BA}"/>
                </c:ext>
              </c:extLst>
            </c:dLbl>
            <c:dLbl>
              <c:idx val="17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1-7405-42D2-84DE-F8EA208DA7BA}"/>
                </c:ext>
              </c:extLst>
            </c:dLbl>
            <c:dLbl>
              <c:idx val="17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2-7405-42D2-84DE-F8EA208DA7BA}"/>
                </c:ext>
              </c:extLst>
            </c:dLbl>
            <c:dLbl>
              <c:idx val="17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3-7405-42D2-84DE-F8EA208DA7BA}"/>
                </c:ext>
              </c:extLst>
            </c:dLbl>
            <c:dLbl>
              <c:idx val="17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4-7405-42D2-84DE-F8EA208DA7BA}"/>
                </c:ext>
              </c:extLst>
            </c:dLbl>
            <c:dLbl>
              <c:idx val="17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5-7405-42D2-84DE-F8EA208DA7BA}"/>
                </c:ext>
              </c:extLst>
            </c:dLbl>
            <c:dLbl>
              <c:idx val="17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6-7405-42D2-84DE-F8EA208DA7BA}"/>
                </c:ext>
              </c:extLst>
            </c:dLbl>
            <c:dLbl>
              <c:idx val="17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7-7405-42D2-84DE-F8EA208DA7BA}"/>
                </c:ext>
              </c:extLst>
            </c:dLbl>
            <c:dLbl>
              <c:idx val="17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8-7405-42D2-84DE-F8EA208DA7BA}"/>
                </c:ext>
              </c:extLst>
            </c:dLbl>
            <c:dLbl>
              <c:idx val="17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9-7405-42D2-84DE-F8EA208DA7BA}"/>
                </c:ext>
              </c:extLst>
            </c:dLbl>
            <c:dLbl>
              <c:idx val="17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A-7405-42D2-84DE-F8EA208DA7BA}"/>
                </c:ext>
              </c:extLst>
            </c:dLbl>
            <c:dLbl>
              <c:idx val="17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B-7405-42D2-84DE-F8EA208DA7BA}"/>
                </c:ext>
              </c:extLst>
            </c:dLbl>
            <c:dLbl>
              <c:idx val="17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C-7405-42D2-84DE-F8EA208DA7BA}"/>
                </c:ext>
              </c:extLst>
            </c:dLbl>
            <c:dLbl>
              <c:idx val="17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D-7405-42D2-84DE-F8EA208DA7BA}"/>
                </c:ext>
              </c:extLst>
            </c:dLbl>
            <c:dLbl>
              <c:idx val="17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E-7405-42D2-84DE-F8EA208DA7BA}"/>
                </c:ext>
              </c:extLst>
            </c:dLbl>
            <c:dLbl>
              <c:idx val="17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2F-7405-42D2-84DE-F8EA208DA7BA}"/>
                </c:ext>
              </c:extLst>
            </c:dLbl>
            <c:dLbl>
              <c:idx val="17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0-7405-42D2-84DE-F8EA208DA7BA}"/>
                </c:ext>
              </c:extLst>
            </c:dLbl>
            <c:dLbl>
              <c:idx val="17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1-7405-42D2-84DE-F8EA208DA7BA}"/>
                </c:ext>
              </c:extLst>
            </c:dLbl>
            <c:dLbl>
              <c:idx val="17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2-7405-42D2-84DE-F8EA208DA7BA}"/>
                </c:ext>
              </c:extLst>
            </c:dLbl>
            <c:dLbl>
              <c:idx val="17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3-7405-42D2-84DE-F8EA208DA7BA}"/>
                </c:ext>
              </c:extLst>
            </c:dLbl>
            <c:dLbl>
              <c:idx val="17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4-7405-42D2-84DE-F8EA208DA7BA}"/>
                </c:ext>
              </c:extLst>
            </c:dLbl>
            <c:dLbl>
              <c:idx val="17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5-7405-42D2-84DE-F8EA208DA7BA}"/>
                </c:ext>
              </c:extLst>
            </c:dLbl>
            <c:dLbl>
              <c:idx val="17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6-7405-42D2-84DE-F8EA208DA7BA}"/>
                </c:ext>
              </c:extLst>
            </c:dLbl>
            <c:dLbl>
              <c:idx val="17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7-7405-42D2-84DE-F8EA208DA7BA}"/>
                </c:ext>
              </c:extLst>
            </c:dLbl>
            <c:dLbl>
              <c:idx val="17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8-7405-42D2-84DE-F8EA208DA7BA}"/>
                </c:ext>
              </c:extLst>
            </c:dLbl>
            <c:dLbl>
              <c:idx val="17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9-7405-42D2-84DE-F8EA208DA7BA}"/>
                </c:ext>
              </c:extLst>
            </c:dLbl>
            <c:dLbl>
              <c:idx val="17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A-7405-42D2-84DE-F8EA208DA7BA}"/>
                </c:ext>
              </c:extLst>
            </c:dLbl>
            <c:dLbl>
              <c:idx val="17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B-7405-42D2-84DE-F8EA208DA7BA}"/>
                </c:ext>
              </c:extLst>
            </c:dLbl>
            <c:dLbl>
              <c:idx val="17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C-7405-42D2-84DE-F8EA208DA7BA}"/>
                </c:ext>
              </c:extLst>
            </c:dLbl>
            <c:dLbl>
              <c:idx val="17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D-7405-42D2-84DE-F8EA208DA7BA}"/>
                </c:ext>
              </c:extLst>
            </c:dLbl>
            <c:dLbl>
              <c:idx val="17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E-7405-42D2-84DE-F8EA208DA7BA}"/>
                </c:ext>
              </c:extLst>
            </c:dLbl>
            <c:dLbl>
              <c:idx val="17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3F-7405-42D2-84DE-F8EA208DA7BA}"/>
                </c:ext>
              </c:extLst>
            </c:dLbl>
            <c:dLbl>
              <c:idx val="18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0-7405-42D2-84DE-F8EA208DA7BA}"/>
                </c:ext>
              </c:extLst>
            </c:dLbl>
            <c:dLbl>
              <c:idx val="18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1-7405-42D2-84DE-F8EA208DA7BA}"/>
                </c:ext>
              </c:extLst>
            </c:dLbl>
            <c:dLbl>
              <c:idx val="18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2-7405-42D2-84DE-F8EA208DA7BA}"/>
                </c:ext>
              </c:extLst>
            </c:dLbl>
            <c:dLbl>
              <c:idx val="18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3-7405-42D2-84DE-F8EA208DA7BA}"/>
                </c:ext>
              </c:extLst>
            </c:dLbl>
            <c:dLbl>
              <c:idx val="18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4-7405-42D2-84DE-F8EA208DA7BA}"/>
                </c:ext>
              </c:extLst>
            </c:dLbl>
            <c:dLbl>
              <c:idx val="18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5-7405-42D2-84DE-F8EA208DA7BA}"/>
                </c:ext>
              </c:extLst>
            </c:dLbl>
            <c:dLbl>
              <c:idx val="18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6-7405-42D2-84DE-F8EA208DA7BA}"/>
                </c:ext>
              </c:extLst>
            </c:dLbl>
            <c:dLbl>
              <c:idx val="18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7-7405-42D2-84DE-F8EA208DA7BA}"/>
                </c:ext>
              </c:extLst>
            </c:dLbl>
            <c:dLbl>
              <c:idx val="18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8-7405-42D2-84DE-F8EA208DA7BA}"/>
                </c:ext>
              </c:extLst>
            </c:dLbl>
            <c:dLbl>
              <c:idx val="18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9-7405-42D2-84DE-F8EA208DA7BA}"/>
                </c:ext>
              </c:extLst>
            </c:dLbl>
            <c:dLbl>
              <c:idx val="18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A-7405-42D2-84DE-F8EA208DA7BA}"/>
                </c:ext>
              </c:extLst>
            </c:dLbl>
            <c:dLbl>
              <c:idx val="18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B-7405-42D2-84DE-F8EA208DA7BA}"/>
                </c:ext>
              </c:extLst>
            </c:dLbl>
            <c:dLbl>
              <c:idx val="18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C-7405-42D2-84DE-F8EA208DA7BA}"/>
                </c:ext>
              </c:extLst>
            </c:dLbl>
            <c:dLbl>
              <c:idx val="18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D-7405-42D2-84DE-F8EA208DA7BA}"/>
                </c:ext>
              </c:extLst>
            </c:dLbl>
            <c:dLbl>
              <c:idx val="18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E-7405-42D2-84DE-F8EA208DA7BA}"/>
                </c:ext>
              </c:extLst>
            </c:dLbl>
            <c:dLbl>
              <c:idx val="18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4F-7405-42D2-84DE-F8EA208DA7BA}"/>
                </c:ext>
              </c:extLst>
            </c:dLbl>
            <c:dLbl>
              <c:idx val="18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0-7405-42D2-84DE-F8EA208DA7BA}"/>
                </c:ext>
              </c:extLst>
            </c:dLbl>
            <c:dLbl>
              <c:idx val="18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1-7405-42D2-84DE-F8EA208DA7BA}"/>
                </c:ext>
              </c:extLst>
            </c:dLbl>
            <c:dLbl>
              <c:idx val="18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2-7405-42D2-84DE-F8EA208DA7BA}"/>
                </c:ext>
              </c:extLst>
            </c:dLbl>
            <c:dLbl>
              <c:idx val="18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3-7405-42D2-84DE-F8EA208DA7BA}"/>
                </c:ext>
              </c:extLst>
            </c:dLbl>
            <c:dLbl>
              <c:idx val="18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4-7405-42D2-84DE-F8EA208DA7BA}"/>
                </c:ext>
              </c:extLst>
            </c:dLbl>
            <c:dLbl>
              <c:idx val="18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5-7405-42D2-84DE-F8EA208DA7BA}"/>
                </c:ext>
              </c:extLst>
            </c:dLbl>
            <c:dLbl>
              <c:idx val="18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6-7405-42D2-84DE-F8EA208DA7BA}"/>
                </c:ext>
              </c:extLst>
            </c:dLbl>
            <c:dLbl>
              <c:idx val="18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7-7405-42D2-84DE-F8EA208DA7BA}"/>
                </c:ext>
              </c:extLst>
            </c:dLbl>
            <c:dLbl>
              <c:idx val="18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8-7405-42D2-84DE-F8EA208DA7BA}"/>
                </c:ext>
              </c:extLst>
            </c:dLbl>
            <c:dLbl>
              <c:idx val="18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9-7405-42D2-84DE-F8EA208DA7BA}"/>
                </c:ext>
              </c:extLst>
            </c:dLbl>
            <c:dLbl>
              <c:idx val="18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A-7405-42D2-84DE-F8EA208DA7BA}"/>
                </c:ext>
              </c:extLst>
            </c:dLbl>
            <c:dLbl>
              <c:idx val="18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B-7405-42D2-84DE-F8EA208DA7BA}"/>
                </c:ext>
              </c:extLst>
            </c:dLbl>
            <c:dLbl>
              <c:idx val="18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C-7405-42D2-84DE-F8EA208DA7BA}"/>
                </c:ext>
              </c:extLst>
            </c:dLbl>
            <c:dLbl>
              <c:idx val="18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D-7405-42D2-84DE-F8EA208DA7BA}"/>
                </c:ext>
              </c:extLst>
            </c:dLbl>
            <c:dLbl>
              <c:idx val="18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E-7405-42D2-84DE-F8EA208DA7BA}"/>
                </c:ext>
              </c:extLst>
            </c:dLbl>
            <c:dLbl>
              <c:idx val="18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5F-7405-42D2-84DE-F8EA208DA7BA}"/>
                </c:ext>
              </c:extLst>
            </c:dLbl>
            <c:dLbl>
              <c:idx val="18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0-7405-42D2-84DE-F8EA208DA7BA}"/>
                </c:ext>
              </c:extLst>
            </c:dLbl>
            <c:dLbl>
              <c:idx val="18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1-7405-42D2-84DE-F8EA208DA7BA}"/>
                </c:ext>
              </c:extLst>
            </c:dLbl>
            <c:dLbl>
              <c:idx val="18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2-7405-42D2-84DE-F8EA208DA7BA}"/>
                </c:ext>
              </c:extLst>
            </c:dLbl>
            <c:dLbl>
              <c:idx val="18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3-7405-42D2-84DE-F8EA208DA7BA}"/>
                </c:ext>
              </c:extLst>
            </c:dLbl>
            <c:dLbl>
              <c:idx val="18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4-7405-42D2-84DE-F8EA208DA7BA}"/>
                </c:ext>
              </c:extLst>
            </c:dLbl>
            <c:dLbl>
              <c:idx val="18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5-7405-42D2-84DE-F8EA208DA7BA}"/>
                </c:ext>
              </c:extLst>
            </c:dLbl>
            <c:dLbl>
              <c:idx val="18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6-7405-42D2-84DE-F8EA208DA7BA}"/>
                </c:ext>
              </c:extLst>
            </c:dLbl>
            <c:dLbl>
              <c:idx val="18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7-7405-42D2-84DE-F8EA208DA7BA}"/>
                </c:ext>
              </c:extLst>
            </c:dLbl>
            <c:dLbl>
              <c:idx val="18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8-7405-42D2-84DE-F8EA208DA7BA}"/>
                </c:ext>
              </c:extLst>
            </c:dLbl>
            <c:dLbl>
              <c:idx val="18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9-7405-42D2-84DE-F8EA208DA7BA}"/>
                </c:ext>
              </c:extLst>
            </c:dLbl>
            <c:dLbl>
              <c:idx val="18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A-7405-42D2-84DE-F8EA208DA7BA}"/>
                </c:ext>
              </c:extLst>
            </c:dLbl>
            <c:dLbl>
              <c:idx val="18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B-7405-42D2-84DE-F8EA208DA7BA}"/>
                </c:ext>
              </c:extLst>
            </c:dLbl>
            <c:dLbl>
              <c:idx val="18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C-7405-42D2-84DE-F8EA208DA7BA}"/>
                </c:ext>
              </c:extLst>
            </c:dLbl>
            <c:dLbl>
              <c:idx val="18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D-7405-42D2-84DE-F8EA208DA7BA}"/>
                </c:ext>
              </c:extLst>
            </c:dLbl>
            <c:dLbl>
              <c:idx val="18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E-7405-42D2-84DE-F8EA208DA7BA}"/>
                </c:ext>
              </c:extLst>
            </c:dLbl>
            <c:dLbl>
              <c:idx val="18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6F-7405-42D2-84DE-F8EA208DA7BA}"/>
                </c:ext>
              </c:extLst>
            </c:dLbl>
            <c:dLbl>
              <c:idx val="18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0-7405-42D2-84DE-F8EA208DA7BA}"/>
                </c:ext>
              </c:extLst>
            </c:dLbl>
            <c:dLbl>
              <c:idx val="18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1-7405-42D2-84DE-F8EA208DA7BA}"/>
                </c:ext>
              </c:extLst>
            </c:dLbl>
            <c:dLbl>
              <c:idx val="18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2-7405-42D2-84DE-F8EA208DA7BA}"/>
                </c:ext>
              </c:extLst>
            </c:dLbl>
            <c:dLbl>
              <c:idx val="18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3-7405-42D2-84DE-F8EA208DA7BA}"/>
                </c:ext>
              </c:extLst>
            </c:dLbl>
            <c:dLbl>
              <c:idx val="18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4-7405-42D2-84DE-F8EA208DA7BA}"/>
                </c:ext>
              </c:extLst>
            </c:dLbl>
            <c:dLbl>
              <c:idx val="18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5-7405-42D2-84DE-F8EA208DA7BA}"/>
                </c:ext>
              </c:extLst>
            </c:dLbl>
            <c:dLbl>
              <c:idx val="18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6-7405-42D2-84DE-F8EA208DA7BA}"/>
                </c:ext>
              </c:extLst>
            </c:dLbl>
            <c:dLbl>
              <c:idx val="18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7-7405-42D2-84DE-F8EA208DA7BA}"/>
                </c:ext>
              </c:extLst>
            </c:dLbl>
            <c:dLbl>
              <c:idx val="18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8-7405-42D2-84DE-F8EA208DA7BA}"/>
                </c:ext>
              </c:extLst>
            </c:dLbl>
            <c:dLbl>
              <c:idx val="18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9-7405-42D2-84DE-F8EA208DA7BA}"/>
                </c:ext>
              </c:extLst>
            </c:dLbl>
            <c:dLbl>
              <c:idx val="18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A-7405-42D2-84DE-F8EA208DA7BA}"/>
                </c:ext>
              </c:extLst>
            </c:dLbl>
            <c:dLbl>
              <c:idx val="18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B-7405-42D2-84DE-F8EA208DA7BA}"/>
                </c:ext>
              </c:extLst>
            </c:dLbl>
            <c:dLbl>
              <c:idx val="18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C-7405-42D2-84DE-F8EA208DA7BA}"/>
                </c:ext>
              </c:extLst>
            </c:dLbl>
            <c:dLbl>
              <c:idx val="18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D-7405-42D2-84DE-F8EA208DA7BA}"/>
                </c:ext>
              </c:extLst>
            </c:dLbl>
            <c:dLbl>
              <c:idx val="18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E-7405-42D2-84DE-F8EA208DA7BA}"/>
                </c:ext>
              </c:extLst>
            </c:dLbl>
            <c:dLbl>
              <c:idx val="18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7F-7405-42D2-84DE-F8EA208DA7BA}"/>
                </c:ext>
              </c:extLst>
            </c:dLbl>
            <c:dLbl>
              <c:idx val="18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0-7405-42D2-84DE-F8EA208DA7BA}"/>
                </c:ext>
              </c:extLst>
            </c:dLbl>
            <c:dLbl>
              <c:idx val="18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1-7405-42D2-84DE-F8EA208DA7BA}"/>
                </c:ext>
              </c:extLst>
            </c:dLbl>
            <c:dLbl>
              <c:idx val="18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2-7405-42D2-84DE-F8EA208DA7BA}"/>
                </c:ext>
              </c:extLst>
            </c:dLbl>
            <c:dLbl>
              <c:idx val="18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3-7405-42D2-84DE-F8EA208DA7BA}"/>
                </c:ext>
              </c:extLst>
            </c:dLbl>
            <c:dLbl>
              <c:idx val="18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4-7405-42D2-84DE-F8EA208DA7BA}"/>
                </c:ext>
              </c:extLst>
            </c:dLbl>
            <c:dLbl>
              <c:idx val="18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5-7405-42D2-84DE-F8EA208DA7BA}"/>
                </c:ext>
              </c:extLst>
            </c:dLbl>
            <c:dLbl>
              <c:idx val="18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6-7405-42D2-84DE-F8EA208DA7BA}"/>
                </c:ext>
              </c:extLst>
            </c:dLbl>
            <c:dLbl>
              <c:idx val="18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7-7405-42D2-84DE-F8EA208DA7BA}"/>
                </c:ext>
              </c:extLst>
            </c:dLbl>
            <c:dLbl>
              <c:idx val="18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8-7405-42D2-84DE-F8EA208DA7BA}"/>
                </c:ext>
              </c:extLst>
            </c:dLbl>
            <c:dLbl>
              <c:idx val="18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9-7405-42D2-84DE-F8EA208DA7BA}"/>
                </c:ext>
              </c:extLst>
            </c:dLbl>
            <c:dLbl>
              <c:idx val="18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A-7405-42D2-84DE-F8EA208DA7BA}"/>
                </c:ext>
              </c:extLst>
            </c:dLbl>
            <c:dLbl>
              <c:idx val="18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B-7405-42D2-84DE-F8EA208DA7BA}"/>
                </c:ext>
              </c:extLst>
            </c:dLbl>
            <c:dLbl>
              <c:idx val="18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C-7405-42D2-84DE-F8EA208DA7BA}"/>
                </c:ext>
              </c:extLst>
            </c:dLbl>
            <c:dLbl>
              <c:idx val="18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D-7405-42D2-84DE-F8EA208DA7BA}"/>
                </c:ext>
              </c:extLst>
            </c:dLbl>
            <c:dLbl>
              <c:idx val="18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E-7405-42D2-84DE-F8EA208DA7BA}"/>
                </c:ext>
              </c:extLst>
            </c:dLbl>
            <c:dLbl>
              <c:idx val="18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8F-7405-42D2-84DE-F8EA208DA7BA}"/>
                </c:ext>
              </c:extLst>
            </c:dLbl>
            <c:dLbl>
              <c:idx val="18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0-7405-42D2-84DE-F8EA208DA7BA}"/>
                </c:ext>
              </c:extLst>
            </c:dLbl>
            <c:dLbl>
              <c:idx val="18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1-7405-42D2-84DE-F8EA208DA7BA}"/>
                </c:ext>
              </c:extLst>
            </c:dLbl>
            <c:dLbl>
              <c:idx val="18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2-7405-42D2-84DE-F8EA208DA7BA}"/>
                </c:ext>
              </c:extLst>
            </c:dLbl>
            <c:dLbl>
              <c:idx val="18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3-7405-42D2-84DE-F8EA208DA7BA}"/>
                </c:ext>
              </c:extLst>
            </c:dLbl>
            <c:dLbl>
              <c:idx val="18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4-7405-42D2-84DE-F8EA208DA7BA}"/>
                </c:ext>
              </c:extLst>
            </c:dLbl>
            <c:dLbl>
              <c:idx val="18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5-7405-42D2-84DE-F8EA208DA7BA}"/>
                </c:ext>
              </c:extLst>
            </c:dLbl>
            <c:dLbl>
              <c:idx val="18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6-7405-42D2-84DE-F8EA208DA7BA}"/>
                </c:ext>
              </c:extLst>
            </c:dLbl>
            <c:dLbl>
              <c:idx val="18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7-7405-42D2-84DE-F8EA208DA7BA}"/>
                </c:ext>
              </c:extLst>
            </c:dLbl>
            <c:dLbl>
              <c:idx val="18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8-7405-42D2-84DE-F8EA208DA7BA}"/>
                </c:ext>
              </c:extLst>
            </c:dLbl>
            <c:dLbl>
              <c:idx val="18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9-7405-42D2-84DE-F8EA208DA7BA}"/>
                </c:ext>
              </c:extLst>
            </c:dLbl>
            <c:dLbl>
              <c:idx val="18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A-7405-42D2-84DE-F8EA208DA7BA}"/>
                </c:ext>
              </c:extLst>
            </c:dLbl>
            <c:dLbl>
              <c:idx val="18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B-7405-42D2-84DE-F8EA208DA7BA}"/>
                </c:ext>
              </c:extLst>
            </c:dLbl>
            <c:dLbl>
              <c:idx val="18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C-7405-42D2-84DE-F8EA208DA7BA}"/>
                </c:ext>
              </c:extLst>
            </c:dLbl>
            <c:dLbl>
              <c:idx val="18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D-7405-42D2-84DE-F8EA208DA7BA}"/>
                </c:ext>
              </c:extLst>
            </c:dLbl>
            <c:dLbl>
              <c:idx val="18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E-7405-42D2-84DE-F8EA208DA7BA}"/>
                </c:ext>
              </c:extLst>
            </c:dLbl>
            <c:dLbl>
              <c:idx val="18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9F-7405-42D2-84DE-F8EA208DA7BA}"/>
                </c:ext>
              </c:extLst>
            </c:dLbl>
            <c:dLbl>
              <c:idx val="18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0-7405-42D2-84DE-F8EA208DA7BA}"/>
                </c:ext>
              </c:extLst>
            </c:dLbl>
            <c:dLbl>
              <c:idx val="18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1-7405-42D2-84DE-F8EA208DA7BA}"/>
                </c:ext>
              </c:extLst>
            </c:dLbl>
            <c:dLbl>
              <c:idx val="18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2-7405-42D2-84DE-F8EA208DA7BA}"/>
                </c:ext>
              </c:extLst>
            </c:dLbl>
            <c:dLbl>
              <c:idx val="18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3-7405-42D2-84DE-F8EA208DA7BA}"/>
                </c:ext>
              </c:extLst>
            </c:dLbl>
            <c:dLbl>
              <c:idx val="19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4-7405-42D2-84DE-F8EA208DA7BA}"/>
                </c:ext>
              </c:extLst>
            </c:dLbl>
            <c:dLbl>
              <c:idx val="19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5-7405-42D2-84DE-F8EA208DA7BA}"/>
                </c:ext>
              </c:extLst>
            </c:dLbl>
            <c:dLbl>
              <c:idx val="19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6-7405-42D2-84DE-F8EA208DA7BA}"/>
                </c:ext>
              </c:extLst>
            </c:dLbl>
            <c:dLbl>
              <c:idx val="19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7-7405-42D2-84DE-F8EA208DA7BA}"/>
                </c:ext>
              </c:extLst>
            </c:dLbl>
            <c:dLbl>
              <c:idx val="19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8-7405-42D2-84DE-F8EA208DA7BA}"/>
                </c:ext>
              </c:extLst>
            </c:dLbl>
            <c:dLbl>
              <c:idx val="19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9-7405-42D2-84DE-F8EA208DA7BA}"/>
                </c:ext>
              </c:extLst>
            </c:dLbl>
            <c:dLbl>
              <c:idx val="19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A-7405-42D2-84DE-F8EA208DA7BA}"/>
                </c:ext>
              </c:extLst>
            </c:dLbl>
            <c:dLbl>
              <c:idx val="19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B-7405-42D2-84DE-F8EA208DA7BA}"/>
                </c:ext>
              </c:extLst>
            </c:dLbl>
            <c:dLbl>
              <c:idx val="19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C-7405-42D2-84DE-F8EA208DA7BA}"/>
                </c:ext>
              </c:extLst>
            </c:dLbl>
            <c:dLbl>
              <c:idx val="19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D-7405-42D2-84DE-F8EA208DA7BA}"/>
                </c:ext>
              </c:extLst>
            </c:dLbl>
            <c:dLbl>
              <c:idx val="19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E-7405-42D2-84DE-F8EA208DA7BA}"/>
                </c:ext>
              </c:extLst>
            </c:dLbl>
            <c:dLbl>
              <c:idx val="19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AF-7405-42D2-84DE-F8EA208DA7BA}"/>
                </c:ext>
              </c:extLst>
            </c:dLbl>
            <c:dLbl>
              <c:idx val="19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0-7405-42D2-84DE-F8EA208DA7BA}"/>
                </c:ext>
              </c:extLst>
            </c:dLbl>
            <c:dLbl>
              <c:idx val="19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1-7405-42D2-84DE-F8EA208DA7BA}"/>
                </c:ext>
              </c:extLst>
            </c:dLbl>
            <c:dLbl>
              <c:idx val="19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2-7405-42D2-84DE-F8EA208DA7BA}"/>
                </c:ext>
              </c:extLst>
            </c:dLbl>
            <c:dLbl>
              <c:idx val="19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3-7405-42D2-84DE-F8EA208DA7BA}"/>
                </c:ext>
              </c:extLst>
            </c:dLbl>
            <c:dLbl>
              <c:idx val="19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4-7405-42D2-84DE-F8EA208DA7BA}"/>
                </c:ext>
              </c:extLst>
            </c:dLbl>
            <c:dLbl>
              <c:idx val="19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5-7405-42D2-84DE-F8EA208DA7BA}"/>
                </c:ext>
              </c:extLst>
            </c:dLbl>
            <c:dLbl>
              <c:idx val="19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6-7405-42D2-84DE-F8EA208DA7BA}"/>
                </c:ext>
              </c:extLst>
            </c:dLbl>
            <c:dLbl>
              <c:idx val="19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7-7405-42D2-84DE-F8EA208DA7BA}"/>
                </c:ext>
              </c:extLst>
            </c:dLbl>
            <c:dLbl>
              <c:idx val="19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8-7405-42D2-84DE-F8EA208DA7BA}"/>
                </c:ext>
              </c:extLst>
            </c:dLbl>
            <c:dLbl>
              <c:idx val="19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9-7405-42D2-84DE-F8EA208DA7BA}"/>
                </c:ext>
              </c:extLst>
            </c:dLbl>
            <c:dLbl>
              <c:idx val="19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A-7405-42D2-84DE-F8EA208DA7BA}"/>
                </c:ext>
              </c:extLst>
            </c:dLbl>
            <c:dLbl>
              <c:idx val="19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B-7405-42D2-84DE-F8EA208DA7BA}"/>
                </c:ext>
              </c:extLst>
            </c:dLbl>
            <c:dLbl>
              <c:idx val="19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C-7405-42D2-84DE-F8EA208DA7BA}"/>
                </c:ext>
              </c:extLst>
            </c:dLbl>
            <c:dLbl>
              <c:idx val="19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D-7405-42D2-84DE-F8EA208DA7BA}"/>
                </c:ext>
              </c:extLst>
            </c:dLbl>
            <c:dLbl>
              <c:idx val="19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E-7405-42D2-84DE-F8EA208DA7BA}"/>
                </c:ext>
              </c:extLst>
            </c:dLbl>
            <c:dLbl>
              <c:idx val="19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BF-7405-42D2-84DE-F8EA208DA7BA}"/>
                </c:ext>
              </c:extLst>
            </c:dLbl>
            <c:dLbl>
              <c:idx val="19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0-7405-42D2-84DE-F8EA208DA7BA}"/>
                </c:ext>
              </c:extLst>
            </c:dLbl>
            <c:dLbl>
              <c:idx val="19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1-7405-42D2-84DE-F8EA208DA7BA}"/>
                </c:ext>
              </c:extLst>
            </c:dLbl>
            <c:dLbl>
              <c:idx val="19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2-7405-42D2-84DE-F8EA208DA7BA}"/>
                </c:ext>
              </c:extLst>
            </c:dLbl>
            <c:dLbl>
              <c:idx val="19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3-7405-42D2-84DE-F8EA208DA7BA}"/>
                </c:ext>
              </c:extLst>
            </c:dLbl>
            <c:dLbl>
              <c:idx val="19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4-7405-42D2-84DE-F8EA208DA7BA}"/>
                </c:ext>
              </c:extLst>
            </c:dLbl>
            <c:dLbl>
              <c:idx val="19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5-7405-42D2-84DE-F8EA208DA7BA}"/>
                </c:ext>
              </c:extLst>
            </c:dLbl>
            <c:dLbl>
              <c:idx val="19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6-7405-42D2-84DE-F8EA208DA7BA}"/>
                </c:ext>
              </c:extLst>
            </c:dLbl>
            <c:dLbl>
              <c:idx val="19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7-7405-42D2-84DE-F8EA208DA7BA}"/>
                </c:ext>
              </c:extLst>
            </c:dLbl>
            <c:dLbl>
              <c:idx val="19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8-7405-42D2-84DE-F8EA208DA7BA}"/>
                </c:ext>
              </c:extLst>
            </c:dLbl>
            <c:dLbl>
              <c:idx val="19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9-7405-42D2-84DE-F8EA208DA7BA}"/>
                </c:ext>
              </c:extLst>
            </c:dLbl>
            <c:dLbl>
              <c:idx val="19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A-7405-42D2-84DE-F8EA208DA7BA}"/>
                </c:ext>
              </c:extLst>
            </c:dLbl>
            <c:dLbl>
              <c:idx val="19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B-7405-42D2-84DE-F8EA208DA7BA}"/>
                </c:ext>
              </c:extLst>
            </c:dLbl>
            <c:dLbl>
              <c:idx val="19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C-7405-42D2-84DE-F8EA208DA7BA}"/>
                </c:ext>
              </c:extLst>
            </c:dLbl>
            <c:dLbl>
              <c:idx val="19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D-7405-42D2-84DE-F8EA208DA7BA}"/>
                </c:ext>
              </c:extLst>
            </c:dLbl>
            <c:dLbl>
              <c:idx val="19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E-7405-42D2-84DE-F8EA208DA7BA}"/>
                </c:ext>
              </c:extLst>
            </c:dLbl>
            <c:dLbl>
              <c:idx val="19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CF-7405-42D2-84DE-F8EA208DA7BA}"/>
                </c:ext>
              </c:extLst>
            </c:dLbl>
            <c:dLbl>
              <c:idx val="19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0-7405-42D2-84DE-F8EA208DA7BA}"/>
                </c:ext>
              </c:extLst>
            </c:dLbl>
            <c:dLbl>
              <c:idx val="19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1-7405-42D2-84DE-F8EA208DA7BA}"/>
                </c:ext>
              </c:extLst>
            </c:dLbl>
            <c:dLbl>
              <c:idx val="19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2-7405-42D2-84DE-F8EA208DA7BA}"/>
                </c:ext>
              </c:extLst>
            </c:dLbl>
            <c:dLbl>
              <c:idx val="19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3-7405-42D2-84DE-F8EA208DA7BA}"/>
                </c:ext>
              </c:extLst>
            </c:dLbl>
            <c:dLbl>
              <c:idx val="19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4-7405-42D2-84DE-F8EA208DA7BA}"/>
                </c:ext>
              </c:extLst>
            </c:dLbl>
            <c:dLbl>
              <c:idx val="19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5-7405-42D2-84DE-F8EA208DA7BA}"/>
                </c:ext>
              </c:extLst>
            </c:dLbl>
            <c:dLbl>
              <c:idx val="19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6-7405-42D2-84DE-F8EA208DA7BA}"/>
                </c:ext>
              </c:extLst>
            </c:dLbl>
            <c:dLbl>
              <c:idx val="19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7-7405-42D2-84DE-F8EA208DA7BA}"/>
                </c:ext>
              </c:extLst>
            </c:dLbl>
            <c:dLbl>
              <c:idx val="19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8-7405-42D2-84DE-F8EA208DA7BA}"/>
                </c:ext>
              </c:extLst>
            </c:dLbl>
            <c:dLbl>
              <c:idx val="19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9-7405-42D2-84DE-F8EA208DA7BA}"/>
                </c:ext>
              </c:extLst>
            </c:dLbl>
            <c:dLbl>
              <c:idx val="19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A-7405-42D2-84DE-F8EA208DA7BA}"/>
                </c:ext>
              </c:extLst>
            </c:dLbl>
            <c:dLbl>
              <c:idx val="19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B-7405-42D2-84DE-F8EA208DA7BA}"/>
                </c:ext>
              </c:extLst>
            </c:dLbl>
            <c:dLbl>
              <c:idx val="19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C-7405-42D2-84DE-F8EA208DA7BA}"/>
                </c:ext>
              </c:extLst>
            </c:dLbl>
            <c:dLbl>
              <c:idx val="19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D-7405-42D2-84DE-F8EA208DA7BA}"/>
                </c:ext>
              </c:extLst>
            </c:dLbl>
            <c:dLbl>
              <c:idx val="19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E-7405-42D2-84DE-F8EA208DA7BA}"/>
                </c:ext>
              </c:extLst>
            </c:dLbl>
            <c:dLbl>
              <c:idx val="19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DF-7405-42D2-84DE-F8EA208DA7BA}"/>
                </c:ext>
              </c:extLst>
            </c:dLbl>
            <c:dLbl>
              <c:idx val="19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0-7405-42D2-84DE-F8EA208DA7BA}"/>
                </c:ext>
              </c:extLst>
            </c:dLbl>
            <c:dLbl>
              <c:idx val="19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1-7405-42D2-84DE-F8EA208DA7BA}"/>
                </c:ext>
              </c:extLst>
            </c:dLbl>
            <c:dLbl>
              <c:idx val="19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2-7405-42D2-84DE-F8EA208DA7BA}"/>
                </c:ext>
              </c:extLst>
            </c:dLbl>
            <c:dLbl>
              <c:idx val="19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3-7405-42D2-84DE-F8EA208DA7BA}"/>
                </c:ext>
              </c:extLst>
            </c:dLbl>
            <c:dLbl>
              <c:idx val="19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4-7405-42D2-84DE-F8EA208DA7BA}"/>
                </c:ext>
              </c:extLst>
            </c:dLbl>
            <c:dLbl>
              <c:idx val="19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5-7405-42D2-84DE-F8EA208DA7BA}"/>
                </c:ext>
              </c:extLst>
            </c:dLbl>
            <c:dLbl>
              <c:idx val="19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6-7405-42D2-84DE-F8EA208DA7BA}"/>
                </c:ext>
              </c:extLst>
            </c:dLbl>
            <c:dLbl>
              <c:idx val="19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7-7405-42D2-84DE-F8EA208DA7BA}"/>
                </c:ext>
              </c:extLst>
            </c:dLbl>
            <c:dLbl>
              <c:idx val="19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8-7405-42D2-84DE-F8EA208DA7BA}"/>
                </c:ext>
              </c:extLst>
            </c:dLbl>
            <c:dLbl>
              <c:idx val="19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9-7405-42D2-84DE-F8EA208DA7BA}"/>
                </c:ext>
              </c:extLst>
            </c:dLbl>
            <c:dLbl>
              <c:idx val="19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A-7405-42D2-84DE-F8EA208DA7BA}"/>
                </c:ext>
              </c:extLst>
            </c:dLbl>
            <c:dLbl>
              <c:idx val="19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B-7405-42D2-84DE-F8EA208DA7BA}"/>
                </c:ext>
              </c:extLst>
            </c:dLbl>
            <c:dLbl>
              <c:idx val="19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C-7405-42D2-84DE-F8EA208DA7BA}"/>
                </c:ext>
              </c:extLst>
            </c:dLbl>
            <c:dLbl>
              <c:idx val="19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D-7405-42D2-84DE-F8EA208DA7BA}"/>
                </c:ext>
              </c:extLst>
            </c:dLbl>
            <c:dLbl>
              <c:idx val="19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E-7405-42D2-84DE-F8EA208DA7BA}"/>
                </c:ext>
              </c:extLst>
            </c:dLbl>
            <c:dLbl>
              <c:idx val="19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EF-7405-42D2-84DE-F8EA208DA7BA}"/>
                </c:ext>
              </c:extLst>
            </c:dLbl>
            <c:dLbl>
              <c:idx val="19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0-7405-42D2-84DE-F8EA208DA7BA}"/>
                </c:ext>
              </c:extLst>
            </c:dLbl>
            <c:dLbl>
              <c:idx val="19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1-7405-42D2-84DE-F8EA208DA7BA}"/>
                </c:ext>
              </c:extLst>
            </c:dLbl>
            <c:dLbl>
              <c:idx val="19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2-7405-42D2-84DE-F8EA208DA7BA}"/>
                </c:ext>
              </c:extLst>
            </c:dLbl>
            <c:dLbl>
              <c:idx val="19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3-7405-42D2-84DE-F8EA208DA7BA}"/>
                </c:ext>
              </c:extLst>
            </c:dLbl>
            <c:dLbl>
              <c:idx val="19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4-7405-42D2-84DE-F8EA208DA7BA}"/>
                </c:ext>
              </c:extLst>
            </c:dLbl>
            <c:dLbl>
              <c:idx val="19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5-7405-42D2-84DE-F8EA208DA7BA}"/>
                </c:ext>
              </c:extLst>
            </c:dLbl>
            <c:dLbl>
              <c:idx val="19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6-7405-42D2-84DE-F8EA208DA7BA}"/>
                </c:ext>
              </c:extLst>
            </c:dLbl>
            <c:dLbl>
              <c:idx val="19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7-7405-42D2-84DE-F8EA208DA7BA}"/>
                </c:ext>
              </c:extLst>
            </c:dLbl>
            <c:dLbl>
              <c:idx val="19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8-7405-42D2-84DE-F8EA208DA7BA}"/>
                </c:ext>
              </c:extLst>
            </c:dLbl>
            <c:dLbl>
              <c:idx val="19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9-7405-42D2-84DE-F8EA208DA7BA}"/>
                </c:ext>
              </c:extLst>
            </c:dLbl>
            <c:dLbl>
              <c:idx val="19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A-7405-42D2-84DE-F8EA208DA7BA}"/>
                </c:ext>
              </c:extLst>
            </c:dLbl>
            <c:dLbl>
              <c:idx val="19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B-7405-42D2-84DE-F8EA208DA7BA}"/>
                </c:ext>
              </c:extLst>
            </c:dLbl>
            <c:dLbl>
              <c:idx val="19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C-7405-42D2-84DE-F8EA208DA7BA}"/>
                </c:ext>
              </c:extLst>
            </c:dLbl>
            <c:dLbl>
              <c:idx val="19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D-7405-42D2-84DE-F8EA208DA7BA}"/>
                </c:ext>
              </c:extLst>
            </c:dLbl>
            <c:dLbl>
              <c:idx val="19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E-7405-42D2-84DE-F8EA208DA7BA}"/>
                </c:ext>
              </c:extLst>
            </c:dLbl>
            <c:dLbl>
              <c:idx val="19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8FF-7405-42D2-84DE-F8EA208DA7BA}"/>
                </c:ext>
              </c:extLst>
            </c:dLbl>
            <c:dLbl>
              <c:idx val="19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0-7405-42D2-84DE-F8EA208DA7BA}"/>
                </c:ext>
              </c:extLst>
            </c:dLbl>
            <c:dLbl>
              <c:idx val="19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1-7405-42D2-84DE-F8EA208DA7BA}"/>
                </c:ext>
              </c:extLst>
            </c:dLbl>
            <c:dLbl>
              <c:idx val="19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2-7405-42D2-84DE-F8EA208DA7BA}"/>
                </c:ext>
              </c:extLst>
            </c:dLbl>
            <c:dLbl>
              <c:idx val="19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3-7405-42D2-84DE-F8EA208DA7BA}"/>
                </c:ext>
              </c:extLst>
            </c:dLbl>
            <c:dLbl>
              <c:idx val="19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4-7405-42D2-84DE-F8EA208DA7BA}"/>
                </c:ext>
              </c:extLst>
            </c:dLbl>
            <c:dLbl>
              <c:idx val="19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5-7405-42D2-84DE-F8EA208DA7BA}"/>
                </c:ext>
              </c:extLst>
            </c:dLbl>
            <c:dLbl>
              <c:idx val="19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6-7405-42D2-84DE-F8EA208DA7BA}"/>
                </c:ext>
              </c:extLst>
            </c:dLbl>
            <c:dLbl>
              <c:idx val="19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7-7405-42D2-84DE-F8EA208DA7BA}"/>
                </c:ext>
              </c:extLst>
            </c:dLbl>
            <c:dLbl>
              <c:idx val="20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8-7405-42D2-84DE-F8EA208DA7BA}"/>
                </c:ext>
              </c:extLst>
            </c:dLbl>
            <c:dLbl>
              <c:idx val="20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9-7405-42D2-84DE-F8EA208DA7BA}"/>
                </c:ext>
              </c:extLst>
            </c:dLbl>
            <c:dLbl>
              <c:idx val="20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A-7405-42D2-84DE-F8EA208DA7BA}"/>
                </c:ext>
              </c:extLst>
            </c:dLbl>
            <c:dLbl>
              <c:idx val="20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B-7405-42D2-84DE-F8EA208DA7BA}"/>
                </c:ext>
              </c:extLst>
            </c:dLbl>
            <c:dLbl>
              <c:idx val="20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C-7405-42D2-84DE-F8EA208DA7BA}"/>
                </c:ext>
              </c:extLst>
            </c:dLbl>
            <c:dLbl>
              <c:idx val="20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D-7405-42D2-84DE-F8EA208DA7BA}"/>
                </c:ext>
              </c:extLst>
            </c:dLbl>
            <c:dLbl>
              <c:idx val="20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E-7405-42D2-84DE-F8EA208DA7BA}"/>
                </c:ext>
              </c:extLst>
            </c:dLbl>
            <c:dLbl>
              <c:idx val="20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0F-7405-42D2-84DE-F8EA208DA7BA}"/>
                </c:ext>
              </c:extLst>
            </c:dLbl>
            <c:dLbl>
              <c:idx val="20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0-7405-42D2-84DE-F8EA208DA7BA}"/>
                </c:ext>
              </c:extLst>
            </c:dLbl>
            <c:dLbl>
              <c:idx val="20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1-7405-42D2-84DE-F8EA208DA7BA}"/>
                </c:ext>
              </c:extLst>
            </c:dLbl>
            <c:dLbl>
              <c:idx val="20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2-7405-42D2-84DE-F8EA208DA7BA}"/>
                </c:ext>
              </c:extLst>
            </c:dLbl>
            <c:dLbl>
              <c:idx val="20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3-7405-42D2-84DE-F8EA208DA7BA}"/>
                </c:ext>
              </c:extLst>
            </c:dLbl>
            <c:dLbl>
              <c:idx val="20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4-7405-42D2-84DE-F8EA208DA7BA}"/>
                </c:ext>
              </c:extLst>
            </c:dLbl>
            <c:dLbl>
              <c:idx val="20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5-7405-42D2-84DE-F8EA208DA7BA}"/>
                </c:ext>
              </c:extLst>
            </c:dLbl>
            <c:dLbl>
              <c:idx val="20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6-7405-42D2-84DE-F8EA208DA7BA}"/>
                </c:ext>
              </c:extLst>
            </c:dLbl>
            <c:dLbl>
              <c:idx val="20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7-7405-42D2-84DE-F8EA208DA7BA}"/>
                </c:ext>
              </c:extLst>
            </c:dLbl>
            <c:dLbl>
              <c:idx val="20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8-7405-42D2-84DE-F8EA208DA7BA}"/>
                </c:ext>
              </c:extLst>
            </c:dLbl>
            <c:dLbl>
              <c:idx val="20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9-7405-42D2-84DE-F8EA208DA7BA}"/>
                </c:ext>
              </c:extLst>
            </c:dLbl>
            <c:dLbl>
              <c:idx val="20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A-7405-42D2-84DE-F8EA208DA7BA}"/>
                </c:ext>
              </c:extLst>
            </c:dLbl>
            <c:dLbl>
              <c:idx val="20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B-7405-42D2-84DE-F8EA208DA7BA}"/>
                </c:ext>
              </c:extLst>
            </c:dLbl>
            <c:dLbl>
              <c:idx val="20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C-7405-42D2-84DE-F8EA208DA7BA}"/>
                </c:ext>
              </c:extLst>
            </c:dLbl>
            <c:dLbl>
              <c:idx val="20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D-7405-42D2-84DE-F8EA208DA7BA}"/>
                </c:ext>
              </c:extLst>
            </c:dLbl>
            <c:dLbl>
              <c:idx val="20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E-7405-42D2-84DE-F8EA208DA7BA}"/>
                </c:ext>
              </c:extLst>
            </c:dLbl>
            <c:dLbl>
              <c:idx val="20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1F-7405-42D2-84DE-F8EA208DA7BA}"/>
                </c:ext>
              </c:extLst>
            </c:dLbl>
            <c:dLbl>
              <c:idx val="20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0-7405-42D2-84DE-F8EA208DA7BA}"/>
                </c:ext>
              </c:extLst>
            </c:dLbl>
            <c:dLbl>
              <c:idx val="20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1-7405-42D2-84DE-F8EA208DA7BA}"/>
                </c:ext>
              </c:extLst>
            </c:dLbl>
            <c:dLbl>
              <c:idx val="20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2-7405-42D2-84DE-F8EA208DA7BA}"/>
                </c:ext>
              </c:extLst>
            </c:dLbl>
            <c:dLbl>
              <c:idx val="20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3-7405-42D2-84DE-F8EA208DA7BA}"/>
                </c:ext>
              </c:extLst>
            </c:dLbl>
            <c:dLbl>
              <c:idx val="20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4-7405-42D2-84DE-F8EA208DA7BA}"/>
                </c:ext>
              </c:extLst>
            </c:dLbl>
            <c:dLbl>
              <c:idx val="20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5-7405-42D2-84DE-F8EA208DA7BA}"/>
                </c:ext>
              </c:extLst>
            </c:dLbl>
            <c:dLbl>
              <c:idx val="20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6-7405-42D2-84DE-F8EA208DA7BA}"/>
                </c:ext>
              </c:extLst>
            </c:dLbl>
            <c:dLbl>
              <c:idx val="20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7-7405-42D2-84DE-F8EA208DA7BA}"/>
                </c:ext>
              </c:extLst>
            </c:dLbl>
            <c:dLbl>
              <c:idx val="20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8-7405-42D2-84DE-F8EA208DA7BA}"/>
                </c:ext>
              </c:extLst>
            </c:dLbl>
            <c:dLbl>
              <c:idx val="20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9-7405-42D2-84DE-F8EA208DA7BA}"/>
                </c:ext>
              </c:extLst>
            </c:dLbl>
            <c:dLbl>
              <c:idx val="20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A-7405-42D2-84DE-F8EA208DA7BA}"/>
                </c:ext>
              </c:extLst>
            </c:dLbl>
            <c:dLbl>
              <c:idx val="20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B-7405-42D2-84DE-F8EA208DA7BA}"/>
                </c:ext>
              </c:extLst>
            </c:dLbl>
            <c:dLbl>
              <c:idx val="20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C-7405-42D2-84DE-F8EA208DA7BA}"/>
                </c:ext>
              </c:extLst>
            </c:dLbl>
            <c:dLbl>
              <c:idx val="20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D-7405-42D2-84DE-F8EA208DA7BA}"/>
                </c:ext>
              </c:extLst>
            </c:dLbl>
            <c:dLbl>
              <c:idx val="20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E-7405-42D2-84DE-F8EA208DA7BA}"/>
                </c:ext>
              </c:extLst>
            </c:dLbl>
            <c:dLbl>
              <c:idx val="20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2F-7405-42D2-84DE-F8EA208DA7BA}"/>
                </c:ext>
              </c:extLst>
            </c:dLbl>
            <c:dLbl>
              <c:idx val="20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0-7405-42D2-84DE-F8EA208DA7BA}"/>
                </c:ext>
              </c:extLst>
            </c:dLbl>
            <c:dLbl>
              <c:idx val="20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1-7405-42D2-84DE-F8EA208DA7BA}"/>
                </c:ext>
              </c:extLst>
            </c:dLbl>
            <c:dLbl>
              <c:idx val="20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2-7405-42D2-84DE-F8EA208DA7BA}"/>
                </c:ext>
              </c:extLst>
            </c:dLbl>
            <c:dLbl>
              <c:idx val="20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3-7405-42D2-84DE-F8EA208DA7BA}"/>
                </c:ext>
              </c:extLst>
            </c:dLbl>
            <c:dLbl>
              <c:idx val="20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4-7405-42D2-84DE-F8EA208DA7BA}"/>
                </c:ext>
              </c:extLst>
            </c:dLbl>
            <c:dLbl>
              <c:idx val="20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5-7405-42D2-84DE-F8EA208DA7BA}"/>
                </c:ext>
              </c:extLst>
            </c:dLbl>
            <c:dLbl>
              <c:idx val="20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6-7405-42D2-84DE-F8EA208DA7BA}"/>
                </c:ext>
              </c:extLst>
            </c:dLbl>
            <c:dLbl>
              <c:idx val="20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7-7405-42D2-84DE-F8EA208DA7BA}"/>
                </c:ext>
              </c:extLst>
            </c:dLbl>
            <c:dLbl>
              <c:idx val="20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8-7405-42D2-84DE-F8EA208DA7BA}"/>
                </c:ext>
              </c:extLst>
            </c:dLbl>
            <c:dLbl>
              <c:idx val="20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9-7405-42D2-84DE-F8EA208DA7BA}"/>
                </c:ext>
              </c:extLst>
            </c:dLbl>
            <c:dLbl>
              <c:idx val="20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A-7405-42D2-84DE-F8EA208DA7BA}"/>
                </c:ext>
              </c:extLst>
            </c:dLbl>
            <c:dLbl>
              <c:idx val="20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B-7405-42D2-84DE-F8EA208DA7BA}"/>
                </c:ext>
              </c:extLst>
            </c:dLbl>
            <c:dLbl>
              <c:idx val="20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C-7405-42D2-84DE-F8EA208DA7BA}"/>
                </c:ext>
              </c:extLst>
            </c:dLbl>
            <c:dLbl>
              <c:idx val="20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D-7405-42D2-84DE-F8EA208DA7BA}"/>
                </c:ext>
              </c:extLst>
            </c:dLbl>
            <c:dLbl>
              <c:idx val="20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E-7405-42D2-84DE-F8EA208DA7BA}"/>
                </c:ext>
              </c:extLst>
            </c:dLbl>
            <c:dLbl>
              <c:idx val="20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3F-7405-42D2-84DE-F8EA208DA7BA}"/>
                </c:ext>
              </c:extLst>
            </c:dLbl>
            <c:dLbl>
              <c:idx val="20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0-7405-42D2-84DE-F8EA208DA7BA}"/>
                </c:ext>
              </c:extLst>
            </c:dLbl>
            <c:dLbl>
              <c:idx val="20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1-7405-42D2-84DE-F8EA208DA7BA}"/>
                </c:ext>
              </c:extLst>
            </c:dLbl>
            <c:dLbl>
              <c:idx val="20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2-7405-42D2-84DE-F8EA208DA7BA}"/>
                </c:ext>
              </c:extLst>
            </c:dLbl>
            <c:dLbl>
              <c:idx val="20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3-7405-42D2-84DE-F8EA208DA7BA}"/>
                </c:ext>
              </c:extLst>
            </c:dLbl>
            <c:dLbl>
              <c:idx val="20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4-7405-42D2-84DE-F8EA208DA7BA}"/>
                </c:ext>
              </c:extLst>
            </c:dLbl>
            <c:dLbl>
              <c:idx val="20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5-7405-42D2-84DE-F8EA208DA7BA}"/>
                </c:ext>
              </c:extLst>
            </c:dLbl>
            <c:dLbl>
              <c:idx val="20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6-7405-42D2-84DE-F8EA208DA7BA}"/>
                </c:ext>
              </c:extLst>
            </c:dLbl>
            <c:dLbl>
              <c:idx val="20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7-7405-42D2-84DE-F8EA208DA7BA}"/>
                </c:ext>
              </c:extLst>
            </c:dLbl>
            <c:dLbl>
              <c:idx val="20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8-7405-42D2-84DE-F8EA208DA7BA}"/>
                </c:ext>
              </c:extLst>
            </c:dLbl>
            <c:dLbl>
              <c:idx val="20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9-7405-42D2-84DE-F8EA208DA7BA}"/>
                </c:ext>
              </c:extLst>
            </c:dLbl>
            <c:dLbl>
              <c:idx val="20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A-7405-42D2-84DE-F8EA208DA7BA}"/>
                </c:ext>
              </c:extLst>
            </c:dLbl>
            <c:dLbl>
              <c:idx val="20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B-7405-42D2-84DE-F8EA208DA7BA}"/>
                </c:ext>
              </c:extLst>
            </c:dLbl>
            <c:dLbl>
              <c:idx val="20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C-7405-42D2-84DE-F8EA208DA7BA}"/>
                </c:ext>
              </c:extLst>
            </c:dLbl>
            <c:dLbl>
              <c:idx val="20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D-7405-42D2-84DE-F8EA208DA7BA}"/>
                </c:ext>
              </c:extLst>
            </c:dLbl>
            <c:dLbl>
              <c:idx val="20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E-7405-42D2-84DE-F8EA208DA7BA}"/>
                </c:ext>
              </c:extLst>
            </c:dLbl>
            <c:dLbl>
              <c:idx val="20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4F-7405-42D2-84DE-F8EA208DA7BA}"/>
                </c:ext>
              </c:extLst>
            </c:dLbl>
            <c:dLbl>
              <c:idx val="20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0-7405-42D2-84DE-F8EA208DA7BA}"/>
                </c:ext>
              </c:extLst>
            </c:dLbl>
            <c:dLbl>
              <c:idx val="20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1-7405-42D2-84DE-F8EA208DA7BA}"/>
                </c:ext>
              </c:extLst>
            </c:dLbl>
            <c:dLbl>
              <c:idx val="20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2-7405-42D2-84DE-F8EA208DA7BA}"/>
                </c:ext>
              </c:extLst>
            </c:dLbl>
            <c:dLbl>
              <c:idx val="20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3-7405-42D2-84DE-F8EA208DA7BA}"/>
                </c:ext>
              </c:extLst>
            </c:dLbl>
            <c:dLbl>
              <c:idx val="20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4-7405-42D2-84DE-F8EA208DA7BA}"/>
                </c:ext>
              </c:extLst>
            </c:dLbl>
            <c:dLbl>
              <c:idx val="20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5-7405-42D2-84DE-F8EA208DA7BA}"/>
                </c:ext>
              </c:extLst>
            </c:dLbl>
            <c:dLbl>
              <c:idx val="20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6-7405-42D2-84DE-F8EA208DA7BA}"/>
                </c:ext>
              </c:extLst>
            </c:dLbl>
            <c:dLbl>
              <c:idx val="20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7-7405-42D2-84DE-F8EA208DA7BA}"/>
                </c:ext>
              </c:extLst>
            </c:dLbl>
            <c:dLbl>
              <c:idx val="20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8-7405-42D2-84DE-F8EA208DA7BA}"/>
                </c:ext>
              </c:extLst>
            </c:dLbl>
            <c:dLbl>
              <c:idx val="20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9-7405-42D2-84DE-F8EA208DA7BA}"/>
                </c:ext>
              </c:extLst>
            </c:dLbl>
            <c:dLbl>
              <c:idx val="20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A-7405-42D2-84DE-F8EA208DA7BA}"/>
                </c:ext>
              </c:extLst>
            </c:dLbl>
            <c:dLbl>
              <c:idx val="20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B-7405-42D2-84DE-F8EA208DA7BA}"/>
                </c:ext>
              </c:extLst>
            </c:dLbl>
            <c:dLbl>
              <c:idx val="20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C-7405-42D2-84DE-F8EA208DA7BA}"/>
                </c:ext>
              </c:extLst>
            </c:dLbl>
            <c:dLbl>
              <c:idx val="20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D-7405-42D2-84DE-F8EA208DA7BA}"/>
                </c:ext>
              </c:extLst>
            </c:dLbl>
            <c:dLbl>
              <c:idx val="20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E-7405-42D2-84DE-F8EA208DA7BA}"/>
                </c:ext>
              </c:extLst>
            </c:dLbl>
            <c:dLbl>
              <c:idx val="20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5F-7405-42D2-84DE-F8EA208DA7BA}"/>
                </c:ext>
              </c:extLst>
            </c:dLbl>
            <c:dLbl>
              <c:idx val="20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0-7405-42D2-84DE-F8EA208DA7BA}"/>
                </c:ext>
              </c:extLst>
            </c:dLbl>
            <c:dLbl>
              <c:idx val="20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1-7405-42D2-84DE-F8EA208DA7BA}"/>
                </c:ext>
              </c:extLst>
            </c:dLbl>
            <c:dLbl>
              <c:idx val="20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2-7405-42D2-84DE-F8EA208DA7BA}"/>
                </c:ext>
              </c:extLst>
            </c:dLbl>
            <c:dLbl>
              <c:idx val="20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3-7405-42D2-84DE-F8EA208DA7BA}"/>
                </c:ext>
              </c:extLst>
            </c:dLbl>
            <c:dLbl>
              <c:idx val="20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4-7405-42D2-84DE-F8EA208DA7BA}"/>
                </c:ext>
              </c:extLst>
            </c:dLbl>
            <c:dLbl>
              <c:idx val="20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5-7405-42D2-84DE-F8EA208DA7BA}"/>
                </c:ext>
              </c:extLst>
            </c:dLbl>
            <c:dLbl>
              <c:idx val="20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6-7405-42D2-84DE-F8EA208DA7BA}"/>
                </c:ext>
              </c:extLst>
            </c:dLbl>
            <c:dLbl>
              <c:idx val="20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7-7405-42D2-84DE-F8EA208DA7BA}"/>
                </c:ext>
              </c:extLst>
            </c:dLbl>
            <c:dLbl>
              <c:idx val="20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8-7405-42D2-84DE-F8EA208DA7BA}"/>
                </c:ext>
              </c:extLst>
            </c:dLbl>
            <c:dLbl>
              <c:idx val="20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9-7405-42D2-84DE-F8EA208DA7BA}"/>
                </c:ext>
              </c:extLst>
            </c:dLbl>
            <c:dLbl>
              <c:idx val="20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A-7405-42D2-84DE-F8EA208DA7BA}"/>
                </c:ext>
              </c:extLst>
            </c:dLbl>
            <c:dLbl>
              <c:idx val="20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B-7405-42D2-84DE-F8EA208DA7BA}"/>
                </c:ext>
              </c:extLst>
            </c:dLbl>
            <c:dLbl>
              <c:idx val="21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C-7405-42D2-84DE-F8EA208DA7BA}"/>
                </c:ext>
              </c:extLst>
            </c:dLbl>
            <c:dLbl>
              <c:idx val="21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D-7405-42D2-84DE-F8EA208DA7BA}"/>
                </c:ext>
              </c:extLst>
            </c:dLbl>
            <c:dLbl>
              <c:idx val="210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E-7405-42D2-84DE-F8EA208DA7BA}"/>
                </c:ext>
              </c:extLst>
            </c:dLbl>
            <c:dLbl>
              <c:idx val="210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6F-7405-42D2-84DE-F8EA208DA7BA}"/>
                </c:ext>
              </c:extLst>
            </c:dLbl>
            <c:dLbl>
              <c:idx val="210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0-7405-42D2-84DE-F8EA208DA7BA}"/>
                </c:ext>
              </c:extLst>
            </c:dLbl>
            <c:dLbl>
              <c:idx val="210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1-7405-42D2-84DE-F8EA208DA7BA}"/>
                </c:ext>
              </c:extLst>
            </c:dLbl>
            <c:dLbl>
              <c:idx val="210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2-7405-42D2-84DE-F8EA208DA7BA}"/>
                </c:ext>
              </c:extLst>
            </c:dLbl>
            <c:dLbl>
              <c:idx val="210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3-7405-42D2-84DE-F8EA208DA7BA}"/>
                </c:ext>
              </c:extLst>
            </c:dLbl>
            <c:dLbl>
              <c:idx val="210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4-7405-42D2-84DE-F8EA208DA7BA}"/>
                </c:ext>
              </c:extLst>
            </c:dLbl>
            <c:dLbl>
              <c:idx val="210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5-7405-42D2-84DE-F8EA208DA7BA}"/>
                </c:ext>
              </c:extLst>
            </c:dLbl>
            <c:dLbl>
              <c:idx val="21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6-7405-42D2-84DE-F8EA208DA7BA}"/>
                </c:ext>
              </c:extLst>
            </c:dLbl>
            <c:dLbl>
              <c:idx val="21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7-7405-42D2-84DE-F8EA208DA7BA}"/>
                </c:ext>
              </c:extLst>
            </c:dLbl>
            <c:dLbl>
              <c:idx val="21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8-7405-42D2-84DE-F8EA208DA7BA}"/>
                </c:ext>
              </c:extLst>
            </c:dLbl>
            <c:dLbl>
              <c:idx val="21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9-7405-42D2-84DE-F8EA208DA7BA}"/>
                </c:ext>
              </c:extLst>
            </c:dLbl>
            <c:dLbl>
              <c:idx val="21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A-7405-42D2-84DE-F8EA208DA7BA}"/>
                </c:ext>
              </c:extLst>
            </c:dLbl>
            <c:dLbl>
              <c:idx val="21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B-7405-42D2-84DE-F8EA208DA7BA}"/>
                </c:ext>
              </c:extLst>
            </c:dLbl>
            <c:dLbl>
              <c:idx val="21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C-7405-42D2-84DE-F8EA208DA7BA}"/>
                </c:ext>
              </c:extLst>
            </c:dLbl>
            <c:dLbl>
              <c:idx val="21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D-7405-42D2-84DE-F8EA208DA7BA}"/>
                </c:ext>
              </c:extLst>
            </c:dLbl>
            <c:dLbl>
              <c:idx val="21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E-7405-42D2-84DE-F8EA208DA7BA}"/>
                </c:ext>
              </c:extLst>
            </c:dLbl>
            <c:dLbl>
              <c:idx val="21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7F-7405-42D2-84DE-F8EA208DA7BA}"/>
                </c:ext>
              </c:extLst>
            </c:dLbl>
            <c:dLbl>
              <c:idx val="21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0-7405-42D2-84DE-F8EA208DA7BA}"/>
                </c:ext>
              </c:extLst>
            </c:dLbl>
            <c:dLbl>
              <c:idx val="21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1-7405-42D2-84DE-F8EA208DA7BA}"/>
                </c:ext>
              </c:extLst>
            </c:dLbl>
            <c:dLbl>
              <c:idx val="21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2-7405-42D2-84DE-F8EA208DA7BA}"/>
                </c:ext>
              </c:extLst>
            </c:dLbl>
            <c:dLbl>
              <c:idx val="21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3-7405-42D2-84DE-F8EA208DA7BA}"/>
                </c:ext>
              </c:extLst>
            </c:dLbl>
            <c:dLbl>
              <c:idx val="21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4-7405-42D2-84DE-F8EA208DA7BA}"/>
                </c:ext>
              </c:extLst>
            </c:dLbl>
            <c:dLbl>
              <c:idx val="21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5-7405-42D2-84DE-F8EA208DA7BA}"/>
                </c:ext>
              </c:extLst>
            </c:dLbl>
            <c:dLbl>
              <c:idx val="21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6-7405-42D2-84DE-F8EA208DA7BA}"/>
                </c:ext>
              </c:extLst>
            </c:dLbl>
            <c:dLbl>
              <c:idx val="21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7-7405-42D2-84DE-F8EA208DA7BA}"/>
                </c:ext>
              </c:extLst>
            </c:dLbl>
            <c:dLbl>
              <c:idx val="21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8-7405-42D2-84DE-F8EA208DA7BA}"/>
                </c:ext>
              </c:extLst>
            </c:dLbl>
            <c:dLbl>
              <c:idx val="21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9-7405-42D2-84DE-F8EA208DA7BA}"/>
                </c:ext>
              </c:extLst>
            </c:dLbl>
            <c:dLbl>
              <c:idx val="21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A-7405-42D2-84DE-F8EA208DA7BA}"/>
                </c:ext>
              </c:extLst>
            </c:dLbl>
            <c:dLbl>
              <c:idx val="21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B-7405-42D2-84DE-F8EA208DA7BA}"/>
                </c:ext>
              </c:extLst>
            </c:dLbl>
            <c:dLbl>
              <c:idx val="21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C-7405-42D2-84DE-F8EA208DA7BA}"/>
                </c:ext>
              </c:extLst>
            </c:dLbl>
            <c:dLbl>
              <c:idx val="21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D-7405-42D2-84DE-F8EA208DA7BA}"/>
                </c:ext>
              </c:extLst>
            </c:dLbl>
            <c:dLbl>
              <c:idx val="21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E-7405-42D2-84DE-F8EA208DA7BA}"/>
                </c:ext>
              </c:extLst>
            </c:dLbl>
            <c:dLbl>
              <c:idx val="21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8F-7405-42D2-84DE-F8EA208DA7BA}"/>
                </c:ext>
              </c:extLst>
            </c:dLbl>
            <c:dLbl>
              <c:idx val="21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0-7405-42D2-84DE-F8EA208DA7BA}"/>
                </c:ext>
              </c:extLst>
            </c:dLbl>
            <c:dLbl>
              <c:idx val="21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1-7405-42D2-84DE-F8EA208DA7BA}"/>
                </c:ext>
              </c:extLst>
            </c:dLbl>
            <c:dLbl>
              <c:idx val="21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2-7405-42D2-84DE-F8EA208DA7BA}"/>
                </c:ext>
              </c:extLst>
            </c:dLbl>
            <c:dLbl>
              <c:idx val="21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3-7405-42D2-84DE-F8EA208DA7BA}"/>
                </c:ext>
              </c:extLst>
            </c:dLbl>
            <c:dLbl>
              <c:idx val="21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4-7405-42D2-84DE-F8EA208DA7BA}"/>
                </c:ext>
              </c:extLst>
            </c:dLbl>
            <c:dLbl>
              <c:idx val="21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5-7405-42D2-84DE-F8EA208DA7BA}"/>
                </c:ext>
              </c:extLst>
            </c:dLbl>
            <c:dLbl>
              <c:idx val="21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6-7405-42D2-84DE-F8EA208DA7BA}"/>
                </c:ext>
              </c:extLst>
            </c:dLbl>
            <c:dLbl>
              <c:idx val="21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7-7405-42D2-84DE-F8EA208DA7BA}"/>
                </c:ext>
              </c:extLst>
            </c:dLbl>
            <c:dLbl>
              <c:idx val="21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8-7405-42D2-84DE-F8EA208DA7BA}"/>
                </c:ext>
              </c:extLst>
            </c:dLbl>
            <c:dLbl>
              <c:idx val="21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9-7405-42D2-84DE-F8EA208DA7BA}"/>
                </c:ext>
              </c:extLst>
            </c:dLbl>
            <c:dLbl>
              <c:idx val="21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A-7405-42D2-84DE-F8EA208DA7BA}"/>
                </c:ext>
              </c:extLst>
            </c:dLbl>
            <c:dLbl>
              <c:idx val="21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B-7405-42D2-84DE-F8EA208DA7BA}"/>
                </c:ext>
              </c:extLst>
            </c:dLbl>
            <c:dLbl>
              <c:idx val="21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C-7405-42D2-84DE-F8EA208DA7BA}"/>
                </c:ext>
              </c:extLst>
            </c:dLbl>
            <c:dLbl>
              <c:idx val="21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D-7405-42D2-84DE-F8EA208DA7BA}"/>
                </c:ext>
              </c:extLst>
            </c:dLbl>
            <c:dLbl>
              <c:idx val="21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E-7405-42D2-84DE-F8EA208DA7BA}"/>
                </c:ext>
              </c:extLst>
            </c:dLbl>
            <c:dLbl>
              <c:idx val="21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9F-7405-42D2-84DE-F8EA208DA7BA}"/>
                </c:ext>
              </c:extLst>
            </c:dLbl>
            <c:dLbl>
              <c:idx val="215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0-7405-42D2-84DE-F8EA208DA7BA}"/>
                </c:ext>
              </c:extLst>
            </c:dLbl>
            <c:dLbl>
              <c:idx val="215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1-7405-42D2-84DE-F8EA208DA7BA}"/>
                </c:ext>
              </c:extLst>
            </c:dLbl>
            <c:dLbl>
              <c:idx val="215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2-7405-42D2-84DE-F8EA208DA7BA}"/>
                </c:ext>
              </c:extLst>
            </c:dLbl>
            <c:dLbl>
              <c:idx val="215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3-7405-42D2-84DE-F8EA208DA7BA}"/>
                </c:ext>
              </c:extLst>
            </c:dLbl>
            <c:dLbl>
              <c:idx val="215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4-7405-42D2-84DE-F8EA208DA7BA}"/>
                </c:ext>
              </c:extLst>
            </c:dLbl>
            <c:dLbl>
              <c:idx val="215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5-7405-42D2-84DE-F8EA208DA7BA}"/>
                </c:ext>
              </c:extLst>
            </c:dLbl>
            <c:dLbl>
              <c:idx val="215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6-7405-42D2-84DE-F8EA208DA7BA}"/>
                </c:ext>
              </c:extLst>
            </c:dLbl>
            <c:dLbl>
              <c:idx val="215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7-7405-42D2-84DE-F8EA208DA7BA}"/>
                </c:ext>
              </c:extLst>
            </c:dLbl>
            <c:dLbl>
              <c:idx val="216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8-7405-42D2-84DE-F8EA208DA7BA}"/>
                </c:ext>
              </c:extLst>
            </c:dLbl>
            <c:dLbl>
              <c:idx val="216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9-7405-42D2-84DE-F8EA208DA7BA}"/>
                </c:ext>
              </c:extLst>
            </c:dLbl>
            <c:dLbl>
              <c:idx val="216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A-7405-42D2-84DE-F8EA208DA7BA}"/>
                </c:ext>
              </c:extLst>
            </c:dLbl>
            <c:dLbl>
              <c:idx val="216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B-7405-42D2-84DE-F8EA208DA7BA}"/>
                </c:ext>
              </c:extLst>
            </c:dLbl>
            <c:dLbl>
              <c:idx val="216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C-7405-42D2-84DE-F8EA208DA7BA}"/>
                </c:ext>
              </c:extLst>
            </c:dLbl>
            <c:dLbl>
              <c:idx val="216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D-7405-42D2-84DE-F8EA208DA7BA}"/>
                </c:ext>
              </c:extLst>
            </c:dLbl>
            <c:dLbl>
              <c:idx val="216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E-7405-42D2-84DE-F8EA208DA7BA}"/>
                </c:ext>
              </c:extLst>
            </c:dLbl>
            <c:dLbl>
              <c:idx val="216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AF-7405-42D2-84DE-F8EA208DA7BA}"/>
                </c:ext>
              </c:extLst>
            </c:dLbl>
            <c:dLbl>
              <c:idx val="216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0-7405-42D2-84DE-F8EA208DA7BA}"/>
                </c:ext>
              </c:extLst>
            </c:dLbl>
            <c:dLbl>
              <c:idx val="216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1-7405-42D2-84DE-F8EA208DA7BA}"/>
                </c:ext>
              </c:extLst>
            </c:dLbl>
            <c:dLbl>
              <c:idx val="217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2-7405-42D2-84DE-F8EA208DA7BA}"/>
                </c:ext>
              </c:extLst>
            </c:dLbl>
            <c:dLbl>
              <c:idx val="21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3-7405-42D2-84DE-F8EA208DA7BA}"/>
                </c:ext>
              </c:extLst>
            </c:dLbl>
            <c:dLbl>
              <c:idx val="217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4-7405-42D2-84DE-F8EA208DA7BA}"/>
                </c:ext>
              </c:extLst>
            </c:dLbl>
            <c:dLbl>
              <c:idx val="217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5-7405-42D2-84DE-F8EA208DA7BA}"/>
                </c:ext>
              </c:extLst>
            </c:dLbl>
            <c:dLbl>
              <c:idx val="217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6-7405-42D2-84DE-F8EA208DA7BA}"/>
                </c:ext>
              </c:extLst>
            </c:dLbl>
            <c:dLbl>
              <c:idx val="217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7-7405-42D2-84DE-F8EA208DA7BA}"/>
                </c:ext>
              </c:extLst>
            </c:dLbl>
            <c:dLbl>
              <c:idx val="217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8-7405-42D2-84DE-F8EA208DA7BA}"/>
                </c:ext>
              </c:extLst>
            </c:dLbl>
            <c:dLbl>
              <c:idx val="217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9-7405-42D2-84DE-F8EA208DA7BA}"/>
                </c:ext>
              </c:extLst>
            </c:dLbl>
            <c:dLbl>
              <c:idx val="217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A-7405-42D2-84DE-F8EA208DA7BA}"/>
                </c:ext>
              </c:extLst>
            </c:dLbl>
            <c:dLbl>
              <c:idx val="217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B-7405-42D2-84DE-F8EA208DA7BA}"/>
                </c:ext>
              </c:extLst>
            </c:dLbl>
            <c:dLbl>
              <c:idx val="218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C-7405-42D2-84DE-F8EA208DA7BA}"/>
                </c:ext>
              </c:extLst>
            </c:dLbl>
            <c:dLbl>
              <c:idx val="218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D-7405-42D2-84DE-F8EA208DA7BA}"/>
                </c:ext>
              </c:extLst>
            </c:dLbl>
            <c:dLbl>
              <c:idx val="218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E-7405-42D2-84DE-F8EA208DA7BA}"/>
                </c:ext>
              </c:extLst>
            </c:dLbl>
            <c:dLbl>
              <c:idx val="218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BF-7405-42D2-84DE-F8EA208DA7BA}"/>
                </c:ext>
              </c:extLst>
            </c:dLbl>
            <c:dLbl>
              <c:idx val="218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0-7405-42D2-84DE-F8EA208DA7BA}"/>
                </c:ext>
              </c:extLst>
            </c:dLbl>
            <c:dLbl>
              <c:idx val="218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1-7405-42D2-84DE-F8EA208DA7BA}"/>
                </c:ext>
              </c:extLst>
            </c:dLbl>
            <c:dLbl>
              <c:idx val="218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2-7405-42D2-84DE-F8EA208DA7BA}"/>
                </c:ext>
              </c:extLst>
            </c:dLbl>
            <c:dLbl>
              <c:idx val="218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3-7405-42D2-84DE-F8EA208DA7BA}"/>
                </c:ext>
              </c:extLst>
            </c:dLbl>
            <c:dLbl>
              <c:idx val="218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4-7405-42D2-84DE-F8EA208DA7BA}"/>
                </c:ext>
              </c:extLst>
            </c:dLbl>
            <c:dLbl>
              <c:idx val="218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5-7405-42D2-84DE-F8EA208DA7BA}"/>
                </c:ext>
              </c:extLst>
            </c:dLbl>
            <c:dLbl>
              <c:idx val="219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6-7405-42D2-84DE-F8EA208DA7BA}"/>
                </c:ext>
              </c:extLst>
            </c:dLbl>
            <c:dLbl>
              <c:idx val="219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7-7405-42D2-84DE-F8EA208DA7BA}"/>
                </c:ext>
              </c:extLst>
            </c:dLbl>
            <c:dLbl>
              <c:idx val="219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8-7405-42D2-84DE-F8EA208DA7BA}"/>
                </c:ext>
              </c:extLst>
            </c:dLbl>
            <c:dLbl>
              <c:idx val="219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9-7405-42D2-84DE-F8EA208DA7BA}"/>
                </c:ext>
              </c:extLst>
            </c:dLbl>
            <c:dLbl>
              <c:idx val="219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A-7405-42D2-84DE-F8EA208DA7BA}"/>
                </c:ext>
              </c:extLst>
            </c:dLbl>
            <c:dLbl>
              <c:idx val="219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B-7405-42D2-84DE-F8EA208DA7BA}"/>
                </c:ext>
              </c:extLst>
            </c:dLbl>
            <c:dLbl>
              <c:idx val="219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C-7405-42D2-84DE-F8EA208DA7BA}"/>
                </c:ext>
              </c:extLst>
            </c:dLbl>
            <c:dLbl>
              <c:idx val="219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D-7405-42D2-84DE-F8EA208DA7BA}"/>
                </c:ext>
              </c:extLst>
            </c:dLbl>
            <c:dLbl>
              <c:idx val="219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E-7405-42D2-84DE-F8EA208DA7BA}"/>
                </c:ext>
              </c:extLst>
            </c:dLbl>
            <c:dLbl>
              <c:idx val="219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CF-7405-42D2-84DE-F8EA208DA7BA}"/>
                </c:ext>
              </c:extLst>
            </c:dLbl>
            <c:dLbl>
              <c:idx val="220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D0-7405-42D2-84DE-F8EA208DA7BA}"/>
                </c:ext>
              </c:extLst>
            </c:dLbl>
            <c:dLbl>
              <c:idx val="220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19D1-7405-42D2-84DE-F8EA208DA7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Braven!$H$2:$H$2203</c:f>
              <c:numCache>
                <c:formatCode>General</c:formatCode>
                <c:ptCount val="2202"/>
                <c:pt idx="1185">
                  <c:v>31.510421999999998</c:v>
                </c:pt>
                <c:pt idx="1423">
                  <c:v>24.111737999999999</c:v>
                </c:pt>
                <c:pt idx="1530">
                  <c:v>19.770063</c:v>
                </c:pt>
              </c:numCache>
            </c:numRef>
          </c:xVal>
          <c:yVal>
            <c:numRef>
              <c:f>Braven!$I$2:$I$2203</c:f>
              <c:numCache>
                <c:formatCode>General</c:formatCode>
                <c:ptCount val="2202"/>
                <c:pt idx="1185">
                  <c:v>14.626253</c:v>
                </c:pt>
                <c:pt idx="1423">
                  <c:v>11.805481</c:v>
                </c:pt>
                <c:pt idx="1530">
                  <c:v>10.817116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Braven!$A$2:$A$2203</c15:f>
                <c15:dlblRangeCache>
                  <c:ptCount val="2202"/>
                  <c:pt idx="0">
                    <c:v>Saint Louis College Of Pharmacy</c:v>
                  </c:pt>
                  <c:pt idx="1">
                    <c:v>MCPHS University</c:v>
                  </c:pt>
                  <c:pt idx="2">
                    <c:v>Albany College Of Pharmacy And Health Sciences</c:v>
                  </c:pt>
                  <c:pt idx="3">
                    <c:v>California Maritime Academy</c:v>
                  </c:pt>
                  <c:pt idx="4">
                    <c:v>Rose - Hulman Institute Of Technology</c:v>
                  </c:pt>
                  <c:pt idx="5">
                    <c:v>Advanced Institute Of Hair Design</c:v>
                  </c:pt>
                  <c:pt idx="6">
                    <c:v>Kettering University</c:v>
                  </c:pt>
                  <c:pt idx="7">
                    <c:v>Harvey Mudd College</c:v>
                  </c:pt>
                  <c:pt idx="8">
                    <c:v>Claremont Mckenna College</c:v>
                  </c:pt>
                  <c:pt idx="9">
                    <c:v>Babson College</c:v>
                  </c:pt>
                  <c:pt idx="10">
                    <c:v>Worcester Polytechnic Institute</c:v>
                  </c:pt>
                  <c:pt idx="11">
                    <c:v>MIT</c:v>
                  </c:pt>
                  <c:pt idx="12">
                    <c:v>California Institute Of Technology</c:v>
                  </c:pt>
                  <c:pt idx="13">
                    <c:v>Princeton University</c:v>
                  </c:pt>
                  <c:pt idx="14">
                    <c:v>Rensselaer Polytechnic Institute</c:v>
                  </c:pt>
                  <c:pt idx="15">
                    <c:v>Colorado School Of Mines</c:v>
                  </c:pt>
                  <c:pt idx="16">
                    <c:v>New Jersey Institute Of Technology</c:v>
                  </c:pt>
                  <c:pt idx="17">
                    <c:v>Fairfield University</c:v>
                  </c:pt>
                  <c:pt idx="18">
                    <c:v>University Of The Sciences In Philadelphia</c:v>
                  </c:pt>
                  <c:pt idx="19">
                    <c:v>Stanford</c:v>
                  </c:pt>
                  <c:pt idx="20">
                    <c:v>College Of Mount Saint Vincent And Manhattan College</c:v>
                  </c:pt>
                  <c:pt idx="21">
                    <c:v>Stevens Institute Of Technology</c:v>
                  </c:pt>
                  <c:pt idx="22">
                    <c:v>University Of Notre Dame</c:v>
                  </c:pt>
                  <c:pt idx="23">
                    <c:v>Tufts University</c:v>
                  </c:pt>
                  <c:pt idx="24">
                    <c:v>Santa Clara University</c:v>
                  </c:pt>
                  <c:pt idx="25">
                    <c:v>Massachusetts Maritime Academy</c:v>
                  </c:pt>
                  <c:pt idx="26">
                    <c:v>Columbia University In The City Of New York</c:v>
                  </c:pt>
                  <c:pt idx="27">
                    <c:v>Georgetown University</c:v>
                  </c:pt>
                  <c:pt idx="28">
                    <c:v>Colby College</c:v>
                  </c:pt>
                  <c:pt idx="29">
                    <c:v>University Of Mary Washington</c:v>
                  </c:pt>
                  <c:pt idx="30">
                    <c:v>Bentley University</c:v>
                  </c:pt>
                  <c:pt idx="31">
                    <c:v>Illinois Institute Of Technology</c:v>
                  </c:pt>
                  <c:pt idx="32">
                    <c:v>Hamilton College</c:v>
                  </c:pt>
                  <c:pt idx="33">
                    <c:v>Cornell University</c:v>
                  </c:pt>
                  <c:pt idx="34">
                    <c:v>Vanderbilt University</c:v>
                  </c:pt>
                  <c:pt idx="35">
                    <c:v>Saint John's University of Collegeville, MN</c:v>
                  </c:pt>
                  <c:pt idx="36">
                    <c:v>Johns Hopkins University</c:v>
                  </c:pt>
                  <c:pt idx="37">
                    <c:v>Lafayette College</c:v>
                  </c:pt>
                  <c:pt idx="38">
                    <c:v>University Of Pennsylvania</c:v>
                  </c:pt>
                  <c:pt idx="39">
                    <c:v>Villanova University</c:v>
                  </c:pt>
                  <c:pt idx="40">
                    <c:v>Rhodes College</c:v>
                  </c:pt>
                  <c:pt idx="41">
                    <c:v>Harvard</c:v>
                  </c:pt>
                  <c:pt idx="42">
                    <c:v>Georgia Institute Of Technology</c:v>
                  </c:pt>
                  <c:pt idx="43">
                    <c:v>Yale University</c:v>
                  </c:pt>
                  <c:pt idx="44">
                    <c:v>Lehigh University</c:v>
                  </c:pt>
                  <c:pt idx="45">
                    <c:v>Drew University</c:v>
                  </c:pt>
                  <c:pt idx="46">
                    <c:v>Franklin &amp; Marshall College</c:v>
                  </c:pt>
                  <c:pt idx="47">
                    <c:v>Boston College</c:v>
                  </c:pt>
                  <c:pt idx="48">
                    <c:v>Pace University</c:v>
                  </c:pt>
                  <c:pt idx="49">
                    <c:v>University Of California, Irvine</c:v>
                  </c:pt>
                  <c:pt idx="50">
                    <c:v>University Of California, Berkeley</c:v>
                  </c:pt>
                  <c:pt idx="51">
                    <c:v>Northwestern University</c:v>
                  </c:pt>
                  <c:pt idx="52">
                    <c:v>Bucknell University</c:v>
                  </c:pt>
                  <c:pt idx="53">
                    <c:v>University Of California, San Diego</c:v>
                  </c:pt>
                  <c:pt idx="54">
                    <c:v>Case Western Reserve University</c:v>
                  </c:pt>
                  <c:pt idx="55">
                    <c:v>University Of California, Los Angeles</c:v>
                  </c:pt>
                  <c:pt idx="56">
                    <c:v>Middlebury College</c:v>
                  </c:pt>
                  <c:pt idx="57">
                    <c:v>Trinity College of Hartford, CT</c:v>
                  </c:pt>
                  <c:pt idx="58">
                    <c:v>University Of Southern California</c:v>
                  </c:pt>
                  <c:pt idx="59">
                    <c:v>Dickinson College</c:v>
                  </c:pt>
                  <c:pt idx="60">
                    <c:v>Binghamton University</c:v>
                  </c:pt>
                  <c:pt idx="61">
                    <c:v>Illinois Wesleyan University</c:v>
                  </c:pt>
                  <c:pt idx="62">
                    <c:v>Bryant University</c:v>
                  </c:pt>
                  <c:pt idx="63">
                    <c:v>California Polytechnic State University</c:v>
                  </c:pt>
                  <c:pt idx="64">
                    <c:v>Washington University In St. Louis</c:v>
                  </c:pt>
                  <c:pt idx="65">
                    <c:v>Creighton University</c:v>
                  </c:pt>
                  <c:pt idx="66">
                    <c:v>Carnegie Mellon University</c:v>
                  </c:pt>
                  <c:pt idx="67">
                    <c:v>Brown University</c:v>
                  </c:pt>
                  <c:pt idx="68">
                    <c:v>Clarkson University</c:v>
                  </c:pt>
                  <c:pt idx="69">
                    <c:v>Pomona College</c:v>
                  </c:pt>
                  <c:pt idx="70">
                    <c:v>Carleton College</c:v>
                  </c:pt>
                  <c:pt idx="71">
                    <c:v>Barnard College</c:v>
                  </c:pt>
                  <c:pt idx="72">
                    <c:v>Western New England University</c:v>
                  </c:pt>
                  <c:pt idx="73">
                    <c:v>Dominican University Of California</c:v>
                  </c:pt>
                  <c:pt idx="74">
                    <c:v>University Of Rochester</c:v>
                  </c:pt>
                  <c:pt idx="75">
                    <c:v>Willamette University</c:v>
                  </c:pt>
                  <c:pt idx="76">
                    <c:v>Nichols College</c:v>
                  </c:pt>
                  <c:pt idx="77">
                    <c:v>New York University</c:v>
                  </c:pt>
                  <c:pt idx="78">
                    <c:v>Ohio Northern University</c:v>
                  </c:pt>
                  <c:pt idx="79">
                    <c:v>Fordham University</c:v>
                  </c:pt>
                  <c:pt idx="80">
                    <c:v>University Of Virginia</c:v>
                  </c:pt>
                  <c:pt idx="81">
                    <c:v>University Of California, Davis</c:v>
                  </c:pt>
                  <c:pt idx="82">
                    <c:v>Rochester Institute Of Technology</c:v>
                  </c:pt>
                  <c:pt idx="83">
                    <c:v>Cooper Union For The Advancement Of Science &amp; Art </c:v>
                  </c:pt>
                  <c:pt idx="84">
                    <c:v>Syracuse University</c:v>
                  </c:pt>
                  <c:pt idx="85">
                    <c:v>SUNY Maritime College</c:v>
                  </c:pt>
                  <c:pt idx="86">
                    <c:v>State University Of New York At Stony Brook</c:v>
                  </c:pt>
                  <c:pt idx="87">
                    <c:v>Florida Institute Of Technology</c:v>
                  </c:pt>
                  <c:pt idx="88">
                    <c:v>Washington And Lee University</c:v>
                  </c:pt>
                  <c:pt idx="89">
                    <c:v>Brandeis University</c:v>
                  </c:pt>
                  <c:pt idx="90">
                    <c:v>Connecticut College</c:v>
                  </c:pt>
                  <c:pt idx="91">
                    <c:v>Boston University</c:v>
                  </c:pt>
                  <c:pt idx="92">
                    <c:v>Duke University</c:v>
                  </c:pt>
                  <c:pt idx="93">
                    <c:v>University Of Michigan - Ann Arbor</c:v>
                  </c:pt>
                  <c:pt idx="94">
                    <c:v>George Mason University</c:v>
                  </c:pt>
                  <c:pt idx="95">
                    <c:v>Milwaukee School Of Engineering</c:v>
                  </c:pt>
                  <c:pt idx="96">
                    <c:v>Emory University</c:v>
                  </c:pt>
                  <c:pt idx="97">
                    <c:v>College Of New Jersey </c:v>
                  </c:pt>
                  <c:pt idx="98">
                    <c:v>University Of The Pacific</c:v>
                  </c:pt>
                  <c:pt idx="99">
                    <c:v>Dartmouth College</c:v>
                  </c:pt>
                  <c:pt idx="100">
                    <c:v>MCP Hahnemann And Drexel Universities</c:v>
                  </c:pt>
                  <c:pt idx="101">
                    <c:v>University Of California, Santa Barbara</c:v>
                  </c:pt>
                  <c:pt idx="102">
                    <c:v>Saint Francis College</c:v>
                  </c:pt>
                  <c:pt idx="103">
                    <c:v>Scripps College</c:v>
                  </c:pt>
                  <c:pt idx="104">
                    <c:v>Swarthmore College</c:v>
                  </c:pt>
                  <c:pt idx="105">
                    <c:v>Clarke University</c:v>
                  </c:pt>
                  <c:pt idx="106">
                    <c:v>Rice University</c:v>
                  </c:pt>
                  <c:pt idx="107">
                    <c:v>College Of The Holy Cross</c:v>
                  </c:pt>
                  <c:pt idx="108">
                    <c:v>Quinnipiac University</c:v>
                  </c:pt>
                  <c:pt idx="109">
                    <c:v>University Of Scranton</c:v>
                  </c:pt>
                  <c:pt idx="110">
                    <c:v>Dominican College Of Blauvelt</c:v>
                  </c:pt>
                  <c:pt idx="111">
                    <c:v>Embry-Riddle Aeronautical University</c:v>
                  </c:pt>
                  <c:pt idx="112">
                    <c:v>College Of Saint Scholastica</c:v>
                  </c:pt>
                  <c:pt idx="113">
                    <c:v>Messiah College</c:v>
                  </c:pt>
                  <c:pt idx="114">
                    <c:v>Drake University</c:v>
                  </c:pt>
                  <c:pt idx="115">
                    <c:v>College Of Saint Benedict</c:v>
                  </c:pt>
                  <c:pt idx="116">
                    <c:v>Trinity University</c:v>
                  </c:pt>
                  <c:pt idx="117">
                    <c:v>Butler University</c:v>
                  </c:pt>
                  <c:pt idx="118">
                    <c:v>New Mexico Institute Of Mining &amp; Technology</c:v>
                  </c:pt>
                  <c:pt idx="119">
                    <c:v>Lake Forest College</c:v>
                  </c:pt>
                  <c:pt idx="120">
                    <c:v>Juniata College</c:v>
                  </c:pt>
                  <c:pt idx="121">
                    <c:v>Yeshiva University</c:v>
                  </c:pt>
                  <c:pt idx="122">
                    <c:v>Virginia Polytechnic Institute &amp; State University</c:v>
                  </c:pt>
                  <c:pt idx="123">
                    <c:v>Saint John's University of Queens, NY</c:v>
                  </c:pt>
                  <c:pt idx="124">
                    <c:v>Northeastern University</c:v>
                  </c:pt>
                  <c:pt idx="125">
                    <c:v>University Of Denver</c:v>
                  </c:pt>
                  <c:pt idx="126">
                    <c:v>Trine University</c:v>
                  </c:pt>
                  <c:pt idx="127">
                    <c:v>Augustana College of Rock Island, IL</c:v>
                  </c:pt>
                  <c:pt idx="128">
                    <c:v>CUNY Bernard M. Baruch College</c:v>
                  </c:pt>
                  <c:pt idx="129">
                    <c:v>University Of Connecticut</c:v>
                  </c:pt>
                  <c:pt idx="130">
                    <c:v>Wesleyan University</c:v>
                  </c:pt>
                  <c:pt idx="131">
                    <c:v>University Of San Diego</c:v>
                  </c:pt>
                  <c:pt idx="132">
                    <c:v>Michigan Technological University</c:v>
                  </c:pt>
                  <c:pt idx="133">
                    <c:v>Muhlenberg College</c:v>
                  </c:pt>
                  <c:pt idx="134">
                    <c:v>Amherst College</c:v>
                  </c:pt>
                  <c:pt idx="135">
                    <c:v>Westminster College of Fulton, MO</c:v>
                  </c:pt>
                  <c:pt idx="136">
                    <c:v>University Of San Francisco</c:v>
                  </c:pt>
                  <c:pt idx="137">
                    <c:v>Loyola Marymount University</c:v>
                  </c:pt>
                  <c:pt idx="138">
                    <c:v>California State Polytechnic University, Pomona</c:v>
                  </c:pt>
                  <c:pt idx="139">
                    <c:v>Maine Maritime Academy</c:v>
                  </c:pt>
                  <c:pt idx="140">
                    <c:v>University Of Washington System</c:v>
                  </c:pt>
                  <c:pt idx="141">
                    <c:v>Providence College</c:v>
                  </c:pt>
                  <c:pt idx="142">
                    <c:v>University Of Saint Thomas of Saint Paul, MN</c:v>
                  </c:pt>
                  <c:pt idx="143">
                    <c:v>University Of Chicago </c:v>
                  </c:pt>
                  <c:pt idx="144">
                    <c:v>Pacific Union College</c:v>
                  </c:pt>
                  <c:pt idx="145">
                    <c:v>Union College of Schenectady, NY</c:v>
                  </c:pt>
                  <c:pt idx="146">
                    <c:v>Vaughn College Of Aeronautics And Technology</c:v>
                  </c:pt>
                  <c:pt idx="147">
                    <c:v>Citadel, The Military College Of South Carolina</c:v>
                  </c:pt>
                  <c:pt idx="148">
                    <c:v>Wilkes University</c:v>
                  </c:pt>
                  <c:pt idx="149">
                    <c:v>Texas A&amp;M University</c:v>
                  </c:pt>
                  <c:pt idx="150">
                    <c:v>University Of Texas At Austin</c:v>
                  </c:pt>
                  <c:pt idx="151">
                    <c:v>Skidmore College</c:v>
                  </c:pt>
                  <c:pt idx="152">
                    <c:v>Jamestown College</c:v>
                  </c:pt>
                  <c:pt idx="153">
                    <c:v>SUNY College At Geneseo</c:v>
                  </c:pt>
                  <c:pt idx="154">
                    <c:v>California State University, East Bay</c:v>
                  </c:pt>
                  <c:pt idx="155">
                    <c:v>Gettysburg College</c:v>
                  </c:pt>
                  <c:pt idx="156">
                    <c:v>Saint Mary's College Of California</c:v>
                  </c:pt>
                  <c:pt idx="157">
                    <c:v>Wellesley College</c:v>
                  </c:pt>
                  <c:pt idx="158">
                    <c:v>Salve Regina University</c:v>
                  </c:pt>
                  <c:pt idx="159">
                    <c:v>Hood College</c:v>
                  </c:pt>
                  <c:pt idx="160">
                    <c:v>State University Of New York At Albany</c:v>
                  </c:pt>
                  <c:pt idx="161">
                    <c:v>Saint Joseph's College of Brooklyn, NY</c:v>
                  </c:pt>
                  <c:pt idx="162">
                    <c:v>Virginia Military Institute</c:v>
                  </c:pt>
                  <c:pt idx="163">
                    <c:v>Mount Holyoke College</c:v>
                  </c:pt>
                  <c:pt idx="164">
                    <c:v>Pepperdine University</c:v>
                  </c:pt>
                  <c:pt idx="165">
                    <c:v>Depaul University</c:v>
                  </c:pt>
                  <c:pt idx="166">
                    <c:v>University Of Mary</c:v>
                  </c:pt>
                  <c:pt idx="167">
                    <c:v>Robert Morris University</c:v>
                  </c:pt>
                  <c:pt idx="168">
                    <c:v>University Of Florida</c:v>
                  </c:pt>
                  <c:pt idx="169">
                    <c:v>La Salle University</c:v>
                  </c:pt>
                  <c:pt idx="170">
                    <c:v>Philadelphia University</c:v>
                  </c:pt>
                  <c:pt idx="171">
                    <c:v>Point Loma Nazarene University</c:v>
                  </c:pt>
                  <c:pt idx="172">
                    <c:v>Concordia University of Portland, OR</c:v>
                  </c:pt>
                  <c:pt idx="173">
                    <c:v>Albertus Magnus College</c:v>
                  </c:pt>
                  <c:pt idx="174">
                    <c:v>Assumption College</c:v>
                  </c:pt>
                  <c:pt idx="175">
                    <c:v>Letourneau University</c:v>
                  </c:pt>
                  <c:pt idx="176">
                    <c:v>State University Of New York At Buffalo</c:v>
                  </c:pt>
                  <c:pt idx="177">
                    <c:v>Clark University</c:v>
                  </c:pt>
                  <c:pt idx="178">
                    <c:v>Hofstra University</c:v>
                  </c:pt>
                  <c:pt idx="179">
                    <c:v>George Washington University</c:v>
                  </c:pt>
                  <c:pt idx="180">
                    <c:v>Seton Hall University</c:v>
                  </c:pt>
                  <c:pt idx="181">
                    <c:v>Wagner College</c:v>
                  </c:pt>
                  <c:pt idx="182">
                    <c:v>Saint Louis University</c:v>
                  </c:pt>
                  <c:pt idx="183">
                    <c:v>Sacred Heart University</c:v>
                  </c:pt>
                  <c:pt idx="184">
                    <c:v>University Of Texas At Dallas</c:v>
                  </c:pt>
                  <c:pt idx="185">
                    <c:v>University Of Illinois System</c:v>
                  </c:pt>
                  <c:pt idx="186">
                    <c:v>Saint Olaf College</c:v>
                  </c:pt>
                  <c:pt idx="187">
                    <c:v>Marquette University</c:v>
                  </c:pt>
                  <c:pt idx="188">
                    <c:v>Saint Anselm College</c:v>
                  </c:pt>
                  <c:pt idx="189">
                    <c:v>Bowdoin College</c:v>
                  </c:pt>
                  <c:pt idx="190">
                    <c:v>Manhattanville College</c:v>
                  </c:pt>
                  <c:pt idx="191">
                    <c:v>Duquesne University Of The Holy Spirit</c:v>
                  </c:pt>
                  <c:pt idx="192">
                    <c:v>Bates College</c:v>
                  </c:pt>
                  <c:pt idx="193">
                    <c:v>Ohio Wesleyan University</c:v>
                  </c:pt>
                  <c:pt idx="194">
                    <c:v>Regis University</c:v>
                  </c:pt>
                  <c:pt idx="195">
                    <c:v>McDaniel College</c:v>
                  </c:pt>
                  <c:pt idx="196">
                    <c:v>Grinnell College</c:v>
                  </c:pt>
                  <c:pt idx="197">
                    <c:v>Mount Saint Mary College</c:v>
                  </c:pt>
                  <c:pt idx="198">
                    <c:v>University Of California, Riverside</c:v>
                  </c:pt>
                  <c:pt idx="199">
                    <c:v>Presbyterian College</c:v>
                  </c:pt>
                  <c:pt idx="200">
                    <c:v>Dunwoody College Of Technology</c:v>
                  </c:pt>
                  <c:pt idx="201">
                    <c:v>Simmons College</c:v>
                  </c:pt>
                  <c:pt idx="202">
                    <c:v>San Diego State University</c:v>
                  </c:pt>
                  <c:pt idx="203">
                    <c:v>Kalamazoo College</c:v>
                  </c:pt>
                  <c:pt idx="204">
                    <c:v>Saint Joseph's University</c:v>
                  </c:pt>
                  <c:pt idx="205">
                    <c:v>Thomas A Edison State College</c:v>
                  </c:pt>
                  <c:pt idx="206">
                    <c:v>James Madison University</c:v>
                  </c:pt>
                  <c:pt idx="207">
                    <c:v>Christian Brothers University</c:v>
                  </c:pt>
                  <c:pt idx="208">
                    <c:v>Wake Forest University</c:v>
                  </c:pt>
                  <c:pt idx="209">
                    <c:v>Seattle University</c:v>
                  </c:pt>
                  <c:pt idx="210">
                    <c:v>Bradley University</c:v>
                  </c:pt>
                  <c:pt idx="211">
                    <c:v>Ramapo College Of New Jersey</c:v>
                  </c:pt>
                  <c:pt idx="212">
                    <c:v>ITI Technical College</c:v>
                  </c:pt>
                  <c:pt idx="213">
                    <c:v>Otis College Of Art &amp; Design</c:v>
                  </c:pt>
                  <c:pt idx="214">
                    <c:v>University Of Miami</c:v>
                  </c:pt>
                  <c:pt idx="215">
                    <c:v>Loyola University Maryland</c:v>
                  </c:pt>
                  <c:pt idx="216">
                    <c:v>Southern Methodist University</c:v>
                  </c:pt>
                  <c:pt idx="217">
                    <c:v>Simpson College</c:v>
                  </c:pt>
                  <c:pt idx="218">
                    <c:v>Wabash College</c:v>
                  </c:pt>
                  <c:pt idx="219">
                    <c:v>California State University, Fullerton</c:v>
                  </c:pt>
                  <c:pt idx="220">
                    <c:v>Austin College</c:v>
                  </c:pt>
                  <c:pt idx="221">
                    <c:v>Spring Hill College</c:v>
                  </c:pt>
                  <c:pt idx="222">
                    <c:v>Haverford College</c:v>
                  </c:pt>
                  <c:pt idx="223">
                    <c:v>Hampden Sydney College</c:v>
                  </c:pt>
                  <c:pt idx="224">
                    <c:v>Iona College</c:v>
                  </c:pt>
                  <c:pt idx="225">
                    <c:v>Southern Polytechnic State University</c:v>
                  </c:pt>
                  <c:pt idx="226">
                    <c:v>Occidental College</c:v>
                  </c:pt>
                  <c:pt idx="227">
                    <c:v>Wentworth Institute Of Technology</c:v>
                  </c:pt>
                  <c:pt idx="228">
                    <c:v>University Of Delaware</c:v>
                  </c:pt>
                  <c:pt idx="229">
                    <c:v>Westminster College of New Wilmington, PA</c:v>
                  </c:pt>
                  <c:pt idx="230">
                    <c:v>College Of William &amp; Mary</c:v>
                  </c:pt>
                  <c:pt idx="231">
                    <c:v>Tabor College</c:v>
                  </c:pt>
                  <c:pt idx="232">
                    <c:v>Coe College</c:v>
                  </c:pt>
                  <c:pt idx="233">
                    <c:v>Stevenson University</c:v>
                  </c:pt>
                  <c:pt idx="234">
                    <c:v>Utica College</c:v>
                  </c:pt>
                  <c:pt idx="235">
                    <c:v>Rockhurst University</c:v>
                  </c:pt>
                  <c:pt idx="236">
                    <c:v>California Lutheran University</c:v>
                  </c:pt>
                  <c:pt idx="237">
                    <c:v>California State University, Long Beach</c:v>
                  </c:pt>
                  <c:pt idx="238">
                    <c:v>Catholic University Of America </c:v>
                  </c:pt>
                  <c:pt idx="239">
                    <c:v>Texas Lutheran University</c:v>
                  </c:pt>
                  <c:pt idx="240">
                    <c:v>Saint Mary's University</c:v>
                  </c:pt>
                  <c:pt idx="241">
                    <c:v>King's College of Wilkes-Barre, PA</c:v>
                  </c:pt>
                  <c:pt idx="242">
                    <c:v>Monmouth University</c:v>
                  </c:pt>
                  <c:pt idx="243">
                    <c:v>University Of Saint Joseph</c:v>
                  </c:pt>
                  <c:pt idx="244">
                    <c:v>Benedictine University</c:v>
                  </c:pt>
                  <c:pt idx="245">
                    <c:v>Western Connecticut State University</c:v>
                  </c:pt>
                  <c:pt idx="246">
                    <c:v>Colorado College</c:v>
                  </c:pt>
                  <c:pt idx="247">
                    <c:v>Clemson University</c:v>
                  </c:pt>
                  <c:pt idx="248">
                    <c:v>Queens University Of Charlotte</c:v>
                  </c:pt>
                  <c:pt idx="249">
                    <c:v>Endicott College</c:v>
                  </c:pt>
                  <c:pt idx="250">
                    <c:v>Milwaukee Institute Of Art &amp; Design</c:v>
                  </c:pt>
                  <c:pt idx="251">
                    <c:v>Loyola University Chicago</c:v>
                  </c:pt>
                  <c:pt idx="252">
                    <c:v>University Of California, Santa Cruz</c:v>
                  </c:pt>
                  <c:pt idx="253">
                    <c:v>Whittier College</c:v>
                  </c:pt>
                  <c:pt idx="254">
                    <c:v>Smith College</c:v>
                  </c:pt>
                  <c:pt idx="255">
                    <c:v>Rider University</c:v>
                  </c:pt>
                  <c:pt idx="256">
                    <c:v>Adelphi University</c:v>
                  </c:pt>
                  <c:pt idx="257">
                    <c:v>DePauw University</c:v>
                  </c:pt>
                  <c:pt idx="258">
                    <c:v>Texas Christian University</c:v>
                  </c:pt>
                  <c:pt idx="259">
                    <c:v>State University Of New York At New Paltz</c:v>
                  </c:pt>
                  <c:pt idx="260">
                    <c:v>Ripon College</c:v>
                  </c:pt>
                  <c:pt idx="261">
                    <c:v>Howard University</c:v>
                  </c:pt>
                  <c:pt idx="262">
                    <c:v>University Of Richmond</c:v>
                  </c:pt>
                  <c:pt idx="263">
                    <c:v>New York Institute Of Technology</c:v>
                  </c:pt>
                  <c:pt idx="264">
                    <c:v>Baker University</c:v>
                  </c:pt>
                  <c:pt idx="265">
                    <c:v>Fresno Pacific University</c:v>
                  </c:pt>
                  <c:pt idx="266">
                    <c:v>University Of Dayton</c:v>
                  </c:pt>
                  <c:pt idx="267">
                    <c:v>Stonehill College</c:v>
                  </c:pt>
                  <c:pt idx="268">
                    <c:v>Colgate University</c:v>
                  </c:pt>
                  <c:pt idx="269">
                    <c:v>Perry Technical Institute</c:v>
                  </c:pt>
                  <c:pt idx="270">
                    <c:v>Washington College</c:v>
                  </c:pt>
                  <c:pt idx="271">
                    <c:v>Morehouse College</c:v>
                  </c:pt>
                  <c:pt idx="272">
                    <c:v>American University </c:v>
                  </c:pt>
                  <c:pt idx="273">
                    <c:v>Stetson University</c:v>
                  </c:pt>
                  <c:pt idx="274">
                    <c:v>University Of Massachusetts System</c:v>
                  </c:pt>
                  <c:pt idx="275">
                    <c:v>Ithaca College</c:v>
                  </c:pt>
                  <c:pt idx="276">
                    <c:v>University Of Michigan - Dearborn</c:v>
                  </c:pt>
                  <c:pt idx="277">
                    <c:v>Oregon Institute Of Technology</c:v>
                  </c:pt>
                  <c:pt idx="278">
                    <c:v>SUNY Upstate Medical University And SUNY College Of Environment Science And Forestry</c:v>
                  </c:pt>
                  <c:pt idx="279">
                    <c:v>University Of Central Florida</c:v>
                  </c:pt>
                  <c:pt idx="280">
                    <c:v>Allegheny College</c:v>
                  </c:pt>
                  <c:pt idx="281">
                    <c:v>Rocky Mountain College</c:v>
                  </c:pt>
                  <c:pt idx="282">
                    <c:v>Marymount University</c:v>
                  </c:pt>
                  <c:pt idx="283">
                    <c:v>Hobart And William Smith Colleges</c:v>
                  </c:pt>
                  <c:pt idx="284">
                    <c:v>CUNY John Jay College Of Criminal Justice</c:v>
                  </c:pt>
                  <c:pt idx="285">
                    <c:v>CUNY Hunter College</c:v>
                  </c:pt>
                  <c:pt idx="286">
                    <c:v>Temple University</c:v>
                  </c:pt>
                  <c:pt idx="287">
                    <c:v>Iowa State University Of Science &amp; Technology</c:v>
                  </c:pt>
                  <c:pt idx="288">
                    <c:v>Pitzer College</c:v>
                  </c:pt>
                  <c:pt idx="289">
                    <c:v>Siena College</c:v>
                  </c:pt>
                  <c:pt idx="290">
                    <c:v>Carroll College</c:v>
                  </c:pt>
                  <c:pt idx="291">
                    <c:v>CUNY Queens College</c:v>
                  </c:pt>
                  <c:pt idx="292">
                    <c:v>Colorado State University</c:v>
                  </c:pt>
                  <c:pt idx="293">
                    <c:v>Bryn Mawr College</c:v>
                  </c:pt>
                  <c:pt idx="294">
                    <c:v>Goucher College</c:v>
                  </c:pt>
                  <c:pt idx="295">
                    <c:v>University Of Georgia</c:v>
                  </c:pt>
                  <c:pt idx="296">
                    <c:v>Marist College</c:v>
                  </c:pt>
                  <c:pt idx="297">
                    <c:v>Saint Michael's College</c:v>
                  </c:pt>
                  <c:pt idx="298">
                    <c:v>Roanoke College</c:v>
                  </c:pt>
                  <c:pt idx="299">
                    <c:v>Caldwell College</c:v>
                  </c:pt>
                  <c:pt idx="300">
                    <c:v>Elmhurst College</c:v>
                  </c:pt>
                  <c:pt idx="301">
                    <c:v>Suffolk University</c:v>
                  </c:pt>
                  <c:pt idx="302">
                    <c:v>Fairleigh Dickinson University</c:v>
                  </c:pt>
                  <c:pt idx="303">
                    <c:v>Florida International University</c:v>
                  </c:pt>
                  <c:pt idx="304">
                    <c:v>University Of North Dakota</c:v>
                  </c:pt>
                  <c:pt idx="305">
                    <c:v>CUNY Brooklyn College</c:v>
                  </c:pt>
                  <c:pt idx="306">
                    <c:v>Wheaton College of Norton, MA</c:v>
                  </c:pt>
                  <c:pt idx="307">
                    <c:v>Marietta College</c:v>
                  </c:pt>
                  <c:pt idx="308">
                    <c:v>College Of Idaho </c:v>
                  </c:pt>
                  <c:pt idx="309">
                    <c:v>Saint Francis University</c:v>
                  </c:pt>
                  <c:pt idx="310">
                    <c:v>Sarah Lawrence College</c:v>
                  </c:pt>
                  <c:pt idx="311">
                    <c:v>Elizabethtown College</c:v>
                  </c:pt>
                  <c:pt idx="312">
                    <c:v>Sonoma State University</c:v>
                  </c:pt>
                  <c:pt idx="313">
                    <c:v>Lebanon Valley College</c:v>
                  </c:pt>
                  <c:pt idx="314">
                    <c:v>Florida State University</c:v>
                  </c:pt>
                  <c:pt idx="315">
                    <c:v>Baylor University</c:v>
                  </c:pt>
                  <c:pt idx="316">
                    <c:v>Moravian College</c:v>
                  </c:pt>
                  <c:pt idx="317">
                    <c:v>Woodbury University</c:v>
                  </c:pt>
                  <c:pt idx="318">
                    <c:v>University Of North Carolina School Of The Arts</c:v>
                  </c:pt>
                  <c:pt idx="319">
                    <c:v>St. Lawrence University</c:v>
                  </c:pt>
                  <c:pt idx="320">
                    <c:v>Michigan State University</c:v>
                  </c:pt>
                  <c:pt idx="321">
                    <c:v>Emmanuel College of Boston, MA</c:v>
                  </c:pt>
                  <c:pt idx="322">
                    <c:v>Anna Maria College</c:v>
                  </c:pt>
                  <c:pt idx="323">
                    <c:v>University Of Rhode Island</c:v>
                  </c:pt>
                  <c:pt idx="324">
                    <c:v>Norwich University</c:v>
                  </c:pt>
                  <c:pt idx="325">
                    <c:v>Texas Tech University</c:v>
                  </c:pt>
                  <c:pt idx="326">
                    <c:v>Illinois State University</c:v>
                  </c:pt>
                  <c:pt idx="327">
                    <c:v>Montclair State University</c:v>
                  </c:pt>
                  <c:pt idx="328">
                    <c:v>Western Washington University</c:v>
                  </c:pt>
                  <c:pt idx="329">
                    <c:v>University Of New Hampshire</c:v>
                  </c:pt>
                  <c:pt idx="330">
                    <c:v>Arcadia University</c:v>
                  </c:pt>
                  <c:pt idx="331">
                    <c:v>University Of North Carolina - Chapel Hill</c:v>
                  </c:pt>
                  <c:pt idx="332">
                    <c:v>University Of Saint Thomas of Houston, TX</c:v>
                  </c:pt>
                  <c:pt idx="333">
                    <c:v>Widener University</c:v>
                  </c:pt>
                  <c:pt idx="334">
                    <c:v>University Of Colorado System</c:v>
                  </c:pt>
                  <c:pt idx="335">
                    <c:v>Canisius College</c:v>
                  </c:pt>
                  <c:pt idx="336">
                    <c:v>Saint Mary's College</c:v>
                  </c:pt>
                  <c:pt idx="337">
                    <c:v>Alvernia University</c:v>
                  </c:pt>
                  <c:pt idx="338">
                    <c:v>Washington State University</c:v>
                  </c:pt>
                  <c:pt idx="339">
                    <c:v>University Of Portland</c:v>
                  </c:pt>
                  <c:pt idx="340">
                    <c:v>North Dakota State University - Main Campus - Fargo</c:v>
                  </c:pt>
                  <c:pt idx="341">
                    <c:v>Oglethorpe University</c:v>
                  </c:pt>
                  <c:pt idx="342">
                    <c:v>Whitman College</c:v>
                  </c:pt>
                  <c:pt idx="343">
                    <c:v>California State University, Bakersfield</c:v>
                  </c:pt>
                  <c:pt idx="344">
                    <c:v>Oregon State University</c:v>
                  </c:pt>
                  <c:pt idx="345">
                    <c:v>Oklahoma State University</c:v>
                  </c:pt>
                  <c:pt idx="346">
                    <c:v>University Of Arkansas</c:v>
                  </c:pt>
                  <c:pt idx="347">
                    <c:v>Meredith College</c:v>
                  </c:pt>
                  <c:pt idx="348">
                    <c:v>Vassar College</c:v>
                  </c:pt>
                  <c:pt idx="349">
                    <c:v>Rhode Island School Of Design</c:v>
                  </c:pt>
                  <c:pt idx="350">
                    <c:v>Xavier University</c:v>
                  </c:pt>
                  <c:pt idx="351">
                    <c:v>University Of Tampa </c:v>
                  </c:pt>
                  <c:pt idx="352">
                    <c:v>Cardinal Stritch University</c:v>
                  </c:pt>
                  <c:pt idx="353">
                    <c:v>University Of Puget Sound</c:v>
                  </c:pt>
                  <c:pt idx="354">
                    <c:v>Loras College</c:v>
                  </c:pt>
                  <c:pt idx="355">
                    <c:v>University Of Redlands</c:v>
                  </c:pt>
                  <c:pt idx="356">
                    <c:v>Washington And Jefferson College</c:v>
                  </c:pt>
                  <c:pt idx="357">
                    <c:v>California State University, Monterey Bay</c:v>
                  </c:pt>
                  <c:pt idx="358">
                    <c:v>William Paterson University Of New Jersey</c:v>
                  </c:pt>
                  <c:pt idx="359">
                    <c:v>North Central College</c:v>
                  </c:pt>
                  <c:pt idx="360">
                    <c:v>California State University, Chico</c:v>
                  </c:pt>
                  <c:pt idx="361">
                    <c:v>Wells College</c:v>
                  </c:pt>
                  <c:pt idx="362">
                    <c:v>Augsburg College</c:v>
                  </c:pt>
                  <c:pt idx="363">
                    <c:v>Luther College</c:v>
                  </c:pt>
                  <c:pt idx="364">
                    <c:v>University Of Iowa</c:v>
                  </c:pt>
                  <c:pt idx="365">
                    <c:v>Arizona State And Northern Arizona University And University Of Arizona</c:v>
                  </c:pt>
                  <c:pt idx="366">
                    <c:v>Auburn University</c:v>
                  </c:pt>
                  <c:pt idx="367">
                    <c:v>University Of Northern Iowa</c:v>
                  </c:pt>
                  <c:pt idx="368">
                    <c:v>California State University, Northridge</c:v>
                  </c:pt>
                  <c:pt idx="369">
                    <c:v>California State University - Sacramento</c:v>
                  </c:pt>
                  <c:pt idx="370">
                    <c:v>Chapman University</c:v>
                  </c:pt>
                  <c:pt idx="371">
                    <c:v>Hamline University</c:v>
                  </c:pt>
                  <c:pt idx="372">
                    <c:v>School Of Visual Arts</c:v>
                  </c:pt>
                  <c:pt idx="373">
                    <c:v>Spartan College Of Aeronautics And Technology</c:v>
                  </c:pt>
                  <c:pt idx="374">
                    <c:v>Calvin College</c:v>
                  </c:pt>
                  <c:pt idx="375">
                    <c:v>Transylvania University</c:v>
                  </c:pt>
                  <c:pt idx="376">
                    <c:v>Flagler College</c:v>
                  </c:pt>
                  <c:pt idx="377">
                    <c:v>North Carolina State University</c:v>
                  </c:pt>
                  <c:pt idx="378">
                    <c:v>Mitchell Technical Institute</c:v>
                  </c:pt>
                  <c:pt idx="379">
                    <c:v>Rowan University</c:v>
                  </c:pt>
                  <c:pt idx="380">
                    <c:v>St. John's College</c:v>
                  </c:pt>
                  <c:pt idx="381">
                    <c:v>University Of Pittsburgh System</c:v>
                  </c:pt>
                  <c:pt idx="382">
                    <c:v>Roger Williams University</c:v>
                  </c:pt>
                  <c:pt idx="383">
                    <c:v>State University Of New York Institute Of Technology At Utica</c:v>
                  </c:pt>
                  <c:pt idx="384">
                    <c:v>California State University Channel Islands</c:v>
                  </c:pt>
                  <c:pt idx="385">
                    <c:v>Purdue University</c:v>
                  </c:pt>
                  <c:pt idx="386">
                    <c:v>Ursuline College</c:v>
                  </c:pt>
                  <c:pt idx="387">
                    <c:v>Xavier University Of Louisiana</c:v>
                  </c:pt>
                  <c:pt idx="388">
                    <c:v>Wofford College</c:v>
                  </c:pt>
                  <c:pt idx="389">
                    <c:v>Pacific University</c:v>
                  </c:pt>
                  <c:pt idx="390">
                    <c:v>Shippensburg University Of Pennsylvania</c:v>
                  </c:pt>
                  <c:pt idx="391">
                    <c:v>Lawrence Technological University</c:v>
                  </c:pt>
                  <c:pt idx="392">
                    <c:v>Saint Xavier University</c:v>
                  </c:pt>
                  <c:pt idx="393">
                    <c:v>Bellarmine University</c:v>
                  </c:pt>
                  <c:pt idx="394">
                    <c:v>Furman University</c:v>
                  </c:pt>
                  <c:pt idx="395">
                    <c:v>University Of Houston System</c:v>
                  </c:pt>
                  <c:pt idx="396">
                    <c:v>Digipen Institute Of Technology</c:v>
                  </c:pt>
                  <c:pt idx="397">
                    <c:v>Lim College</c:v>
                  </c:pt>
                  <c:pt idx="398">
                    <c:v>California State University, San Bernardino</c:v>
                  </c:pt>
                  <c:pt idx="399">
                    <c:v>Mount Saint Mary's University</c:v>
                  </c:pt>
                  <c:pt idx="400">
                    <c:v>Gustavus Adolphus College</c:v>
                  </c:pt>
                  <c:pt idx="401">
                    <c:v>Westminster College of Salt Lake City, UT</c:v>
                  </c:pt>
                  <c:pt idx="402">
                    <c:v>Mills College</c:v>
                  </c:pt>
                  <c:pt idx="403">
                    <c:v>University Of The South </c:v>
                  </c:pt>
                  <c:pt idx="404">
                    <c:v>California Baptist University</c:v>
                  </c:pt>
                  <c:pt idx="405">
                    <c:v>Brenau University</c:v>
                  </c:pt>
                  <c:pt idx="406">
                    <c:v>Fitchburg State University</c:v>
                  </c:pt>
                  <c:pt idx="407">
                    <c:v>Azusa Pacific University</c:v>
                  </c:pt>
                  <c:pt idx="408">
                    <c:v>Williams College</c:v>
                  </c:pt>
                  <c:pt idx="409">
                    <c:v>Elon University</c:v>
                  </c:pt>
                  <c:pt idx="410">
                    <c:v>Baldwin Wallace University</c:v>
                  </c:pt>
                  <c:pt idx="411">
                    <c:v>Kean University</c:v>
                  </c:pt>
                  <c:pt idx="412">
                    <c:v>Wheaton College of Wheaton, IL</c:v>
                  </c:pt>
                  <c:pt idx="413">
                    <c:v>Berry College</c:v>
                  </c:pt>
                  <c:pt idx="414">
                    <c:v>University Of Utah</c:v>
                  </c:pt>
                  <c:pt idx="415">
                    <c:v>Art Center College Of Design</c:v>
                  </c:pt>
                  <c:pt idx="416">
                    <c:v>Millsaps College</c:v>
                  </c:pt>
                  <c:pt idx="417">
                    <c:v>North Dakota State College Of Science</c:v>
                  </c:pt>
                  <c:pt idx="418">
                    <c:v>Huntingdon College</c:v>
                  </c:pt>
                  <c:pt idx="419">
                    <c:v>University Of Minnesota System</c:v>
                  </c:pt>
                  <c:pt idx="420">
                    <c:v>SUNY College At Cortland</c:v>
                  </c:pt>
                  <c:pt idx="421">
                    <c:v>University Of Oklahoma</c:v>
                  </c:pt>
                  <c:pt idx="422">
                    <c:v>Dowling College</c:v>
                  </c:pt>
                  <c:pt idx="423">
                    <c:v>University Of Hartford</c:v>
                  </c:pt>
                  <c:pt idx="424">
                    <c:v>West Chester University Of Pennsylvania</c:v>
                  </c:pt>
                  <c:pt idx="425">
                    <c:v>Pennsylvania State University </c:v>
                  </c:pt>
                  <c:pt idx="426">
                    <c:v>Seattle Pacific University</c:v>
                  </c:pt>
                  <c:pt idx="427">
                    <c:v>University Of Wyoming</c:v>
                  </c:pt>
                  <c:pt idx="428">
                    <c:v>Denison University</c:v>
                  </c:pt>
                  <c:pt idx="429">
                    <c:v>Kenyon College</c:v>
                  </c:pt>
                  <c:pt idx="430">
                    <c:v>Mount St. Mary's College</c:v>
                  </c:pt>
                  <c:pt idx="431">
                    <c:v>Albion College</c:v>
                  </c:pt>
                  <c:pt idx="432">
                    <c:v>Crimson Technical College</c:v>
                  </c:pt>
                  <c:pt idx="433">
                    <c:v>Concordia College - Moorhead</c:v>
                  </c:pt>
                  <c:pt idx="434">
                    <c:v>University Of La Verne</c:v>
                  </c:pt>
                  <c:pt idx="435">
                    <c:v>Saint John Fisher College</c:v>
                  </c:pt>
                  <c:pt idx="436">
                    <c:v>Belmont Abbey College</c:v>
                  </c:pt>
                  <c:pt idx="437">
                    <c:v>California State University, Los Angeles</c:v>
                  </c:pt>
                  <c:pt idx="438">
                    <c:v>Saint Vincent College &amp; Seminary</c:v>
                  </c:pt>
                  <c:pt idx="439">
                    <c:v>Oberlin College</c:v>
                  </c:pt>
                  <c:pt idx="440">
                    <c:v>Saint Martin's University</c:v>
                  </c:pt>
                  <c:pt idx="441">
                    <c:v>University Of Saint Francis of Joliet, IL</c:v>
                  </c:pt>
                  <c:pt idx="442">
                    <c:v>Curry College</c:v>
                  </c:pt>
                  <c:pt idx="443">
                    <c:v>Long Island University System</c:v>
                  </c:pt>
                  <c:pt idx="444">
                    <c:v>University Of Missouri System And Missouri University Of Science And Technology</c:v>
                  </c:pt>
                  <c:pt idx="445">
                    <c:v>Gonzaga University</c:v>
                  </c:pt>
                  <c:pt idx="446">
                    <c:v>Davidson College</c:v>
                  </c:pt>
                  <c:pt idx="447">
                    <c:v>Adventist University Of Health Sciences</c:v>
                  </c:pt>
                  <c:pt idx="448">
                    <c:v>Covenant College</c:v>
                  </c:pt>
                  <c:pt idx="449">
                    <c:v>Kansas State University</c:v>
                  </c:pt>
                  <c:pt idx="450">
                    <c:v>University Of Alabama In Huntsville</c:v>
                  </c:pt>
                  <c:pt idx="451">
                    <c:v>Conservatory Of Recording Arts &amp; Sciences</c:v>
                  </c:pt>
                  <c:pt idx="452">
                    <c:v>Brigham Young University</c:v>
                  </c:pt>
                  <c:pt idx="453">
                    <c:v>Dickinson State University</c:v>
                  </c:pt>
                  <c:pt idx="454">
                    <c:v>La Sierra University</c:v>
                  </c:pt>
                  <c:pt idx="455">
                    <c:v>University Of Kansas</c:v>
                  </c:pt>
                  <c:pt idx="456">
                    <c:v>Westmont College</c:v>
                  </c:pt>
                  <c:pt idx="457">
                    <c:v>University Of Maryland System (Except University College) And Baltimore City Community College</c:v>
                  </c:pt>
                  <c:pt idx="458">
                    <c:v>Macalester College</c:v>
                  </c:pt>
                  <c:pt idx="459">
                    <c:v>McPherson College</c:v>
                  </c:pt>
                  <c:pt idx="460">
                    <c:v>College Of Saint Rose</c:v>
                  </c:pt>
                  <c:pt idx="461">
                    <c:v>Montana Tech Of The University Of Montana</c:v>
                  </c:pt>
                  <c:pt idx="462">
                    <c:v>Culinary Institute Of America</c:v>
                  </c:pt>
                  <c:pt idx="463">
                    <c:v>University Of Oregon</c:v>
                  </c:pt>
                  <c:pt idx="464">
                    <c:v>Western Michigan University</c:v>
                  </c:pt>
                  <c:pt idx="465">
                    <c:v>Hartwick College</c:v>
                  </c:pt>
                  <c:pt idx="466">
                    <c:v>Ohlone College</c:v>
                  </c:pt>
                  <c:pt idx="467">
                    <c:v>University Of Nevada - Las Vegas</c:v>
                  </c:pt>
                  <c:pt idx="468">
                    <c:v>Monmouth College</c:v>
                  </c:pt>
                  <c:pt idx="469">
                    <c:v>Lasell College</c:v>
                  </c:pt>
                  <c:pt idx="470">
                    <c:v>California State University, Stanislaus</c:v>
                  </c:pt>
                  <c:pt idx="471">
                    <c:v>College Of Staten Island/CUNY</c:v>
                  </c:pt>
                  <c:pt idx="472">
                    <c:v>Pacific Lutheran University</c:v>
                  </c:pt>
                  <c:pt idx="473">
                    <c:v>Loyola University New Orleans</c:v>
                  </c:pt>
                  <c:pt idx="474">
                    <c:v>University Of Nebraska System</c:v>
                  </c:pt>
                  <c:pt idx="475">
                    <c:v>University Of South Florida</c:v>
                  </c:pt>
                  <c:pt idx="476">
                    <c:v>Central Connecticut State University</c:v>
                  </c:pt>
                  <c:pt idx="477">
                    <c:v>Truman State University</c:v>
                  </c:pt>
                  <c:pt idx="478">
                    <c:v>Rockford University</c:v>
                  </c:pt>
                  <c:pt idx="479">
                    <c:v>Cedarville University</c:v>
                  </c:pt>
                  <c:pt idx="480">
                    <c:v>University Of Dallas</c:v>
                  </c:pt>
                  <c:pt idx="481">
                    <c:v>University Of Vermont And State Agricultural College</c:v>
                  </c:pt>
                  <c:pt idx="482">
                    <c:v>Brazosport College</c:v>
                  </c:pt>
                  <c:pt idx="483">
                    <c:v>University Of Texas At Tyler</c:v>
                  </c:pt>
                  <c:pt idx="484">
                    <c:v>Bay Path College</c:v>
                  </c:pt>
                  <c:pt idx="485">
                    <c:v>University Of Nevada , Reno</c:v>
                  </c:pt>
                  <c:pt idx="486">
                    <c:v>Lewis University</c:v>
                  </c:pt>
                  <c:pt idx="487">
                    <c:v>Trocaire College</c:v>
                  </c:pt>
                  <c:pt idx="488">
                    <c:v>John Carroll University</c:v>
                  </c:pt>
                  <c:pt idx="489">
                    <c:v>Le Moyne College</c:v>
                  </c:pt>
                  <c:pt idx="490">
                    <c:v>Mount Mercy University</c:v>
                  </c:pt>
                  <c:pt idx="491">
                    <c:v>Maryland Institute College Of Art</c:v>
                  </c:pt>
                  <c:pt idx="492">
                    <c:v>Fashion Institute Of Technology</c:v>
                  </c:pt>
                  <c:pt idx="493">
                    <c:v>Georgetown College</c:v>
                  </c:pt>
                  <c:pt idx="494">
                    <c:v>State University Of New York At Farmingdale</c:v>
                  </c:pt>
                  <c:pt idx="495">
                    <c:v>Carthage College</c:v>
                  </c:pt>
                  <c:pt idx="496">
                    <c:v>Buena Vista University</c:v>
                  </c:pt>
                  <c:pt idx="497">
                    <c:v>Eastern Washington University</c:v>
                  </c:pt>
                  <c:pt idx="498">
                    <c:v>Morningside College</c:v>
                  </c:pt>
                  <c:pt idx="499">
                    <c:v>Southern Adventist University</c:v>
                  </c:pt>
                  <c:pt idx="500">
                    <c:v>Miami University</c:v>
                  </c:pt>
                  <c:pt idx="501">
                    <c:v>Tuskegee University</c:v>
                  </c:pt>
                  <c:pt idx="502">
                    <c:v>Old Dominion University</c:v>
                  </c:pt>
                  <c:pt idx="503">
                    <c:v>D'Youville College</c:v>
                  </c:pt>
                  <c:pt idx="504">
                    <c:v>Valparaiso University</c:v>
                  </c:pt>
                  <c:pt idx="505">
                    <c:v>St. Catherine University</c:v>
                  </c:pt>
                  <c:pt idx="506">
                    <c:v>Houghton College</c:v>
                  </c:pt>
                  <c:pt idx="507">
                    <c:v>Richard Stockton College Of New Jersey </c:v>
                  </c:pt>
                  <c:pt idx="508">
                    <c:v>SUNY College At Brockport</c:v>
                  </c:pt>
                  <c:pt idx="509">
                    <c:v>CUNY Lehman College</c:v>
                  </c:pt>
                  <c:pt idx="510">
                    <c:v>Bloomsburg University Of Pennsylvania</c:v>
                  </c:pt>
                  <c:pt idx="511">
                    <c:v>University Of Texas At Arlington</c:v>
                  </c:pt>
                  <c:pt idx="512">
                    <c:v>Bridgewater State University</c:v>
                  </c:pt>
                  <c:pt idx="513">
                    <c:v>Ursinus College</c:v>
                  </c:pt>
                  <c:pt idx="514">
                    <c:v>Marymount Manhattan College</c:v>
                  </c:pt>
                  <c:pt idx="515">
                    <c:v>Centenary College Of Louisiana</c:v>
                  </c:pt>
                  <c:pt idx="516">
                    <c:v>Bethany College of Bethany, WV</c:v>
                  </c:pt>
                  <c:pt idx="517">
                    <c:v>Park University</c:v>
                  </c:pt>
                  <c:pt idx="518">
                    <c:v>Centre College Of Kentucky</c:v>
                  </c:pt>
                  <c:pt idx="519">
                    <c:v>Emerson College</c:v>
                  </c:pt>
                  <c:pt idx="520">
                    <c:v>Salem State University</c:v>
                  </c:pt>
                  <c:pt idx="521">
                    <c:v>Abilene Christian University</c:v>
                  </c:pt>
                  <c:pt idx="522">
                    <c:v>West Valley-Mission Community College District</c:v>
                  </c:pt>
                  <c:pt idx="523">
                    <c:v>Mercer University</c:v>
                  </c:pt>
                  <c:pt idx="524">
                    <c:v>Holy Family University</c:v>
                  </c:pt>
                  <c:pt idx="525">
                    <c:v>Regis College</c:v>
                  </c:pt>
                  <c:pt idx="526">
                    <c:v>Houston Baptist University</c:v>
                  </c:pt>
                  <c:pt idx="527">
                    <c:v>Birmingham Southern College</c:v>
                  </c:pt>
                  <c:pt idx="528">
                    <c:v>New School, The</c:v>
                  </c:pt>
                  <c:pt idx="529">
                    <c:v>University Of North Florida</c:v>
                  </c:pt>
                  <c:pt idx="530">
                    <c:v>Elmira College</c:v>
                  </c:pt>
                  <c:pt idx="531">
                    <c:v>Pratt Institute</c:v>
                  </c:pt>
                  <c:pt idx="532">
                    <c:v>Virginia Commonwealth University</c:v>
                  </c:pt>
                  <c:pt idx="533">
                    <c:v>Reed College</c:v>
                  </c:pt>
                  <c:pt idx="534">
                    <c:v>Texas Woman's University</c:v>
                  </c:pt>
                  <c:pt idx="535">
                    <c:v>Northwest Nazarene University</c:v>
                  </c:pt>
                  <c:pt idx="536">
                    <c:v>Merrimack College</c:v>
                  </c:pt>
                  <c:pt idx="537">
                    <c:v>Northwest University</c:v>
                  </c:pt>
                  <c:pt idx="538">
                    <c:v>School Of The Art Institute Of Chicago</c:v>
                  </c:pt>
                  <c:pt idx="539">
                    <c:v>Hampton University</c:v>
                  </c:pt>
                  <c:pt idx="540">
                    <c:v>Saint Peter's University</c:v>
                  </c:pt>
                  <c:pt idx="541">
                    <c:v>Poster &amp; Chester Institute</c:v>
                  </c:pt>
                  <c:pt idx="542">
                    <c:v>Northwestern College of Orange City, IA</c:v>
                  </c:pt>
                  <c:pt idx="543">
                    <c:v>University Of North Georgia</c:v>
                  </c:pt>
                  <c:pt idx="544">
                    <c:v>Albright College</c:v>
                  </c:pt>
                  <c:pt idx="545">
                    <c:v>Campbell University</c:v>
                  </c:pt>
                  <c:pt idx="546">
                    <c:v>Lewis &amp; Clark College</c:v>
                  </c:pt>
                  <c:pt idx="547">
                    <c:v>Misericordia  University</c:v>
                  </c:pt>
                  <c:pt idx="548">
                    <c:v>Central College</c:v>
                  </c:pt>
                  <c:pt idx="549">
                    <c:v>College Of Saint Elizabeth</c:v>
                  </c:pt>
                  <c:pt idx="550">
                    <c:v>Florida Atlantic University</c:v>
                  </c:pt>
                  <c:pt idx="551">
                    <c:v>University Of Mount Union</c:v>
                  </c:pt>
                  <c:pt idx="552">
                    <c:v>Otterbein University</c:v>
                  </c:pt>
                  <c:pt idx="553">
                    <c:v>California State University, Fresno</c:v>
                  </c:pt>
                  <c:pt idx="554">
                    <c:v>Delaware Valley College Of Science &amp; Agriculture</c:v>
                  </c:pt>
                  <c:pt idx="555">
                    <c:v>Randolph - Macon College</c:v>
                  </c:pt>
                  <c:pt idx="556">
                    <c:v>Concordia University of Irvine, CA</c:v>
                  </c:pt>
                  <c:pt idx="557">
                    <c:v>Sweet Briar College</c:v>
                  </c:pt>
                  <c:pt idx="558">
                    <c:v>Pittsburgh Institute Of Aeronautics</c:v>
                  </c:pt>
                  <c:pt idx="559">
                    <c:v>Simpson University</c:v>
                  </c:pt>
                  <c:pt idx="560">
                    <c:v>New Jersey City University</c:v>
                  </c:pt>
                  <c:pt idx="561">
                    <c:v>George Fox University</c:v>
                  </c:pt>
                  <c:pt idx="562">
                    <c:v>University Of Michigan - Flint</c:v>
                  </c:pt>
                  <c:pt idx="563">
                    <c:v>Saint Ambrose University</c:v>
                  </c:pt>
                  <c:pt idx="564">
                    <c:v>Northern Virginia Community College</c:v>
                  </c:pt>
                  <c:pt idx="565">
                    <c:v>Biola University</c:v>
                  </c:pt>
                  <c:pt idx="566">
                    <c:v>Southern Connecticut State University</c:v>
                  </c:pt>
                  <c:pt idx="567">
                    <c:v>Eastern Illinois University</c:v>
                  </c:pt>
                  <c:pt idx="568">
                    <c:v>Southern New Hampshire University</c:v>
                  </c:pt>
                  <c:pt idx="569">
                    <c:v>Franklin University</c:v>
                  </c:pt>
                  <c:pt idx="570">
                    <c:v>Millikin University</c:v>
                  </c:pt>
                  <c:pt idx="571">
                    <c:v>Andrews University</c:v>
                  </c:pt>
                  <c:pt idx="572">
                    <c:v>SUNY Empire State College</c:v>
                  </c:pt>
                  <c:pt idx="573">
                    <c:v>Union University</c:v>
                  </c:pt>
                  <c:pt idx="574">
                    <c:v>Niagara University</c:v>
                  </c:pt>
                  <c:pt idx="575">
                    <c:v>Midland College</c:v>
                  </c:pt>
                  <c:pt idx="576">
                    <c:v>Hesston College</c:v>
                  </c:pt>
                  <c:pt idx="577">
                    <c:v>SUNY College At Oneonta</c:v>
                  </c:pt>
                  <c:pt idx="578">
                    <c:v>Ouachita Baptist University</c:v>
                  </c:pt>
                  <c:pt idx="579">
                    <c:v>La Roche College</c:v>
                  </c:pt>
                  <c:pt idx="580">
                    <c:v>Columbus College Of Art &amp; Design</c:v>
                  </c:pt>
                  <c:pt idx="581">
                    <c:v>Knox College</c:v>
                  </c:pt>
                  <c:pt idx="582">
                    <c:v>Triangle Tech</c:v>
                  </c:pt>
                  <c:pt idx="583">
                    <c:v>John Brown University</c:v>
                  </c:pt>
                  <c:pt idx="584">
                    <c:v>Texas A&amp;M International University</c:v>
                  </c:pt>
                  <c:pt idx="585">
                    <c:v>Wittenberg University</c:v>
                  </c:pt>
                  <c:pt idx="586">
                    <c:v>Maryville University Of Saint Louis</c:v>
                  </c:pt>
                  <c:pt idx="587">
                    <c:v>East Stroudsburg University Of Pennsylvania</c:v>
                  </c:pt>
                  <c:pt idx="588">
                    <c:v>Colby-Sawyer College</c:v>
                  </c:pt>
                  <c:pt idx="589">
                    <c:v>SUNY At Fredonia</c:v>
                  </c:pt>
                  <c:pt idx="590">
                    <c:v>Belhaven University</c:v>
                  </c:pt>
                  <c:pt idx="591">
                    <c:v>Lawrence University Of Wisconsin</c:v>
                  </c:pt>
                  <c:pt idx="592">
                    <c:v>Central Washington University</c:v>
                  </c:pt>
                  <c:pt idx="593">
                    <c:v>University Of North Carolina - Charlotte</c:v>
                  </c:pt>
                  <c:pt idx="594">
                    <c:v>Samford University</c:v>
                  </c:pt>
                  <c:pt idx="595">
                    <c:v>Greenville College</c:v>
                  </c:pt>
                  <c:pt idx="596">
                    <c:v>Bismarck State College</c:v>
                  </c:pt>
                  <c:pt idx="597">
                    <c:v>University Of Alabama</c:v>
                  </c:pt>
                  <c:pt idx="598">
                    <c:v>Cornell College</c:v>
                  </c:pt>
                  <c:pt idx="599">
                    <c:v>Madonna University</c:v>
                  </c:pt>
                  <c:pt idx="600">
                    <c:v>Notre Dame Of Maryland University</c:v>
                  </c:pt>
                  <c:pt idx="601">
                    <c:v>Doane College</c:v>
                  </c:pt>
                  <c:pt idx="602">
                    <c:v>Louisiana State University System</c:v>
                  </c:pt>
                  <c:pt idx="603">
                    <c:v>State University Of New York College At Plattsburgh</c:v>
                  </c:pt>
                  <c:pt idx="604">
                    <c:v>Champlain College</c:v>
                  </c:pt>
                  <c:pt idx="605">
                    <c:v>University Of Mary Hardin-Baylor</c:v>
                  </c:pt>
                  <c:pt idx="606">
                    <c:v>Southwestern University</c:v>
                  </c:pt>
                  <c:pt idx="607">
                    <c:v>SUNY College At Old Westbury</c:v>
                  </c:pt>
                  <c:pt idx="608">
                    <c:v>Reinhardt University</c:v>
                  </c:pt>
                  <c:pt idx="609">
                    <c:v>Brigham Young University - Hawaii</c:v>
                  </c:pt>
                  <c:pt idx="610">
                    <c:v>San Mateo County Community College District</c:v>
                  </c:pt>
                  <c:pt idx="611">
                    <c:v>Northwood University</c:v>
                  </c:pt>
                  <c:pt idx="612">
                    <c:v>Worcester State University</c:v>
                  </c:pt>
                  <c:pt idx="613">
                    <c:v>Texas State University</c:v>
                  </c:pt>
                  <c:pt idx="614">
                    <c:v>University Of Texas At El Paso</c:v>
                  </c:pt>
                  <c:pt idx="615">
                    <c:v>St. Edward's University</c:v>
                  </c:pt>
                  <c:pt idx="616">
                    <c:v>Colorado State University-Pueblo</c:v>
                  </c:pt>
                  <c:pt idx="617">
                    <c:v>Gwynedd Mercy University</c:v>
                  </c:pt>
                  <c:pt idx="618">
                    <c:v>Devry University, Devry Institute Of Technology And Denver Technical College</c:v>
                  </c:pt>
                  <c:pt idx="619">
                    <c:v>University Of Texas Of The Permian Basin</c:v>
                  </c:pt>
                  <c:pt idx="620">
                    <c:v>Tennessee Technological University</c:v>
                  </c:pt>
                  <c:pt idx="621">
                    <c:v>Western Illinois University</c:v>
                  </c:pt>
                  <c:pt idx="622">
                    <c:v>Grace College And Theological Seminary</c:v>
                  </c:pt>
                  <c:pt idx="623">
                    <c:v>Wesley College</c:v>
                  </c:pt>
                  <c:pt idx="624">
                    <c:v>SUNY College At Purchase</c:v>
                  </c:pt>
                  <c:pt idx="625">
                    <c:v>Eckerd College</c:v>
                  </c:pt>
                  <c:pt idx="626">
                    <c:v>Illinois College</c:v>
                  </c:pt>
                  <c:pt idx="627">
                    <c:v>Nova Southeastern University</c:v>
                  </c:pt>
                  <c:pt idx="628">
                    <c:v>Portland State University</c:v>
                  </c:pt>
                  <c:pt idx="629">
                    <c:v>Florida Southern College</c:v>
                  </c:pt>
                  <c:pt idx="630">
                    <c:v>Cabrini College</c:v>
                  </c:pt>
                  <c:pt idx="631">
                    <c:v>Kennesaw State University</c:v>
                  </c:pt>
                  <c:pt idx="632">
                    <c:v>Montana State University - Northern</c:v>
                  </c:pt>
                  <c:pt idx="633">
                    <c:v>University Of New Haven</c:v>
                  </c:pt>
                  <c:pt idx="634">
                    <c:v>Weber State University</c:v>
                  </c:pt>
                  <c:pt idx="635">
                    <c:v>Beloit College</c:v>
                  </c:pt>
                  <c:pt idx="636">
                    <c:v>Franklin College Of Indiana</c:v>
                  </c:pt>
                  <c:pt idx="637">
                    <c:v>Texas A&amp;M University - Corpus Christi</c:v>
                  </c:pt>
                  <c:pt idx="638">
                    <c:v>Lynn University</c:v>
                  </c:pt>
                  <c:pt idx="639">
                    <c:v>University Of Idaho</c:v>
                  </c:pt>
                  <c:pt idx="640">
                    <c:v>Southwestern College</c:v>
                  </c:pt>
                  <c:pt idx="641">
                    <c:v>University Of Mississippi</c:v>
                  </c:pt>
                  <c:pt idx="642">
                    <c:v>Central Michigan University</c:v>
                  </c:pt>
                  <c:pt idx="643">
                    <c:v>New York City College Of Technology Of The City University Of New</c:v>
                  </c:pt>
                  <c:pt idx="644">
                    <c:v>Bard College</c:v>
                  </c:pt>
                  <c:pt idx="645">
                    <c:v>Waynesburg University</c:v>
                  </c:pt>
                  <c:pt idx="646">
                    <c:v>Plymouth State University Of The University System Of New Hampshire</c:v>
                  </c:pt>
                  <c:pt idx="647">
                    <c:v>Trinity Christian College</c:v>
                  </c:pt>
                  <c:pt idx="648">
                    <c:v>Goshen College</c:v>
                  </c:pt>
                  <c:pt idx="649">
                    <c:v>Dominican University</c:v>
                  </c:pt>
                  <c:pt idx="650">
                    <c:v>Grand Valley State University</c:v>
                  </c:pt>
                  <c:pt idx="651">
                    <c:v>California State University, San Marcos</c:v>
                  </c:pt>
                  <c:pt idx="652">
                    <c:v>Hardin-Simmons University</c:v>
                  </c:pt>
                  <c:pt idx="653">
                    <c:v>Alma College</c:v>
                  </c:pt>
                  <c:pt idx="654">
                    <c:v>Universal Technical Institute of Rancho Cucamonga, CA</c:v>
                  </c:pt>
                  <c:pt idx="655">
                    <c:v>Linfield College</c:v>
                  </c:pt>
                  <c:pt idx="656">
                    <c:v>Warren County Community College</c:v>
                  </c:pt>
                  <c:pt idx="657">
                    <c:v>North Park University</c:v>
                  </c:pt>
                  <c:pt idx="658">
                    <c:v>Concordia University Texas</c:v>
                  </c:pt>
                  <c:pt idx="659">
                    <c:v>Hilbert College</c:v>
                  </c:pt>
                  <c:pt idx="660">
                    <c:v>Wartburg College</c:v>
                  </c:pt>
                  <c:pt idx="661">
                    <c:v>Barry University</c:v>
                  </c:pt>
                  <c:pt idx="662">
                    <c:v>Pittsburg State University</c:v>
                  </c:pt>
                  <c:pt idx="663">
                    <c:v>University Of Northern Colorado</c:v>
                  </c:pt>
                  <c:pt idx="664">
                    <c:v>Bellevue College</c:v>
                  </c:pt>
                  <c:pt idx="665">
                    <c:v>Shenandoah University</c:v>
                  </c:pt>
                  <c:pt idx="666">
                    <c:v>Westfield State University</c:v>
                  </c:pt>
                  <c:pt idx="667">
                    <c:v>Thomas College</c:v>
                  </c:pt>
                  <c:pt idx="668">
                    <c:v>University Of North Texas</c:v>
                  </c:pt>
                  <c:pt idx="669">
                    <c:v>University Of Texas At San Antonio</c:v>
                  </c:pt>
                  <c:pt idx="670">
                    <c:v>Montgomery College</c:v>
                  </c:pt>
                  <c:pt idx="671">
                    <c:v>Colorado Mesa University</c:v>
                  </c:pt>
                  <c:pt idx="672">
                    <c:v>Asbury College</c:v>
                  </c:pt>
                  <c:pt idx="673">
                    <c:v>Odessa College</c:v>
                  </c:pt>
                  <c:pt idx="674">
                    <c:v>Rollins College</c:v>
                  </c:pt>
                  <c:pt idx="675">
                    <c:v>University Of Tulsa </c:v>
                  </c:pt>
                  <c:pt idx="676">
                    <c:v>Bergen Community College</c:v>
                  </c:pt>
                  <c:pt idx="677">
                    <c:v>Sam Houston State University</c:v>
                  </c:pt>
                  <c:pt idx="678">
                    <c:v>College Of Charleston</c:v>
                  </c:pt>
                  <c:pt idx="679">
                    <c:v>Alfred University</c:v>
                  </c:pt>
                  <c:pt idx="680">
                    <c:v>Master's College &amp; Seminary </c:v>
                  </c:pt>
                  <c:pt idx="681">
                    <c:v>Hollins University</c:v>
                  </c:pt>
                  <c:pt idx="682">
                    <c:v>Wharton County Junior College</c:v>
                  </c:pt>
                  <c:pt idx="683">
                    <c:v>Roosevelt University</c:v>
                  </c:pt>
                  <c:pt idx="684">
                    <c:v>Fashion Institute Of Design &amp; Merchandising</c:v>
                  </c:pt>
                  <c:pt idx="685">
                    <c:v>Wisconsin Lutheran College</c:v>
                  </c:pt>
                  <c:pt idx="686">
                    <c:v>University Of West Florida </c:v>
                  </c:pt>
                  <c:pt idx="687">
                    <c:v>Bloomfield College</c:v>
                  </c:pt>
                  <c:pt idx="688">
                    <c:v>Tarleton State University</c:v>
                  </c:pt>
                  <c:pt idx="689">
                    <c:v>Georgian Court University</c:v>
                  </c:pt>
                  <c:pt idx="690">
                    <c:v>Northwest Iowa Community College</c:v>
                  </c:pt>
                  <c:pt idx="691">
                    <c:v>Multnomah University</c:v>
                  </c:pt>
                  <c:pt idx="692">
                    <c:v>MacMurray College</c:v>
                  </c:pt>
                  <c:pt idx="693">
                    <c:v>Georgia State University</c:v>
                  </c:pt>
                  <c:pt idx="694">
                    <c:v>Florida Gulf Coast University</c:v>
                  </c:pt>
                  <c:pt idx="695">
                    <c:v>ETI School Of Skilled Trades</c:v>
                  </c:pt>
                  <c:pt idx="696">
                    <c:v>Concordia University - Saint Paul</c:v>
                  </c:pt>
                  <c:pt idx="697">
                    <c:v>CUNY York College</c:v>
                  </c:pt>
                  <c:pt idx="698">
                    <c:v>University Of Evansville</c:v>
                  </c:pt>
                  <c:pt idx="699">
                    <c:v>Sul Ross State University</c:v>
                  </c:pt>
                  <c:pt idx="700">
                    <c:v>Hannibal - Lagrange University</c:v>
                  </c:pt>
                  <c:pt idx="701">
                    <c:v>Midwestern State University</c:v>
                  </c:pt>
                  <c:pt idx="702">
                    <c:v>Millersville University Of Pennsylvania</c:v>
                  </c:pt>
                  <c:pt idx="703">
                    <c:v>University Of Wisconsin System</c:v>
                  </c:pt>
                  <c:pt idx="704">
                    <c:v>Post University</c:v>
                  </c:pt>
                  <c:pt idx="705">
                    <c:v>Louisiana College</c:v>
                  </c:pt>
                  <c:pt idx="706">
                    <c:v>Freed Hardeman University</c:v>
                  </c:pt>
                  <c:pt idx="707">
                    <c:v>Montana State University Bozeman</c:v>
                  </c:pt>
                  <c:pt idx="708">
                    <c:v>Methodist University</c:v>
                  </c:pt>
                  <c:pt idx="709">
                    <c:v>Radford University</c:v>
                  </c:pt>
                  <c:pt idx="710">
                    <c:v>Williston State College</c:v>
                  </c:pt>
                  <c:pt idx="711">
                    <c:v>Susquehanna University</c:v>
                  </c:pt>
                  <c:pt idx="712">
                    <c:v>Glendale Community College</c:v>
                  </c:pt>
                  <c:pt idx="713">
                    <c:v>Saint Norbert College</c:v>
                  </c:pt>
                  <c:pt idx="714">
                    <c:v>Hawaii Pacific University</c:v>
                  </c:pt>
                  <c:pt idx="715">
                    <c:v>Chaminade University Of Honolulu</c:v>
                  </c:pt>
                  <c:pt idx="716">
                    <c:v>Minot State University</c:v>
                  </c:pt>
                  <c:pt idx="717">
                    <c:v>Christopher Newport University</c:v>
                  </c:pt>
                  <c:pt idx="718">
                    <c:v>Raritan Valley Community College</c:v>
                  </c:pt>
                  <c:pt idx="719">
                    <c:v>Catawba College</c:v>
                  </c:pt>
                  <c:pt idx="720">
                    <c:v>University Of South Dakota, South Dakota State Universities And South Dakota School Of Mines And Technology</c:v>
                  </c:pt>
                  <c:pt idx="721">
                    <c:v>College Of Our Lady Of The Elms</c:v>
                  </c:pt>
                  <c:pt idx="722">
                    <c:v>Defiance College</c:v>
                  </c:pt>
                  <c:pt idx="723">
                    <c:v>Western Oregon University</c:v>
                  </c:pt>
                  <c:pt idx="724">
                    <c:v>Nassau Community College</c:v>
                  </c:pt>
                  <c:pt idx="725">
                    <c:v>Stephen F Austin State University</c:v>
                  </c:pt>
                  <c:pt idx="726">
                    <c:v>Oakland University</c:v>
                  </c:pt>
                  <c:pt idx="727">
                    <c:v>Hope College</c:v>
                  </c:pt>
                  <c:pt idx="728">
                    <c:v>Hastings College</c:v>
                  </c:pt>
                  <c:pt idx="729">
                    <c:v>Springfield College</c:v>
                  </c:pt>
                  <c:pt idx="730">
                    <c:v>West Virginia University, West Virginia University Institute Of Technology, West Virginia University - Parkersburg, And Potomac State College</c:v>
                  </c:pt>
                  <c:pt idx="731">
                    <c:v>Alderson Broaddus University</c:v>
                  </c:pt>
                  <c:pt idx="732">
                    <c:v>University Of Tennessee System</c:v>
                  </c:pt>
                  <c:pt idx="733">
                    <c:v>Lamar University</c:v>
                  </c:pt>
                  <c:pt idx="734">
                    <c:v>Longwood University</c:v>
                  </c:pt>
                  <c:pt idx="735">
                    <c:v>California State University, Dominguez Hills</c:v>
                  </c:pt>
                  <c:pt idx="736">
                    <c:v>University Of Maryland University College</c:v>
                  </c:pt>
                  <c:pt idx="737">
                    <c:v>Bennett College</c:v>
                  </c:pt>
                  <c:pt idx="738">
                    <c:v>Florida Agricultural &amp; Mechanical University</c:v>
                  </c:pt>
                  <c:pt idx="739">
                    <c:v>SUNY College At Oswego</c:v>
                  </c:pt>
                  <c:pt idx="740">
                    <c:v>Gannon University</c:v>
                  </c:pt>
                  <c:pt idx="741">
                    <c:v>Lindenwood University</c:v>
                  </c:pt>
                  <c:pt idx="742">
                    <c:v>San Jacinto Community College District</c:v>
                  </c:pt>
                  <c:pt idx="743">
                    <c:v>Culver-Stockton College</c:v>
                  </c:pt>
                  <c:pt idx="744">
                    <c:v>Hiram College</c:v>
                  </c:pt>
                  <c:pt idx="745">
                    <c:v>Our Lady Of Holy Cross College</c:v>
                  </c:pt>
                  <c:pt idx="746">
                    <c:v>Berkeley College of New York, NY</c:v>
                  </c:pt>
                  <c:pt idx="747">
                    <c:v>High Point University</c:v>
                  </c:pt>
                  <c:pt idx="748">
                    <c:v>SUNY Westchester Community College</c:v>
                  </c:pt>
                  <c:pt idx="749">
                    <c:v>Emory &amp; Henry College</c:v>
                  </c:pt>
                  <c:pt idx="750">
                    <c:v>Oklahoma City University</c:v>
                  </c:pt>
                  <c:pt idx="751">
                    <c:v>Edgewood College</c:v>
                  </c:pt>
                  <c:pt idx="752">
                    <c:v>Tulsa Welding School</c:v>
                  </c:pt>
                  <c:pt idx="753">
                    <c:v>Carroll University</c:v>
                  </c:pt>
                  <c:pt idx="754">
                    <c:v>University Of Sioux Falls</c:v>
                  </c:pt>
                  <c:pt idx="755">
                    <c:v>Carlow University</c:v>
                  </c:pt>
                  <c:pt idx="756">
                    <c:v>Texas A&amp;M University - Kingsville</c:v>
                  </c:pt>
                  <c:pt idx="757">
                    <c:v>University Of West Georgia</c:v>
                  </c:pt>
                  <c:pt idx="758">
                    <c:v>Taylor University</c:v>
                  </c:pt>
                  <c:pt idx="759">
                    <c:v>Coast Community College District</c:v>
                  </c:pt>
                  <c:pt idx="760">
                    <c:v>McMurry University</c:v>
                  </c:pt>
                  <c:pt idx="761">
                    <c:v>Oklahoma Panhandle State University</c:v>
                  </c:pt>
                  <c:pt idx="762">
                    <c:v>Louisiana Tech University</c:v>
                  </c:pt>
                  <c:pt idx="763">
                    <c:v>West Texas A&amp;M University</c:v>
                  </c:pt>
                  <c:pt idx="764">
                    <c:v>Moody Bible Institute</c:v>
                  </c:pt>
                  <c:pt idx="765">
                    <c:v>Southern Oregon University</c:v>
                  </c:pt>
                  <c:pt idx="766">
                    <c:v>Nyack College</c:v>
                  </c:pt>
                  <c:pt idx="767">
                    <c:v>Taft College</c:v>
                  </c:pt>
                  <c:pt idx="768">
                    <c:v>Highline Community College</c:v>
                  </c:pt>
                  <c:pt idx="769">
                    <c:v>Shorter University</c:v>
                  </c:pt>
                  <c:pt idx="770">
                    <c:v>Oklahoma Christian University</c:v>
                  </c:pt>
                  <c:pt idx="771">
                    <c:v>Burlington County College - Pemberton Campus</c:v>
                  </c:pt>
                  <c:pt idx="772">
                    <c:v>Southwestern Adventist University</c:v>
                  </c:pt>
                  <c:pt idx="773">
                    <c:v>University Of New England</c:v>
                  </c:pt>
                  <c:pt idx="774">
                    <c:v>Nashua Community College</c:v>
                  </c:pt>
                  <c:pt idx="775">
                    <c:v>Kutztown University Of Pennsylvania</c:v>
                  </c:pt>
                  <c:pt idx="776">
                    <c:v>Agnes Scott College</c:v>
                  </c:pt>
                  <c:pt idx="777">
                    <c:v>Saint Mary's University Of Minnesota</c:v>
                  </c:pt>
                  <c:pt idx="778">
                    <c:v>Missouri State University</c:v>
                  </c:pt>
                  <c:pt idx="779">
                    <c:v>Bowling Green State University</c:v>
                  </c:pt>
                  <c:pt idx="780">
                    <c:v>Geneva College</c:v>
                  </c:pt>
                  <c:pt idx="781">
                    <c:v>Baptist Bible College</c:v>
                  </c:pt>
                  <c:pt idx="782">
                    <c:v>Howard Payne University</c:v>
                  </c:pt>
                  <c:pt idx="783">
                    <c:v>Mississippi State University</c:v>
                  </c:pt>
                  <c:pt idx="784">
                    <c:v>Saginaw Valley State University</c:v>
                  </c:pt>
                  <c:pt idx="785">
                    <c:v>Dillard University</c:v>
                  </c:pt>
                  <c:pt idx="786">
                    <c:v>New Castle School Of Trades</c:v>
                  </c:pt>
                  <c:pt idx="787">
                    <c:v>Eastern Connecticut State University</c:v>
                  </c:pt>
                  <c:pt idx="788">
                    <c:v>Judson University</c:v>
                  </c:pt>
                  <c:pt idx="789">
                    <c:v>Guilford College</c:v>
                  </c:pt>
                  <c:pt idx="790">
                    <c:v>Southeast Technical Institute</c:v>
                  </c:pt>
                  <c:pt idx="791">
                    <c:v>Southwestern Oklahoma State University</c:v>
                  </c:pt>
                  <c:pt idx="792">
                    <c:v>Pierce College</c:v>
                  </c:pt>
                  <c:pt idx="793">
                    <c:v>University Of Louisiana At Lafayette</c:v>
                  </c:pt>
                  <c:pt idx="794">
                    <c:v>College Of Wooster </c:v>
                  </c:pt>
                  <c:pt idx="795">
                    <c:v>Queensborough Community College-CUNY</c:v>
                  </c:pt>
                  <c:pt idx="796">
                    <c:v>Muskingum University</c:v>
                  </c:pt>
                  <c:pt idx="797">
                    <c:v>College Of Westchester </c:v>
                  </c:pt>
                  <c:pt idx="798">
                    <c:v>Walla Walla University</c:v>
                  </c:pt>
                  <c:pt idx="799">
                    <c:v>Quincy University</c:v>
                  </c:pt>
                  <c:pt idx="800">
                    <c:v>Keene State College</c:v>
                  </c:pt>
                  <c:pt idx="801">
                    <c:v>Green River Community College</c:v>
                  </c:pt>
                  <c:pt idx="802">
                    <c:v>Lenoir-Rhyne University</c:v>
                  </c:pt>
                  <c:pt idx="803">
                    <c:v>Mcneese State University</c:v>
                  </c:pt>
                  <c:pt idx="804">
                    <c:v>Colorado Northwestern Community College</c:v>
                  </c:pt>
                  <c:pt idx="805">
                    <c:v>Prince George's Community College</c:v>
                  </c:pt>
                  <c:pt idx="806">
                    <c:v>Technical Career Institutes</c:v>
                  </c:pt>
                  <c:pt idx="807">
                    <c:v>Massachusetts College Of Art And Design</c:v>
                  </c:pt>
                  <c:pt idx="808">
                    <c:v>Belmont University</c:v>
                  </c:pt>
                  <c:pt idx="809">
                    <c:v>University Of Central Arkansas</c:v>
                  </c:pt>
                  <c:pt idx="810">
                    <c:v>University Of Texas - Pan American</c:v>
                  </c:pt>
                  <c:pt idx="811">
                    <c:v>Shoreline Community College</c:v>
                  </c:pt>
                  <c:pt idx="812">
                    <c:v>University Of North Carolina At Wilmington </c:v>
                  </c:pt>
                  <c:pt idx="813">
                    <c:v>Advanced Technology Institute</c:v>
                  </c:pt>
                  <c:pt idx="814">
                    <c:v>New Mexico Junior College</c:v>
                  </c:pt>
                  <c:pt idx="815">
                    <c:v>Foothill-Deanza Community College District</c:v>
                  </c:pt>
                  <c:pt idx="816">
                    <c:v>Coyne College</c:v>
                  </c:pt>
                  <c:pt idx="817">
                    <c:v>San Francisco Community College District</c:v>
                  </c:pt>
                  <c:pt idx="818">
                    <c:v>Anne Arundel Community College</c:v>
                  </c:pt>
                  <c:pt idx="819">
                    <c:v>Irvine Valley College</c:v>
                  </c:pt>
                  <c:pt idx="820">
                    <c:v>Berklee College Of Music</c:v>
                  </c:pt>
                  <c:pt idx="821">
                    <c:v>McHenry County College</c:v>
                  </c:pt>
                  <c:pt idx="822">
                    <c:v>Manor College</c:v>
                  </c:pt>
                  <c:pt idx="823">
                    <c:v>Lamar Institute Of Technology</c:v>
                  </c:pt>
                  <c:pt idx="824">
                    <c:v>Minneapolis College Of Art &amp; Design</c:v>
                  </c:pt>
                  <c:pt idx="825">
                    <c:v>Linn State Technical College</c:v>
                  </c:pt>
                  <c:pt idx="826">
                    <c:v>Saint Joseph's College of Rensselaer, IN</c:v>
                  </c:pt>
                  <c:pt idx="827">
                    <c:v>Valley City State University</c:v>
                  </c:pt>
                  <c:pt idx="828">
                    <c:v>University Of The Incarnate Word</c:v>
                  </c:pt>
                  <c:pt idx="829">
                    <c:v>Wayne State University</c:v>
                  </c:pt>
                  <c:pt idx="830">
                    <c:v>Georgia Southern University</c:v>
                  </c:pt>
                  <c:pt idx="831">
                    <c:v>University Of Central Oklahoma</c:v>
                  </c:pt>
                  <c:pt idx="832">
                    <c:v>East Carolina University</c:v>
                  </c:pt>
                  <c:pt idx="833">
                    <c:v>Medaille College</c:v>
                  </c:pt>
                  <c:pt idx="834">
                    <c:v>Santa Rosa Junior College</c:v>
                  </c:pt>
                  <c:pt idx="835">
                    <c:v>Santa Monica College</c:v>
                  </c:pt>
                  <c:pt idx="836">
                    <c:v>Eureka College</c:v>
                  </c:pt>
                  <c:pt idx="837">
                    <c:v>Pennsylvania College Of Technology</c:v>
                  </c:pt>
                  <c:pt idx="838">
                    <c:v>Berkeley College of Woodland Park, NJ</c:v>
                  </c:pt>
                  <c:pt idx="839">
                    <c:v>San Jose-Evergreen Community College District</c:v>
                  </c:pt>
                  <c:pt idx="840">
                    <c:v>Rhode Island College</c:v>
                  </c:pt>
                  <c:pt idx="841">
                    <c:v>Palm Beach Atlantic University</c:v>
                  </c:pt>
                  <c:pt idx="842">
                    <c:v>Thomas More College</c:v>
                  </c:pt>
                  <c:pt idx="843">
                    <c:v>Grand View University</c:v>
                  </c:pt>
                  <c:pt idx="844">
                    <c:v>Graceland University</c:v>
                  </c:pt>
                  <c:pt idx="845">
                    <c:v>DeSales University</c:v>
                  </c:pt>
                  <c:pt idx="846">
                    <c:v>Quincy College</c:v>
                  </c:pt>
                  <c:pt idx="847">
                    <c:v>Wheeling Jesuit University</c:v>
                  </c:pt>
                  <c:pt idx="848">
                    <c:v>Alvin Community College</c:v>
                  </c:pt>
                  <c:pt idx="849">
                    <c:v>Casper College</c:v>
                  </c:pt>
                  <c:pt idx="850">
                    <c:v>Eastern Mennonite University</c:v>
                  </c:pt>
                  <c:pt idx="851">
                    <c:v>University Of Alaska System</c:v>
                  </c:pt>
                  <c:pt idx="852">
                    <c:v>Saint Leo University</c:v>
                  </c:pt>
                  <c:pt idx="853">
                    <c:v>Norwalk Community College</c:v>
                  </c:pt>
                  <c:pt idx="854">
                    <c:v>Central Texas College District</c:v>
                  </c:pt>
                  <c:pt idx="855">
                    <c:v>Middlesex Community College of Middletown, CT</c:v>
                  </c:pt>
                  <c:pt idx="856">
                    <c:v>Briarcliffe College</c:v>
                  </c:pt>
                  <c:pt idx="857">
                    <c:v>Lee College</c:v>
                  </c:pt>
                  <c:pt idx="858">
                    <c:v>Southern Illinois University At Carbondale</c:v>
                  </c:pt>
                  <c:pt idx="859">
                    <c:v>Rockland Community College</c:v>
                  </c:pt>
                  <c:pt idx="860">
                    <c:v>Felician College</c:v>
                  </c:pt>
                  <c:pt idx="861">
                    <c:v>Eastern Michigan University</c:v>
                  </c:pt>
                  <c:pt idx="862">
                    <c:v>Martin Methodist College</c:v>
                  </c:pt>
                  <c:pt idx="863">
                    <c:v>Victoria College</c:v>
                  </c:pt>
                  <c:pt idx="864">
                    <c:v>University Of Virginia's College At Wise </c:v>
                  </c:pt>
                  <c:pt idx="865">
                    <c:v>Southern Illinois University Edwardsville</c:v>
                  </c:pt>
                  <c:pt idx="866">
                    <c:v>Mississippi College</c:v>
                  </c:pt>
                  <c:pt idx="867">
                    <c:v>Art Institute Of Portland </c:v>
                  </c:pt>
                  <c:pt idx="868">
                    <c:v>Washington Adventist University</c:v>
                  </c:pt>
                  <c:pt idx="869">
                    <c:v>Ringling College Of Art &amp; Design</c:v>
                  </c:pt>
                  <c:pt idx="870">
                    <c:v>Edmonds Community College</c:v>
                  </c:pt>
                  <c:pt idx="871">
                    <c:v>Savannah College Of Art And Design</c:v>
                  </c:pt>
                  <c:pt idx="872">
                    <c:v>Art Institute Of Seattle </c:v>
                  </c:pt>
                  <c:pt idx="873">
                    <c:v>Suffolk County Community College</c:v>
                  </c:pt>
                  <c:pt idx="874">
                    <c:v>South Seattle Community College</c:v>
                  </c:pt>
                  <c:pt idx="875">
                    <c:v>St. Bonaventure University</c:v>
                  </c:pt>
                  <c:pt idx="876">
                    <c:v>Mount Marty College</c:v>
                  </c:pt>
                  <c:pt idx="877">
                    <c:v>Nicholls State University</c:v>
                  </c:pt>
                  <c:pt idx="878">
                    <c:v>Fort Hays State University</c:v>
                  </c:pt>
                  <c:pt idx="879">
                    <c:v>Northern Michigan University</c:v>
                  </c:pt>
                  <c:pt idx="880">
                    <c:v>University Of Detroit Mercy</c:v>
                  </c:pt>
                  <c:pt idx="881">
                    <c:v>ITT Technical Institute</c:v>
                  </c:pt>
                  <c:pt idx="882">
                    <c:v>College Of Southern Maryland</c:v>
                  </c:pt>
                  <c:pt idx="883">
                    <c:v>Harding University</c:v>
                  </c:pt>
                  <c:pt idx="884">
                    <c:v>University Of North Carolina - Greensboro</c:v>
                  </c:pt>
                  <c:pt idx="885">
                    <c:v>Santa Barbara City College</c:v>
                  </c:pt>
                  <c:pt idx="886">
                    <c:v>Webster University</c:v>
                  </c:pt>
                  <c:pt idx="887">
                    <c:v>Florida College</c:v>
                  </c:pt>
                  <c:pt idx="888">
                    <c:v>Armstrong Atlantic State University</c:v>
                  </c:pt>
                  <c:pt idx="889">
                    <c:v>County College Of Morris</c:v>
                  </c:pt>
                  <c:pt idx="890">
                    <c:v>Bethany College of Lindsborg, KS</c:v>
                  </c:pt>
                  <c:pt idx="891">
                    <c:v>Ferris State University</c:v>
                  </c:pt>
                  <c:pt idx="892">
                    <c:v>Olivet Nazarene University</c:v>
                  </c:pt>
                  <c:pt idx="893">
                    <c:v>Utah Valley University</c:v>
                  </c:pt>
                  <c:pt idx="894">
                    <c:v>Georgia College &amp; State University</c:v>
                  </c:pt>
                  <c:pt idx="895">
                    <c:v>University Of New Orleans </c:v>
                  </c:pt>
                  <c:pt idx="896">
                    <c:v>University Of The Cumberlands</c:v>
                  </c:pt>
                  <c:pt idx="897">
                    <c:v>Clark Atlanta University</c:v>
                  </c:pt>
                  <c:pt idx="898">
                    <c:v>College Of The Ozarks</c:v>
                  </c:pt>
                  <c:pt idx="899">
                    <c:v>Bucks County Community College</c:v>
                  </c:pt>
                  <c:pt idx="900">
                    <c:v>American International College</c:v>
                  </c:pt>
                  <c:pt idx="901">
                    <c:v>Southeastern Oklahoma State University</c:v>
                  </c:pt>
                  <c:pt idx="902">
                    <c:v>Johnson College</c:v>
                  </c:pt>
                  <c:pt idx="903">
                    <c:v>Eastern Oregon University</c:v>
                  </c:pt>
                  <c:pt idx="904">
                    <c:v>Barstow Community College</c:v>
                  </c:pt>
                  <c:pt idx="905">
                    <c:v>Humboldt State University</c:v>
                  </c:pt>
                  <c:pt idx="906">
                    <c:v>Vanguard University Of Southern California</c:v>
                  </c:pt>
                  <c:pt idx="907">
                    <c:v>Kingsborough Commmunity College/CUNY</c:v>
                  </c:pt>
                  <c:pt idx="908">
                    <c:v>Tennessee College Of Applied Technology-Jackson</c:v>
                  </c:pt>
                  <c:pt idx="909">
                    <c:v>Green Mountain College</c:v>
                  </c:pt>
                  <c:pt idx="910">
                    <c:v>Malone University</c:v>
                  </c:pt>
                  <c:pt idx="911">
                    <c:v>University Of Phoenix</c:v>
                  </c:pt>
                  <c:pt idx="912">
                    <c:v>Paul Smith's College Of Arts &amp; Sciences</c:v>
                  </c:pt>
                  <c:pt idx="913">
                    <c:v>Benedictine College</c:v>
                  </c:pt>
                  <c:pt idx="914">
                    <c:v>Contra Costa Community College District</c:v>
                  </c:pt>
                  <c:pt idx="915">
                    <c:v>Brigham Young University-Idaho</c:v>
                  </c:pt>
                  <c:pt idx="916">
                    <c:v>Winthrop University</c:v>
                  </c:pt>
                  <c:pt idx="917">
                    <c:v>Great Basin College</c:v>
                  </c:pt>
                  <c:pt idx="918">
                    <c:v>College For Creative Studies</c:v>
                  </c:pt>
                  <c:pt idx="919">
                    <c:v>University Of Indianapolis</c:v>
                  </c:pt>
                  <c:pt idx="920">
                    <c:v>Angelo State University</c:v>
                  </c:pt>
                  <c:pt idx="921">
                    <c:v>Wingate University</c:v>
                  </c:pt>
                  <c:pt idx="922">
                    <c:v>Auburn University Montgomery</c:v>
                  </c:pt>
                  <c:pt idx="923">
                    <c:v>University Of Louisiana At Monroe</c:v>
                  </c:pt>
                  <c:pt idx="924">
                    <c:v>SUNY College At Buffalo</c:v>
                  </c:pt>
                  <c:pt idx="925">
                    <c:v>Massachusetts College Of Liberal Arts</c:v>
                  </c:pt>
                  <c:pt idx="926">
                    <c:v>University Of South Carolina System</c:v>
                  </c:pt>
                  <c:pt idx="927">
                    <c:v>Western Wyoming Community College</c:v>
                  </c:pt>
                  <c:pt idx="928">
                    <c:v>Oakton Community College</c:v>
                  </c:pt>
                  <c:pt idx="929">
                    <c:v>Charleston Southern University</c:v>
                  </c:pt>
                  <c:pt idx="930">
                    <c:v>North Seattle College</c:v>
                  </c:pt>
                  <c:pt idx="931">
                    <c:v>Pinnacle Career Institute</c:v>
                  </c:pt>
                  <c:pt idx="932">
                    <c:v>Georgia Highlands College</c:v>
                  </c:pt>
                  <c:pt idx="933">
                    <c:v>Pfeiffer University</c:v>
                  </c:pt>
                  <c:pt idx="934">
                    <c:v>Virginia State University</c:v>
                  </c:pt>
                  <c:pt idx="935">
                    <c:v>Elgin Community College</c:v>
                  </c:pt>
                  <c:pt idx="936">
                    <c:v>Keuka College</c:v>
                  </c:pt>
                  <c:pt idx="937">
                    <c:v>Milligan College</c:v>
                  </c:pt>
                  <c:pt idx="938">
                    <c:v>Henderson State University</c:v>
                  </c:pt>
                  <c:pt idx="939">
                    <c:v>New Mexico State University</c:v>
                  </c:pt>
                  <c:pt idx="940">
                    <c:v>Houston Community College</c:v>
                  </c:pt>
                  <c:pt idx="941">
                    <c:v>Middlesex County College</c:v>
                  </c:pt>
                  <c:pt idx="942">
                    <c:v>Miles Community College</c:v>
                  </c:pt>
                  <c:pt idx="943">
                    <c:v>American Institute Of Business</c:v>
                  </c:pt>
                  <c:pt idx="944">
                    <c:v>Seward County Community College/Area Technical School</c:v>
                  </c:pt>
                  <c:pt idx="945">
                    <c:v>Wood Tobe - Coburn School</c:v>
                  </c:pt>
                  <c:pt idx="946">
                    <c:v>Alverno College</c:v>
                  </c:pt>
                  <c:pt idx="947">
                    <c:v>Chestnut Hill College</c:v>
                  </c:pt>
                  <c:pt idx="948">
                    <c:v>Mount San Antonio College</c:v>
                  </c:pt>
                  <c:pt idx="949">
                    <c:v>Hallmark College Of Technology</c:v>
                  </c:pt>
                  <c:pt idx="950">
                    <c:v>Palomar College</c:v>
                  </c:pt>
                  <c:pt idx="951">
                    <c:v>Cumberland County College</c:v>
                  </c:pt>
                  <c:pt idx="952">
                    <c:v>Eastern Nazarene College</c:v>
                  </c:pt>
                  <c:pt idx="953">
                    <c:v>Howard County Junior College District</c:v>
                  </c:pt>
                  <c:pt idx="954">
                    <c:v>Marshall University</c:v>
                  </c:pt>
                  <c:pt idx="955">
                    <c:v>Lakeshore Technical College</c:v>
                  </c:pt>
                  <c:pt idx="956">
                    <c:v>Point Park University</c:v>
                  </c:pt>
                  <c:pt idx="957">
                    <c:v>Strayer University</c:v>
                  </c:pt>
                  <c:pt idx="958">
                    <c:v>Chadron State College</c:v>
                  </c:pt>
                  <c:pt idx="959">
                    <c:v>CUNY Borough Of Manhattan Community College</c:v>
                  </c:pt>
                  <c:pt idx="960">
                    <c:v>Academy Of Art University</c:v>
                  </c:pt>
                  <c:pt idx="961">
                    <c:v>Gardner - Webb University</c:v>
                  </c:pt>
                  <c:pt idx="962">
                    <c:v>Sage Colleges</c:v>
                  </c:pt>
                  <c:pt idx="963">
                    <c:v>Mississippi University For Women</c:v>
                  </c:pt>
                  <c:pt idx="964">
                    <c:v>University Of Bridgeport</c:v>
                  </c:pt>
                  <c:pt idx="965">
                    <c:v>Copper Mountain College</c:v>
                  </c:pt>
                  <c:pt idx="966">
                    <c:v>Indiana University System</c:v>
                  </c:pt>
                  <c:pt idx="967">
                    <c:v>Spring Arbor University</c:v>
                  </c:pt>
                  <c:pt idx="968">
                    <c:v>University Of South Alabama</c:v>
                  </c:pt>
                  <c:pt idx="969">
                    <c:v>South Puget Sound Community College</c:v>
                  </c:pt>
                  <c:pt idx="970">
                    <c:v>Union College of Barbourville, KY</c:v>
                  </c:pt>
                  <c:pt idx="971">
                    <c:v>University Of Toledo</c:v>
                  </c:pt>
                  <c:pt idx="972">
                    <c:v>Alabama Agricultural &amp; Mechanical University</c:v>
                  </c:pt>
                  <c:pt idx="973">
                    <c:v>NHTI  - Concord's Community College</c:v>
                  </c:pt>
                  <c:pt idx="974">
                    <c:v>Huntington University</c:v>
                  </c:pt>
                  <c:pt idx="975">
                    <c:v>University Of Northwestern- St Paul</c:v>
                  </c:pt>
                  <c:pt idx="976">
                    <c:v>Northeastern Illinois University</c:v>
                  </c:pt>
                  <c:pt idx="977">
                    <c:v>Seton Hill University</c:v>
                  </c:pt>
                  <c:pt idx="978">
                    <c:v>Pasadena City College</c:v>
                  </c:pt>
                  <c:pt idx="979">
                    <c:v>Cameron University</c:v>
                  </c:pt>
                  <c:pt idx="980">
                    <c:v>Fontbonne University</c:v>
                  </c:pt>
                  <c:pt idx="981">
                    <c:v>Concordia University of Seward, NE</c:v>
                  </c:pt>
                  <c:pt idx="982">
                    <c:v>Aquinas College</c:v>
                  </c:pt>
                  <c:pt idx="983">
                    <c:v>University Of Kentucky</c:v>
                  </c:pt>
                  <c:pt idx="984">
                    <c:v>University Of North Alabama</c:v>
                  </c:pt>
                  <c:pt idx="985">
                    <c:v>Boise State University</c:v>
                  </c:pt>
                  <c:pt idx="986">
                    <c:v>Franklin Pierce University</c:v>
                  </c:pt>
                  <c:pt idx="987">
                    <c:v>Ball State University</c:v>
                  </c:pt>
                  <c:pt idx="988">
                    <c:v>Middle Tennessee State University</c:v>
                  </c:pt>
                  <c:pt idx="989">
                    <c:v>Orange County Community College</c:v>
                  </c:pt>
                  <c:pt idx="990">
                    <c:v>Northwest Missouri State University</c:v>
                  </c:pt>
                  <c:pt idx="991">
                    <c:v>Murray State University</c:v>
                  </c:pt>
                  <c:pt idx="992">
                    <c:v>Sussex County Community College</c:v>
                  </c:pt>
                  <c:pt idx="993">
                    <c:v>Wichita State University</c:v>
                  </c:pt>
                  <c:pt idx="994">
                    <c:v>Franciscan University Of Steubenville</c:v>
                  </c:pt>
                  <c:pt idx="995">
                    <c:v>Dutchess Community College</c:v>
                  </c:pt>
                  <c:pt idx="996">
                    <c:v>Lewis-Clark State College</c:v>
                  </c:pt>
                  <c:pt idx="997">
                    <c:v>College Of The Canyons</c:v>
                  </c:pt>
                  <c:pt idx="998">
                    <c:v>Northwestern Oklahoma State University</c:v>
                  </c:pt>
                  <c:pt idx="999">
                    <c:v>University Of Southern Mississippi</c:v>
                  </c:pt>
                  <c:pt idx="1000">
                    <c:v>Frederick Community College</c:v>
                  </c:pt>
                  <c:pt idx="1001">
                    <c:v>Thiel College</c:v>
                  </c:pt>
                  <c:pt idx="1002">
                    <c:v>SUNY College Of Technology At Alfred</c:v>
                  </c:pt>
                  <c:pt idx="1003">
                    <c:v>Utah State University</c:v>
                  </c:pt>
                  <c:pt idx="1004">
                    <c:v>Moraine Valley Community College</c:v>
                  </c:pt>
                  <c:pt idx="1005">
                    <c:v>Fox College</c:v>
                  </c:pt>
                  <c:pt idx="1006">
                    <c:v>Chabot-Las Positas Community College District</c:v>
                  </c:pt>
                  <c:pt idx="1007">
                    <c:v>Wilmington University</c:v>
                  </c:pt>
                  <c:pt idx="1008">
                    <c:v>Brookdale Community College</c:v>
                  </c:pt>
                  <c:pt idx="1009">
                    <c:v>Cascadia Community College</c:v>
                  </c:pt>
                  <c:pt idx="1010">
                    <c:v>Lone Star College-North Harris</c:v>
                  </c:pt>
                  <c:pt idx="1011">
                    <c:v>Norfolk State University</c:v>
                  </c:pt>
                  <c:pt idx="1012">
                    <c:v>Western Texas College</c:v>
                  </c:pt>
                  <c:pt idx="1013">
                    <c:v>Wright State University</c:v>
                  </c:pt>
                  <c:pt idx="1014">
                    <c:v>Cuesta College</c:v>
                  </c:pt>
                  <c:pt idx="1015">
                    <c:v>Texas State Technical College West Texas</c:v>
                  </c:pt>
                  <c:pt idx="1016">
                    <c:v>Southern Arkansas University</c:v>
                  </c:pt>
                  <c:pt idx="1017">
                    <c:v>Indiana University Of Pennsylvania</c:v>
                  </c:pt>
                  <c:pt idx="1018">
                    <c:v>Neumann University</c:v>
                  </c:pt>
                  <c:pt idx="1019">
                    <c:v>William Penn University</c:v>
                  </c:pt>
                  <c:pt idx="1020">
                    <c:v>University Of Advancing Computer Technology</c:v>
                  </c:pt>
                  <c:pt idx="1021">
                    <c:v>North Greenville University</c:v>
                  </c:pt>
                  <c:pt idx="1022">
                    <c:v>Anthem Institute</c:v>
                  </c:pt>
                  <c:pt idx="1023">
                    <c:v>Columbia Basin College</c:v>
                  </c:pt>
                  <c:pt idx="1024">
                    <c:v>University Of Central Missouri</c:v>
                  </c:pt>
                  <c:pt idx="1025">
                    <c:v>California University Of Pennsylvania</c:v>
                  </c:pt>
                  <c:pt idx="1026">
                    <c:v>Hanover College</c:v>
                  </c:pt>
                  <c:pt idx="1027">
                    <c:v>Rancho Santiago Community College District</c:v>
                  </c:pt>
                  <c:pt idx="1028">
                    <c:v>CUNY Medgar Evers College</c:v>
                  </c:pt>
                  <c:pt idx="1029">
                    <c:v>Columbus State University</c:v>
                  </c:pt>
                  <c:pt idx="1030">
                    <c:v>Dixie State University</c:v>
                  </c:pt>
                  <c:pt idx="1031">
                    <c:v>Kentucky Wesleyan College</c:v>
                  </c:pt>
                  <c:pt idx="1032">
                    <c:v>Howard Community College</c:v>
                  </c:pt>
                  <c:pt idx="1033">
                    <c:v>Arapahoe Community College</c:v>
                  </c:pt>
                  <c:pt idx="1034">
                    <c:v>Le Cordon Bleu College Of Culinary Arts of Pasadena, CA</c:v>
                  </c:pt>
                  <c:pt idx="1035">
                    <c:v>University Of Louisville</c:v>
                  </c:pt>
                  <c:pt idx="1036">
                    <c:v>Saddleback College</c:v>
                  </c:pt>
                  <c:pt idx="1037">
                    <c:v>Napa Valley College</c:v>
                  </c:pt>
                  <c:pt idx="1038">
                    <c:v>CUNY Laguardia Community College</c:v>
                  </c:pt>
                  <c:pt idx="1039">
                    <c:v>Middlesex Community College of Bedford, MA</c:v>
                  </c:pt>
                  <c:pt idx="1040">
                    <c:v>Las Positas College</c:v>
                  </c:pt>
                  <c:pt idx="1041">
                    <c:v>Slippery Rock University</c:v>
                  </c:pt>
                  <c:pt idx="1042">
                    <c:v>Marymount California University</c:v>
                  </c:pt>
                  <c:pt idx="1043">
                    <c:v>Bridgewater College</c:v>
                  </c:pt>
                  <c:pt idx="1044">
                    <c:v>Del Mar College</c:v>
                  </c:pt>
                  <c:pt idx="1045">
                    <c:v>Cape Cod Community College</c:v>
                  </c:pt>
                  <c:pt idx="1046">
                    <c:v>Grossmont-Cuyamaca Community College District</c:v>
                  </c:pt>
                  <c:pt idx="1047">
                    <c:v>Clarendon College</c:v>
                  </c:pt>
                  <c:pt idx="1048">
                    <c:v>Whatcom Community College</c:v>
                  </c:pt>
                  <c:pt idx="1049">
                    <c:v>Lincoln University of Lincoln University, PA</c:v>
                  </c:pt>
                  <c:pt idx="1050">
                    <c:v>Mary Baldwin College</c:v>
                  </c:pt>
                  <c:pt idx="1051">
                    <c:v>Savannah State University</c:v>
                  </c:pt>
                  <c:pt idx="1052">
                    <c:v>Our Lady Of The Lake University</c:v>
                  </c:pt>
                  <c:pt idx="1053">
                    <c:v>Concordia University of River Forest, IL</c:v>
                  </c:pt>
                  <c:pt idx="1054">
                    <c:v>Maryville College</c:v>
                  </c:pt>
                  <c:pt idx="1055">
                    <c:v>Lesley University</c:v>
                  </c:pt>
                  <c:pt idx="1056">
                    <c:v>University Of Hawaii And Hawaii Community Colleges</c:v>
                  </c:pt>
                  <c:pt idx="1057">
                    <c:v>Chatham University</c:v>
                  </c:pt>
                  <c:pt idx="1058">
                    <c:v>New England Institute Of Technology</c:v>
                  </c:pt>
                  <c:pt idx="1059">
                    <c:v>Tennessee State University</c:v>
                  </c:pt>
                  <c:pt idx="1060">
                    <c:v>Carson - Newman University</c:v>
                  </c:pt>
                  <c:pt idx="1061">
                    <c:v>Bethel University of Saint Paul, MN</c:v>
                  </c:pt>
                  <c:pt idx="1062">
                    <c:v>Chippewa Valley Technical College</c:v>
                  </c:pt>
                  <c:pt idx="1063">
                    <c:v>Macomb Community College</c:v>
                  </c:pt>
                  <c:pt idx="1064">
                    <c:v>Nebraska Wesleyan University</c:v>
                  </c:pt>
                  <c:pt idx="1065">
                    <c:v>Jacksonville University</c:v>
                  </c:pt>
                  <c:pt idx="1066">
                    <c:v>Union County College</c:v>
                  </c:pt>
                  <c:pt idx="1067">
                    <c:v>Valdosta State University</c:v>
                  </c:pt>
                  <c:pt idx="1068">
                    <c:v>Southeastern Illinois College</c:v>
                  </c:pt>
                  <c:pt idx="1069">
                    <c:v>Truett Mcconnell College</c:v>
                  </c:pt>
                  <c:pt idx="1070">
                    <c:v>Eastern Arizona College</c:v>
                  </c:pt>
                  <c:pt idx="1071">
                    <c:v>Le Cordon Bleu College Of Culinary Arts of Dallas, TX</c:v>
                  </c:pt>
                  <c:pt idx="1072">
                    <c:v>Brooks Institute</c:v>
                  </c:pt>
                  <c:pt idx="1073">
                    <c:v>Prairie View Agricultural &amp; Mechanical University</c:v>
                  </c:pt>
                  <c:pt idx="1074">
                    <c:v>Yosemite Community College District</c:v>
                  </c:pt>
                  <c:pt idx="1075">
                    <c:v>Indiana State University</c:v>
                  </c:pt>
                  <c:pt idx="1076">
                    <c:v>Ocean County College</c:v>
                  </c:pt>
                  <c:pt idx="1077">
                    <c:v>Saint Thomas University</c:v>
                  </c:pt>
                  <c:pt idx="1078">
                    <c:v>Randolph College</c:v>
                  </c:pt>
                  <c:pt idx="1079">
                    <c:v>School Of The Museum Of Fine Arts</c:v>
                  </c:pt>
                  <c:pt idx="1080">
                    <c:v>Lamar State College - Orange</c:v>
                  </c:pt>
                  <c:pt idx="1081">
                    <c:v>Lord Fairfax Community College</c:v>
                  </c:pt>
                  <c:pt idx="1082">
                    <c:v>Augustana College of Sioux Falls, SD</c:v>
                  </c:pt>
                  <c:pt idx="1083">
                    <c:v>Eastern University</c:v>
                  </c:pt>
                  <c:pt idx="1084">
                    <c:v>University Of Cincinnati</c:v>
                  </c:pt>
                  <c:pt idx="1085">
                    <c:v>Cisco College</c:v>
                  </c:pt>
                  <c:pt idx="1086">
                    <c:v>Art Institute Of Houston </c:v>
                  </c:pt>
                  <c:pt idx="1087">
                    <c:v>College Of Lake County</c:v>
                  </c:pt>
                  <c:pt idx="1088">
                    <c:v>Kent State University</c:v>
                  </c:pt>
                  <c:pt idx="1089">
                    <c:v>Daniel Webster College</c:v>
                  </c:pt>
                  <c:pt idx="1090">
                    <c:v>Rowan College At Gloucester County</c:v>
                  </c:pt>
                  <c:pt idx="1091">
                    <c:v>Texas A&amp;M University - Commerce</c:v>
                  </c:pt>
                  <c:pt idx="1092">
                    <c:v>Heidelberg University</c:v>
                  </c:pt>
                  <c:pt idx="1093">
                    <c:v>Virginia Wesleyan College</c:v>
                  </c:pt>
                  <c:pt idx="1094">
                    <c:v>Western Carolina University</c:v>
                  </c:pt>
                  <c:pt idx="1095">
                    <c:v>Lee University</c:v>
                  </c:pt>
                  <c:pt idx="1096">
                    <c:v>North Carolina Agricultural &amp; Technical State University</c:v>
                  </c:pt>
                  <c:pt idx="1097">
                    <c:v>State University Of New York College At Potsdam</c:v>
                  </c:pt>
                  <c:pt idx="1098">
                    <c:v>Mercy College</c:v>
                  </c:pt>
                  <c:pt idx="1099">
                    <c:v>Sierra College</c:v>
                  </c:pt>
                  <c:pt idx="1100">
                    <c:v>Adrian College</c:v>
                  </c:pt>
                  <c:pt idx="1101">
                    <c:v>Lake Superior State University</c:v>
                  </c:pt>
                  <c:pt idx="1102">
                    <c:v>Arkansas Tech University</c:v>
                  </c:pt>
                  <c:pt idx="1103">
                    <c:v>Automotive Training Center</c:v>
                  </c:pt>
                  <c:pt idx="1104">
                    <c:v>University Of Alabama At Birmingham</c:v>
                  </c:pt>
                  <c:pt idx="1105">
                    <c:v>Tarrant County College District</c:v>
                  </c:pt>
                  <c:pt idx="1106">
                    <c:v>Waldorf College</c:v>
                  </c:pt>
                  <c:pt idx="1107">
                    <c:v>University Of Saint Francis of Fort Wayne, IN</c:v>
                  </c:pt>
                  <c:pt idx="1108">
                    <c:v>Southeast Community College</c:v>
                  </c:pt>
                  <c:pt idx="1109">
                    <c:v>Clayton State University</c:v>
                  </c:pt>
                  <c:pt idx="1110">
                    <c:v>Kern &amp; North Orange County Community College Districts</c:v>
                  </c:pt>
                  <c:pt idx="1111">
                    <c:v>Johnson &amp; Wales University</c:v>
                  </c:pt>
                  <c:pt idx="1112">
                    <c:v>Manchester Community College of Manchester, CT</c:v>
                  </c:pt>
                  <c:pt idx="1113">
                    <c:v>Northwest College</c:v>
                  </c:pt>
                  <c:pt idx="1114">
                    <c:v>Hudson Valley Community College</c:v>
                  </c:pt>
                  <c:pt idx="1115">
                    <c:v>Laredo Community College</c:v>
                  </c:pt>
                  <c:pt idx="1116">
                    <c:v>Lakes Region Community College</c:v>
                  </c:pt>
                  <c:pt idx="1117">
                    <c:v>Montgomery County Community College</c:v>
                  </c:pt>
                  <c:pt idx="1118">
                    <c:v>San Diego Community College District</c:v>
                  </c:pt>
                  <c:pt idx="1119">
                    <c:v>University Of Montana </c:v>
                  </c:pt>
                  <c:pt idx="1120">
                    <c:v>Gavilan College</c:v>
                  </c:pt>
                  <c:pt idx="1121">
                    <c:v>Western Technical College of El Paso, TX</c:v>
                  </c:pt>
                  <c:pt idx="1122">
                    <c:v>Coastal Carolina University</c:v>
                  </c:pt>
                  <c:pt idx="1123">
                    <c:v>Massachusetts Bay Community College</c:v>
                  </c:pt>
                  <c:pt idx="1124">
                    <c:v>Heald College</c:v>
                  </c:pt>
                  <c:pt idx="1125">
                    <c:v>New England College</c:v>
                  </c:pt>
                  <c:pt idx="1126">
                    <c:v>Southwestern Community College of Creston, IA</c:v>
                  </c:pt>
                  <c:pt idx="1127">
                    <c:v>Eastern Wyoming College</c:v>
                  </c:pt>
                  <c:pt idx="1128">
                    <c:v>Mayville State University</c:v>
                  </c:pt>
                  <c:pt idx="1129">
                    <c:v>University Of The District Of Columbia</c:v>
                  </c:pt>
                  <c:pt idx="1130">
                    <c:v>Salt Lake Community College</c:v>
                  </c:pt>
                  <c:pt idx="1131">
                    <c:v>Ventura County Community College District</c:v>
                  </c:pt>
                  <c:pt idx="1132">
                    <c:v>Georgia Southwestern State University</c:v>
                  </c:pt>
                  <c:pt idx="1133">
                    <c:v>Rio Hondo Community College</c:v>
                  </c:pt>
                  <c:pt idx="1134">
                    <c:v>Capital University</c:v>
                  </c:pt>
                  <c:pt idx="1135">
                    <c:v>University Of Findlay </c:v>
                  </c:pt>
                  <c:pt idx="1136">
                    <c:v>Oklahoma State University Institute Of Technology - Okmulgee</c:v>
                  </c:pt>
                  <c:pt idx="1137">
                    <c:v>Appalachian State University</c:v>
                  </c:pt>
                  <c:pt idx="1138">
                    <c:v>Triton College</c:v>
                  </c:pt>
                  <c:pt idx="1139">
                    <c:v>Northwest Kansas Technical College</c:v>
                  </c:pt>
                  <c:pt idx="1140">
                    <c:v>Ohio University</c:v>
                  </c:pt>
                  <c:pt idx="1141">
                    <c:v>Oral Roberts University</c:v>
                  </c:pt>
                  <c:pt idx="1142">
                    <c:v>Lock Haven University Of Pennsylvania</c:v>
                  </c:pt>
                  <c:pt idx="1143">
                    <c:v>Bristol Community College</c:v>
                  </c:pt>
                  <c:pt idx="1144">
                    <c:v>Troy University And Troy State Universities, Montgomery And Dothan</c:v>
                  </c:pt>
                  <c:pt idx="1145">
                    <c:v>William Jewell College</c:v>
                  </c:pt>
                  <c:pt idx="1146">
                    <c:v>Blinn College</c:v>
                  </c:pt>
                  <c:pt idx="1147">
                    <c:v>Texas State Technical College</c:v>
                  </c:pt>
                  <c:pt idx="1148">
                    <c:v>Shepherd University</c:v>
                  </c:pt>
                  <c:pt idx="1149">
                    <c:v>Marshalltown Community College</c:v>
                  </c:pt>
                  <c:pt idx="1150">
                    <c:v>Southern Nazarene University</c:v>
                  </c:pt>
                  <c:pt idx="1151">
                    <c:v>Los Rios Community College District</c:v>
                  </c:pt>
                  <c:pt idx="1152">
                    <c:v>New England Culinary Institute</c:v>
                  </c:pt>
                  <c:pt idx="1153">
                    <c:v>University Of New Mexico</c:v>
                  </c:pt>
                  <c:pt idx="1154">
                    <c:v>Aurora University</c:v>
                  </c:pt>
                  <c:pt idx="1155">
                    <c:v>Mercyhurst University</c:v>
                  </c:pt>
                  <c:pt idx="1156">
                    <c:v>Ulster County Community College</c:v>
                  </c:pt>
                  <c:pt idx="1157">
                    <c:v>Weatherford College</c:v>
                  </c:pt>
                  <c:pt idx="1158">
                    <c:v>Hartnell Community College</c:v>
                  </c:pt>
                  <c:pt idx="1159">
                    <c:v>Tacoma Community College</c:v>
                  </c:pt>
                  <c:pt idx="1160">
                    <c:v>Vincennes University</c:v>
                  </c:pt>
                  <c:pt idx="1161">
                    <c:v>Campbellsville University</c:v>
                  </c:pt>
                  <c:pt idx="1162">
                    <c:v>San Juan College</c:v>
                  </c:pt>
                  <c:pt idx="1163">
                    <c:v>Concordia University - Wisconsin</c:v>
                  </c:pt>
                  <c:pt idx="1164">
                    <c:v>Nazareth College Of Rochester</c:v>
                  </c:pt>
                  <c:pt idx="1165">
                    <c:v>West Liberty University</c:v>
                  </c:pt>
                  <c:pt idx="1166">
                    <c:v>SUNY College Of Agriculture &amp; Technology At Morrisville</c:v>
                  </c:pt>
                  <c:pt idx="1167">
                    <c:v>Arkansas State University</c:v>
                  </c:pt>
                  <c:pt idx="1168">
                    <c:v>Cleveland State University</c:v>
                  </c:pt>
                  <c:pt idx="1169">
                    <c:v>Central Ohio Technical College</c:v>
                  </c:pt>
                  <c:pt idx="1170">
                    <c:v>Central Methodist University</c:v>
                  </c:pt>
                  <c:pt idx="1171">
                    <c:v>Friends University</c:v>
                  </c:pt>
                  <c:pt idx="1172">
                    <c:v>Harper College</c:v>
                  </c:pt>
                  <c:pt idx="1173">
                    <c:v>Western State Colorado University</c:v>
                  </c:pt>
                  <c:pt idx="1174">
                    <c:v>Lipscomb University</c:v>
                  </c:pt>
                  <c:pt idx="1175">
                    <c:v>College Of Marin</c:v>
                  </c:pt>
                  <c:pt idx="1176">
                    <c:v>Missouri Western State University</c:v>
                  </c:pt>
                  <c:pt idx="1177">
                    <c:v>Bates Technical College</c:v>
                  </c:pt>
                  <c:pt idx="1178">
                    <c:v>Saint Charles Community College</c:v>
                  </c:pt>
                  <c:pt idx="1179">
                    <c:v>Cumberland University</c:v>
                  </c:pt>
                  <c:pt idx="1180">
                    <c:v>Hill College</c:v>
                  </c:pt>
                  <c:pt idx="1181">
                    <c:v>Husson University</c:v>
                  </c:pt>
                  <c:pt idx="1182">
                    <c:v>Missouri Southern State University</c:v>
                  </c:pt>
                  <c:pt idx="1183">
                    <c:v>Colby Community College</c:v>
                  </c:pt>
                  <c:pt idx="1184">
                    <c:v>Midamerica Nazarene University</c:v>
                  </c:pt>
                  <c:pt idx="1185">
                    <c:v>Miami Dade CC</c:v>
                  </c:pt>
                  <c:pt idx="1186">
                    <c:v>Mount Vernon Nazarene University</c:v>
                  </c:pt>
                  <c:pt idx="1187">
                    <c:v>Delaware County Community College</c:v>
                  </c:pt>
                  <c:pt idx="1188">
                    <c:v>Johnson County Community College</c:v>
                  </c:pt>
                  <c:pt idx="1189">
                    <c:v>Adams State University</c:v>
                  </c:pt>
                  <c:pt idx="1190">
                    <c:v>New Mexico Highlands University</c:v>
                  </c:pt>
                  <c:pt idx="1191">
                    <c:v>Pittsburgh Technical Institute</c:v>
                  </c:pt>
                  <c:pt idx="1192">
                    <c:v>Midland University</c:v>
                  </c:pt>
                  <c:pt idx="1193">
                    <c:v>Citrus Community College</c:v>
                  </c:pt>
                  <c:pt idx="1194">
                    <c:v>Mount Hood Community College</c:v>
                  </c:pt>
                  <c:pt idx="1195">
                    <c:v>East Tennessee State University</c:v>
                  </c:pt>
                  <c:pt idx="1196">
                    <c:v>Lincoln Memorial University</c:v>
                  </c:pt>
                  <c:pt idx="1197">
                    <c:v>Minnesota State University System, Century And Various Other Minnesota Community Colleges</c:v>
                  </c:pt>
                  <c:pt idx="1198">
                    <c:v>Metropolitan State University Of Denver</c:v>
                  </c:pt>
                  <c:pt idx="1199">
                    <c:v>Winston-Salem State University</c:v>
                  </c:pt>
                  <c:pt idx="1200">
                    <c:v>Eastern Idaho Technical College</c:v>
                  </c:pt>
                  <c:pt idx="1201">
                    <c:v>Barton County Community College</c:v>
                  </c:pt>
                  <c:pt idx="1202">
                    <c:v>Northern Kentucky University</c:v>
                  </c:pt>
                  <c:pt idx="1203">
                    <c:v>CUNY Bronx Community College</c:v>
                  </c:pt>
                  <c:pt idx="1204">
                    <c:v>Youngstown State University</c:v>
                  </c:pt>
                  <c:pt idx="1205">
                    <c:v>University Of Maine System</c:v>
                  </c:pt>
                  <c:pt idx="1206">
                    <c:v>Los Angeles Community College District</c:v>
                  </c:pt>
                  <c:pt idx="1207">
                    <c:v>Riverside Community College District</c:v>
                  </c:pt>
                  <c:pt idx="1208">
                    <c:v>University Of Akron </c:v>
                  </c:pt>
                  <c:pt idx="1209">
                    <c:v>Lubbock Christian University</c:v>
                  </c:pt>
                  <c:pt idx="1210">
                    <c:v>Daemen College</c:v>
                  </c:pt>
                  <c:pt idx="1211">
                    <c:v>Evangel University</c:v>
                  </c:pt>
                  <c:pt idx="1212">
                    <c:v>Southwestern Assemblies Of God University</c:v>
                  </c:pt>
                  <c:pt idx="1213">
                    <c:v>Ferrum College</c:v>
                  </c:pt>
                  <c:pt idx="1214">
                    <c:v>Texas State Technical College Harlingen</c:v>
                  </c:pt>
                  <c:pt idx="1215">
                    <c:v>Grand Canyon University</c:v>
                  </c:pt>
                  <c:pt idx="1216">
                    <c:v>Northwest Arkansas Community College</c:v>
                  </c:pt>
                  <c:pt idx="1217">
                    <c:v>El Camino College</c:v>
                  </c:pt>
                  <c:pt idx="1218">
                    <c:v>University Of Montevallo</c:v>
                  </c:pt>
                  <c:pt idx="1219">
                    <c:v>CUNY, Hostos Community College</c:v>
                  </c:pt>
                  <c:pt idx="1220">
                    <c:v>North Central University</c:v>
                  </c:pt>
                  <c:pt idx="1221">
                    <c:v>Broward College</c:v>
                  </c:pt>
                  <c:pt idx="1222">
                    <c:v>Columbia - Greene Community College - SUNY Office Of Cmnty Colleg</c:v>
                  </c:pt>
                  <c:pt idx="1223">
                    <c:v>Cerritos Community College</c:v>
                  </c:pt>
                  <c:pt idx="1224">
                    <c:v>Naugatuck Valley Community College</c:v>
                  </c:pt>
                  <c:pt idx="1225">
                    <c:v>Manchester Community College of Manchester, NH</c:v>
                  </c:pt>
                  <c:pt idx="1226">
                    <c:v>North Central Texas College</c:v>
                  </c:pt>
                  <c:pt idx="1227">
                    <c:v>Austin Community College</c:v>
                  </c:pt>
                  <c:pt idx="1228">
                    <c:v>San Joaquin Delta College</c:v>
                  </c:pt>
                  <c:pt idx="1229">
                    <c:v>Wheelock College</c:v>
                  </c:pt>
                  <c:pt idx="1230">
                    <c:v>Our Lady Of The Lake College</c:v>
                  </c:pt>
                  <c:pt idx="1231">
                    <c:v>Salem College</c:v>
                  </c:pt>
                  <c:pt idx="1232">
                    <c:v>Southeastern University</c:v>
                  </c:pt>
                  <c:pt idx="1233">
                    <c:v>University Of Texas At Brownsville</c:v>
                  </c:pt>
                  <c:pt idx="1234">
                    <c:v>Anderson University of Anderson, SC</c:v>
                  </c:pt>
                  <c:pt idx="1235">
                    <c:v>Crown College</c:v>
                  </c:pt>
                  <c:pt idx="1236">
                    <c:v>Snow College</c:v>
                  </c:pt>
                  <c:pt idx="1237">
                    <c:v>Community College Of Baltimore County</c:v>
                  </c:pt>
                  <c:pt idx="1238">
                    <c:v>Immaculata University</c:v>
                  </c:pt>
                  <c:pt idx="1239">
                    <c:v>Reid State Technical College</c:v>
                  </c:pt>
                  <c:pt idx="1240">
                    <c:v>Clarion University Of Pennsylvania</c:v>
                  </c:pt>
                  <c:pt idx="1241">
                    <c:v>Wayland Baptist University</c:v>
                  </c:pt>
                  <c:pt idx="1242">
                    <c:v>East Texas Baptist University</c:v>
                  </c:pt>
                  <c:pt idx="1243">
                    <c:v>Southern University And Agricultural &amp; Mechanical Colg At Baton R</c:v>
                  </c:pt>
                  <c:pt idx="1244">
                    <c:v>Southern Utah University</c:v>
                  </c:pt>
                  <c:pt idx="1245">
                    <c:v>Northeast Community College</c:v>
                  </c:pt>
                  <c:pt idx="1246">
                    <c:v>Waukesha County Technical College</c:v>
                  </c:pt>
                  <c:pt idx="1247">
                    <c:v>Northeastern State University</c:v>
                  </c:pt>
                  <c:pt idx="1248">
                    <c:v>Montana State University - Billings</c:v>
                  </c:pt>
                  <c:pt idx="1249">
                    <c:v>University Of Science &amp; Arts Of Oklahoma</c:v>
                  </c:pt>
                  <c:pt idx="1250">
                    <c:v>Allan Hancock College</c:v>
                  </c:pt>
                  <c:pt idx="1251">
                    <c:v>Delta State University</c:v>
                  </c:pt>
                  <c:pt idx="1252">
                    <c:v>Full Sail University</c:v>
                  </c:pt>
                  <c:pt idx="1253">
                    <c:v>Lake Region State College</c:v>
                  </c:pt>
                  <c:pt idx="1254">
                    <c:v>Ohio Dominican University</c:v>
                  </c:pt>
                  <c:pt idx="1255">
                    <c:v>Coffeyville Community College</c:v>
                  </c:pt>
                  <c:pt idx="1256">
                    <c:v>College Of The Mainland</c:v>
                  </c:pt>
                  <c:pt idx="1257">
                    <c:v>Ranken Technical College</c:v>
                  </c:pt>
                  <c:pt idx="1258">
                    <c:v>University Of Arkansas At Little Rock</c:v>
                  </c:pt>
                  <c:pt idx="1259">
                    <c:v>Lancaster Bible College</c:v>
                  </c:pt>
                  <c:pt idx="1260">
                    <c:v>Massasoit Community College</c:v>
                  </c:pt>
                  <c:pt idx="1261">
                    <c:v>Dallas Baptist University</c:v>
                  </c:pt>
                  <c:pt idx="1262">
                    <c:v>Springfield Technical Community College</c:v>
                  </c:pt>
                  <c:pt idx="1263">
                    <c:v>University Of West Alabama</c:v>
                  </c:pt>
                  <c:pt idx="1264">
                    <c:v>Blue Ridge Community College of Weyers Cave, VA</c:v>
                  </c:pt>
                  <c:pt idx="1265">
                    <c:v>Beth Medrash Govoha Of America</c:v>
                  </c:pt>
                  <c:pt idx="1266">
                    <c:v>Long Beach City College</c:v>
                  </c:pt>
                  <c:pt idx="1267">
                    <c:v>Coastal Carolina Community College</c:v>
                  </c:pt>
                  <c:pt idx="1268">
                    <c:v>Solano Community College</c:v>
                  </c:pt>
                  <c:pt idx="1269">
                    <c:v>Parkland College</c:v>
                  </c:pt>
                  <c:pt idx="1270">
                    <c:v>Waubonsee Community College</c:v>
                  </c:pt>
                  <c:pt idx="1271">
                    <c:v>Valencia College</c:v>
                  </c:pt>
                  <c:pt idx="1272">
                    <c:v>Platt College of Alhambra, CA</c:v>
                  </c:pt>
                  <c:pt idx="1273">
                    <c:v>Western Kentucky University</c:v>
                  </c:pt>
                  <c:pt idx="1274">
                    <c:v>Mount Aloysius College</c:v>
                  </c:pt>
                  <c:pt idx="1275">
                    <c:v>Cecil College</c:v>
                  </c:pt>
                  <c:pt idx="1276">
                    <c:v>Phoenix Metro Community Colleges</c:v>
                  </c:pt>
                  <c:pt idx="1277">
                    <c:v>North Country Community College</c:v>
                  </c:pt>
                  <c:pt idx="1278">
                    <c:v>Whitworth University</c:v>
                  </c:pt>
                  <c:pt idx="1279">
                    <c:v>Anderson University of Anderson, IN</c:v>
                  </c:pt>
                  <c:pt idx="1280">
                    <c:v>Clark College</c:v>
                  </c:pt>
                  <c:pt idx="1281">
                    <c:v>Art Institute Of Colorado </c:v>
                  </c:pt>
                  <c:pt idx="1282">
                    <c:v>Germanna Community College</c:v>
                  </c:pt>
                  <c:pt idx="1283">
                    <c:v>University Of Arkansas At Fort Smith</c:v>
                  </c:pt>
                  <c:pt idx="1284">
                    <c:v>Joliet Junior College</c:v>
                  </c:pt>
                  <c:pt idx="1285">
                    <c:v>Lower Columbia College</c:v>
                  </c:pt>
                  <c:pt idx="1286">
                    <c:v>William Carey University</c:v>
                  </c:pt>
                  <c:pt idx="1287">
                    <c:v>Idaho State University</c:v>
                  </c:pt>
                  <c:pt idx="1288">
                    <c:v>Southeast Missouri State University</c:v>
                  </c:pt>
                  <c:pt idx="1289">
                    <c:v>Washburn University - Topeka</c:v>
                  </c:pt>
                  <c:pt idx="1290">
                    <c:v>California Culinary Academy</c:v>
                  </c:pt>
                  <c:pt idx="1291">
                    <c:v>Redlands Community College</c:v>
                  </c:pt>
                  <c:pt idx="1292">
                    <c:v>John Tyler Community College</c:v>
                  </c:pt>
                  <c:pt idx="1293">
                    <c:v>North Carolina Central University</c:v>
                  </c:pt>
                  <c:pt idx="1294">
                    <c:v>Grambling State University</c:v>
                  </c:pt>
                  <c:pt idx="1295">
                    <c:v>Imperial Valley College</c:v>
                  </c:pt>
                  <c:pt idx="1296">
                    <c:v>Seattle Central Community College</c:v>
                  </c:pt>
                  <c:pt idx="1297">
                    <c:v>Peru State College</c:v>
                  </c:pt>
                  <c:pt idx="1298">
                    <c:v>Western New Mexico University</c:v>
                  </c:pt>
                  <c:pt idx="1299">
                    <c:v>Northwestern State University</c:v>
                  </c:pt>
                  <c:pt idx="1300">
                    <c:v>Dallas County Community College District</c:v>
                  </c:pt>
                  <c:pt idx="1301">
                    <c:v>North Shore Community College</c:v>
                  </c:pt>
                  <c:pt idx="1302">
                    <c:v>Southwest Texas Junior College</c:v>
                  </c:pt>
                  <c:pt idx="1303">
                    <c:v>Peninsula College</c:v>
                  </c:pt>
                  <c:pt idx="1304">
                    <c:v>Lake Washington Institute Of Technology</c:v>
                  </c:pt>
                  <c:pt idx="1305">
                    <c:v>Western Oklahoma State College</c:v>
                  </c:pt>
                  <c:pt idx="1306">
                    <c:v>Viterbo University</c:v>
                  </c:pt>
                  <c:pt idx="1307">
                    <c:v>Vernon College</c:v>
                  </c:pt>
                  <c:pt idx="1308">
                    <c:v>Mount Mary University</c:v>
                  </c:pt>
                  <c:pt idx="1309">
                    <c:v>Labette Community College</c:v>
                  </c:pt>
                  <c:pt idx="1310">
                    <c:v>Gordon College</c:v>
                  </c:pt>
                  <c:pt idx="1311">
                    <c:v>Craven Community College</c:v>
                  </c:pt>
                  <c:pt idx="1312">
                    <c:v>South Texas College</c:v>
                  </c:pt>
                  <c:pt idx="1313">
                    <c:v>Cochise College</c:v>
                  </c:pt>
                  <c:pt idx="1314">
                    <c:v>University Of The Arts </c:v>
                  </c:pt>
                  <c:pt idx="1315">
                    <c:v>College Of Du Page</c:v>
                  </c:pt>
                  <c:pt idx="1316">
                    <c:v>Morton College</c:v>
                  </c:pt>
                  <c:pt idx="1317">
                    <c:v>Art Institute Of York  - Pennsylvania</c:v>
                  </c:pt>
                  <c:pt idx="1318">
                    <c:v>University Of North Carolina At Pembroke</c:v>
                  </c:pt>
                  <c:pt idx="1319">
                    <c:v>Hagerstown Community College</c:v>
                  </c:pt>
                  <c:pt idx="1320">
                    <c:v>Laramie County Community College</c:v>
                  </c:pt>
                  <c:pt idx="1321">
                    <c:v>Tunxis Community College</c:v>
                  </c:pt>
                  <c:pt idx="1322">
                    <c:v>Mount Wachusett Community College</c:v>
                  </c:pt>
                  <c:pt idx="1323">
                    <c:v>Spartanburg Methodist College</c:v>
                  </c:pt>
                  <c:pt idx="1324">
                    <c:v>Essex County College</c:v>
                  </c:pt>
                  <c:pt idx="1325">
                    <c:v>College Of The Desert</c:v>
                  </c:pt>
                  <c:pt idx="1326">
                    <c:v>Robert Morgan And Miami Lakes Educational Centers</c:v>
                  </c:pt>
                  <c:pt idx="1327">
                    <c:v>Hampshire College</c:v>
                  </c:pt>
                  <c:pt idx="1328">
                    <c:v>Ranger College</c:v>
                  </c:pt>
                  <c:pt idx="1329">
                    <c:v>Collin County Community College</c:v>
                  </c:pt>
                  <c:pt idx="1330">
                    <c:v>Oklahoma City Community College</c:v>
                  </c:pt>
                  <c:pt idx="1331">
                    <c:v>Wilmington College</c:v>
                  </c:pt>
                  <c:pt idx="1332">
                    <c:v>University Of Arkansas At Monticello</c:v>
                  </c:pt>
                  <c:pt idx="1333">
                    <c:v>Siena Heights University</c:v>
                  </c:pt>
                  <c:pt idx="1334">
                    <c:v>Southwestern Oregon Community College</c:v>
                  </c:pt>
                  <c:pt idx="1335">
                    <c:v>Camden County College</c:v>
                  </c:pt>
                  <c:pt idx="1336">
                    <c:v>Lake Area Technical Institute</c:v>
                  </c:pt>
                  <c:pt idx="1337">
                    <c:v>Northern Wyoming Community College District</c:v>
                  </c:pt>
                  <c:pt idx="1338">
                    <c:v>Walsh University</c:v>
                  </c:pt>
                  <c:pt idx="1339">
                    <c:v>San Bernardino Community College District</c:v>
                  </c:pt>
                  <c:pt idx="1340">
                    <c:v>Harrington College Of Design</c:v>
                  </c:pt>
                  <c:pt idx="1341">
                    <c:v>Jefferson Community College</c:v>
                  </c:pt>
                  <c:pt idx="1342">
                    <c:v>Roberts Wesleyan College</c:v>
                  </c:pt>
                  <c:pt idx="1343">
                    <c:v>Monterey Peninsula College</c:v>
                  </c:pt>
                  <c:pt idx="1344">
                    <c:v>Emporia State University</c:v>
                  </c:pt>
                  <c:pt idx="1345">
                    <c:v>Southeastern Louisiana University</c:v>
                  </c:pt>
                  <c:pt idx="1346">
                    <c:v>YTI Career Institute</c:v>
                  </c:pt>
                  <c:pt idx="1347">
                    <c:v>Le Cordon Bleu College Of Culinary Arts of Scottsdale, AZ</c:v>
                  </c:pt>
                  <c:pt idx="1348">
                    <c:v>Schoolcraft College</c:v>
                  </c:pt>
                  <c:pt idx="1349">
                    <c:v>Mt. San Jacinto College</c:v>
                  </c:pt>
                  <c:pt idx="1350">
                    <c:v>SUNY College Of Agriculture &amp; Technology At Cobleskill</c:v>
                  </c:pt>
                  <c:pt idx="1351">
                    <c:v>Rose State College</c:v>
                  </c:pt>
                  <c:pt idx="1352">
                    <c:v>Marywood University</c:v>
                  </c:pt>
                  <c:pt idx="1353">
                    <c:v>Lander University</c:v>
                  </c:pt>
                  <c:pt idx="1354">
                    <c:v>Cornish College Of The Arts</c:v>
                  </c:pt>
                  <c:pt idx="1355">
                    <c:v>Bellevue University</c:v>
                  </c:pt>
                  <c:pt idx="1356">
                    <c:v>Fisher College</c:v>
                  </c:pt>
                  <c:pt idx="1357">
                    <c:v>Mid-Plains Community College</c:v>
                  </c:pt>
                  <c:pt idx="1358">
                    <c:v>Mansfield University Of Pennsylvania</c:v>
                  </c:pt>
                  <c:pt idx="1359">
                    <c:v>Universal Technical Institute of Orlando, FL</c:v>
                  </c:pt>
                  <c:pt idx="1360">
                    <c:v>Quinsigamond Community College</c:v>
                  </c:pt>
                  <c:pt idx="1361">
                    <c:v>Tennessee College Of Applied Technology-Shelbyville</c:v>
                  </c:pt>
                  <c:pt idx="1362">
                    <c:v>Renton Technical College</c:v>
                  </c:pt>
                  <c:pt idx="1363">
                    <c:v>Allegany College Of Maryland</c:v>
                  </c:pt>
                  <c:pt idx="1364">
                    <c:v>University Of Mobile</c:v>
                  </c:pt>
                  <c:pt idx="1365">
                    <c:v>Temple College</c:v>
                  </c:pt>
                  <c:pt idx="1366">
                    <c:v>College Of Southern Nevada</c:v>
                  </c:pt>
                  <c:pt idx="1367">
                    <c:v>Tulsa Community College</c:v>
                  </c:pt>
                  <c:pt idx="1368">
                    <c:v>Everett Community College</c:v>
                  </c:pt>
                  <c:pt idx="1369">
                    <c:v>Seminole State College Of Florida</c:v>
                  </c:pt>
                  <c:pt idx="1370">
                    <c:v>Art Institute Of Fort Lauderdale </c:v>
                  </c:pt>
                  <c:pt idx="1371">
                    <c:v>Art Institute Of Philadelphia </c:v>
                  </c:pt>
                  <c:pt idx="1372">
                    <c:v>Polk State College</c:v>
                  </c:pt>
                  <c:pt idx="1373">
                    <c:v>Helena College University Of Montana</c:v>
                  </c:pt>
                  <c:pt idx="1374">
                    <c:v>Coker College</c:v>
                  </c:pt>
                  <c:pt idx="1375">
                    <c:v>Illinois Central College</c:v>
                  </c:pt>
                  <c:pt idx="1376">
                    <c:v>Louisiana State University In Shreveport</c:v>
                  </c:pt>
                  <c:pt idx="1377">
                    <c:v>Edinboro University Of Pennsylvania</c:v>
                  </c:pt>
                  <c:pt idx="1378">
                    <c:v>University Of North Carolina  Asheville</c:v>
                  </c:pt>
                  <c:pt idx="1379">
                    <c:v>Indiana Institute Of Technology</c:v>
                  </c:pt>
                  <c:pt idx="1380">
                    <c:v>Sterling College</c:v>
                  </c:pt>
                  <c:pt idx="1381">
                    <c:v>Cabrillo College</c:v>
                  </c:pt>
                  <c:pt idx="1382">
                    <c:v>Columbia College of Columbia, MO</c:v>
                  </c:pt>
                  <c:pt idx="1383">
                    <c:v>Big Bend Community College</c:v>
                  </c:pt>
                  <c:pt idx="1384">
                    <c:v>Oklahoma Baptist University</c:v>
                  </c:pt>
                  <c:pt idx="1385">
                    <c:v>Northeast Alabama Community College</c:v>
                  </c:pt>
                  <c:pt idx="1386">
                    <c:v>Yakima Valley Community College</c:v>
                  </c:pt>
                  <c:pt idx="1387">
                    <c:v>University Of Memphis </c:v>
                  </c:pt>
                  <c:pt idx="1388">
                    <c:v>Northampton County Area Community College</c:v>
                  </c:pt>
                  <c:pt idx="1389">
                    <c:v>Santa Fe College</c:v>
                  </c:pt>
                  <c:pt idx="1390">
                    <c:v>Capital Area Technical College</c:v>
                  </c:pt>
                  <c:pt idx="1391">
                    <c:v>Butte College</c:v>
                  </c:pt>
                  <c:pt idx="1392">
                    <c:v>Carroll Community College</c:v>
                  </c:pt>
                  <c:pt idx="1393">
                    <c:v>Skagit Valley College</c:v>
                  </c:pt>
                  <c:pt idx="1394">
                    <c:v>Grayson  County College</c:v>
                  </c:pt>
                  <c:pt idx="1395">
                    <c:v>New River Community College</c:v>
                  </c:pt>
                  <c:pt idx="1396">
                    <c:v>Enterprise State Community College</c:v>
                  </c:pt>
                  <c:pt idx="1397">
                    <c:v>Trinity Valley Community College</c:v>
                  </c:pt>
                  <c:pt idx="1398">
                    <c:v>George C. Wallace State Community College</c:v>
                  </c:pt>
                  <c:pt idx="1399">
                    <c:v>Cleveland State Community College</c:v>
                  </c:pt>
                  <c:pt idx="1400">
                    <c:v>Victor Valley Community College</c:v>
                  </c:pt>
                  <c:pt idx="1401">
                    <c:v>Elizabeth City State University</c:v>
                  </c:pt>
                  <c:pt idx="1402">
                    <c:v>Centralia College</c:v>
                  </c:pt>
                  <c:pt idx="1403">
                    <c:v>Hillsborough Community College</c:v>
                  </c:pt>
                  <c:pt idx="1404">
                    <c:v>Chaffey Community College</c:v>
                  </c:pt>
                  <c:pt idx="1405">
                    <c:v>Lincoln Technical Institute And Lincoln College Of Technology</c:v>
                  </c:pt>
                  <c:pt idx="1406">
                    <c:v>Amarillo College</c:v>
                  </c:pt>
                  <c:pt idx="1407">
                    <c:v>Southern West Virginia Community And Technical College</c:v>
                  </c:pt>
                  <c:pt idx="1408">
                    <c:v>University Of Montana Western </c:v>
                  </c:pt>
                  <c:pt idx="1409">
                    <c:v>Palm Beach State College</c:v>
                  </c:pt>
                  <c:pt idx="1410">
                    <c:v>Art Institute Of Pittsburgh </c:v>
                  </c:pt>
                  <c:pt idx="1411">
                    <c:v>Fort Valley State University</c:v>
                  </c:pt>
                  <c:pt idx="1412">
                    <c:v>SUNY College Of Technology At Canton</c:v>
                  </c:pt>
                  <c:pt idx="1413">
                    <c:v>Dakota College At Bottineau</c:v>
                  </c:pt>
                  <c:pt idx="1414">
                    <c:v>College Of New Rochelle </c:v>
                  </c:pt>
                  <c:pt idx="1415">
                    <c:v>West Virginia Community And Technical College System</c:v>
                  </c:pt>
                  <c:pt idx="1416">
                    <c:v>Brown College</c:v>
                  </c:pt>
                  <c:pt idx="1417">
                    <c:v>Corning Community College - SUNY Office Of Community Colleges</c:v>
                  </c:pt>
                  <c:pt idx="1418">
                    <c:v>Delaware Technical Community College of Wilmington, DE</c:v>
                  </c:pt>
                  <c:pt idx="1419">
                    <c:v>Wayne State College</c:v>
                  </c:pt>
                  <c:pt idx="1420">
                    <c:v>Lackawanna College</c:v>
                  </c:pt>
                  <c:pt idx="1421">
                    <c:v>Berkshire Community College</c:v>
                  </c:pt>
                  <c:pt idx="1422">
                    <c:v>SUNY College Of Technology At Delhi</c:v>
                  </c:pt>
                  <c:pt idx="1423">
                    <c:v>CC Of Philadelphia</c:v>
                  </c:pt>
                  <c:pt idx="1424">
                    <c:v>Southwestern Community College District</c:v>
                  </c:pt>
                  <c:pt idx="1425">
                    <c:v>United Talmudical Seminary</c:v>
                  </c:pt>
                  <c:pt idx="1426">
                    <c:v>Metropolitan Community College of Kansas City, MO</c:v>
                  </c:pt>
                  <c:pt idx="1427">
                    <c:v>Georgia Perimeter College</c:v>
                  </c:pt>
                  <c:pt idx="1428">
                    <c:v>California Institute Of The Arts</c:v>
                  </c:pt>
                  <c:pt idx="1429">
                    <c:v>Antelope Valley College</c:v>
                  </c:pt>
                  <c:pt idx="1430">
                    <c:v>Mars Hill University</c:v>
                  </c:pt>
                  <c:pt idx="1431">
                    <c:v>Finger Lakes Community College - SUNY Office Of Community College</c:v>
                  </c:pt>
                  <c:pt idx="1432">
                    <c:v>Texarkana College</c:v>
                  </c:pt>
                  <c:pt idx="1433">
                    <c:v>Mississippi Gulf Coast Community College</c:v>
                  </c:pt>
                  <c:pt idx="1434">
                    <c:v>Clackamas Community College</c:v>
                  </c:pt>
                  <c:pt idx="1435">
                    <c:v>Edison State College</c:v>
                  </c:pt>
                  <c:pt idx="1436">
                    <c:v>Marian University of Fond Du Lac, WI</c:v>
                  </c:pt>
                  <c:pt idx="1437">
                    <c:v>El Paso Community College</c:v>
                  </c:pt>
                  <c:pt idx="1438">
                    <c:v>West Hills Community College District</c:v>
                  </c:pt>
                  <c:pt idx="1439">
                    <c:v>Central Wyoming College</c:v>
                  </c:pt>
                  <c:pt idx="1440">
                    <c:v>Oklahoma State University - Oklahoma City</c:v>
                  </c:pt>
                  <c:pt idx="1441">
                    <c:v>Northwest Florida State College</c:v>
                  </c:pt>
                  <c:pt idx="1442">
                    <c:v>College Of The Sequoias</c:v>
                  </c:pt>
                  <c:pt idx="1443">
                    <c:v>Western Dakota Technical Institute</c:v>
                  </c:pt>
                  <c:pt idx="1444">
                    <c:v>Colorado Mountain College</c:v>
                  </c:pt>
                  <c:pt idx="1445">
                    <c:v>Fort Lewis College</c:v>
                  </c:pt>
                  <c:pt idx="1446">
                    <c:v>Emily Griffith Technical College</c:v>
                  </c:pt>
                  <c:pt idx="1447">
                    <c:v>Bethany Lutheran College</c:v>
                  </c:pt>
                  <c:pt idx="1448">
                    <c:v>Truckee Meadows Community College</c:v>
                  </c:pt>
                  <c:pt idx="1449">
                    <c:v>New England Institute Of Art </c:v>
                  </c:pt>
                  <c:pt idx="1450">
                    <c:v>Ashland University</c:v>
                  </c:pt>
                  <c:pt idx="1451">
                    <c:v>Yuba Community College District</c:v>
                  </c:pt>
                  <c:pt idx="1452">
                    <c:v>Trinity International University</c:v>
                  </c:pt>
                  <c:pt idx="1453">
                    <c:v>Yavapai College</c:v>
                  </c:pt>
                  <c:pt idx="1454">
                    <c:v>Austin Peay State University</c:v>
                  </c:pt>
                  <c:pt idx="1455">
                    <c:v>Linn-Benton Community College</c:v>
                  </c:pt>
                  <c:pt idx="1456">
                    <c:v>Lake Sumter State College</c:v>
                  </c:pt>
                  <c:pt idx="1457">
                    <c:v>Ozark Christian College</c:v>
                  </c:pt>
                  <c:pt idx="1458">
                    <c:v>Miracosta College</c:v>
                  </c:pt>
                  <c:pt idx="1459">
                    <c:v>Wenatchee Valley College</c:v>
                  </c:pt>
                  <c:pt idx="1460">
                    <c:v>Monroe County Community College</c:v>
                  </c:pt>
                  <c:pt idx="1461">
                    <c:v>Cowley County Community College &amp; Area Vocational Technical Schoo</c:v>
                  </c:pt>
                  <c:pt idx="1462">
                    <c:v>Arkansas State University - Beebe</c:v>
                  </c:pt>
                  <c:pt idx="1463">
                    <c:v>Claflin University</c:v>
                  </c:pt>
                  <c:pt idx="1464">
                    <c:v>Moore Norman Technology Center School District No. 17</c:v>
                  </c:pt>
                  <c:pt idx="1465">
                    <c:v>State College Of Florida, Manatee-Sarasota</c:v>
                  </c:pt>
                  <c:pt idx="1466">
                    <c:v>East Central College</c:v>
                  </c:pt>
                  <c:pt idx="1467">
                    <c:v>Northeast Texas Community College</c:v>
                  </c:pt>
                  <c:pt idx="1468">
                    <c:v>Flathead Valley Community College</c:v>
                  </c:pt>
                  <c:pt idx="1469">
                    <c:v>Southern Virginia University</c:v>
                  </c:pt>
                  <c:pt idx="1470">
                    <c:v>Bethel College</c:v>
                  </c:pt>
                  <c:pt idx="1471">
                    <c:v>Calhoun Community College</c:v>
                  </c:pt>
                  <c:pt idx="1472">
                    <c:v>Eastern Oklahoma State College</c:v>
                  </c:pt>
                  <c:pt idx="1473">
                    <c:v>Blackburn University</c:v>
                  </c:pt>
                  <c:pt idx="1474">
                    <c:v>Mid-State Technical College</c:v>
                  </c:pt>
                  <c:pt idx="1475">
                    <c:v>Robert Morris University Illinois</c:v>
                  </c:pt>
                  <c:pt idx="1476">
                    <c:v>Kirkwood Community College</c:v>
                  </c:pt>
                  <c:pt idx="1477">
                    <c:v>Blue Mountain Community College</c:v>
                  </c:pt>
                  <c:pt idx="1478">
                    <c:v>William Peace University</c:v>
                  </c:pt>
                  <c:pt idx="1479">
                    <c:v>North Iowa Area Community College</c:v>
                  </c:pt>
                  <c:pt idx="1480">
                    <c:v>Florida State College At Jacksonville</c:v>
                  </c:pt>
                  <c:pt idx="1481">
                    <c:v>Alamo Community College District</c:v>
                  </c:pt>
                  <c:pt idx="1482">
                    <c:v>University Of Charleston</c:v>
                  </c:pt>
                  <c:pt idx="1483">
                    <c:v>Illinois Institute Of Art </c:v>
                  </c:pt>
                  <c:pt idx="1484">
                    <c:v>Emmanuel College of Franklin Springs, GA</c:v>
                  </c:pt>
                  <c:pt idx="1485">
                    <c:v>Northeast Wisconsin Technical College</c:v>
                  </c:pt>
                  <c:pt idx="1486">
                    <c:v>Lewis And Clark Community College</c:v>
                  </c:pt>
                  <c:pt idx="1487">
                    <c:v>Columbia Gorge Community College</c:v>
                  </c:pt>
                  <c:pt idx="1488">
                    <c:v>Gordon State College</c:v>
                  </c:pt>
                  <c:pt idx="1489">
                    <c:v>Motlow State Community College</c:v>
                  </c:pt>
                  <c:pt idx="1490">
                    <c:v>Kankakee Community College</c:v>
                  </c:pt>
                  <c:pt idx="1491">
                    <c:v>Middle Georgia State College</c:v>
                  </c:pt>
                  <c:pt idx="1492">
                    <c:v>St. Petersburg College</c:v>
                  </c:pt>
                  <c:pt idx="1493">
                    <c:v>Wor-Wic Community College</c:v>
                  </c:pt>
                  <c:pt idx="1494">
                    <c:v>Grays Harbor College</c:v>
                  </c:pt>
                  <c:pt idx="1495">
                    <c:v>Maranatha Baptist University</c:v>
                  </c:pt>
                  <c:pt idx="1496">
                    <c:v>Drury University</c:v>
                  </c:pt>
                  <c:pt idx="1497">
                    <c:v>Albany State University</c:v>
                  </c:pt>
                  <c:pt idx="1498">
                    <c:v>Portland Community College</c:v>
                  </c:pt>
                  <c:pt idx="1499">
                    <c:v>Delaware Technical Community College of Dover, DE</c:v>
                  </c:pt>
                  <c:pt idx="1500">
                    <c:v>Saint Johns River State College</c:v>
                  </c:pt>
                  <c:pt idx="1501">
                    <c:v>Texas Southern University</c:v>
                  </c:pt>
                  <c:pt idx="1502">
                    <c:v>Harford Community College</c:v>
                  </c:pt>
                  <c:pt idx="1503">
                    <c:v>Concord University</c:v>
                  </c:pt>
                  <c:pt idx="1504">
                    <c:v>Lakeland Community College</c:v>
                  </c:pt>
                  <c:pt idx="1505">
                    <c:v>Institute Of Audio Research</c:v>
                  </c:pt>
                  <c:pt idx="1506">
                    <c:v>Shawnee State University</c:v>
                  </c:pt>
                  <c:pt idx="1507">
                    <c:v>California College Of The Arts</c:v>
                  </c:pt>
                  <c:pt idx="1508">
                    <c:v>Kilgore College</c:v>
                  </c:pt>
                  <c:pt idx="1509">
                    <c:v>Hudson County Community College</c:v>
                  </c:pt>
                  <c:pt idx="1510">
                    <c:v>Centenary College</c:v>
                  </c:pt>
                  <c:pt idx="1511">
                    <c:v>Connors State College</c:v>
                  </c:pt>
                  <c:pt idx="1512">
                    <c:v>Umpqua Community College</c:v>
                  </c:pt>
                  <c:pt idx="1513">
                    <c:v>Chattahoochee Technical College</c:v>
                  </c:pt>
                  <c:pt idx="1514">
                    <c:v>Holyoke Community College</c:v>
                  </c:pt>
                  <c:pt idx="1515">
                    <c:v>North Idaho College</c:v>
                  </c:pt>
                  <c:pt idx="1516">
                    <c:v>Webber International University</c:v>
                  </c:pt>
                  <c:pt idx="1517">
                    <c:v>University Of Arkansas Community College At Hope</c:v>
                  </c:pt>
                  <c:pt idx="1518">
                    <c:v>Virginia Western Community College</c:v>
                  </c:pt>
                  <c:pt idx="1519">
                    <c:v>Georgia Military College</c:v>
                  </c:pt>
                  <c:pt idx="1520">
                    <c:v>Urbana University</c:v>
                  </c:pt>
                  <c:pt idx="1521">
                    <c:v>Miami International University Of Art &amp; Design</c:v>
                  </c:pt>
                  <c:pt idx="1522">
                    <c:v>Certain Colorado Community Colleges</c:v>
                  </c:pt>
                  <c:pt idx="1523">
                    <c:v>Lassen College</c:v>
                  </c:pt>
                  <c:pt idx="1524">
                    <c:v>Lycoming College</c:v>
                  </c:pt>
                  <c:pt idx="1525">
                    <c:v>Lamar State College - Port Arthur</c:v>
                  </c:pt>
                  <c:pt idx="1526">
                    <c:v>Northern Essex Community College</c:v>
                  </c:pt>
                  <c:pt idx="1527">
                    <c:v>Carl Sandburg College</c:v>
                  </c:pt>
                  <c:pt idx="1528">
                    <c:v>Western Nebraska Community College</c:v>
                  </c:pt>
                  <c:pt idx="1529">
                    <c:v>Mercer County Community College</c:v>
                  </c:pt>
                  <c:pt idx="1530">
                    <c:v>Bunker Hill CC</c:v>
                  </c:pt>
                  <c:pt idx="1531">
                    <c:v>Rogers State University</c:v>
                  </c:pt>
                  <c:pt idx="1532">
                    <c:v>Eastern Kentucky University</c:v>
                  </c:pt>
                  <c:pt idx="1533">
                    <c:v>Oakland Community College</c:v>
                  </c:pt>
                  <c:pt idx="1534">
                    <c:v>Morehead State University</c:v>
                  </c:pt>
                  <c:pt idx="1535">
                    <c:v>Iowa Central Community College</c:v>
                  </c:pt>
                  <c:pt idx="1536">
                    <c:v>Lurleen B. Wallace Community College</c:v>
                  </c:pt>
                  <c:pt idx="1537">
                    <c:v>Tyler Junior College</c:v>
                  </c:pt>
                  <c:pt idx="1538">
                    <c:v>South Carolina State University</c:v>
                  </c:pt>
                  <c:pt idx="1539">
                    <c:v>Northeast Iowa Community College</c:v>
                  </c:pt>
                  <c:pt idx="1540">
                    <c:v>Dalton State College</c:v>
                  </c:pt>
                  <c:pt idx="1541">
                    <c:v>Art Institute Of New York City </c:v>
                  </c:pt>
                  <c:pt idx="1542">
                    <c:v>Gene Juarez Beauty Schools</c:v>
                  </c:pt>
                  <c:pt idx="1543">
                    <c:v>Kentucky State University</c:v>
                  </c:pt>
                  <c:pt idx="1544">
                    <c:v>Kishwaukee College</c:v>
                  </c:pt>
                  <c:pt idx="1545">
                    <c:v>Tidewater Community College</c:v>
                  </c:pt>
                  <c:pt idx="1546">
                    <c:v>Ecpi University And Skyline Colleges</c:v>
                  </c:pt>
                  <c:pt idx="1547">
                    <c:v>Mitchell College</c:v>
                  </c:pt>
                  <c:pt idx="1548">
                    <c:v>Genesee Community College</c:v>
                  </c:pt>
                  <c:pt idx="1549">
                    <c:v>Greensboro College</c:v>
                  </c:pt>
                  <c:pt idx="1550">
                    <c:v>Pima County Community College</c:v>
                  </c:pt>
                  <c:pt idx="1551">
                    <c:v>Paris Junior College</c:v>
                  </c:pt>
                  <c:pt idx="1552">
                    <c:v>Garrett College</c:v>
                  </c:pt>
                  <c:pt idx="1553">
                    <c:v>Pasco - Hernando State College</c:v>
                  </c:pt>
                  <c:pt idx="1554">
                    <c:v>Capital Community College</c:v>
                  </c:pt>
                  <c:pt idx="1555">
                    <c:v>Lincoln Technical Institutes And Lincoln College Of Technology</c:v>
                  </c:pt>
                  <c:pt idx="1556">
                    <c:v>West Shore Community College</c:v>
                  </c:pt>
                  <c:pt idx="1557">
                    <c:v>Clearwater Christian College</c:v>
                  </c:pt>
                  <c:pt idx="1558">
                    <c:v>College Of The Siskiyous</c:v>
                  </c:pt>
                  <c:pt idx="1559">
                    <c:v>Alabama Southern Community College</c:v>
                  </c:pt>
                  <c:pt idx="1560">
                    <c:v>Henry Ford Community College</c:v>
                  </c:pt>
                  <c:pt idx="1561">
                    <c:v>Westwood College - South Bay</c:v>
                  </c:pt>
                  <c:pt idx="1562">
                    <c:v>Erie Community College</c:v>
                  </c:pt>
                  <c:pt idx="1563">
                    <c:v>Cazenovia College</c:v>
                  </c:pt>
                  <c:pt idx="1564">
                    <c:v>Richard Bland College</c:v>
                  </c:pt>
                  <c:pt idx="1565">
                    <c:v>Briar Cliff University</c:v>
                  </c:pt>
                  <c:pt idx="1566">
                    <c:v>Mount Ida College</c:v>
                  </c:pt>
                  <c:pt idx="1567">
                    <c:v>Sanford-Brown College of Farmington, CT</c:v>
                  </c:pt>
                  <c:pt idx="1568">
                    <c:v>Jacksonville State University</c:v>
                  </c:pt>
                  <c:pt idx="1569">
                    <c:v>Luzerne County Community College</c:v>
                  </c:pt>
                  <c:pt idx="1570">
                    <c:v>Pellissippi State Community College</c:v>
                  </c:pt>
                  <c:pt idx="1571">
                    <c:v>Allen County Community College</c:v>
                  </c:pt>
                  <c:pt idx="1572">
                    <c:v>Williams Baptist College</c:v>
                  </c:pt>
                  <c:pt idx="1573">
                    <c:v>Missouri Valley College</c:v>
                  </c:pt>
                  <c:pt idx="1574">
                    <c:v>Central Oregon Community College</c:v>
                  </c:pt>
                  <c:pt idx="1575">
                    <c:v>Corban University</c:v>
                  </c:pt>
                  <c:pt idx="1576">
                    <c:v>Herkimer County Community College - SUNY Office Of Community Coll</c:v>
                  </c:pt>
                  <c:pt idx="1577">
                    <c:v>Texas Wesleyan University</c:v>
                  </c:pt>
                  <c:pt idx="1578">
                    <c:v>Northeastern Oklahoma A &amp; M College</c:v>
                  </c:pt>
                  <c:pt idx="1579">
                    <c:v>Copiah-Lincoln Community College</c:v>
                  </c:pt>
                  <c:pt idx="1580">
                    <c:v>Tennessee College Of Applied Technology - Knoxville</c:v>
                  </c:pt>
                  <c:pt idx="1581">
                    <c:v>Carl Albert State College</c:v>
                  </c:pt>
                  <c:pt idx="1582">
                    <c:v>University Of The Ozarks</c:v>
                  </c:pt>
                  <c:pt idx="1583">
                    <c:v>Hendrix College</c:v>
                  </c:pt>
                  <c:pt idx="1584">
                    <c:v>Midwest Technical Institute</c:v>
                  </c:pt>
                  <c:pt idx="1585">
                    <c:v>American Musical &amp; Dramatic Academy</c:v>
                  </c:pt>
                  <c:pt idx="1586">
                    <c:v>Northwestern Michigan College</c:v>
                  </c:pt>
                  <c:pt idx="1587">
                    <c:v>Sauk Valley Community College</c:v>
                  </c:pt>
                  <c:pt idx="1588">
                    <c:v>Clovis Community College</c:v>
                  </c:pt>
                  <c:pt idx="1589">
                    <c:v>Coconino County Community College</c:v>
                  </c:pt>
                  <c:pt idx="1590">
                    <c:v>Manchester University</c:v>
                  </c:pt>
                  <c:pt idx="1591">
                    <c:v>Washtenaw Community College</c:v>
                  </c:pt>
                  <c:pt idx="1592">
                    <c:v>Bennington College</c:v>
                  </c:pt>
                  <c:pt idx="1593">
                    <c:v>Northern Oklahoma College</c:v>
                  </c:pt>
                  <c:pt idx="1594">
                    <c:v>Olympic College</c:v>
                  </c:pt>
                  <c:pt idx="1595">
                    <c:v>American Intercontinental University</c:v>
                  </c:pt>
                  <c:pt idx="1596">
                    <c:v>University Of Southern Indiana</c:v>
                  </c:pt>
                  <c:pt idx="1597">
                    <c:v>Lake Land College</c:v>
                  </c:pt>
                  <c:pt idx="1598">
                    <c:v>St. Clair County Community College</c:v>
                  </c:pt>
                  <c:pt idx="1599">
                    <c:v>Cairn University</c:v>
                  </c:pt>
                  <c:pt idx="1600">
                    <c:v>Housatonic Community College</c:v>
                  </c:pt>
                  <c:pt idx="1601">
                    <c:v>Indian River State College</c:v>
                  </c:pt>
                  <c:pt idx="1602">
                    <c:v>Galveston College</c:v>
                  </c:pt>
                  <c:pt idx="1603">
                    <c:v>Eastern Florida State College</c:v>
                  </c:pt>
                  <c:pt idx="1604">
                    <c:v>Elaine P. Nunez Community College</c:v>
                  </c:pt>
                  <c:pt idx="1605">
                    <c:v>Francis Marion University</c:v>
                  </c:pt>
                  <c:pt idx="1606">
                    <c:v>Asnuntuck Community College</c:v>
                  </c:pt>
                  <c:pt idx="1607">
                    <c:v>Mohawk Valley Community College - SUNY Office Of Community Colleg</c:v>
                  </c:pt>
                  <c:pt idx="1608">
                    <c:v>Wytheville Community College</c:v>
                  </c:pt>
                  <c:pt idx="1609">
                    <c:v>Lamar Community College</c:v>
                  </c:pt>
                  <c:pt idx="1610">
                    <c:v>Panola College</c:v>
                  </c:pt>
                  <c:pt idx="1611">
                    <c:v>Walla Walla Community College</c:v>
                  </c:pt>
                  <c:pt idx="1612">
                    <c:v>South Plains College</c:v>
                  </c:pt>
                  <c:pt idx="1613">
                    <c:v>North Carolina Wesleyan College</c:v>
                  </c:pt>
                  <c:pt idx="1614">
                    <c:v>Columbus State Community College</c:v>
                  </c:pt>
                  <c:pt idx="1615">
                    <c:v>South Hills School Of Business &amp; Technology</c:v>
                  </c:pt>
                  <c:pt idx="1616">
                    <c:v>Lake Tahoe Community College</c:v>
                  </c:pt>
                  <c:pt idx="1617">
                    <c:v>Pearl River Community College</c:v>
                  </c:pt>
                  <c:pt idx="1618">
                    <c:v>Gulf Coast State College</c:v>
                  </c:pt>
                  <c:pt idx="1619">
                    <c:v>Clinton Community College - SUNY Office Of Community Colleges</c:v>
                  </c:pt>
                  <c:pt idx="1620">
                    <c:v>Navarro College</c:v>
                  </c:pt>
                  <c:pt idx="1621">
                    <c:v>Harrisburg Area Community College</c:v>
                  </c:pt>
                  <c:pt idx="1622">
                    <c:v>Spokane And Spokane Falls Community Colleges</c:v>
                  </c:pt>
                  <c:pt idx="1623">
                    <c:v>Southwest Baptist University</c:v>
                  </c:pt>
                  <c:pt idx="1624">
                    <c:v>SBI Campus - An Affiliate Of Sanford-Brown</c:v>
                  </c:pt>
                  <c:pt idx="1625">
                    <c:v>Jefferson College</c:v>
                  </c:pt>
                  <c:pt idx="1626">
                    <c:v>Community College Of Rhode Island</c:v>
                  </c:pt>
                  <c:pt idx="1627">
                    <c:v>Jackson State University</c:v>
                  </c:pt>
                  <c:pt idx="1628">
                    <c:v>Upper Iowa University</c:v>
                  </c:pt>
                  <c:pt idx="1629">
                    <c:v>Fortis College of Houston, TX</c:v>
                  </c:pt>
                  <c:pt idx="1630">
                    <c:v>H. Councill Trenholm State Technical College</c:v>
                  </c:pt>
                  <c:pt idx="1631">
                    <c:v>West Virginia State University</c:v>
                  </c:pt>
                  <c:pt idx="1632">
                    <c:v>Piedmont Virginia Community College</c:v>
                  </c:pt>
                  <c:pt idx="1633">
                    <c:v>Southern Union State Community College</c:v>
                  </c:pt>
                  <c:pt idx="1634">
                    <c:v>Lincoln University of Jefferson City, MO</c:v>
                  </c:pt>
                  <c:pt idx="1635">
                    <c:v>Piedmont College</c:v>
                  </c:pt>
                  <c:pt idx="1636">
                    <c:v>Fayetteville State University</c:v>
                  </c:pt>
                  <c:pt idx="1637">
                    <c:v>Olivet College</c:v>
                  </c:pt>
                  <c:pt idx="1638">
                    <c:v>Madison Area Technical College</c:v>
                  </c:pt>
                  <c:pt idx="1639">
                    <c:v>Colleges with insufficient data</c:v>
                  </c:pt>
                  <c:pt idx="1640">
                    <c:v>Abraham Baldwin Agricultural College</c:v>
                  </c:pt>
                  <c:pt idx="1641">
                    <c:v>Alpena Community College</c:v>
                  </c:pt>
                  <c:pt idx="1642">
                    <c:v>D G Erwin Technical Center</c:v>
                  </c:pt>
                  <c:pt idx="1643">
                    <c:v>Warren Wilson College</c:v>
                  </c:pt>
                  <c:pt idx="1644">
                    <c:v>Eastern New Mexico University</c:v>
                  </c:pt>
                  <c:pt idx="1645">
                    <c:v>Western Nevada College</c:v>
                  </c:pt>
                  <c:pt idx="1646">
                    <c:v>Becker College</c:v>
                  </c:pt>
                  <c:pt idx="1647">
                    <c:v>Bellingham Technical College</c:v>
                  </c:pt>
                  <c:pt idx="1648">
                    <c:v>Atlantic Cape Community College</c:v>
                  </c:pt>
                  <c:pt idx="1649">
                    <c:v>South Suburban College Of Cook County</c:v>
                  </c:pt>
                  <c:pt idx="1650">
                    <c:v>Lake Michigan College</c:v>
                  </c:pt>
                  <c:pt idx="1651">
                    <c:v>Herzing University</c:v>
                  </c:pt>
                  <c:pt idx="1652">
                    <c:v>Merced Community College</c:v>
                  </c:pt>
                  <c:pt idx="1653">
                    <c:v>Northwestern College of Bridgeview, IL</c:v>
                  </c:pt>
                  <c:pt idx="1654">
                    <c:v>Southern University At New Orleans</c:v>
                  </c:pt>
                  <c:pt idx="1655">
                    <c:v>Shaw University</c:v>
                  </c:pt>
                  <c:pt idx="1656">
                    <c:v>Owens State Community College</c:v>
                  </c:pt>
                  <c:pt idx="1657">
                    <c:v>Northeastern Junior College</c:v>
                  </c:pt>
                  <c:pt idx="1658">
                    <c:v>Three Rivers Community College of Poplar Bluff, MO</c:v>
                  </c:pt>
                  <c:pt idx="1659">
                    <c:v>State Center Community College District</c:v>
                  </c:pt>
                  <c:pt idx="1660">
                    <c:v>Chattanooga State Community College</c:v>
                  </c:pt>
                  <c:pt idx="1661">
                    <c:v>North Central State College</c:v>
                  </c:pt>
                  <c:pt idx="1662">
                    <c:v>Metropolitan Community College of Omaha, NE</c:v>
                  </c:pt>
                  <c:pt idx="1663">
                    <c:v>Chemeketa Community College</c:v>
                  </c:pt>
                  <c:pt idx="1664">
                    <c:v>Kentucky Christian University</c:v>
                  </c:pt>
                  <c:pt idx="1665">
                    <c:v>University Of Arkansas Community College At Batesville</c:v>
                  </c:pt>
                  <c:pt idx="1666">
                    <c:v>Cossatot Community College Of The University Of Arkansas</c:v>
                  </c:pt>
                  <c:pt idx="1667">
                    <c:v>Columbia State Community College</c:v>
                  </c:pt>
                  <c:pt idx="1668">
                    <c:v>Monroe Community College</c:v>
                  </c:pt>
                  <c:pt idx="1669">
                    <c:v>Illinois Valley Community College</c:v>
                  </c:pt>
                  <c:pt idx="1670">
                    <c:v>McLennan Community College</c:v>
                  </c:pt>
                  <c:pt idx="1671">
                    <c:v>Chesapeake College</c:v>
                  </c:pt>
                  <c:pt idx="1672">
                    <c:v>Chattahoochee Valley Community College</c:v>
                  </c:pt>
                  <c:pt idx="1673">
                    <c:v>City Colleges Of Chicago</c:v>
                  </c:pt>
                  <c:pt idx="1674">
                    <c:v>Indian Hills Community College</c:v>
                  </c:pt>
                  <c:pt idx="1675">
                    <c:v>McKendree University</c:v>
                  </c:pt>
                  <c:pt idx="1676">
                    <c:v>Pioneer Pacific College</c:v>
                  </c:pt>
                  <c:pt idx="1677">
                    <c:v>Delta College</c:v>
                  </c:pt>
                  <c:pt idx="1678">
                    <c:v>Jones County Junior College</c:v>
                  </c:pt>
                  <c:pt idx="1679">
                    <c:v>Dean College</c:v>
                  </c:pt>
                  <c:pt idx="1680">
                    <c:v>Bethune Cookman University</c:v>
                  </c:pt>
                  <c:pt idx="1681">
                    <c:v>Jackson State Community College</c:v>
                  </c:pt>
                  <c:pt idx="1682">
                    <c:v>Columbia College of Chicago, IL</c:v>
                  </c:pt>
                  <c:pt idx="1683">
                    <c:v>Blue Ridge Community College of Flat Rock, NC</c:v>
                  </c:pt>
                  <c:pt idx="1684">
                    <c:v>College Of Central Florida</c:v>
                  </c:pt>
                  <c:pt idx="1685">
                    <c:v>Saint Joseph's College of Standish, ME</c:v>
                  </c:pt>
                  <c:pt idx="1686">
                    <c:v>Wake Technical Community College</c:v>
                  </c:pt>
                  <c:pt idx="1687">
                    <c:v>Broome Community College</c:v>
                  </c:pt>
                  <c:pt idx="1688">
                    <c:v>Trident Technical College</c:v>
                  </c:pt>
                  <c:pt idx="1689">
                    <c:v>Fox Valley Technical College</c:v>
                  </c:pt>
                  <c:pt idx="1690">
                    <c:v>Snead State Community College</c:v>
                  </c:pt>
                  <c:pt idx="1691">
                    <c:v>Goldey-Beacom College</c:v>
                  </c:pt>
                  <c:pt idx="1692">
                    <c:v>Iowa Western Community College</c:v>
                  </c:pt>
                  <c:pt idx="1693">
                    <c:v>South Arkansas Community College</c:v>
                  </c:pt>
                  <c:pt idx="1694">
                    <c:v>Lane Community College</c:v>
                  </c:pt>
                  <c:pt idx="1695">
                    <c:v>Wilkes Community College</c:v>
                  </c:pt>
                  <c:pt idx="1696">
                    <c:v>Dordt College</c:v>
                  </c:pt>
                  <c:pt idx="1697">
                    <c:v>Cayuga Community College - SUNY Office Of Community College</c:v>
                  </c:pt>
                  <c:pt idx="1698">
                    <c:v>North Arkansas College</c:v>
                  </c:pt>
                  <c:pt idx="1699">
                    <c:v>Southwest Wisconsin Technical College</c:v>
                  </c:pt>
                  <c:pt idx="1700">
                    <c:v>Jefferson Community And Technical College</c:v>
                  </c:pt>
                  <c:pt idx="1701">
                    <c:v>Kellogg Community College</c:v>
                  </c:pt>
                  <c:pt idx="1702">
                    <c:v>Jefferson State Community College</c:v>
                  </c:pt>
                  <c:pt idx="1703">
                    <c:v>Tri-County Technical College</c:v>
                  </c:pt>
                  <c:pt idx="1704">
                    <c:v>Des Moines Area Community College</c:v>
                  </c:pt>
                  <c:pt idx="1705">
                    <c:v>Passaic County Community College</c:v>
                  </c:pt>
                  <c:pt idx="1706">
                    <c:v>Gateway Community College</c:v>
                  </c:pt>
                  <c:pt idx="1707">
                    <c:v>Zane State College</c:v>
                  </c:pt>
                  <c:pt idx="1708">
                    <c:v>Gadsden State Community College</c:v>
                  </c:pt>
                  <c:pt idx="1709">
                    <c:v>Three Rivers Community College of Norwich, CT</c:v>
                  </c:pt>
                  <c:pt idx="1710">
                    <c:v>Columbia College of Columbia, SC</c:v>
                  </c:pt>
                  <c:pt idx="1711">
                    <c:v>Rock Valley College</c:v>
                  </c:pt>
                  <c:pt idx="1712">
                    <c:v>Hutchinson Community College</c:v>
                  </c:pt>
                  <c:pt idx="1713">
                    <c:v>Washington State Community College</c:v>
                  </c:pt>
                  <c:pt idx="1714">
                    <c:v>Moberly Area Community College</c:v>
                  </c:pt>
                  <c:pt idx="1715">
                    <c:v>Southwest Mississippi Community College</c:v>
                  </c:pt>
                  <c:pt idx="1716">
                    <c:v>Black Hawk College</c:v>
                  </c:pt>
                  <c:pt idx="1717">
                    <c:v>College Of Coastal Georgia</c:v>
                  </c:pt>
                  <c:pt idx="1718">
                    <c:v>Northeast Mississippi Community College</c:v>
                  </c:pt>
                  <c:pt idx="1719">
                    <c:v>Arizona Western College</c:v>
                  </c:pt>
                  <c:pt idx="1720">
                    <c:v>Gwinnett Technical College</c:v>
                  </c:pt>
                  <c:pt idx="1721">
                    <c:v>CollegeAmerica Denver</c:v>
                  </c:pt>
                  <c:pt idx="1722">
                    <c:v>Community College Of Allegheny County</c:v>
                  </c:pt>
                  <c:pt idx="1723">
                    <c:v>Specs Howard School Of Media Arts</c:v>
                  </c:pt>
                  <c:pt idx="1724">
                    <c:v>College Of Southern Idaho</c:v>
                  </c:pt>
                  <c:pt idx="1725">
                    <c:v>West Virginia Wesleyan College</c:v>
                  </c:pt>
                  <c:pt idx="1726">
                    <c:v>Santa Fe Community College</c:v>
                  </c:pt>
                  <c:pt idx="1727">
                    <c:v>Montcalm Community College</c:v>
                  </c:pt>
                  <c:pt idx="1728">
                    <c:v>Garden City Community College</c:v>
                  </c:pt>
                  <c:pt idx="1729">
                    <c:v>Colorado Technical University</c:v>
                  </c:pt>
                  <c:pt idx="1730">
                    <c:v>Stark State College</c:v>
                  </c:pt>
                  <c:pt idx="1731">
                    <c:v>Rappahannock Community College</c:v>
                  </c:pt>
                  <c:pt idx="1732">
                    <c:v>Angelina College</c:v>
                  </c:pt>
                  <c:pt idx="1733">
                    <c:v>Northwest - Shoals Community College</c:v>
                  </c:pt>
                  <c:pt idx="1734">
                    <c:v>University Of Arkansas At Pine Bluff</c:v>
                  </c:pt>
                  <c:pt idx="1735">
                    <c:v>Belmont College</c:v>
                  </c:pt>
                  <c:pt idx="1736">
                    <c:v>Monroe College</c:v>
                  </c:pt>
                  <c:pt idx="1737">
                    <c:v>Converse College</c:v>
                  </c:pt>
                  <c:pt idx="1738">
                    <c:v>James A. Rhodes State College</c:v>
                  </c:pt>
                  <c:pt idx="1739">
                    <c:v>Lansing Community College</c:v>
                  </c:pt>
                  <c:pt idx="1740">
                    <c:v>Stephens College</c:v>
                  </c:pt>
                  <c:pt idx="1741">
                    <c:v>Adirondack Community College - SUNY Office Of Community Colleges</c:v>
                  </c:pt>
                  <c:pt idx="1742">
                    <c:v>Central Arizona College</c:v>
                  </c:pt>
                  <c:pt idx="1743">
                    <c:v>Kansas City Kansas Community College</c:v>
                  </c:pt>
                  <c:pt idx="1744">
                    <c:v>Fayetteville Technical Community College</c:v>
                  </c:pt>
                  <c:pt idx="1745">
                    <c:v>Mississippi Valley State University</c:v>
                  </c:pt>
                  <c:pt idx="1746">
                    <c:v>J Sargeant Reynolds Community College</c:v>
                  </c:pt>
                  <c:pt idx="1747">
                    <c:v>Northland College</c:v>
                  </c:pt>
                  <c:pt idx="1748">
                    <c:v>MTI College</c:v>
                  </c:pt>
                  <c:pt idx="1749">
                    <c:v>Feather River College</c:v>
                  </c:pt>
                  <c:pt idx="1750">
                    <c:v>Hawkeye Community College</c:v>
                  </c:pt>
                  <c:pt idx="1751">
                    <c:v>Globe University</c:v>
                  </c:pt>
                  <c:pt idx="1752">
                    <c:v>Central State University</c:v>
                  </c:pt>
                  <c:pt idx="1753">
                    <c:v>Southwestern Illinois College</c:v>
                  </c:pt>
                  <c:pt idx="1754">
                    <c:v>Stevens Henager College</c:v>
                  </c:pt>
                  <c:pt idx="1755">
                    <c:v>Delaware Technical Community College - Owens Campus</c:v>
                  </c:pt>
                  <c:pt idx="1756">
                    <c:v>Eastern Iowa Community College District</c:v>
                  </c:pt>
                  <c:pt idx="1757">
                    <c:v>Jackson College</c:v>
                  </c:pt>
                  <c:pt idx="1758">
                    <c:v>Hocking Technical College</c:v>
                  </c:pt>
                  <c:pt idx="1759">
                    <c:v>Colorado Christian University</c:v>
                  </c:pt>
                  <c:pt idx="1760">
                    <c:v>Muskegon Community College</c:v>
                  </c:pt>
                  <c:pt idx="1761">
                    <c:v>Jamestown Community College</c:v>
                  </c:pt>
                  <c:pt idx="1762">
                    <c:v>Florida Gateway College</c:v>
                  </c:pt>
                  <c:pt idx="1763">
                    <c:v>Grand Rapids Community College</c:v>
                  </c:pt>
                  <c:pt idx="1764">
                    <c:v>Lehigh Carbon Community College</c:v>
                  </c:pt>
                  <c:pt idx="1765">
                    <c:v>East Central Community College</c:v>
                  </c:pt>
                  <c:pt idx="1766">
                    <c:v>Aiken Technical College</c:v>
                  </c:pt>
                  <c:pt idx="1767">
                    <c:v>Le Cordon Bleu College Of Culinary Arts In Chicago</c:v>
                  </c:pt>
                  <c:pt idx="1768">
                    <c:v>Western Iowa Tech Community College</c:v>
                  </c:pt>
                  <c:pt idx="1769">
                    <c:v>Blackhawk Technical College</c:v>
                  </c:pt>
                  <c:pt idx="1770">
                    <c:v>Brevard College</c:v>
                  </c:pt>
                  <c:pt idx="1771">
                    <c:v>Ozarks Technical Community College</c:v>
                  </c:pt>
                  <c:pt idx="1772">
                    <c:v>Butler County Community College of El Dorado, KS</c:v>
                  </c:pt>
                  <c:pt idx="1773">
                    <c:v>Northcentral Technical College</c:v>
                  </c:pt>
                  <c:pt idx="1774">
                    <c:v>College Of Mount Saint Joseph</c:v>
                  </c:pt>
                  <c:pt idx="1775">
                    <c:v>James H. Faulkner State Community College</c:v>
                  </c:pt>
                  <c:pt idx="1776">
                    <c:v>Bevill State Community College</c:v>
                  </c:pt>
                  <c:pt idx="1777">
                    <c:v>Schreiner University</c:v>
                  </c:pt>
                  <c:pt idx="1778">
                    <c:v>Niagara County Community College</c:v>
                  </c:pt>
                  <c:pt idx="1779">
                    <c:v>Hohokus School - RETS/Nutley</c:v>
                  </c:pt>
                  <c:pt idx="1780">
                    <c:v>Northland Pioneer College</c:v>
                  </c:pt>
                  <c:pt idx="1781">
                    <c:v>Newman University</c:v>
                  </c:pt>
                  <c:pt idx="1782">
                    <c:v>Glendale Career College</c:v>
                  </c:pt>
                  <c:pt idx="1783">
                    <c:v>University Of Rio Grande</c:v>
                  </c:pt>
                  <c:pt idx="1784">
                    <c:v>Heartland Community College</c:v>
                  </c:pt>
                  <c:pt idx="1785">
                    <c:v>Cornerstone University</c:v>
                  </c:pt>
                  <c:pt idx="1786">
                    <c:v>Tompkins Cortland Community College</c:v>
                  </c:pt>
                  <c:pt idx="1787">
                    <c:v>North Georgia Technical College</c:v>
                  </c:pt>
                  <c:pt idx="1788">
                    <c:v>Haywood Community College</c:v>
                  </c:pt>
                  <c:pt idx="1789">
                    <c:v>Plaza College</c:v>
                  </c:pt>
                  <c:pt idx="1790">
                    <c:v>Northeast State Community College</c:v>
                  </c:pt>
                  <c:pt idx="1791">
                    <c:v>Davis Applied Technology College</c:v>
                  </c:pt>
                  <c:pt idx="1792">
                    <c:v>Sullivan University, Sullivan College Of Technology And Design And Spencerian College</c:v>
                  </c:pt>
                  <c:pt idx="1793">
                    <c:v>Volunteer State Community College</c:v>
                  </c:pt>
                  <c:pt idx="1794">
                    <c:v>Baptist Bible College Of Pennsylvania</c:v>
                  </c:pt>
                  <c:pt idx="1795">
                    <c:v>Iowa Lakes Community College</c:v>
                  </c:pt>
                  <c:pt idx="1796">
                    <c:v>Moraine Park Technical College</c:v>
                  </c:pt>
                  <c:pt idx="1797">
                    <c:v>Richland Community College</c:v>
                  </c:pt>
                  <c:pt idx="1798">
                    <c:v>Bethel University of McKenzie, TN</c:v>
                  </c:pt>
                  <c:pt idx="1799">
                    <c:v>Onondaga Community College</c:v>
                  </c:pt>
                  <c:pt idx="1800">
                    <c:v>Cheyney University Of Pennsylvania</c:v>
                  </c:pt>
                  <c:pt idx="1801">
                    <c:v>Greenville Technical College</c:v>
                  </c:pt>
                  <c:pt idx="1802">
                    <c:v>Kaskaskia College</c:v>
                  </c:pt>
                  <c:pt idx="1803">
                    <c:v>Salem Community College</c:v>
                  </c:pt>
                  <c:pt idx="1804">
                    <c:v>Crowder College</c:v>
                  </c:pt>
                  <c:pt idx="1805">
                    <c:v>Newberry College</c:v>
                  </c:pt>
                  <c:pt idx="1806">
                    <c:v>Cape Fear Community College</c:v>
                  </c:pt>
                  <c:pt idx="1807">
                    <c:v>Shelton State Community College</c:v>
                  </c:pt>
                  <c:pt idx="1808">
                    <c:v>Illinois Eastern Community Colleges - Olney Central College</c:v>
                  </c:pt>
                  <c:pt idx="1809">
                    <c:v>University Of Arkansas Community College At Morrilton</c:v>
                  </c:pt>
                  <c:pt idx="1810">
                    <c:v>Avila University</c:v>
                  </c:pt>
                  <c:pt idx="1811">
                    <c:v>North Central Missouri College</c:v>
                  </c:pt>
                  <c:pt idx="1812">
                    <c:v>Lincoln College</c:v>
                  </c:pt>
                  <c:pt idx="1813">
                    <c:v>George C. Wallace Community College</c:v>
                  </c:pt>
                  <c:pt idx="1814">
                    <c:v>Kiamichi Technology Center</c:v>
                  </c:pt>
                  <c:pt idx="1815">
                    <c:v>Lincoln Land Community College</c:v>
                  </c:pt>
                  <c:pt idx="1816">
                    <c:v>Thomas Nelson Community College</c:v>
                  </c:pt>
                  <c:pt idx="1817">
                    <c:v>Florida Memorial University</c:v>
                  </c:pt>
                  <c:pt idx="1818">
                    <c:v>Kalamazoo Valley Community College</c:v>
                  </c:pt>
                  <c:pt idx="1819">
                    <c:v>Tennessee College Of Applied Technology - Dickson</c:v>
                  </c:pt>
                  <c:pt idx="1820">
                    <c:v>Terra State Community College</c:v>
                  </c:pt>
                  <c:pt idx="1821">
                    <c:v>Trevecca Nazarene University</c:v>
                  </c:pt>
                  <c:pt idx="1822">
                    <c:v>Wisconsin Indianhead Technical College</c:v>
                  </c:pt>
                  <c:pt idx="1823">
                    <c:v>Southwestern Michigan College</c:v>
                  </c:pt>
                  <c:pt idx="1824">
                    <c:v>San Joaquin Valley College</c:v>
                  </c:pt>
                  <c:pt idx="1825">
                    <c:v>Pratt Community College</c:v>
                  </c:pt>
                  <c:pt idx="1826">
                    <c:v>Surry Community College</c:v>
                  </c:pt>
                  <c:pt idx="1827">
                    <c:v>Daytona State College</c:v>
                  </c:pt>
                  <c:pt idx="1828">
                    <c:v>Bay State College</c:v>
                  </c:pt>
                  <c:pt idx="1829">
                    <c:v>Johnson University</c:v>
                  </c:pt>
                  <c:pt idx="1830">
                    <c:v>Meridian Community College</c:v>
                  </c:pt>
                  <c:pt idx="1831">
                    <c:v>Boricua College</c:v>
                  </c:pt>
                  <c:pt idx="1832">
                    <c:v>Bossier Parish Community College</c:v>
                  </c:pt>
                  <c:pt idx="1833">
                    <c:v>Darton State College</c:v>
                  </c:pt>
                  <c:pt idx="1834">
                    <c:v>Glenville State College</c:v>
                  </c:pt>
                  <c:pt idx="1835">
                    <c:v>Evergreen State College </c:v>
                  </c:pt>
                  <c:pt idx="1836">
                    <c:v>Art Institutes International Minnesota </c:v>
                  </c:pt>
                  <c:pt idx="1837">
                    <c:v>Mineral Area College</c:v>
                  </c:pt>
                  <c:pt idx="1838">
                    <c:v>Quinebaug Valley Community College</c:v>
                  </c:pt>
                  <c:pt idx="1839">
                    <c:v>University Of Pikeville</c:v>
                  </c:pt>
                  <c:pt idx="1840">
                    <c:v>International Academy Of Design And Technology of Orlando, FL</c:v>
                  </c:pt>
                  <c:pt idx="1841">
                    <c:v>Northwest State Community College</c:v>
                  </c:pt>
                  <c:pt idx="1842">
                    <c:v>Mohave Community College</c:v>
                  </c:pt>
                  <c:pt idx="1843">
                    <c:v>Georgia Piedmont Technical College</c:v>
                  </c:pt>
                  <c:pt idx="1844">
                    <c:v>Art Institute Of Phoenix </c:v>
                  </c:pt>
                  <c:pt idx="1845">
                    <c:v>Rogue Community College</c:v>
                  </c:pt>
                  <c:pt idx="1846">
                    <c:v>Treasure Valley Community College</c:v>
                  </c:pt>
                  <c:pt idx="1847">
                    <c:v>St Louis Community Colleges</c:v>
                  </c:pt>
                  <c:pt idx="1848">
                    <c:v>Harris - Stowe State University</c:v>
                  </c:pt>
                  <c:pt idx="1849">
                    <c:v>South Georgia Technical College</c:v>
                  </c:pt>
                  <c:pt idx="1850">
                    <c:v>College Of The Redwoods</c:v>
                  </c:pt>
                  <c:pt idx="1851">
                    <c:v>Central Community College</c:v>
                  </c:pt>
                  <c:pt idx="1852">
                    <c:v>Southern Careers Institute</c:v>
                  </c:pt>
                  <c:pt idx="1853">
                    <c:v>Butler County Community College of Butler, PA</c:v>
                  </c:pt>
                  <c:pt idx="1854">
                    <c:v>Delgado Community College</c:v>
                  </c:pt>
                  <c:pt idx="1855">
                    <c:v>Aveda Institute</c:v>
                  </c:pt>
                  <c:pt idx="1856">
                    <c:v>University Of Mount Olive</c:v>
                  </c:pt>
                  <c:pt idx="1857">
                    <c:v>Central New Mexico Community College</c:v>
                  </c:pt>
                  <c:pt idx="1858">
                    <c:v>National Park Community College</c:v>
                  </c:pt>
                  <c:pt idx="1859">
                    <c:v>Ivy Tech Community College Of Indiana System</c:v>
                  </c:pt>
                  <c:pt idx="1860">
                    <c:v>Bryan College</c:v>
                  </c:pt>
                  <c:pt idx="1861">
                    <c:v>Clover Park Technical College</c:v>
                  </c:pt>
                  <c:pt idx="1862">
                    <c:v>Midlands Technical College</c:v>
                  </c:pt>
                  <c:pt idx="1863">
                    <c:v>Sheridan Technical Center</c:v>
                  </c:pt>
                  <c:pt idx="1864">
                    <c:v>Rend Lake College</c:v>
                  </c:pt>
                  <c:pt idx="1865">
                    <c:v>Southwestern Community College of Sylva, NC</c:v>
                  </c:pt>
                  <c:pt idx="1866">
                    <c:v>Seminole State College</c:v>
                  </c:pt>
                  <c:pt idx="1867">
                    <c:v>Schenectady County Community College</c:v>
                  </c:pt>
                  <c:pt idx="1868">
                    <c:v>Central Piedmont Community College</c:v>
                  </c:pt>
                  <c:pt idx="1869">
                    <c:v>Pensacola State College</c:v>
                  </c:pt>
                  <c:pt idx="1870">
                    <c:v>Barton College</c:v>
                  </c:pt>
                  <c:pt idx="1871">
                    <c:v>SUNY Fulton-Montgomery Community College</c:v>
                  </c:pt>
                  <c:pt idx="1872">
                    <c:v>Southeast Arkansas College</c:v>
                  </c:pt>
                  <c:pt idx="1873">
                    <c:v>Nashville State Community College</c:v>
                  </c:pt>
                  <c:pt idx="1874">
                    <c:v>Sullivan County Community College - SUNY Office Of Community Coll</c:v>
                  </c:pt>
                  <c:pt idx="1875">
                    <c:v>John, Castleton And Lyndon State Colleges And Community College Of Vermont</c:v>
                  </c:pt>
                  <c:pt idx="1876">
                    <c:v>Lindsey Wilson College</c:v>
                  </c:pt>
                  <c:pt idx="1877">
                    <c:v>Cleveland Community College</c:v>
                  </c:pt>
                  <c:pt idx="1878">
                    <c:v>Reading Area Community College</c:v>
                  </c:pt>
                  <c:pt idx="1879">
                    <c:v>Clatsop Community College</c:v>
                  </c:pt>
                  <c:pt idx="1880">
                    <c:v>Hinds Community College</c:v>
                  </c:pt>
                  <c:pt idx="1881">
                    <c:v>Westmoreland County Community College</c:v>
                  </c:pt>
                  <c:pt idx="1882">
                    <c:v>Averett University</c:v>
                  </c:pt>
                  <c:pt idx="1883">
                    <c:v>Vatterott College</c:v>
                  </c:pt>
                  <c:pt idx="1884">
                    <c:v>Tiffin University</c:v>
                  </c:pt>
                  <c:pt idx="1885">
                    <c:v>Word Of Life Bible Institute</c:v>
                  </c:pt>
                  <c:pt idx="1886">
                    <c:v>North Central Michigan College</c:v>
                  </c:pt>
                  <c:pt idx="1887">
                    <c:v>Tennessee Wesleyan College</c:v>
                  </c:pt>
                  <c:pt idx="1888">
                    <c:v>Tallahassee Community College</c:v>
                  </c:pt>
                  <c:pt idx="1889">
                    <c:v>Greenfield Community College</c:v>
                  </c:pt>
                  <c:pt idx="1890">
                    <c:v>Intercoast Colleges</c:v>
                  </c:pt>
                  <c:pt idx="1891">
                    <c:v>Carrington College California</c:v>
                  </c:pt>
                  <c:pt idx="1892">
                    <c:v>Fort Scott Community College</c:v>
                  </c:pt>
                  <c:pt idx="1893">
                    <c:v>International Academy Of Design And Technology of Chicago, IL</c:v>
                  </c:pt>
                  <c:pt idx="1894">
                    <c:v>White Mountains Community College</c:v>
                  </c:pt>
                  <c:pt idx="1895">
                    <c:v>Virginia Highlands Community College</c:v>
                  </c:pt>
                  <c:pt idx="1896">
                    <c:v>Eastern Shore Community College</c:v>
                  </c:pt>
                  <c:pt idx="1897">
                    <c:v>Brewton Parker College</c:v>
                  </c:pt>
                  <c:pt idx="1898">
                    <c:v>Southern State Community College</c:v>
                  </c:pt>
                  <c:pt idx="1899">
                    <c:v>Keiser University</c:v>
                  </c:pt>
                  <c:pt idx="1900">
                    <c:v>Isothermal Community College</c:v>
                  </c:pt>
                  <c:pt idx="1901">
                    <c:v>Southwest Virginia Community College</c:v>
                  </c:pt>
                  <c:pt idx="1902">
                    <c:v>Cloud County Community College</c:v>
                  </c:pt>
                  <c:pt idx="1903">
                    <c:v>Holmes Community College</c:v>
                  </c:pt>
                  <c:pt idx="1904">
                    <c:v>Clark State Community College</c:v>
                  </c:pt>
                  <c:pt idx="1905">
                    <c:v>Saint Augustine's University</c:v>
                  </c:pt>
                  <c:pt idx="1906">
                    <c:v>Langston University</c:v>
                  </c:pt>
                  <c:pt idx="1907">
                    <c:v>Caldwell Community College &amp; Technical Institute</c:v>
                  </c:pt>
                  <c:pt idx="1908">
                    <c:v>Paine College</c:v>
                  </c:pt>
                  <c:pt idx="1909">
                    <c:v>Danville Community College</c:v>
                  </c:pt>
                  <c:pt idx="1910">
                    <c:v>Lanier Technical College</c:v>
                  </c:pt>
                  <c:pt idx="1911">
                    <c:v>Roane State Community College</c:v>
                  </c:pt>
                  <c:pt idx="1912">
                    <c:v>Dodge City Community College</c:v>
                  </c:pt>
                  <c:pt idx="1913">
                    <c:v>Southern Wesleyan University</c:v>
                  </c:pt>
                  <c:pt idx="1914">
                    <c:v>Keystone College</c:v>
                  </c:pt>
                  <c:pt idx="1915">
                    <c:v>Stanly Community College</c:v>
                  </c:pt>
                  <c:pt idx="1916">
                    <c:v>Westwood College - Los Angeles</c:v>
                  </c:pt>
                  <c:pt idx="1917">
                    <c:v>East Mississippi Community College</c:v>
                  </c:pt>
                  <c:pt idx="1918">
                    <c:v>Madison Media Institute</c:v>
                  </c:pt>
                  <c:pt idx="1919">
                    <c:v>Roxbury Community College</c:v>
                  </c:pt>
                  <c:pt idx="1920">
                    <c:v>Lincoln Christian University</c:v>
                  </c:pt>
                  <c:pt idx="1921">
                    <c:v>Rust College</c:v>
                  </c:pt>
                  <c:pt idx="1922">
                    <c:v>Western Technical College of La Crosse, WI</c:v>
                  </c:pt>
                  <c:pt idx="1923">
                    <c:v>Ottawa University</c:v>
                  </c:pt>
                  <c:pt idx="1924">
                    <c:v>Tulsa Technology Center School</c:v>
                  </c:pt>
                  <c:pt idx="1925">
                    <c:v>Bridgerland Applied Technology College</c:v>
                  </c:pt>
                  <c:pt idx="1926">
                    <c:v>Gogebic Community College</c:v>
                  </c:pt>
                  <c:pt idx="1927">
                    <c:v>East Georgia State College</c:v>
                  </c:pt>
                  <c:pt idx="1928">
                    <c:v>West Virginia Northern Community College</c:v>
                  </c:pt>
                  <c:pt idx="1929">
                    <c:v>Bluefield State College</c:v>
                  </c:pt>
                  <c:pt idx="1930">
                    <c:v>Sanford-Brown College of McLean, VA</c:v>
                  </c:pt>
                  <c:pt idx="1931">
                    <c:v>Great Falls College Montana State University</c:v>
                  </c:pt>
                  <c:pt idx="1932">
                    <c:v>Central Penn College</c:v>
                  </c:pt>
                  <c:pt idx="1933">
                    <c:v>Milan Institute of Sparks, NV</c:v>
                  </c:pt>
                  <c:pt idx="1934">
                    <c:v>Charles Stewart Mott Community College</c:v>
                  </c:pt>
                  <c:pt idx="1935">
                    <c:v>Danville Area Community College</c:v>
                  </c:pt>
                  <c:pt idx="1936">
                    <c:v>Pivot Point Academy</c:v>
                  </c:pt>
                  <c:pt idx="1937">
                    <c:v>Orleans Technical Institute</c:v>
                  </c:pt>
                  <c:pt idx="1938">
                    <c:v>Walters State Community College</c:v>
                  </c:pt>
                  <c:pt idx="1939">
                    <c:v>Rowan-Cabarrus Community College</c:v>
                  </c:pt>
                  <c:pt idx="1940">
                    <c:v>Sanford-Brown College of Boston, MA</c:v>
                  </c:pt>
                  <c:pt idx="1941">
                    <c:v>Lagrange College</c:v>
                  </c:pt>
                  <c:pt idx="1942">
                    <c:v>John A. Logan College</c:v>
                  </c:pt>
                  <c:pt idx="1943">
                    <c:v>South Georgia State College</c:v>
                  </c:pt>
                  <c:pt idx="1944">
                    <c:v>Northwest Mississippi Community College</c:v>
                  </c:pt>
                  <c:pt idx="1945">
                    <c:v>Central Virginia Community College</c:v>
                  </c:pt>
                  <c:pt idx="1946">
                    <c:v>Orange Technical Education Centers - Orlando Technical</c:v>
                  </c:pt>
                  <c:pt idx="1947">
                    <c:v>Prairie State College</c:v>
                  </c:pt>
                  <c:pt idx="1948">
                    <c:v>Otero Junior College</c:v>
                  </c:pt>
                  <c:pt idx="1949">
                    <c:v>Piedmont Technical College</c:v>
                  </c:pt>
                  <c:pt idx="1950">
                    <c:v>Miller-Motte Technical College &amp; McCann School Of Business &amp; Technology</c:v>
                  </c:pt>
                  <c:pt idx="1951">
                    <c:v>Central Carolina Community College</c:v>
                  </c:pt>
                  <c:pt idx="1952">
                    <c:v>Ancilla Domini College</c:v>
                  </c:pt>
                  <c:pt idx="1953">
                    <c:v>Altamaha Technical College</c:v>
                  </c:pt>
                  <c:pt idx="1954">
                    <c:v>Limestone College</c:v>
                  </c:pt>
                  <c:pt idx="1955">
                    <c:v>William Woods University</c:v>
                  </c:pt>
                  <c:pt idx="1956">
                    <c:v>Mississippi Delta Community College</c:v>
                  </c:pt>
                  <c:pt idx="1957">
                    <c:v>Eastern Gateway Community College</c:v>
                  </c:pt>
                  <c:pt idx="1958">
                    <c:v>Southeastern Community College of Whiteville, NC</c:v>
                  </c:pt>
                  <c:pt idx="1959">
                    <c:v>Davenport University</c:v>
                  </c:pt>
                  <c:pt idx="1960">
                    <c:v>South Florida State College</c:v>
                  </c:pt>
                  <c:pt idx="1961">
                    <c:v>Pennsylvania Highlands Community College</c:v>
                  </c:pt>
                  <c:pt idx="1962">
                    <c:v>Community College Of Beaver County</c:v>
                  </c:pt>
                  <c:pt idx="1963">
                    <c:v>Missouri State University - West Plains</c:v>
                  </c:pt>
                  <c:pt idx="1964">
                    <c:v>Lorenzo Walker Institute Of Technology</c:v>
                  </c:pt>
                  <c:pt idx="1965">
                    <c:v>Savannah Technical College</c:v>
                  </c:pt>
                  <c:pt idx="1966">
                    <c:v>Southside Virginia Community College</c:v>
                  </c:pt>
                  <c:pt idx="1967">
                    <c:v>Le Cordon Bleu College Of Culinary Arts of Tucker, GA</c:v>
                  </c:pt>
                  <c:pt idx="1968">
                    <c:v>Mendocino College</c:v>
                  </c:pt>
                  <c:pt idx="1969">
                    <c:v>Wilson Community College</c:v>
                  </c:pt>
                  <c:pt idx="1970">
                    <c:v>Lakeland College</c:v>
                  </c:pt>
                  <c:pt idx="1971">
                    <c:v>Utah College Of Massage Therapy</c:v>
                  </c:pt>
                  <c:pt idx="1972">
                    <c:v>Pulaski Technical College</c:v>
                  </c:pt>
                  <c:pt idx="1973">
                    <c:v>Black River Technical College</c:v>
                  </c:pt>
                  <c:pt idx="1974">
                    <c:v>Northwestern Connecticut Community College</c:v>
                  </c:pt>
                  <c:pt idx="1975">
                    <c:v>College Of Health Care Professions </c:v>
                  </c:pt>
                  <c:pt idx="1976">
                    <c:v>Luna Community College</c:v>
                  </c:pt>
                  <c:pt idx="1977">
                    <c:v>Davidson County Community College</c:v>
                  </c:pt>
                  <c:pt idx="1978">
                    <c:v>Young Harris College</c:v>
                  </c:pt>
                  <c:pt idx="1979">
                    <c:v>Vance - Granville Community College</c:v>
                  </c:pt>
                  <c:pt idx="1980">
                    <c:v>Gateway Technical College</c:v>
                  </c:pt>
                  <c:pt idx="1981">
                    <c:v>Summit College</c:v>
                  </c:pt>
                  <c:pt idx="1982">
                    <c:v>Klamath Community College</c:v>
                  </c:pt>
                  <c:pt idx="1983">
                    <c:v>Sinclair Community College</c:v>
                  </c:pt>
                  <c:pt idx="1984">
                    <c:v>Florida Technical College</c:v>
                  </c:pt>
                  <c:pt idx="1985">
                    <c:v>Arkansas Northeastern College</c:v>
                  </c:pt>
                  <c:pt idx="1986">
                    <c:v>Jefferson Davis Community College</c:v>
                  </c:pt>
                  <c:pt idx="1987">
                    <c:v>Southeastern Community College of West Burlington, IA</c:v>
                  </c:pt>
                  <c:pt idx="1988">
                    <c:v>East Arkansas Community College</c:v>
                  </c:pt>
                  <c:pt idx="1989">
                    <c:v>Southwest Tennessee Community College</c:v>
                  </c:pt>
                  <c:pt idx="1990">
                    <c:v>Cincinnati Christian University</c:v>
                  </c:pt>
                  <c:pt idx="1991">
                    <c:v>Cincinnati State Technical &amp; Community College</c:v>
                  </c:pt>
                  <c:pt idx="1992">
                    <c:v>Bradford School of Pittsburgh, PA</c:v>
                  </c:pt>
                  <c:pt idx="1993">
                    <c:v>Cuyahoga Community College</c:v>
                  </c:pt>
                  <c:pt idx="1994">
                    <c:v>Johnston Community College</c:v>
                  </c:pt>
                  <c:pt idx="1995">
                    <c:v>Dawson Community College</c:v>
                  </c:pt>
                  <c:pt idx="1996">
                    <c:v>Tennessee College Of Applied Technology - Morristown</c:v>
                  </c:pt>
                  <c:pt idx="1997">
                    <c:v>Asheville Buncombe Technical Community College</c:v>
                  </c:pt>
                  <c:pt idx="1998">
                    <c:v>Itawamba Community College</c:v>
                  </c:pt>
                  <c:pt idx="1999">
                    <c:v>Bladen Community College</c:v>
                  </c:pt>
                  <c:pt idx="2000">
                    <c:v>Bishop State Community College</c:v>
                  </c:pt>
                  <c:pt idx="2001">
                    <c:v>Lenoir Community College</c:v>
                  </c:pt>
                  <c:pt idx="2002">
                    <c:v>North Florida Community College</c:v>
                  </c:pt>
                  <c:pt idx="2003">
                    <c:v>Athens Technical College</c:v>
                  </c:pt>
                  <c:pt idx="2004">
                    <c:v>Dyersburg State Community College</c:v>
                  </c:pt>
                  <c:pt idx="2005">
                    <c:v>Institute For Business &amp; Technology</c:v>
                  </c:pt>
                  <c:pt idx="2006">
                    <c:v>Highland Community College of Freeport, IL</c:v>
                  </c:pt>
                  <c:pt idx="2007">
                    <c:v>River Parishes Community College</c:v>
                  </c:pt>
                  <c:pt idx="2008">
                    <c:v>Atlanta Metropolitan  State College</c:v>
                  </c:pt>
                  <c:pt idx="2009">
                    <c:v>Florence - Darlington Technical College</c:v>
                  </c:pt>
                  <c:pt idx="2010">
                    <c:v>Marion Technical College</c:v>
                  </c:pt>
                  <c:pt idx="2011">
                    <c:v>Shawnee Community College</c:v>
                  </c:pt>
                  <c:pt idx="2012">
                    <c:v>Baker College</c:v>
                  </c:pt>
                  <c:pt idx="2013">
                    <c:v>Patrick Henry Community College</c:v>
                  </c:pt>
                  <c:pt idx="2014">
                    <c:v>United Education Institute</c:v>
                  </c:pt>
                  <c:pt idx="2015">
                    <c:v>Francis Tuttle Technology Center School District No. 21</c:v>
                  </c:pt>
                  <c:pt idx="2016">
                    <c:v>Fort Myers Institute Of Technology And Cape Coral Institute Of Technology</c:v>
                  </c:pt>
                  <c:pt idx="2017">
                    <c:v>Carrington College of Spokane Valley, WA</c:v>
                  </c:pt>
                  <c:pt idx="2018">
                    <c:v>Southwest Florida College</c:v>
                  </c:pt>
                  <c:pt idx="2019">
                    <c:v>South University</c:v>
                  </c:pt>
                  <c:pt idx="2020">
                    <c:v>Illinois School Of Health Careers</c:v>
                  </c:pt>
                  <c:pt idx="2021">
                    <c:v>North Central Kansas Technical College</c:v>
                  </c:pt>
                  <c:pt idx="2022">
                    <c:v>Pima Medical Institute</c:v>
                  </c:pt>
                  <c:pt idx="2023">
                    <c:v>Western Piedmont Community College</c:v>
                  </c:pt>
                  <c:pt idx="2024">
                    <c:v>Bluffton University</c:v>
                  </c:pt>
                  <c:pt idx="2025">
                    <c:v>Tusculum College</c:v>
                  </c:pt>
                  <c:pt idx="2026">
                    <c:v>Mountain Empire Community College</c:v>
                  </c:pt>
                  <c:pt idx="2027">
                    <c:v>Empire Beauty School of Somersworth, NH</c:v>
                  </c:pt>
                  <c:pt idx="2028">
                    <c:v>Davis &amp; Elkins College</c:v>
                  </c:pt>
                  <c:pt idx="2029">
                    <c:v>Paul D. Camp Community College</c:v>
                  </c:pt>
                  <c:pt idx="2030">
                    <c:v>West Georgia Technical College</c:v>
                  </c:pt>
                  <c:pt idx="2031">
                    <c:v>Hodges University</c:v>
                  </c:pt>
                  <c:pt idx="2032">
                    <c:v>School Of Communication Arts Of North Carolina</c:v>
                  </c:pt>
                  <c:pt idx="2033">
                    <c:v>York Technical College</c:v>
                  </c:pt>
                  <c:pt idx="2034">
                    <c:v>Milwaukee Area Technical College</c:v>
                  </c:pt>
                  <c:pt idx="2035">
                    <c:v>Highland Community College of Highland, KS</c:v>
                  </c:pt>
                  <c:pt idx="2036">
                    <c:v>Bainbridge State College</c:v>
                  </c:pt>
                  <c:pt idx="2037">
                    <c:v>Anthem College And The Bryman School Of Arizona</c:v>
                  </c:pt>
                  <c:pt idx="2038">
                    <c:v>Spartanburg Community College</c:v>
                  </c:pt>
                  <c:pt idx="2039">
                    <c:v>Late College Goers</c:v>
                  </c:pt>
                  <c:pt idx="2040">
                    <c:v>Earlham College</c:v>
                  </c:pt>
                  <c:pt idx="2041">
                    <c:v>Independence Community College</c:v>
                  </c:pt>
                  <c:pt idx="2042">
                    <c:v>Wayne Community College</c:v>
                  </c:pt>
                  <c:pt idx="2043">
                    <c:v>Spoon River College</c:v>
                  </c:pt>
                  <c:pt idx="2044">
                    <c:v>American Career College of Los Angeles, CA</c:v>
                  </c:pt>
                  <c:pt idx="2045">
                    <c:v>Pitt Community College</c:v>
                  </c:pt>
                  <c:pt idx="2046">
                    <c:v>Bay De Noc Community College</c:v>
                  </c:pt>
                  <c:pt idx="2047">
                    <c:v>Stillman College</c:v>
                  </c:pt>
                  <c:pt idx="2048">
                    <c:v>Maynard A. Traviss Career Center</c:v>
                  </c:pt>
                  <c:pt idx="2049">
                    <c:v>Catawba Valley Community College</c:v>
                  </c:pt>
                  <c:pt idx="2050">
                    <c:v>Lincoln College Of New England</c:v>
                  </c:pt>
                  <c:pt idx="2051">
                    <c:v>Medtech College</c:v>
                  </c:pt>
                  <c:pt idx="2052">
                    <c:v>John Wood Community College</c:v>
                  </c:pt>
                  <c:pt idx="2053">
                    <c:v>Harcum College</c:v>
                  </c:pt>
                  <c:pt idx="2054">
                    <c:v>Robeson Community College</c:v>
                  </c:pt>
                  <c:pt idx="2055">
                    <c:v>ASA Institute Of Business &amp; Computer Technology</c:v>
                  </c:pt>
                  <c:pt idx="2056">
                    <c:v>Durham Technical Community College</c:v>
                  </c:pt>
                  <c:pt idx="2057">
                    <c:v>Ogeechee Technical College</c:v>
                  </c:pt>
                  <c:pt idx="2058">
                    <c:v>Faulkner University</c:v>
                  </c:pt>
                  <c:pt idx="2059">
                    <c:v>Piedmont Community College</c:v>
                  </c:pt>
                  <c:pt idx="2060">
                    <c:v>Gallaudet University</c:v>
                  </c:pt>
                  <c:pt idx="2061">
                    <c:v>Interactive College Of Technology</c:v>
                  </c:pt>
                  <c:pt idx="2062">
                    <c:v>Franklin Career Institute</c:v>
                  </c:pt>
                  <c:pt idx="2063">
                    <c:v>Metro Business College</c:v>
                  </c:pt>
                  <c:pt idx="2064">
                    <c:v>Horry - Georgetown Technical College</c:v>
                  </c:pt>
                  <c:pt idx="2065">
                    <c:v>Okefenokee Technical College</c:v>
                  </c:pt>
                  <c:pt idx="2066">
                    <c:v>Brunswick Community College</c:v>
                  </c:pt>
                  <c:pt idx="2067">
                    <c:v>Orangeburg - Calhoun Technical College</c:v>
                  </c:pt>
                  <c:pt idx="2068">
                    <c:v>Illinois And Ohio Center For Broadcasting</c:v>
                  </c:pt>
                  <c:pt idx="2069">
                    <c:v>Edgecombe Community College</c:v>
                  </c:pt>
                  <c:pt idx="2070">
                    <c:v>Tri-County Community College</c:v>
                  </c:pt>
                  <c:pt idx="2071">
                    <c:v>Wichita Area Technical College</c:v>
                  </c:pt>
                  <c:pt idx="2072">
                    <c:v>Nash Community College</c:v>
                  </c:pt>
                  <c:pt idx="2073">
                    <c:v>Guilford Technical Community College</c:v>
                  </c:pt>
                  <c:pt idx="2074">
                    <c:v>Fortis Institute of Palm Springs, FL</c:v>
                  </c:pt>
                  <c:pt idx="2075">
                    <c:v>Hickey College</c:v>
                  </c:pt>
                  <c:pt idx="2076">
                    <c:v>Beaufort County Community College</c:v>
                  </c:pt>
                  <c:pt idx="2077">
                    <c:v>Empire Beauty School of New York, NY</c:v>
                  </c:pt>
                  <c:pt idx="2078">
                    <c:v>Randolph Community College</c:v>
                  </c:pt>
                  <c:pt idx="2079">
                    <c:v>Halifax Community College</c:v>
                  </c:pt>
                  <c:pt idx="2080">
                    <c:v>Sandhills Community College</c:v>
                  </c:pt>
                  <c:pt idx="2081">
                    <c:v>Atlanta Technical College</c:v>
                  </c:pt>
                  <c:pt idx="2082">
                    <c:v>Gaston College</c:v>
                  </c:pt>
                  <c:pt idx="2083">
                    <c:v>Chipola College</c:v>
                  </c:pt>
                  <c:pt idx="2084">
                    <c:v>Everest Institute of Miami, FL</c:v>
                  </c:pt>
                  <c:pt idx="2085">
                    <c:v>Southwest Georgia Technical College</c:v>
                  </c:pt>
                  <c:pt idx="2086">
                    <c:v>Mitchell Community College</c:v>
                  </c:pt>
                  <c:pt idx="2087">
                    <c:v>Never Attended College (up to year 2013)</c:v>
                  </c:pt>
                  <c:pt idx="2088">
                    <c:v>Lees-Mcrae College</c:v>
                  </c:pt>
                  <c:pt idx="2089">
                    <c:v>St. Catharine College</c:v>
                  </c:pt>
                  <c:pt idx="2090">
                    <c:v>International Business College of Fort Wayne, IN</c:v>
                  </c:pt>
                  <c:pt idx="2091">
                    <c:v>River Valley Community College</c:v>
                  </c:pt>
                  <c:pt idx="2092">
                    <c:v>Central Carolina Technical College</c:v>
                  </c:pt>
                  <c:pt idx="2093">
                    <c:v>Brookline College</c:v>
                  </c:pt>
                  <c:pt idx="2094">
                    <c:v>Forsyth Technical Community College</c:v>
                  </c:pt>
                  <c:pt idx="2095">
                    <c:v>Tennessee College Of Applied Technology-Memphis</c:v>
                  </c:pt>
                  <c:pt idx="2096">
                    <c:v>Nicolet Area Technical College</c:v>
                  </c:pt>
                  <c:pt idx="2097">
                    <c:v>Wayne County Community College District</c:v>
                  </c:pt>
                  <c:pt idx="2098">
                    <c:v>Minnesota School Of Business</c:v>
                  </c:pt>
                  <c:pt idx="2099">
                    <c:v>Roanoke Chowan Community College</c:v>
                  </c:pt>
                  <c:pt idx="2100">
                    <c:v>Williamsburg Technical College</c:v>
                  </c:pt>
                  <c:pt idx="2101">
                    <c:v>Southeastern Technical College</c:v>
                  </c:pt>
                  <c:pt idx="2102">
                    <c:v>Antonelli College</c:v>
                  </c:pt>
                  <c:pt idx="2103">
                    <c:v>Texas School Of Business</c:v>
                  </c:pt>
                  <c:pt idx="2104">
                    <c:v>Montgomery Community College</c:v>
                  </c:pt>
                  <c:pt idx="2105">
                    <c:v>Martin Community College</c:v>
                  </c:pt>
                  <c:pt idx="2106">
                    <c:v>Lourdes University</c:v>
                  </c:pt>
                  <c:pt idx="2107">
                    <c:v>Alamance Community College</c:v>
                  </c:pt>
                  <c:pt idx="2108">
                    <c:v>American National University</c:v>
                  </c:pt>
                  <c:pt idx="2109">
                    <c:v>Saint Augustine College</c:v>
                  </c:pt>
                  <c:pt idx="2110">
                    <c:v>Virginia College</c:v>
                  </c:pt>
                  <c:pt idx="2111">
                    <c:v>Albany Technical College</c:v>
                  </c:pt>
                  <c:pt idx="2112">
                    <c:v>Institute Of Production And Recording </c:v>
                  </c:pt>
                  <c:pt idx="2113">
                    <c:v>Rockingham Community College</c:v>
                  </c:pt>
                  <c:pt idx="2114">
                    <c:v>Augusta Technical College</c:v>
                  </c:pt>
                  <c:pt idx="2115">
                    <c:v>Columbus Technical College</c:v>
                  </c:pt>
                  <c:pt idx="2116">
                    <c:v>Marinello School Of Beauty, Xenon International Academy, International School Of Skin And Nailcare And Hair Professionals Academy</c:v>
                  </c:pt>
                  <c:pt idx="2117">
                    <c:v>Moultrie Technical College</c:v>
                  </c:pt>
                  <c:pt idx="2118">
                    <c:v>Carteret Community College</c:v>
                  </c:pt>
                  <c:pt idx="2119">
                    <c:v>King's College</c:v>
                  </c:pt>
                  <c:pt idx="2120">
                    <c:v>PCI Health Training Center</c:v>
                  </c:pt>
                  <c:pt idx="2121">
                    <c:v>Philander Smith College</c:v>
                  </c:pt>
                  <c:pt idx="2122">
                    <c:v>College Of The Ouachitas</c:v>
                  </c:pt>
                  <c:pt idx="2123">
                    <c:v>Western International University</c:v>
                  </c:pt>
                  <c:pt idx="2124">
                    <c:v>Center For Employment Training</c:v>
                  </c:pt>
                  <c:pt idx="2125">
                    <c:v>International Career Development Center</c:v>
                  </c:pt>
                  <c:pt idx="2126">
                    <c:v>Erskine College</c:v>
                  </c:pt>
                  <c:pt idx="2127">
                    <c:v>Oakland City University</c:v>
                  </c:pt>
                  <c:pt idx="2128">
                    <c:v>Phillips Community College Of The University Of Arkansas</c:v>
                  </c:pt>
                  <c:pt idx="2129">
                    <c:v>Rich Mountain Community College</c:v>
                  </c:pt>
                  <c:pt idx="2130">
                    <c:v>Missouri Baptist University</c:v>
                  </c:pt>
                  <c:pt idx="2131">
                    <c:v>Central Georgia Technical College</c:v>
                  </c:pt>
                  <c:pt idx="2132">
                    <c:v>Dabney S Lancaster Community College</c:v>
                  </c:pt>
                  <c:pt idx="2133">
                    <c:v>Cambria Rowe Business College</c:v>
                  </c:pt>
                  <c:pt idx="2134">
                    <c:v>Heritage College</c:v>
                  </c:pt>
                  <c:pt idx="2135">
                    <c:v>Sanford-Brown College of Fenton, MO</c:v>
                  </c:pt>
                  <c:pt idx="2136">
                    <c:v>Richmond Community College</c:v>
                  </c:pt>
                  <c:pt idx="2137">
                    <c:v>IBMC College</c:v>
                  </c:pt>
                  <c:pt idx="2138">
                    <c:v>Musicians Institute</c:v>
                  </c:pt>
                  <c:pt idx="2139">
                    <c:v>Carrington College of Mesa, AZ</c:v>
                  </c:pt>
                  <c:pt idx="2140">
                    <c:v>Mid-South Community College</c:v>
                  </c:pt>
                  <c:pt idx="2141">
                    <c:v>National College</c:v>
                  </c:pt>
                  <c:pt idx="2142">
                    <c:v>Southeastern College</c:v>
                  </c:pt>
                  <c:pt idx="2143">
                    <c:v>National College Of Business And Technology</c:v>
                  </c:pt>
                  <c:pt idx="2144">
                    <c:v>College Of The Albemarle</c:v>
                  </c:pt>
                  <c:pt idx="2145">
                    <c:v>Nationwide Beauty Academy</c:v>
                  </c:pt>
                  <c:pt idx="2146">
                    <c:v>Wichita Technical Institute</c:v>
                  </c:pt>
                  <c:pt idx="2147">
                    <c:v>Santa Barbara Business College</c:v>
                  </c:pt>
                  <c:pt idx="2148">
                    <c:v>James Sprunt Community College</c:v>
                  </c:pt>
                  <c:pt idx="2149">
                    <c:v>Mayland Community College</c:v>
                  </c:pt>
                  <c:pt idx="2150">
                    <c:v>Sampson Community College</c:v>
                  </c:pt>
                  <c:pt idx="2151">
                    <c:v>Missouri College</c:v>
                  </c:pt>
                  <c:pt idx="2152">
                    <c:v>Santa Fe University Of Art And Design</c:v>
                  </c:pt>
                  <c:pt idx="2153">
                    <c:v>Argosy University</c:v>
                  </c:pt>
                  <c:pt idx="2154">
                    <c:v>Bradford School of Columbus, OH</c:v>
                  </c:pt>
                  <c:pt idx="2155">
                    <c:v>Lively Technical Center</c:v>
                  </c:pt>
                  <c:pt idx="2156">
                    <c:v>Olympian Academy Of Cosmetology</c:v>
                  </c:pt>
                  <c:pt idx="2157">
                    <c:v>Salter College</c:v>
                  </c:pt>
                  <c:pt idx="2158">
                    <c:v>Columbia International University</c:v>
                  </c:pt>
                  <c:pt idx="2159">
                    <c:v>Eastern College Of Health Vocations</c:v>
                  </c:pt>
                  <c:pt idx="2160">
                    <c:v>Wright Career College</c:v>
                  </c:pt>
                  <c:pt idx="2161">
                    <c:v>Douglas J Aveda Institute</c:v>
                  </c:pt>
                  <c:pt idx="2162">
                    <c:v>Nevada State College</c:v>
                  </c:pt>
                  <c:pt idx="2163">
                    <c:v>Platt College of Tulsa, OK</c:v>
                  </c:pt>
                  <c:pt idx="2164">
                    <c:v>Empire Beauty School of Moosic, PA</c:v>
                  </c:pt>
                  <c:pt idx="2165">
                    <c:v>Northeastern Technical College</c:v>
                  </c:pt>
                  <c:pt idx="2166">
                    <c:v>Fortis College of Largo, FL</c:v>
                  </c:pt>
                  <c:pt idx="2167">
                    <c:v>McDowell Technical Community College</c:v>
                  </c:pt>
                  <c:pt idx="2168">
                    <c:v>Lake Erie College</c:v>
                  </c:pt>
                  <c:pt idx="2169">
                    <c:v>Pinellas Technical Education Center - Clearwater Campus</c:v>
                  </c:pt>
                  <c:pt idx="2170">
                    <c:v>Baltimore School Of Massage</c:v>
                  </c:pt>
                  <c:pt idx="2171">
                    <c:v>Fortis College of Richmond, VA</c:v>
                  </c:pt>
                  <c:pt idx="2172">
                    <c:v>King University</c:v>
                  </c:pt>
                  <c:pt idx="2173">
                    <c:v>Aveda Institute Covington</c:v>
                  </c:pt>
                  <c:pt idx="2174">
                    <c:v>Paul Mitchell The School of Costa Mesa, CA</c:v>
                  </c:pt>
                  <c:pt idx="2175">
                    <c:v>New Mexico Military Institute</c:v>
                  </c:pt>
                  <c:pt idx="2176">
                    <c:v>Kansas City Art Institute</c:v>
                  </c:pt>
                  <c:pt idx="2177">
                    <c:v>Stautzenberger College</c:v>
                  </c:pt>
                  <c:pt idx="2178">
                    <c:v>Dorsey School Of Business</c:v>
                  </c:pt>
                  <c:pt idx="2179">
                    <c:v>Empire Beauty School of Philadelphia, PA</c:v>
                  </c:pt>
                  <c:pt idx="2180">
                    <c:v>Regency Beauty Institute</c:v>
                  </c:pt>
                  <c:pt idx="2181">
                    <c:v>Cleveland Institute Of Dental - Medical Assistants</c:v>
                  </c:pt>
                  <c:pt idx="2182">
                    <c:v>McNally Smith College Of Music</c:v>
                  </c:pt>
                  <c:pt idx="2183">
                    <c:v>Landmark College</c:v>
                  </c:pt>
                  <c:pt idx="2184">
                    <c:v>Minneapolis Business College</c:v>
                  </c:pt>
                  <c:pt idx="2185">
                    <c:v>Kansas Wesleyan University</c:v>
                  </c:pt>
                  <c:pt idx="2186">
                    <c:v>Sunstate Academy</c:v>
                  </c:pt>
                  <c:pt idx="2187">
                    <c:v>Milan Institute of Palm Desert, CA</c:v>
                  </c:pt>
                  <c:pt idx="2188">
                    <c:v>Empire Beauty School of Portland, ME</c:v>
                  </c:pt>
                  <c:pt idx="2189">
                    <c:v>Prism Career Institute</c:v>
                  </c:pt>
                  <c:pt idx="2190">
                    <c:v>Capri Institute Of Hair Design</c:v>
                  </c:pt>
                  <c:pt idx="2191">
                    <c:v>Latter Day Saints Business College</c:v>
                  </c:pt>
                  <c:pt idx="2192">
                    <c:v>Midred Elley College And Austin's School Of Spa Technology</c:v>
                  </c:pt>
                  <c:pt idx="2193">
                    <c:v>Bel - Rea Institute Of Animal Technology</c:v>
                  </c:pt>
                  <c:pt idx="2194">
                    <c:v>Florida College Of Natural Health</c:v>
                  </c:pt>
                  <c:pt idx="2195">
                    <c:v>Northern Illinois University</c:v>
                  </c:pt>
                  <c:pt idx="2196">
                    <c:v>Rutgers</c:v>
                  </c:pt>
                  <c:pt idx="2197">
                    <c:v>Spelman College</c:v>
                  </c:pt>
                  <c:pt idx="2198">
                    <c:v>San Francisco State University</c:v>
                  </c:pt>
                  <c:pt idx="2199">
                    <c:v>San Jose State University</c:v>
                  </c:pt>
                  <c:pt idx="2200">
                    <c:v>Chicago State University</c:v>
                  </c:pt>
                  <c:pt idx="2201">
                    <c:v>City College Of New York - CUNY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19D2-7405-42D2-84DE-F8EA208DA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9793871"/>
        <c:axId val="1219800111"/>
      </c:scatterChart>
      <c:valAx>
        <c:axId val="1219793871"/>
        <c:scaling>
          <c:orientation val="minMax"/>
          <c:max val="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r>
                  <a:rPr lang="en-US" b="1" dirty="0"/>
                  <a:t>Low-Income Access</a:t>
                </a:r>
              </a:p>
              <a:p>
                <a:pPr>
                  <a:defRPr/>
                </a:pPr>
                <a:r>
                  <a:rPr lang="en-US" dirty="0"/>
                  <a:t>% of students from families in bottom 20%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Lucida Sans" panose="020B06020305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219800111"/>
        <c:crosses val="autoZero"/>
        <c:crossBetween val="midCat"/>
      </c:valAx>
      <c:valAx>
        <c:axId val="1219800111"/>
        <c:scaling>
          <c:orientation val="minMax"/>
          <c:max val="8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r>
                  <a:rPr lang="en-US" b="1" dirty="0"/>
                  <a:t>Upward Mobility Rate</a:t>
                </a:r>
              </a:p>
              <a:p>
                <a:pPr>
                  <a:defRPr/>
                </a:pPr>
                <a:r>
                  <a:rPr lang="en-US" dirty="0"/>
                  <a:t>% of students from bottom 20% </a:t>
                </a:r>
              </a:p>
              <a:p>
                <a:pPr>
                  <a:defRPr/>
                </a:pPr>
                <a:r>
                  <a:rPr lang="en-US" dirty="0"/>
                  <a:t>who reach top 20%</a:t>
                </a:r>
              </a:p>
            </c:rich>
          </c:tx>
          <c:layout>
            <c:manualLayout>
              <c:xMode val="edge"/>
              <c:yMode val="edge"/>
              <c:x val="0"/>
              <c:y val="0.207970663093819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Lucida Sans" panose="020B06020305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2197938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tx1"/>
          </a:solidFill>
          <a:latin typeface="Lucida Sans" panose="020B0602030504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DDA3A-B42E-4322-9403-8D256DB101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D444B-F579-4879-9F68-79112ADAE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7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5947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FE32-D98D-2C33-A871-961F82B8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CBD99-F2C6-D079-603D-AF08A55CC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FE49D-3B5A-CFA8-EE0E-447C69CB5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strike="noStrike" dirty="0"/>
              <a:t>Customize to where you’re presenting if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D53E1-CA2F-933F-6CFD-4499B33C4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8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F58C-6762-5AC8-E875-CB636595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777A2-7A89-0626-C890-CCDED2A24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3F713-2A30-0FDB-17B9-53FCD9635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7E5CA-CADB-AF26-848F-9F66570E5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946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255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31CF-8FD0-B973-05F0-2D773249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97258-1F56-93E9-2490-060A72773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5AD4F-C207-5E9F-F4C7-09E42ADBD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noStrike" dirty="0"/>
              <a:t>Not yet published, can present but must be removed if slides are made public after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A5B08-14DB-02B8-B658-D873E00F5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BEDED-5931-4A59-A3CA-EE59609E2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857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D96F-D3C7-E6F1-9FB6-5793EF40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6DA51-8285-E76F-5D27-D84082772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469A6-E4A3-D8B6-E474-99F6FC1FC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trike="noStrike" dirty="0"/>
              <a:t>Not yet published, can present but must be removed if slides are made public after presentation</a:t>
            </a:r>
          </a:p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6246C-2DF1-5B52-3BCF-C9F43252A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BEDED-5931-4A59-A3CA-EE59609E2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712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D051-0342-C2AF-C84A-307692EB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6947C-D3E5-CEB3-75B3-B588693C6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9D9DA-B5B1-A01E-4CB8-CAB7FF9AD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trike="noStrike" dirty="0"/>
              <a:t>Not yet published, can present but must be removed if slides are made public after presentation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E59FB-55E4-3AC9-0EBF-E40073E41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BEDED-5931-4A59-A3CA-EE59609E2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89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/>
          <p:cNvSpPr txBox="1">
            <a:spLocks noGrp="1" noChangeArrowheads="1"/>
          </p:cNvSpPr>
          <p:nvPr/>
        </p:nvSpPr>
        <p:spPr bwMode="auto">
          <a:xfrm>
            <a:off x="3885903" y="8685893"/>
            <a:ext cx="2972097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 anchor="b"/>
          <a:lstStyle>
            <a:lvl1pPr defTabSz="10668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10668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10668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10668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1066800" eaLnBrk="0" hangingPunc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1066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r" defTabSz="1066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23AD2F-6C88-4EE8-8864-D569AE8800B7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pPr marL="0" marR="0" lvl="0" indent="0" algn="r" defTabSz="1066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8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000" baseline="0" dirty="0">
              <a:latin typeface="Arial" pitchFamily="34" charset="0"/>
              <a:ea typeface="ＭＳ Ｐゴシック" pitchFamily="34" charset="-128"/>
              <a:cs typeface="Arial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15156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BD4F-D0B6-1395-B90A-FF3411E4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340FC-DB7D-00C6-F022-CD10893A9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531A1-AD63-8E34-A7B5-B203868C6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C0B68-B29E-86F8-C63D-340857307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862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97CF-3D0C-A693-1B78-BD883C43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4B9AE-3847-16E6-A143-A637AC14F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C003B-90E0-321C-A4D6-25B923A10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ea typeface="ＭＳ Ｐゴシック" charset="-128"/>
              <a:cs typeface="CMU Bright" panose="02000603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F5427-BDF0-9BA3-1402-9AB9D580D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DDC76D-2269-4DE0-B678-715B442BD5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963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37EA-2A43-E44E-8EEF-02D07B48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75944-DF32-204E-4C00-D1261464E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301DC-C983-D918-DFF4-93E3B8A1D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trike="noStrike" dirty="0"/>
              <a:t>Customize to where you’re presenting if possible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164E-4EBE-2309-7001-D9926E23C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298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C0B58-2045-4EC1-BECD-31DF6B15A9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1298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358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AACB-1CBD-FD36-A078-8997A524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EDDA8-0716-2F84-8AB5-5B5CF2DBC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60375" y="720725"/>
            <a:ext cx="6396038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9337E-0417-91DD-084B-500EBF2B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E167D-A450-0A6D-8EF1-A503349F4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9C0B58-2045-4EC1-BECD-31DF6B15A9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048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D5E4-A0A8-3E28-0865-F0D197356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EE4B8-9FBC-F69E-3266-20E6E2A1A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60375" y="720725"/>
            <a:ext cx="6396038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36F4A-6147-ABB0-95AF-252EE71DC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1879D-C2A7-9822-24BC-F45BC826F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9C0B58-2045-4EC1-BECD-31DF6B15A9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031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noStrike" dirty="0"/>
              <a:t>XX do we have a similar slide to this for Year Up?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558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2106-3945-49C2-A24F-733E61DBE0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04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F7CD-7464-8BAB-CD9A-01A52B0EF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B545E-70FD-4DBD-1E16-CEC0FA34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CD974-10D8-57FA-D194-16E33B1F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A3C48-466E-030E-3123-181DBD76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F428-9F4B-22F8-6050-069B90E3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7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F4F0-84BD-B3BB-4788-BB06F1D5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160A2-7415-8153-5CA4-C07A36EC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91A4C-5706-1F52-7C9A-52B9F679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1B3AA-44B2-A95D-087B-B7A18F77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A9AC8-C240-0286-F9F9-21480AEB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5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7335-34DE-7153-BEF6-C0406922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4241A-76D5-B46E-4B45-197F6271E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8656C-1240-CC52-5912-49F8AB4E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7BA52-C36B-44E6-0C10-1424A189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CDB3-C562-99B6-1593-146E3225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2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E56A-4BB1-5491-3180-4867B14A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4D86-6049-922F-7DFB-615B436F0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3DFFD-D149-45A9-04F4-AD7452EF3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8356B-C61A-8D82-C2AC-4A7C6B1D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159D5-175F-271C-B294-07421D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06075-3C94-08A6-D805-DCD86586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8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1B56-4028-C4B6-A222-4EF8BAA5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3F36-08DC-6A07-4714-F83855617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D65AD-17FC-A51B-FDF1-7D07F107F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D7C52-5D2A-FB74-93C6-A36550796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FFD54-139B-62FA-0E68-0B7AF36CD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C9D1B-C01F-5828-1C4B-7AAE7AC8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E32BC-B6FD-C850-D10A-1AE48A7A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80F21-47B4-D21A-5DFA-89C708EE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1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52D07-1BCF-44A1-7982-7DD1842B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B7701-D134-346D-E41C-8A7FEDAA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F2855-F2A2-C3D3-FB1C-9D31D689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B25A8-4FF7-7722-4955-135287BE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5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E902B-0640-38E6-A8DA-7BEAF4D5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40F41-5A6B-3E80-C9F7-47639722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1D0AA-BA32-FF43-5DCD-4618B9C9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8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F4AD-464E-3ECE-3C59-3A6DB4ED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D903-C60C-0F3D-53E3-F3FC29802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EA306-35C7-B2D3-1020-B0AC51E8E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41A7F-D119-457D-E3DE-31D3B979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C9222-AD71-F143-77F2-7F21400F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F63A0-14C9-C05C-E17C-1AFD371A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F607-F620-1A73-B594-FAD9290D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1EB045-1E7F-C2AA-CEB0-074C44763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217DF-4CC8-D8C9-B3AE-B48F94F76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26E7D-95BC-C0AF-D7F8-35BB7EAC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840D8-D014-10F2-26B7-19124816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B0733-319F-22B1-4370-72B38A06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FA50-4DBC-4F50-72DB-B46809C8F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17095-480F-1421-66B5-D49AAB039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E12F4-43F2-3B5D-26AE-87612BAD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9499E-620D-4165-4569-1CF601BA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9E741-4F43-E33F-B3C5-CCFB7FE5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8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6EFEAB-0949-BA19-986F-29697BF0F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4921C-7F36-6B5E-0F9D-6B70BF11A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6919-DF8F-4EAC-AEC1-971F774F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B664E-07FA-0B53-AE11-E18AA7D7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469CF-6FC3-3CB1-6A9C-F8C4FE53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5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98A436F-3574-4E4E-8F21-410F75A2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97" y="258117"/>
            <a:ext cx="10998199" cy="50607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C554DE-AF41-46DC-B425-CBDAE94F6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6900" y="1089025"/>
            <a:ext cx="10998200" cy="526732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bg2"/>
              </a:buClr>
              <a:buSzPct val="125000"/>
              <a:buFont typeface="Wingdings" panose="05000000000000000000" pitchFamily="2" charset="2"/>
              <a:buChar char="§"/>
              <a:defRPr sz="2400"/>
            </a:lvl1pPr>
            <a:lvl2pPr marL="685800" indent="-228600">
              <a:buClr>
                <a:schemeClr val="bg2"/>
              </a:buClr>
              <a:buSzPct val="125000"/>
              <a:buFont typeface="Lucida Sans" panose="020B0602030504020204" pitchFamily="34" charset="0"/>
              <a:buChar char="–"/>
              <a:defRPr sz="2400"/>
            </a:lvl2pPr>
            <a:lvl3pPr marL="1143000" indent="-228600">
              <a:buClr>
                <a:schemeClr val="bg2"/>
              </a:buClr>
              <a:buSzPct val="125000"/>
              <a:buFont typeface="Courier New" panose="02070309020205020404" pitchFamily="49" charset="0"/>
              <a:buChar char="o"/>
              <a:defRPr sz="2400"/>
            </a:lvl3pPr>
            <a:lvl4pPr marL="1600200" indent="-228600">
              <a:buClr>
                <a:schemeClr val="bg2"/>
              </a:buClr>
              <a:buSzPct val="125000"/>
              <a:buFont typeface="Wingdings" panose="05000000000000000000" pitchFamily="2" charset="2"/>
              <a:buChar char="§"/>
              <a:defRPr sz="2400"/>
            </a:lvl4pPr>
            <a:lvl5pPr marL="2057400" indent="-228600">
              <a:buClr>
                <a:schemeClr val="bg2"/>
              </a:buClr>
              <a:buSzPct val="125000"/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</p:spTree>
    <p:extLst>
      <p:ext uri="{BB962C8B-B14F-4D97-AF65-F5344CB8AC3E}">
        <p14:creationId xmlns:p14="http://schemas.microsoft.com/office/powerpoint/2010/main" val="198176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FDE7A-B816-F9CA-821F-62CE3F05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124AE-F2A7-DB74-2C55-C77E8479B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0AC28-F5D5-7F39-B5EE-4B8FB31A0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A4E66-06BF-43F7-9E60-21FF02964543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FAD7-A158-DBDD-84FD-093D95A57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6B6FB-80AA-C6AB-9CD0-B631FFAAE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C3F86-E56F-4A93-A86F-F760F0902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9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jpe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5.svg"/><Relationship Id="rId20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svg"/><Relationship Id="rId19" Type="http://schemas.openxmlformats.org/officeDocument/2006/relationships/image" Target="../media/image28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Relationship Id="rId22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14" name="Picture 13" descr="A black and grey text&#10;&#10;Description automatically generated">
            <a:extLst>
              <a:ext uri="{FF2B5EF4-FFF2-40B4-BE49-F238E27FC236}">
                <a16:creationId xmlns:a16="http://schemas.microsoft.com/office/drawing/2014/main" id="{AF21E452-DCAE-DA58-0AB7-0C6962FEED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2E8E20-EEB7-A9A2-3AD6-7C9AF9813FBA}"/>
              </a:ext>
            </a:extLst>
          </p:cNvPr>
          <p:cNvSpPr/>
          <p:nvPr/>
        </p:nvSpPr>
        <p:spPr>
          <a:xfrm rot="5400000">
            <a:off x="3952423" y="2596443"/>
            <a:ext cx="4140800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5A19A-6C38-D5B9-1575-5E5967B38B5A}"/>
              </a:ext>
            </a:extLst>
          </p:cNvPr>
          <p:cNvSpPr/>
          <p:nvPr/>
        </p:nvSpPr>
        <p:spPr>
          <a:xfrm rot="5400000">
            <a:off x="7158620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455D5-54E8-44A5-20E8-31AC365E0C17}"/>
              </a:ext>
            </a:extLst>
          </p:cNvPr>
          <p:cNvSpPr/>
          <p:nvPr/>
        </p:nvSpPr>
        <p:spPr>
          <a:xfrm rot="5400000">
            <a:off x="695553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D5452-0624-5C86-AE20-AFAB2259A42F}"/>
              </a:ext>
            </a:extLst>
          </p:cNvPr>
          <p:cNvSpPr/>
          <p:nvPr/>
        </p:nvSpPr>
        <p:spPr>
          <a:xfrm>
            <a:off x="5039915" y="1870537"/>
            <a:ext cx="19658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Place-Based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Investments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Bright" panose="02040602050505020304" pitchFamily="18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00781-9EFF-FE92-F2C3-0CB407AEA05E}"/>
              </a:ext>
            </a:extLst>
          </p:cNvPr>
          <p:cNvSpPr/>
          <p:nvPr/>
        </p:nvSpPr>
        <p:spPr>
          <a:xfrm>
            <a:off x="1833289" y="1870537"/>
            <a:ext cx="18653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Reducing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Segregation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C03BB-FAF3-F059-870C-792F83350BE3}"/>
              </a:ext>
            </a:extLst>
          </p:cNvPr>
          <p:cNvSpPr/>
          <p:nvPr/>
        </p:nvSpPr>
        <p:spPr>
          <a:xfrm>
            <a:off x="8001144" y="1870537"/>
            <a:ext cx="24799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Higher Education &amp; Workforce Training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61146C-D304-810C-FCB5-4E2AB58905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6" r="16818" b="50000"/>
          <a:stretch/>
        </p:blipFill>
        <p:spPr>
          <a:xfrm>
            <a:off x="1939612" y="2987992"/>
            <a:ext cx="1652682" cy="11647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93415A-0F3A-905C-5706-609CAFDC6760}"/>
              </a:ext>
            </a:extLst>
          </p:cNvPr>
          <p:cNvGrpSpPr/>
          <p:nvPr/>
        </p:nvGrpSpPr>
        <p:grpSpPr>
          <a:xfrm>
            <a:off x="5214899" y="2660290"/>
            <a:ext cx="1615846" cy="1925186"/>
            <a:chOff x="4997274" y="1965072"/>
            <a:chExt cx="2457406" cy="29278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8BBC94-BF3F-F479-D1B6-7E2BAE951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830" b="93951" l="9910" r="92568">
                          <a14:foregroundMark x1="39189" y1="51229" x2="45270" y2="32514"/>
                          <a14:foregroundMark x1="45270" y1="32514" x2="55631" y2="52741"/>
                          <a14:foregroundMark x1="55631" y1="52741" x2="48874" y2="35350"/>
                          <a14:foregroundMark x1="48874" y1="35350" x2="45721" y2="48771"/>
                          <a14:foregroundMark x1="45721" y1="48771" x2="52027" y2="58412"/>
                          <a14:foregroundMark x1="52027" y1="58412" x2="57883" y2="58223"/>
                          <a14:foregroundMark x1="92568" y1="61248" x2="92568" y2="61248"/>
                          <a14:foregroundMark x1="45270" y1="32703" x2="45495" y2="19660"/>
                          <a14:foregroundMark x1="45495" y1="19660" x2="45495" y2="19282"/>
                          <a14:foregroundMark x1="44144" y1="16257" x2="39189" y2="12854"/>
                          <a14:foregroundMark x1="38514" y1="12854" x2="42117" y2="25142"/>
                          <a14:foregroundMark x1="42117" y1="25142" x2="55180" y2="27599"/>
                          <a14:foregroundMark x1="55180" y1="27599" x2="55856" y2="38374"/>
                          <a14:foregroundMark x1="55856" y1="38374" x2="60360" y2="47826"/>
                          <a14:foregroundMark x1="60360" y1="47826" x2="70946" y2="53686"/>
                          <a14:foregroundMark x1="70946" y1="53686" x2="76802" y2="62004"/>
                          <a14:foregroundMark x1="76802" y1="62004" x2="77477" y2="73724"/>
                          <a14:foregroundMark x1="77477" y1="73724" x2="65541" y2="75047"/>
                          <a14:foregroundMark x1="65541" y1="75047" x2="53153" y2="52174"/>
                          <a14:foregroundMark x1="53153" y1="52174" x2="30180" y2="45369"/>
                          <a14:foregroundMark x1="30180" y1="45369" x2="23198" y2="56522"/>
                          <a14:foregroundMark x1="23198" y1="56522" x2="30856" y2="65406"/>
                          <a14:foregroundMark x1="30856" y1="65406" x2="42117" y2="65784"/>
                          <a14:foregroundMark x1="42117" y1="65784" x2="44820" y2="66730"/>
                          <a14:foregroundMark x1="30631" y1="47259" x2="42568" y2="53875"/>
                          <a14:foregroundMark x1="42568" y1="53875" x2="44144" y2="64272"/>
                          <a14:foregroundMark x1="44144" y1="64272" x2="33784" y2="58979"/>
                          <a14:foregroundMark x1="33784" y1="58979" x2="46622" y2="22684"/>
                          <a14:foregroundMark x1="46622" y1="22684" x2="46171" y2="12476"/>
                          <a14:foregroundMark x1="46171" y1="12476" x2="35135" y2="19093"/>
                          <a14:foregroundMark x1="35135" y1="19093" x2="31306" y2="28355"/>
                          <a14:foregroundMark x1="31306" y1="28355" x2="34685" y2="29679"/>
                          <a14:foregroundMark x1="31532" y1="38563" x2="31982" y2="37807"/>
                          <a14:foregroundMark x1="35586" y1="34972" x2="33559" y2="36106"/>
                          <a14:foregroundMark x1="29505" y1="31002" x2="41892" y2="31569"/>
                          <a14:foregroundMark x1="41892" y1="31569" x2="46171" y2="32703"/>
                          <a14:foregroundMark x1="42793" y1="36862" x2="31306" y2="38752"/>
                          <a14:foregroundMark x1="31306" y1="38752" x2="24324" y2="47448"/>
                          <a14:foregroundMark x1="24324" y1="47448" x2="24550" y2="59924"/>
                          <a14:foregroundMark x1="24550" y1="59924" x2="28829" y2="69943"/>
                          <a14:foregroundMark x1="28829" y1="69943" x2="20946" y2="77316"/>
                          <a14:foregroundMark x1="20946" y1="77316" x2="41441" y2="74480"/>
                          <a14:foregroundMark x1="41441" y1="74480" x2="54730" y2="77127"/>
                          <a14:foregroundMark x1="54730" y1="77127" x2="72297" y2="70321"/>
                          <a14:foregroundMark x1="72297" y1="70321" x2="81532" y2="60113"/>
                          <a14:foregroundMark x1="81532" y1="60113" x2="57432" y2="30813"/>
                          <a14:foregroundMark x1="56306" y1="30057" x2="36486" y2="11909"/>
                          <a14:foregroundMark x1="36486" y1="11909" x2="32883" y2="15123"/>
                          <a14:foregroundMark x1="76577" y1="66352" x2="87387" y2="63138"/>
                          <a14:foregroundMark x1="87387" y1="63138" x2="87387" y2="62382"/>
                          <a14:foregroundMark x1="86712" y1="58790" x2="88514" y2="59546"/>
                          <a14:foregroundMark x1="89865" y1="59924" x2="63739" y2="47637"/>
                          <a14:foregroundMark x1="63739" y1="47637" x2="52027" y2="57845"/>
                          <a14:foregroundMark x1="52027" y1="57845" x2="44369" y2="79962"/>
                          <a14:foregroundMark x1="44369" y1="79962" x2="47523" y2="90548"/>
                          <a14:foregroundMark x1="47523" y1="90548" x2="62162" y2="84310"/>
                          <a14:foregroundMark x1="62162" y1="84310" x2="72072" y2="76749"/>
                          <a14:foregroundMark x1="72072" y1="76749" x2="73874" y2="74291"/>
                          <a14:foregroundMark x1="28604" y1="72779" x2="20045" y2="72968"/>
                          <a14:foregroundMark x1="25225" y1="41399" x2="25225" y2="40643"/>
                          <a14:foregroundMark x1="48649" y1="93573" x2="46847" y2="93951"/>
                          <a14:foregroundMark x1="35360" y1="76560" x2="38288" y2="81096"/>
                          <a14:backgroundMark x1="14189" y1="64839" x2="16216" y2="62382"/>
                          <a14:backgroundMark x1="86486" y1="42344" x2="85135" y2="50662"/>
                          <a14:backgroundMark x1="56532" y1="96786" x2="87387" y2="75992"/>
                          <a14:backgroundMark x1="34234" y1="84499" x2="21171" y2="87902"/>
                          <a14:backgroundMark x1="21171" y1="87902" x2="13739" y2="95652"/>
                          <a14:backgroundMark x1="13739" y1="95652" x2="13739" y2="95652"/>
                          <a14:backgroundMark x1="58559" y1="90359" x2="57207" y2="93951"/>
                          <a14:backgroundMark x1="29955" y1="81285" x2="29955" y2="8128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997274" y="1965072"/>
              <a:ext cx="2457406" cy="2927855"/>
            </a:xfrm>
            <a:prstGeom prst="rect">
              <a:avLst/>
            </a:prstGeom>
          </p:spPr>
        </p:pic>
        <p:pic>
          <p:nvPicPr>
            <p:cNvPr id="15" name="Graphic 14" descr="Marker">
              <a:extLst>
                <a:ext uri="{FF2B5EF4-FFF2-40B4-BE49-F238E27FC236}">
                  <a16:creationId xmlns:a16="http://schemas.microsoft.com/office/drawing/2014/main" id="{4CED2D8C-77EB-E107-E07E-6A10C7C19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526233">
              <a:off x="5767258" y="2212413"/>
              <a:ext cx="1295057" cy="1295057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C2058E-271A-4964-6CAC-720CBE9373F2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038330E-EF39-BB74-F67E-6B009BD897BD}"/>
              </a:ext>
            </a:extLst>
          </p:cNvPr>
          <p:cNvSpPr/>
          <p:nvPr/>
        </p:nvSpPr>
        <p:spPr>
          <a:xfrm>
            <a:off x="1829429" y="4741389"/>
            <a:ext cx="1970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Help Low-Income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Families Move to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High-Opportunity Areas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882A60-AB07-80A5-4B4C-204F32B31C72}"/>
              </a:ext>
            </a:extLst>
          </p:cNvPr>
          <p:cNvSpPr/>
          <p:nvPr/>
        </p:nvSpPr>
        <p:spPr>
          <a:xfrm>
            <a:off x="5142989" y="4741389"/>
            <a:ext cx="18568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Increase Upward Mobility in Low-Opportunity Areas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AA8238-63D5-7126-2EB8-822B9D7BE1D0}"/>
              </a:ext>
            </a:extLst>
          </p:cNvPr>
          <p:cNvSpPr/>
          <p:nvPr/>
        </p:nvSpPr>
        <p:spPr>
          <a:xfrm>
            <a:off x="8186073" y="4741389"/>
            <a:ext cx="21831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Amplify Impacts of Colleges and Training Programs on Mobility</a:t>
            </a:r>
          </a:p>
        </p:txBody>
      </p:sp>
      <p:pic>
        <p:nvPicPr>
          <p:cNvPr id="20" name="Picture 1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57F0E29B-24E0-B024-F07F-0CF9743A9082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530" y="3248704"/>
            <a:ext cx="1044979" cy="105588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9F1B3A5-3A9F-A273-EC79-E035E995C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Three Policy Approaches to Increasing Upward Mobility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30CB2B-792E-766C-27AD-CE98D8F8E310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41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FD2A6-CF29-D2AD-9C93-8FB73943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3CEA3A89-243C-42E5-90B3-0D2A740C3BF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28D18241-1168-7E97-5AFF-7872B9EA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3343CF6-1A21-C844-1687-460AC8D4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10191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The Contribution of Colleges to Economic Mobility in North Carolina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Upward Mobility vs. Low-Income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96242-50FF-7340-BD12-14E0743520EF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Friedman,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Saez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, Turner, Yagan (2020)</a:t>
            </a: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0F968139-56F2-4AD6-6AA9-BBD6106ED7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58B876-3EBE-8D23-458F-DAE0B77CEB56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43AD9B-4E28-4FD7-4863-E530236355A4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6287502-13C8-8AD3-8A54-B275DBBBB105}"/>
              </a:ext>
            </a:extLst>
          </p:cNvPr>
          <p:cNvGraphicFramePr>
            <a:graphicFrameLocks/>
          </p:cNvGraphicFramePr>
          <p:nvPr/>
        </p:nvGraphicFramePr>
        <p:xfrm>
          <a:off x="568592" y="1088355"/>
          <a:ext cx="11154302" cy="539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5325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00796-91D2-298E-17D8-1BE820A8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98213E9F-EFCC-6113-75EE-8B506C3FF07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9056AFDD-011F-2024-18EB-09CDD08D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B4B1D9-8EA9-BF29-F2B7-962167D28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10191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The Contribution of Colleges to Economic Mobility in North Carolina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Upward Mobility vs. Low-Income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5132C-7989-34B8-9123-147F597574AE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Friedman,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Saez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, Turner, Yagan (2020)</a:t>
            </a: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7C0DEC6B-C7AB-E0D5-B07F-2B7CD0577C9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118BD-0C0E-5E65-0C0F-921AD99ED89D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E35C9A-0BB9-732A-D871-2EDE8F0E3574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1E65C6F-C1BA-3A4E-2A33-2C49C178F98C}"/>
              </a:ext>
            </a:extLst>
          </p:cNvPr>
          <p:cNvGraphicFramePr>
            <a:graphicFrameLocks/>
          </p:cNvGraphicFramePr>
          <p:nvPr/>
        </p:nvGraphicFramePr>
        <p:xfrm>
          <a:off x="568592" y="1088355"/>
          <a:ext cx="11154302" cy="539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8204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8AF1A8-0812-0A4C-D6CA-61379B1352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55" r="1875"/>
          <a:stretch/>
        </p:blipFill>
        <p:spPr>
          <a:xfrm>
            <a:off x="114300" y="190500"/>
            <a:ext cx="119634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4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3E81-D74D-106B-1A38-E7F79EDE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3">
            <a:extLst>
              <a:ext uri="{FF2B5EF4-FFF2-40B4-BE49-F238E27FC236}">
                <a16:creationId xmlns:a16="http://schemas.microsoft.com/office/drawing/2014/main" id="{066834FF-80DA-7EFB-6C9A-28380E3A9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325AD7A5-291F-969E-857E-C124647B63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BE5AC9-4956-FF06-F240-F2550262B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 of Year Up on Earnings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Evidence from PACE Randomized Trial in 2014</a:t>
            </a: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1BC2024B-E130-80C2-5750-4AC7A89E7E31}"/>
              </a:ext>
            </a:extLst>
          </p:cNvPr>
          <p:cNvSpPr/>
          <p:nvPr/>
        </p:nvSpPr>
        <p:spPr>
          <a:xfrm>
            <a:off x="2183769" y="4854468"/>
            <a:ext cx="2084900" cy="380107"/>
          </a:xfrm>
          <a:custGeom>
            <a:avLst/>
            <a:gdLst>
              <a:gd name="connsiteX0" fmla="*/ 0 w 2084900"/>
              <a:gd name="connsiteY0" fmla="*/ 380108 h 380107"/>
              <a:gd name="connsiteX1" fmla="*/ 695072 w 2084900"/>
              <a:gd name="connsiteY1" fmla="*/ 297888 h 380107"/>
              <a:gd name="connsiteX2" fmla="*/ 1389829 w 2084900"/>
              <a:gd name="connsiteY2" fmla="*/ 168234 h 380107"/>
              <a:gd name="connsiteX3" fmla="*/ 2084901 w 2084900"/>
              <a:gd name="connsiteY3" fmla="*/ 0 h 38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4900" h="380107">
                <a:moveTo>
                  <a:pt x="0" y="380108"/>
                </a:moveTo>
                <a:lnTo>
                  <a:pt x="695072" y="297888"/>
                </a:lnTo>
                <a:lnTo>
                  <a:pt x="1389829" y="168234"/>
                </a:lnTo>
                <a:lnTo>
                  <a:pt x="2084901" y="0"/>
                </a:lnTo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7568BFC3-BCDD-AA91-C5F0-202D80C5C7B0}"/>
              </a:ext>
            </a:extLst>
          </p:cNvPr>
          <p:cNvSpPr/>
          <p:nvPr/>
        </p:nvSpPr>
        <p:spPr>
          <a:xfrm>
            <a:off x="2130010" y="5180817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F9202113-2A80-EFBD-2573-3C295C9E110A}"/>
              </a:ext>
            </a:extLst>
          </p:cNvPr>
          <p:cNvSpPr/>
          <p:nvPr/>
        </p:nvSpPr>
        <p:spPr>
          <a:xfrm>
            <a:off x="2144240" y="519504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8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9" y="79058"/>
                </a:cubicBezTo>
                <a:cubicBezTo>
                  <a:pt x="17698" y="79058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0014F429-8689-0351-8E5A-7AB5AD5CD658}"/>
              </a:ext>
            </a:extLst>
          </p:cNvPr>
          <p:cNvSpPr/>
          <p:nvPr/>
        </p:nvSpPr>
        <p:spPr>
          <a:xfrm>
            <a:off x="2825082" y="5098597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F8B57BAB-0D6D-B263-8771-3CCAF1E46DDB}"/>
              </a:ext>
            </a:extLst>
          </p:cNvPr>
          <p:cNvSpPr/>
          <p:nvPr/>
        </p:nvSpPr>
        <p:spPr>
          <a:xfrm>
            <a:off x="2839312" y="511282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2CD30B82-541A-34DD-E0E1-6163E6E6EB70}"/>
              </a:ext>
            </a:extLst>
          </p:cNvPr>
          <p:cNvSpPr/>
          <p:nvPr/>
        </p:nvSpPr>
        <p:spPr>
          <a:xfrm>
            <a:off x="3519838" y="4968943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0B7B304-6F38-2B16-1601-7272E09F2F03}"/>
              </a:ext>
            </a:extLst>
          </p:cNvPr>
          <p:cNvSpPr/>
          <p:nvPr/>
        </p:nvSpPr>
        <p:spPr>
          <a:xfrm>
            <a:off x="3534069" y="498317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7"/>
                  <a:pt x="17698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93246C51-F9D5-819E-C010-2DCD261FA29E}"/>
              </a:ext>
            </a:extLst>
          </p:cNvPr>
          <p:cNvSpPr/>
          <p:nvPr/>
        </p:nvSpPr>
        <p:spPr>
          <a:xfrm>
            <a:off x="4214910" y="4800709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E761E3D8-21EB-5BB8-E90E-0402063AA7A7}"/>
              </a:ext>
            </a:extLst>
          </p:cNvPr>
          <p:cNvSpPr/>
          <p:nvPr/>
        </p:nvSpPr>
        <p:spPr>
          <a:xfrm>
            <a:off x="4229141" y="481493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7"/>
                  <a:pt x="17697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9276E26E-9EC7-AD24-03F5-B58DD8F92F25}"/>
              </a:ext>
            </a:extLst>
          </p:cNvPr>
          <p:cNvSpPr/>
          <p:nvPr/>
        </p:nvSpPr>
        <p:spPr>
          <a:xfrm>
            <a:off x="2183769" y="4831383"/>
            <a:ext cx="2084900" cy="407935"/>
          </a:xfrm>
          <a:custGeom>
            <a:avLst/>
            <a:gdLst>
              <a:gd name="connsiteX0" fmla="*/ 0 w 2084900"/>
              <a:gd name="connsiteY0" fmla="*/ 407936 h 407935"/>
              <a:gd name="connsiteX1" fmla="*/ 695072 w 2084900"/>
              <a:gd name="connsiteY1" fmla="*/ 314648 h 407935"/>
              <a:gd name="connsiteX2" fmla="*/ 1389829 w 2084900"/>
              <a:gd name="connsiteY2" fmla="*/ 143568 h 407935"/>
              <a:gd name="connsiteX3" fmla="*/ 2084901 w 2084900"/>
              <a:gd name="connsiteY3" fmla="*/ 0 h 407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4900" h="407935">
                <a:moveTo>
                  <a:pt x="0" y="407936"/>
                </a:moveTo>
                <a:lnTo>
                  <a:pt x="695072" y="314648"/>
                </a:lnTo>
                <a:lnTo>
                  <a:pt x="1389829" y="143568"/>
                </a:lnTo>
                <a:lnTo>
                  <a:pt x="2084901" y="0"/>
                </a:lnTo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B0A98E52-FE6E-0CC7-AEDE-9F2F01AA19E0}"/>
              </a:ext>
            </a:extLst>
          </p:cNvPr>
          <p:cNvSpPr/>
          <p:nvPr/>
        </p:nvSpPr>
        <p:spPr>
          <a:xfrm>
            <a:off x="2130010" y="5185560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C6031775-0246-9787-5D35-573D9FEC90CB}"/>
              </a:ext>
            </a:extLst>
          </p:cNvPr>
          <p:cNvSpPr/>
          <p:nvPr/>
        </p:nvSpPr>
        <p:spPr>
          <a:xfrm>
            <a:off x="2144240" y="5199790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F064BFF2-CFB5-9CC5-7DD0-636EFAB3E763}"/>
              </a:ext>
            </a:extLst>
          </p:cNvPr>
          <p:cNvSpPr/>
          <p:nvPr/>
        </p:nvSpPr>
        <p:spPr>
          <a:xfrm>
            <a:off x="2825082" y="5092272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61561109-3698-0337-2831-3A055A5D363D}"/>
              </a:ext>
            </a:extLst>
          </p:cNvPr>
          <p:cNvSpPr/>
          <p:nvPr/>
        </p:nvSpPr>
        <p:spPr>
          <a:xfrm>
            <a:off x="2839312" y="510650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7"/>
                  <a:pt x="17698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80D16C12-772D-96E8-F167-B237B767E30A}"/>
              </a:ext>
            </a:extLst>
          </p:cNvPr>
          <p:cNvSpPr/>
          <p:nvPr/>
        </p:nvSpPr>
        <p:spPr>
          <a:xfrm>
            <a:off x="3519838" y="4921192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3C8141D9-9CEC-D6E0-344C-233D5663694F}"/>
              </a:ext>
            </a:extLst>
          </p:cNvPr>
          <p:cNvSpPr/>
          <p:nvPr/>
        </p:nvSpPr>
        <p:spPr>
          <a:xfrm>
            <a:off x="3534069" y="493542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7BAA4B01-C4B3-AE38-BA3C-48021D953F95}"/>
              </a:ext>
            </a:extLst>
          </p:cNvPr>
          <p:cNvSpPr/>
          <p:nvPr/>
        </p:nvSpPr>
        <p:spPr>
          <a:xfrm>
            <a:off x="4214910" y="4777624"/>
            <a:ext cx="107518" cy="107517"/>
          </a:xfrm>
          <a:custGeom>
            <a:avLst/>
            <a:gdLst>
              <a:gd name="connsiteX0" fmla="*/ 107518 w 107518"/>
              <a:gd name="connsiteY0" fmla="*/ 53759 h 107517"/>
              <a:gd name="connsiteX1" fmla="*/ 53759 w 107518"/>
              <a:gd name="connsiteY1" fmla="*/ 107518 h 107517"/>
              <a:gd name="connsiteX2" fmla="*/ 0 w 107518"/>
              <a:gd name="connsiteY2" fmla="*/ 53759 h 107517"/>
              <a:gd name="connsiteX3" fmla="*/ 53759 w 107518"/>
              <a:gd name="connsiteY3" fmla="*/ 0 h 107517"/>
              <a:gd name="connsiteX4" fmla="*/ 107518 w 107518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8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FB26D0EC-8511-06F7-89FB-F475C03D93B2}"/>
              </a:ext>
            </a:extLst>
          </p:cNvPr>
          <p:cNvSpPr/>
          <p:nvPr/>
        </p:nvSpPr>
        <p:spPr>
          <a:xfrm>
            <a:off x="4229141" y="4791855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8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9" y="79058"/>
                </a:cubicBezTo>
                <a:cubicBezTo>
                  <a:pt x="17697" y="79058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5271F5D-1507-1482-B4D4-3FDD59C2A6F4}"/>
              </a:ext>
            </a:extLst>
          </p:cNvPr>
          <p:cNvSpPr/>
          <p:nvPr/>
        </p:nvSpPr>
        <p:spPr>
          <a:xfrm>
            <a:off x="2044628" y="1310486"/>
            <a:ext cx="1756" cy="4272890"/>
          </a:xfrm>
          <a:custGeom>
            <a:avLst/>
            <a:gdLst>
              <a:gd name="connsiteX0" fmla="*/ 0 w 1756"/>
              <a:gd name="connsiteY0" fmla="*/ 4272891 h 4272890"/>
              <a:gd name="connsiteX1" fmla="*/ 0 w 1756"/>
              <a:gd name="connsiteY1" fmla="*/ 0 h 4272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272890">
                <a:moveTo>
                  <a:pt x="0" y="4272891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E69F4E1C-7121-7AE1-7EC5-6E35C468D740}"/>
              </a:ext>
            </a:extLst>
          </p:cNvPr>
          <p:cNvSpPr/>
          <p:nvPr/>
        </p:nvSpPr>
        <p:spPr>
          <a:xfrm>
            <a:off x="1957032" y="5444236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214BE9B-9677-F939-3EC1-F4E550345233}"/>
              </a:ext>
            </a:extLst>
          </p:cNvPr>
          <p:cNvSpPr txBox="1"/>
          <p:nvPr/>
        </p:nvSpPr>
        <p:spPr>
          <a:xfrm>
            <a:off x="1691631" y="526968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0</a:t>
            </a: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9C12BEA7-1404-20F1-CEC0-A3D06FB26040}"/>
              </a:ext>
            </a:extLst>
          </p:cNvPr>
          <p:cNvSpPr/>
          <p:nvPr/>
        </p:nvSpPr>
        <p:spPr>
          <a:xfrm>
            <a:off x="1957032" y="4645440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DD5B309-A47E-683A-4A3A-C0A82567F17A}"/>
              </a:ext>
            </a:extLst>
          </p:cNvPr>
          <p:cNvSpPr txBox="1"/>
          <p:nvPr/>
        </p:nvSpPr>
        <p:spPr>
          <a:xfrm>
            <a:off x="1297293" y="4470874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$10K</a:t>
            </a: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DD22FC34-1065-C3B5-5F72-6C1080EBF5FE}"/>
              </a:ext>
            </a:extLst>
          </p:cNvPr>
          <p:cNvSpPr/>
          <p:nvPr/>
        </p:nvSpPr>
        <p:spPr>
          <a:xfrm>
            <a:off x="1957032" y="3846329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8EA6FE2-E208-CEE4-27E6-08D607B3B806}"/>
              </a:ext>
            </a:extLst>
          </p:cNvPr>
          <p:cNvSpPr txBox="1"/>
          <p:nvPr/>
        </p:nvSpPr>
        <p:spPr>
          <a:xfrm>
            <a:off x="1297293" y="367178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$20K</a:t>
            </a: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FED2FA88-2A72-23AB-3233-F22ECA71A551}"/>
              </a:ext>
            </a:extLst>
          </p:cNvPr>
          <p:cNvSpPr/>
          <p:nvPr/>
        </p:nvSpPr>
        <p:spPr>
          <a:xfrm>
            <a:off x="1957032" y="3047533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01A2B58-5DB1-6A66-C796-440A0D5F3CE3}"/>
              </a:ext>
            </a:extLst>
          </p:cNvPr>
          <p:cNvSpPr txBox="1"/>
          <p:nvPr/>
        </p:nvSpPr>
        <p:spPr>
          <a:xfrm>
            <a:off x="1297293" y="2872968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$30K</a:t>
            </a: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5D421320-A0FB-0A4C-D3B9-75285909A159}"/>
              </a:ext>
            </a:extLst>
          </p:cNvPr>
          <p:cNvSpPr/>
          <p:nvPr/>
        </p:nvSpPr>
        <p:spPr>
          <a:xfrm>
            <a:off x="1957032" y="2248422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A007157-1AB8-7776-E7FB-8D0BEFC82DF6}"/>
              </a:ext>
            </a:extLst>
          </p:cNvPr>
          <p:cNvSpPr txBox="1"/>
          <p:nvPr/>
        </p:nvSpPr>
        <p:spPr>
          <a:xfrm>
            <a:off x="1297293" y="2073873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$40K</a:t>
            </a: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A246B4BC-BACB-79B3-E4CF-44D1652B412D}"/>
              </a:ext>
            </a:extLst>
          </p:cNvPr>
          <p:cNvSpPr/>
          <p:nvPr/>
        </p:nvSpPr>
        <p:spPr>
          <a:xfrm>
            <a:off x="1957032" y="1449627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D357F9-DB40-97BD-2FD7-B66AA2A00C5C}"/>
              </a:ext>
            </a:extLst>
          </p:cNvPr>
          <p:cNvSpPr txBox="1"/>
          <p:nvPr/>
        </p:nvSpPr>
        <p:spPr>
          <a:xfrm>
            <a:off x="1297293" y="1275061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$50K</a:t>
            </a:r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37443236-EDAB-3CE2-3FE8-7CE3B78665F3}"/>
              </a:ext>
            </a:extLst>
          </p:cNvPr>
          <p:cNvSpPr/>
          <p:nvPr/>
        </p:nvSpPr>
        <p:spPr>
          <a:xfrm>
            <a:off x="2044628" y="5583377"/>
            <a:ext cx="8618200" cy="1756"/>
          </a:xfrm>
          <a:custGeom>
            <a:avLst/>
            <a:gdLst>
              <a:gd name="connsiteX0" fmla="*/ 0 w 8618200"/>
              <a:gd name="connsiteY0" fmla="*/ 0 h 1756"/>
              <a:gd name="connsiteX1" fmla="*/ 8618201 w 8618200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18200" h="1756">
                <a:moveTo>
                  <a:pt x="0" y="0"/>
                </a:moveTo>
                <a:lnTo>
                  <a:pt x="8618201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0E8D4320-4915-B0CD-F4B7-202F14F3F8F0}"/>
              </a:ext>
            </a:extLst>
          </p:cNvPr>
          <p:cNvSpPr/>
          <p:nvPr/>
        </p:nvSpPr>
        <p:spPr>
          <a:xfrm>
            <a:off x="2183769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4470574-5858-1636-BD1B-7D6B3D68D23E}"/>
              </a:ext>
            </a:extLst>
          </p:cNvPr>
          <p:cNvSpPr txBox="1"/>
          <p:nvPr/>
        </p:nvSpPr>
        <p:spPr>
          <a:xfrm>
            <a:off x="1832318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2010</a:t>
            </a: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3E166294-848E-80D2-FDE4-2C3D4691D523}"/>
              </a:ext>
            </a:extLst>
          </p:cNvPr>
          <p:cNvSpPr/>
          <p:nvPr/>
        </p:nvSpPr>
        <p:spPr>
          <a:xfrm>
            <a:off x="2878841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D98AFE9-3BC1-5947-E149-4C167BA84736}"/>
              </a:ext>
            </a:extLst>
          </p:cNvPr>
          <p:cNvSpPr txBox="1"/>
          <p:nvPr/>
        </p:nvSpPr>
        <p:spPr>
          <a:xfrm>
            <a:off x="2536174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2011</a:t>
            </a: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C66DE080-52A7-FCDB-C989-76F279858B2B}"/>
              </a:ext>
            </a:extLst>
          </p:cNvPr>
          <p:cNvSpPr/>
          <p:nvPr/>
        </p:nvSpPr>
        <p:spPr>
          <a:xfrm>
            <a:off x="3573913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8F4431C-26A6-439D-06E9-76D90B1E1D76}"/>
              </a:ext>
            </a:extLst>
          </p:cNvPr>
          <p:cNvSpPr txBox="1"/>
          <p:nvPr/>
        </p:nvSpPr>
        <p:spPr>
          <a:xfrm>
            <a:off x="3222462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2012</a:t>
            </a: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E70CBA58-D1F6-D951-AA66-F00F8DE01A4B}"/>
              </a:ext>
            </a:extLst>
          </p:cNvPr>
          <p:cNvSpPr/>
          <p:nvPr/>
        </p:nvSpPr>
        <p:spPr>
          <a:xfrm>
            <a:off x="4268986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3B9F45-5501-B5AD-AB65-D85574CB749C}"/>
              </a:ext>
            </a:extLst>
          </p:cNvPr>
          <p:cNvSpPr txBox="1"/>
          <p:nvPr/>
        </p:nvSpPr>
        <p:spPr>
          <a:xfrm>
            <a:off x="391753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2013</a:t>
            </a: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59B502D7-7AE8-D096-43A1-6567C73ED7D9}"/>
              </a:ext>
            </a:extLst>
          </p:cNvPr>
          <p:cNvSpPr/>
          <p:nvPr/>
        </p:nvSpPr>
        <p:spPr>
          <a:xfrm>
            <a:off x="4963742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6C7ACF7-2C97-0D9E-6359-250A6EC82CD2}"/>
              </a:ext>
            </a:extLst>
          </p:cNvPr>
          <p:cNvSpPr txBox="1"/>
          <p:nvPr/>
        </p:nvSpPr>
        <p:spPr>
          <a:xfrm>
            <a:off x="4612291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2014</a:t>
            </a: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9AFD6EB4-5A2D-AC42-1566-7B94ADE53884}"/>
              </a:ext>
            </a:extLst>
          </p:cNvPr>
          <p:cNvSpPr/>
          <p:nvPr/>
        </p:nvSpPr>
        <p:spPr>
          <a:xfrm>
            <a:off x="5658814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3F52894-7CA0-61BE-3BF8-C46F6EB4B733}"/>
              </a:ext>
            </a:extLst>
          </p:cNvPr>
          <p:cNvSpPr txBox="1"/>
          <p:nvPr/>
        </p:nvSpPr>
        <p:spPr>
          <a:xfrm>
            <a:off x="5307363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2015</a:t>
            </a: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661FD98A-DB74-6D2A-1D9C-34C6F9E32B90}"/>
              </a:ext>
            </a:extLst>
          </p:cNvPr>
          <p:cNvSpPr/>
          <p:nvPr/>
        </p:nvSpPr>
        <p:spPr>
          <a:xfrm>
            <a:off x="6353886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4C89B59-E75F-D41B-5640-B9B91C9E8E35}"/>
              </a:ext>
            </a:extLst>
          </p:cNvPr>
          <p:cNvSpPr txBox="1"/>
          <p:nvPr/>
        </p:nvSpPr>
        <p:spPr>
          <a:xfrm>
            <a:off x="6002436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2016</a:t>
            </a: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8ECFBF46-A2ED-CA57-5EA5-1B5D8B507CDB}"/>
              </a:ext>
            </a:extLst>
          </p:cNvPr>
          <p:cNvSpPr/>
          <p:nvPr/>
        </p:nvSpPr>
        <p:spPr>
          <a:xfrm>
            <a:off x="7048642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40791BF-31D3-9C66-3C5E-9A7ED0ADA376}"/>
              </a:ext>
            </a:extLst>
          </p:cNvPr>
          <p:cNvSpPr txBox="1"/>
          <p:nvPr/>
        </p:nvSpPr>
        <p:spPr>
          <a:xfrm>
            <a:off x="6697192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2017</a:t>
            </a: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E280490C-5EEB-2AA8-CB3E-C07639B0D205}"/>
              </a:ext>
            </a:extLst>
          </p:cNvPr>
          <p:cNvSpPr/>
          <p:nvPr/>
        </p:nvSpPr>
        <p:spPr>
          <a:xfrm>
            <a:off x="7743715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6D90C1D-1251-B361-593F-590045BF8ABD}"/>
              </a:ext>
            </a:extLst>
          </p:cNvPr>
          <p:cNvSpPr txBox="1"/>
          <p:nvPr/>
        </p:nvSpPr>
        <p:spPr>
          <a:xfrm>
            <a:off x="7392264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2018</a:t>
            </a: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295A3555-09AC-2D82-5AE6-298513417F56}"/>
              </a:ext>
            </a:extLst>
          </p:cNvPr>
          <p:cNvSpPr/>
          <p:nvPr/>
        </p:nvSpPr>
        <p:spPr>
          <a:xfrm>
            <a:off x="8438787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ECBB5FF-B295-4963-61E0-3414B929595D}"/>
              </a:ext>
            </a:extLst>
          </p:cNvPr>
          <p:cNvSpPr txBox="1"/>
          <p:nvPr/>
        </p:nvSpPr>
        <p:spPr>
          <a:xfrm>
            <a:off x="8087336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2019</a:t>
            </a:r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4F9D03C9-6262-064A-77E4-64F3DF69587F}"/>
              </a:ext>
            </a:extLst>
          </p:cNvPr>
          <p:cNvSpPr/>
          <p:nvPr/>
        </p:nvSpPr>
        <p:spPr>
          <a:xfrm>
            <a:off x="9133859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862DCE5-18AC-746E-AACD-37F463B6E60D}"/>
              </a:ext>
            </a:extLst>
          </p:cNvPr>
          <p:cNvSpPr txBox="1"/>
          <p:nvPr/>
        </p:nvSpPr>
        <p:spPr>
          <a:xfrm>
            <a:off x="8782409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2020</a:t>
            </a: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9693BE8-C6F0-A2B1-9D44-5DCE1129A221}"/>
              </a:ext>
            </a:extLst>
          </p:cNvPr>
          <p:cNvSpPr/>
          <p:nvPr/>
        </p:nvSpPr>
        <p:spPr>
          <a:xfrm>
            <a:off x="9828615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6C4B777-4378-7113-7B7C-1CAD0DF15A7A}"/>
              </a:ext>
            </a:extLst>
          </p:cNvPr>
          <p:cNvSpPr txBox="1"/>
          <p:nvPr/>
        </p:nvSpPr>
        <p:spPr>
          <a:xfrm>
            <a:off x="947716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2021</a:t>
            </a:r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60794199-DB6D-944A-A7DB-B0C8D405E2CD}"/>
              </a:ext>
            </a:extLst>
          </p:cNvPr>
          <p:cNvSpPr/>
          <p:nvPr/>
        </p:nvSpPr>
        <p:spPr>
          <a:xfrm>
            <a:off x="10523688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14665FA-4B7C-D9AC-91A0-07654D61DF53}"/>
              </a:ext>
            </a:extLst>
          </p:cNvPr>
          <p:cNvSpPr txBox="1"/>
          <p:nvPr/>
        </p:nvSpPr>
        <p:spPr>
          <a:xfrm>
            <a:off x="10172237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2022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FBB8ADC-0246-9282-21BC-4C350AB0BC79}"/>
              </a:ext>
            </a:extLst>
          </p:cNvPr>
          <p:cNvSpPr txBox="1"/>
          <p:nvPr/>
        </p:nvSpPr>
        <p:spPr>
          <a:xfrm>
            <a:off x="6200901" y="5944275"/>
            <a:ext cx="623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F24C286-8FE9-8347-F098-E2A3C225FF39}"/>
              </a:ext>
            </a:extLst>
          </p:cNvPr>
          <p:cNvSpPr txBox="1"/>
          <p:nvPr/>
        </p:nvSpPr>
        <p:spPr>
          <a:xfrm rot="16200000">
            <a:off x="-210887" y="3277654"/>
            <a:ext cx="26709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Mean W-2 Wage Earnings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FDE2D6-4A7B-FFD5-DB05-0A6FB9B2B6B3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29FCF2-81A0-242C-C111-810D6FBA90F1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Katz, Noray, Porter, Reisinger (2025)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EB4ED-12A3-92A2-01CE-BED17E1D27E1}"/>
              </a:ext>
            </a:extLst>
          </p:cNvPr>
          <p:cNvSpPr txBox="1"/>
          <p:nvPr/>
        </p:nvSpPr>
        <p:spPr>
          <a:xfrm>
            <a:off x="2372651" y="1702645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Control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A391DB-DB54-FF95-D1E7-FF21B4F29261}"/>
              </a:ext>
            </a:extLst>
          </p:cNvPr>
          <p:cNvSpPr/>
          <p:nvPr/>
        </p:nvSpPr>
        <p:spPr>
          <a:xfrm>
            <a:off x="2234160" y="1794892"/>
            <a:ext cx="182880" cy="180567"/>
          </a:xfrm>
          <a:prstGeom prst="ellipse">
            <a:avLst/>
          </a:prstGeom>
          <a:solidFill>
            <a:srgbClr val="FAA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0E8C31-85E7-FBE1-74B0-C2065DF31FFD}"/>
              </a:ext>
            </a:extLst>
          </p:cNvPr>
          <p:cNvSpPr/>
          <p:nvPr/>
        </p:nvSpPr>
        <p:spPr>
          <a:xfrm>
            <a:off x="2234160" y="1406992"/>
            <a:ext cx="182880" cy="180567"/>
          </a:xfrm>
          <a:prstGeom prst="ellipse">
            <a:avLst/>
          </a:prstGeom>
          <a:solidFill>
            <a:srgbClr val="29B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9F19B5-7FCA-4064-9EEE-E842A9EC7897}"/>
              </a:ext>
            </a:extLst>
          </p:cNvPr>
          <p:cNvSpPr txBox="1"/>
          <p:nvPr/>
        </p:nvSpPr>
        <p:spPr>
          <a:xfrm>
            <a:off x="2372651" y="1315805"/>
            <a:ext cx="1513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Treatment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4078D3-A06C-45A1-65CA-A4628F1E0DCC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1D430F9-313C-BCFD-B7E9-F564AD9B9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190" y="2779986"/>
            <a:ext cx="498866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NOT YET PUBLIC</a:t>
            </a:r>
          </a:p>
        </p:txBody>
      </p:sp>
    </p:spTree>
    <p:extLst>
      <p:ext uri="{BB962C8B-B14F-4D97-AF65-F5344CB8AC3E}">
        <p14:creationId xmlns:p14="http://schemas.microsoft.com/office/powerpoint/2010/main" val="244601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4F95-01B6-7E3F-769A-448ABA7C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6EBE50DA-99BD-2F83-8C5C-57B03B5CA15E}"/>
              </a:ext>
            </a:extLst>
          </p:cNvPr>
          <p:cNvSpPr/>
          <p:nvPr/>
        </p:nvSpPr>
        <p:spPr>
          <a:xfrm>
            <a:off x="4654055" y="2216354"/>
            <a:ext cx="666296" cy="3367021"/>
          </a:xfrm>
          <a:prstGeom prst="rect">
            <a:avLst/>
          </a:prstGeom>
          <a:solidFill>
            <a:srgbClr val="BFBFBF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83">
            <a:extLst>
              <a:ext uri="{FF2B5EF4-FFF2-40B4-BE49-F238E27FC236}">
                <a16:creationId xmlns:a16="http://schemas.microsoft.com/office/drawing/2014/main" id="{FFC4E136-64D1-DC79-FAE8-DC0E130EA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0448722C-5838-E06E-1390-51C7F2A110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4340FB-B32A-E0DC-3812-8D7CA42C7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 of Year Up on Earnings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Evidence from PACE Randomized Trial in 2014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EB0E5BD-7E31-EB1D-A649-2E11CB756F47}"/>
              </a:ext>
            </a:extLst>
          </p:cNvPr>
          <p:cNvSpPr/>
          <p:nvPr/>
        </p:nvSpPr>
        <p:spPr>
          <a:xfrm>
            <a:off x="2050953" y="1316810"/>
            <a:ext cx="8605549" cy="4260241"/>
          </a:xfrm>
          <a:custGeom>
            <a:avLst/>
            <a:gdLst>
              <a:gd name="connsiteX0" fmla="*/ 0 w 8605549"/>
              <a:gd name="connsiteY0" fmla="*/ 0 h 4260241"/>
              <a:gd name="connsiteX1" fmla="*/ 8605549 w 8605549"/>
              <a:gd name="connsiteY1" fmla="*/ 0 h 4260241"/>
              <a:gd name="connsiteX2" fmla="*/ 8605549 w 8605549"/>
              <a:gd name="connsiteY2" fmla="*/ 4260242 h 4260241"/>
              <a:gd name="connsiteX3" fmla="*/ 0 w 8605549"/>
              <a:gd name="connsiteY3" fmla="*/ 4260242 h 426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05549" h="4260241">
                <a:moveTo>
                  <a:pt x="0" y="0"/>
                </a:moveTo>
                <a:lnTo>
                  <a:pt x="8605549" y="0"/>
                </a:lnTo>
                <a:lnTo>
                  <a:pt x="8605549" y="4260242"/>
                </a:lnTo>
                <a:lnTo>
                  <a:pt x="0" y="4260242"/>
                </a:lnTo>
                <a:close/>
              </a:path>
            </a:pathLst>
          </a:custGeom>
          <a:noFill/>
          <a:ln w="1264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F1B3CD-4922-DB0C-03B1-6C11F978B3B0}"/>
              </a:ext>
            </a:extLst>
          </p:cNvPr>
          <p:cNvSpPr/>
          <p:nvPr/>
        </p:nvSpPr>
        <p:spPr>
          <a:xfrm>
            <a:off x="2183769" y="4854468"/>
            <a:ext cx="2779972" cy="380107"/>
          </a:xfrm>
          <a:custGeom>
            <a:avLst/>
            <a:gdLst>
              <a:gd name="connsiteX0" fmla="*/ 0 w 2779972"/>
              <a:gd name="connsiteY0" fmla="*/ 380108 h 380107"/>
              <a:gd name="connsiteX1" fmla="*/ 695072 w 2779972"/>
              <a:gd name="connsiteY1" fmla="*/ 297888 h 380107"/>
              <a:gd name="connsiteX2" fmla="*/ 1389828 w 2779972"/>
              <a:gd name="connsiteY2" fmla="*/ 168234 h 380107"/>
              <a:gd name="connsiteX3" fmla="*/ 2084900 w 2779972"/>
              <a:gd name="connsiteY3" fmla="*/ 0 h 380107"/>
              <a:gd name="connsiteX4" fmla="*/ 2779972 w 2779972"/>
              <a:gd name="connsiteY4" fmla="*/ 134714 h 38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9972" h="380107">
                <a:moveTo>
                  <a:pt x="0" y="380108"/>
                </a:moveTo>
                <a:lnTo>
                  <a:pt x="695072" y="297888"/>
                </a:lnTo>
                <a:lnTo>
                  <a:pt x="1389828" y="168234"/>
                </a:lnTo>
                <a:lnTo>
                  <a:pt x="2084900" y="0"/>
                </a:lnTo>
                <a:lnTo>
                  <a:pt x="2779972" y="134714"/>
                </a:lnTo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2FD4BB-E72E-FB25-770C-7CE34E0660B6}"/>
              </a:ext>
            </a:extLst>
          </p:cNvPr>
          <p:cNvSpPr/>
          <p:nvPr/>
        </p:nvSpPr>
        <p:spPr>
          <a:xfrm>
            <a:off x="2130010" y="5180817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3354BAA-1A40-2F80-161B-3A03263ECFE9}"/>
              </a:ext>
            </a:extLst>
          </p:cNvPr>
          <p:cNvSpPr/>
          <p:nvPr/>
        </p:nvSpPr>
        <p:spPr>
          <a:xfrm>
            <a:off x="2144241" y="519504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8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9" y="79058"/>
                </a:cubicBezTo>
                <a:cubicBezTo>
                  <a:pt x="17698" y="79058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C75E570-D366-032B-E2B6-0C098AB496AB}"/>
              </a:ext>
            </a:extLst>
          </p:cNvPr>
          <p:cNvSpPr/>
          <p:nvPr/>
        </p:nvSpPr>
        <p:spPr>
          <a:xfrm>
            <a:off x="2825082" y="5098597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D67952B-71DB-7E5E-0262-C98A356A65FE}"/>
              </a:ext>
            </a:extLst>
          </p:cNvPr>
          <p:cNvSpPr/>
          <p:nvPr/>
        </p:nvSpPr>
        <p:spPr>
          <a:xfrm>
            <a:off x="2839313" y="511282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D8D5B1-AA89-5A90-6EF1-EF7C98046186}"/>
              </a:ext>
            </a:extLst>
          </p:cNvPr>
          <p:cNvSpPr/>
          <p:nvPr/>
        </p:nvSpPr>
        <p:spPr>
          <a:xfrm>
            <a:off x="3519838" y="4968943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A2F603B-59B3-D368-3EEF-E04C0A16FA10}"/>
              </a:ext>
            </a:extLst>
          </p:cNvPr>
          <p:cNvSpPr/>
          <p:nvPr/>
        </p:nvSpPr>
        <p:spPr>
          <a:xfrm>
            <a:off x="3534069" y="498317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7"/>
                  <a:pt x="17698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4A8800E-5BEE-1308-E018-73BB8C97DCF4}"/>
              </a:ext>
            </a:extLst>
          </p:cNvPr>
          <p:cNvSpPr/>
          <p:nvPr/>
        </p:nvSpPr>
        <p:spPr>
          <a:xfrm>
            <a:off x="4214910" y="4800709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605E05-8C39-7AD8-B71F-083FB2117549}"/>
              </a:ext>
            </a:extLst>
          </p:cNvPr>
          <p:cNvSpPr/>
          <p:nvPr/>
        </p:nvSpPr>
        <p:spPr>
          <a:xfrm>
            <a:off x="4229141" y="481493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8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7"/>
                  <a:pt x="17697" y="0"/>
                  <a:pt x="39528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A933C2B-3FDD-CC76-6054-31D9FCE2BCD0}"/>
              </a:ext>
            </a:extLst>
          </p:cNvPr>
          <p:cNvSpPr/>
          <p:nvPr/>
        </p:nvSpPr>
        <p:spPr>
          <a:xfrm>
            <a:off x="4909983" y="4935423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1E0564D-77EB-F4AC-0A72-DE0B940D19D7}"/>
              </a:ext>
            </a:extLst>
          </p:cNvPr>
          <p:cNvSpPr/>
          <p:nvPr/>
        </p:nvSpPr>
        <p:spPr>
          <a:xfrm>
            <a:off x="4924213" y="494965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7"/>
                  <a:pt x="17697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197BD99-454E-6C00-5DF6-DB37E33CDB66}"/>
              </a:ext>
            </a:extLst>
          </p:cNvPr>
          <p:cNvSpPr/>
          <p:nvPr/>
        </p:nvSpPr>
        <p:spPr>
          <a:xfrm>
            <a:off x="2183769" y="4641646"/>
            <a:ext cx="2779972" cy="597673"/>
          </a:xfrm>
          <a:custGeom>
            <a:avLst/>
            <a:gdLst>
              <a:gd name="connsiteX0" fmla="*/ 0 w 2779972"/>
              <a:gd name="connsiteY0" fmla="*/ 597673 h 597673"/>
              <a:gd name="connsiteX1" fmla="*/ 695072 w 2779972"/>
              <a:gd name="connsiteY1" fmla="*/ 504386 h 597673"/>
              <a:gd name="connsiteX2" fmla="*/ 1389828 w 2779972"/>
              <a:gd name="connsiteY2" fmla="*/ 333306 h 597673"/>
              <a:gd name="connsiteX3" fmla="*/ 2084900 w 2779972"/>
              <a:gd name="connsiteY3" fmla="*/ 189738 h 597673"/>
              <a:gd name="connsiteX4" fmla="*/ 2779972 w 2779972"/>
              <a:gd name="connsiteY4" fmla="*/ 0 h 597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9972" h="597673">
                <a:moveTo>
                  <a:pt x="0" y="597673"/>
                </a:moveTo>
                <a:lnTo>
                  <a:pt x="695072" y="504386"/>
                </a:lnTo>
                <a:lnTo>
                  <a:pt x="1389828" y="333306"/>
                </a:lnTo>
                <a:lnTo>
                  <a:pt x="2084900" y="189738"/>
                </a:lnTo>
                <a:lnTo>
                  <a:pt x="2779972" y="0"/>
                </a:lnTo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311E98B-2C54-DDBA-1174-B6E844177B01}"/>
              </a:ext>
            </a:extLst>
          </p:cNvPr>
          <p:cNvSpPr/>
          <p:nvPr/>
        </p:nvSpPr>
        <p:spPr>
          <a:xfrm>
            <a:off x="2130010" y="5185560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1ACDB18-DEF3-7735-9E98-B11A46EA3341}"/>
              </a:ext>
            </a:extLst>
          </p:cNvPr>
          <p:cNvSpPr/>
          <p:nvPr/>
        </p:nvSpPr>
        <p:spPr>
          <a:xfrm>
            <a:off x="2144241" y="5199790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17BD6F1-EA7C-5743-008C-5A63D26336C1}"/>
              </a:ext>
            </a:extLst>
          </p:cNvPr>
          <p:cNvSpPr/>
          <p:nvPr/>
        </p:nvSpPr>
        <p:spPr>
          <a:xfrm>
            <a:off x="2825082" y="509227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487C9A7-C723-E53B-B6D7-EA3ABCA21006}"/>
              </a:ext>
            </a:extLst>
          </p:cNvPr>
          <p:cNvSpPr/>
          <p:nvPr/>
        </p:nvSpPr>
        <p:spPr>
          <a:xfrm>
            <a:off x="2839313" y="510650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7"/>
                  <a:pt x="17698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89EEEFD-07DB-3A2D-0C81-E29C9EC69EA3}"/>
              </a:ext>
            </a:extLst>
          </p:cNvPr>
          <p:cNvSpPr/>
          <p:nvPr/>
        </p:nvSpPr>
        <p:spPr>
          <a:xfrm>
            <a:off x="3519838" y="492119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3C35D44-2043-810E-E63A-C63C48DE9F8D}"/>
              </a:ext>
            </a:extLst>
          </p:cNvPr>
          <p:cNvSpPr/>
          <p:nvPr/>
        </p:nvSpPr>
        <p:spPr>
          <a:xfrm>
            <a:off x="3534069" y="493542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8235B78-AB8C-9BC4-443B-831B8CE24BE7}"/>
              </a:ext>
            </a:extLst>
          </p:cNvPr>
          <p:cNvSpPr/>
          <p:nvPr/>
        </p:nvSpPr>
        <p:spPr>
          <a:xfrm>
            <a:off x="4214910" y="4777624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0926725-E288-EA36-59FC-05FD1049EA1E}"/>
              </a:ext>
            </a:extLst>
          </p:cNvPr>
          <p:cNvSpPr/>
          <p:nvPr/>
        </p:nvSpPr>
        <p:spPr>
          <a:xfrm>
            <a:off x="4229141" y="4791855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8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8" y="79058"/>
                </a:cubicBezTo>
                <a:cubicBezTo>
                  <a:pt x="17697" y="79058"/>
                  <a:pt x="0" y="61360"/>
                  <a:pt x="0" y="39529"/>
                </a:cubicBezTo>
                <a:cubicBezTo>
                  <a:pt x="0" y="17698"/>
                  <a:pt x="17697" y="0"/>
                  <a:pt x="39528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6B08C45-20AA-B00A-5E52-2D95855B4B38}"/>
              </a:ext>
            </a:extLst>
          </p:cNvPr>
          <p:cNvSpPr/>
          <p:nvPr/>
        </p:nvSpPr>
        <p:spPr>
          <a:xfrm>
            <a:off x="4909983" y="4587887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E5B98CA-5B4F-3EE5-E45C-994E4AF9E4DA}"/>
              </a:ext>
            </a:extLst>
          </p:cNvPr>
          <p:cNvSpPr/>
          <p:nvPr/>
        </p:nvSpPr>
        <p:spPr>
          <a:xfrm>
            <a:off x="4924213" y="460211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8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9" y="79058"/>
                </a:cubicBezTo>
                <a:cubicBezTo>
                  <a:pt x="17697" y="79058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266C41-8F5F-66C8-5224-F4AF8A22A18F}"/>
              </a:ext>
            </a:extLst>
          </p:cNvPr>
          <p:cNvSpPr/>
          <p:nvPr/>
        </p:nvSpPr>
        <p:spPr>
          <a:xfrm>
            <a:off x="2044628" y="1310486"/>
            <a:ext cx="1756" cy="4272890"/>
          </a:xfrm>
          <a:custGeom>
            <a:avLst/>
            <a:gdLst>
              <a:gd name="connsiteX0" fmla="*/ 0 w 1756"/>
              <a:gd name="connsiteY0" fmla="*/ 4272891 h 4272890"/>
              <a:gd name="connsiteX1" fmla="*/ 0 w 1756"/>
              <a:gd name="connsiteY1" fmla="*/ 0 h 4272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272890">
                <a:moveTo>
                  <a:pt x="0" y="4272891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2FFA6BA-9E1B-959A-59A3-248B1D0720EC}"/>
              </a:ext>
            </a:extLst>
          </p:cNvPr>
          <p:cNvSpPr/>
          <p:nvPr/>
        </p:nvSpPr>
        <p:spPr>
          <a:xfrm>
            <a:off x="1957033" y="5444236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687A539-F560-CE35-5AE5-B70B2523DF2F}"/>
              </a:ext>
            </a:extLst>
          </p:cNvPr>
          <p:cNvSpPr/>
          <p:nvPr/>
        </p:nvSpPr>
        <p:spPr>
          <a:xfrm>
            <a:off x="1957033" y="4645440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280A995-3B43-5521-149D-10557B7CE4EA}"/>
              </a:ext>
            </a:extLst>
          </p:cNvPr>
          <p:cNvSpPr/>
          <p:nvPr/>
        </p:nvSpPr>
        <p:spPr>
          <a:xfrm>
            <a:off x="1957033" y="3846329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10E3320-C5AE-AF7A-DC45-69D0C0B25F7F}"/>
              </a:ext>
            </a:extLst>
          </p:cNvPr>
          <p:cNvSpPr/>
          <p:nvPr/>
        </p:nvSpPr>
        <p:spPr>
          <a:xfrm>
            <a:off x="1957033" y="3047533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992F92C-F011-F54D-FAF0-ED69A92B18A1}"/>
              </a:ext>
            </a:extLst>
          </p:cNvPr>
          <p:cNvSpPr/>
          <p:nvPr/>
        </p:nvSpPr>
        <p:spPr>
          <a:xfrm>
            <a:off x="1957033" y="2248422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BE4E3FA-5BE7-CB47-F134-30B2DE1F8A38}"/>
              </a:ext>
            </a:extLst>
          </p:cNvPr>
          <p:cNvSpPr/>
          <p:nvPr/>
        </p:nvSpPr>
        <p:spPr>
          <a:xfrm>
            <a:off x="1957033" y="1449627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9380F7D-4037-22BF-747E-AC8E791CD2C8}"/>
              </a:ext>
            </a:extLst>
          </p:cNvPr>
          <p:cNvSpPr/>
          <p:nvPr/>
        </p:nvSpPr>
        <p:spPr>
          <a:xfrm>
            <a:off x="2044628" y="5583377"/>
            <a:ext cx="8618198" cy="1756"/>
          </a:xfrm>
          <a:custGeom>
            <a:avLst/>
            <a:gdLst>
              <a:gd name="connsiteX0" fmla="*/ 0 w 8618198"/>
              <a:gd name="connsiteY0" fmla="*/ 0 h 1756"/>
              <a:gd name="connsiteX1" fmla="*/ 8618198 w 8618198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18198" h="1756">
                <a:moveTo>
                  <a:pt x="0" y="0"/>
                </a:moveTo>
                <a:lnTo>
                  <a:pt x="8618198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BDE3803-A8DE-C8FC-0630-2DFB153F71C4}"/>
              </a:ext>
            </a:extLst>
          </p:cNvPr>
          <p:cNvSpPr/>
          <p:nvPr/>
        </p:nvSpPr>
        <p:spPr>
          <a:xfrm>
            <a:off x="2183769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1046D-F04B-3B48-D928-9636FBF626B0}"/>
              </a:ext>
            </a:extLst>
          </p:cNvPr>
          <p:cNvSpPr txBox="1"/>
          <p:nvPr/>
        </p:nvSpPr>
        <p:spPr>
          <a:xfrm>
            <a:off x="1832319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2010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C899647-2677-6CD8-21F1-17BD9AF77C47}"/>
              </a:ext>
            </a:extLst>
          </p:cNvPr>
          <p:cNvSpPr/>
          <p:nvPr/>
        </p:nvSpPr>
        <p:spPr>
          <a:xfrm>
            <a:off x="2878841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852BDA-914F-C276-DD9F-1FE80E762835}"/>
              </a:ext>
            </a:extLst>
          </p:cNvPr>
          <p:cNvSpPr txBox="1"/>
          <p:nvPr/>
        </p:nvSpPr>
        <p:spPr>
          <a:xfrm>
            <a:off x="253617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2011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248B212-8541-B311-3093-AF9EF7204EC5}"/>
              </a:ext>
            </a:extLst>
          </p:cNvPr>
          <p:cNvSpPr/>
          <p:nvPr/>
        </p:nvSpPr>
        <p:spPr>
          <a:xfrm>
            <a:off x="3573914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D3A062-9024-CC23-312C-08646EC01F1D}"/>
              </a:ext>
            </a:extLst>
          </p:cNvPr>
          <p:cNvSpPr txBox="1"/>
          <p:nvPr/>
        </p:nvSpPr>
        <p:spPr>
          <a:xfrm>
            <a:off x="3222463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2012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2B59C4A-527F-67CB-33A0-C560FB2FB2DA}"/>
              </a:ext>
            </a:extLst>
          </p:cNvPr>
          <p:cNvSpPr/>
          <p:nvPr/>
        </p:nvSpPr>
        <p:spPr>
          <a:xfrm>
            <a:off x="4268986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2FCC43-A508-944D-647B-D42EC07C1A9F}"/>
              </a:ext>
            </a:extLst>
          </p:cNvPr>
          <p:cNvSpPr txBox="1"/>
          <p:nvPr/>
        </p:nvSpPr>
        <p:spPr>
          <a:xfrm>
            <a:off x="391753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2013</a:t>
            </a: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F50F472-6B85-7A05-B669-6D06507C4D83}"/>
              </a:ext>
            </a:extLst>
          </p:cNvPr>
          <p:cNvSpPr/>
          <p:nvPr/>
        </p:nvSpPr>
        <p:spPr>
          <a:xfrm>
            <a:off x="4963742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7D4B3C-699D-9298-9994-88B1093D13E6}"/>
              </a:ext>
            </a:extLst>
          </p:cNvPr>
          <p:cNvSpPr txBox="1"/>
          <p:nvPr/>
        </p:nvSpPr>
        <p:spPr>
          <a:xfrm>
            <a:off x="4612291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2014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1001123-EF00-3690-DB18-885DFE7B4962}"/>
              </a:ext>
            </a:extLst>
          </p:cNvPr>
          <p:cNvSpPr/>
          <p:nvPr/>
        </p:nvSpPr>
        <p:spPr>
          <a:xfrm>
            <a:off x="5658814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55D2F3-7E51-8BEC-ECAE-7BD47700D8D3}"/>
              </a:ext>
            </a:extLst>
          </p:cNvPr>
          <p:cNvSpPr txBox="1"/>
          <p:nvPr/>
        </p:nvSpPr>
        <p:spPr>
          <a:xfrm>
            <a:off x="5307363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2015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153F84F-DC6C-191A-C54D-FA6DDDEC42EF}"/>
              </a:ext>
            </a:extLst>
          </p:cNvPr>
          <p:cNvSpPr/>
          <p:nvPr/>
        </p:nvSpPr>
        <p:spPr>
          <a:xfrm>
            <a:off x="6353886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06D521-13D0-06EE-CEB7-BFB36E04593A}"/>
              </a:ext>
            </a:extLst>
          </p:cNvPr>
          <p:cNvSpPr txBox="1"/>
          <p:nvPr/>
        </p:nvSpPr>
        <p:spPr>
          <a:xfrm>
            <a:off x="600243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2016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22D8D8F-E31F-7817-7C48-C0A2D1AA1EAE}"/>
              </a:ext>
            </a:extLst>
          </p:cNvPr>
          <p:cNvSpPr/>
          <p:nvPr/>
        </p:nvSpPr>
        <p:spPr>
          <a:xfrm>
            <a:off x="7048642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7EE3F0-DECA-3219-EAE7-AA3450B85699}"/>
              </a:ext>
            </a:extLst>
          </p:cNvPr>
          <p:cNvSpPr txBox="1"/>
          <p:nvPr/>
        </p:nvSpPr>
        <p:spPr>
          <a:xfrm>
            <a:off x="6697191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2017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8F9C983-92C2-803D-7260-395825A66C9B}"/>
              </a:ext>
            </a:extLst>
          </p:cNvPr>
          <p:cNvSpPr/>
          <p:nvPr/>
        </p:nvSpPr>
        <p:spPr>
          <a:xfrm>
            <a:off x="7743714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CB4902-D2E7-C09A-BA6E-78CA148A724E}"/>
              </a:ext>
            </a:extLst>
          </p:cNvPr>
          <p:cNvSpPr txBox="1"/>
          <p:nvPr/>
        </p:nvSpPr>
        <p:spPr>
          <a:xfrm>
            <a:off x="7392263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2018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FF7C5AA-BFAC-8C35-EF2F-63B4F2A12956}"/>
              </a:ext>
            </a:extLst>
          </p:cNvPr>
          <p:cNvSpPr/>
          <p:nvPr/>
        </p:nvSpPr>
        <p:spPr>
          <a:xfrm>
            <a:off x="8438786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E72F25-D134-5629-EA5C-29BE41AFBE02}"/>
              </a:ext>
            </a:extLst>
          </p:cNvPr>
          <p:cNvSpPr txBox="1"/>
          <p:nvPr/>
        </p:nvSpPr>
        <p:spPr>
          <a:xfrm>
            <a:off x="808733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2019</a:t>
            </a: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7CA39510-C6C2-3EA2-54E7-539DF76FDCC4}"/>
              </a:ext>
            </a:extLst>
          </p:cNvPr>
          <p:cNvSpPr/>
          <p:nvPr/>
        </p:nvSpPr>
        <p:spPr>
          <a:xfrm>
            <a:off x="9133858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F2DE5B-E09E-58D3-0BAC-66167C4C1AE5}"/>
              </a:ext>
            </a:extLst>
          </p:cNvPr>
          <p:cNvSpPr txBox="1"/>
          <p:nvPr/>
        </p:nvSpPr>
        <p:spPr>
          <a:xfrm>
            <a:off x="8782407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2020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4219CB8-D6F3-0008-D312-36A47B85C11B}"/>
              </a:ext>
            </a:extLst>
          </p:cNvPr>
          <p:cNvSpPr/>
          <p:nvPr/>
        </p:nvSpPr>
        <p:spPr>
          <a:xfrm>
            <a:off x="9828614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4204A7-274A-E09C-0ECD-817621C0BB94}"/>
              </a:ext>
            </a:extLst>
          </p:cNvPr>
          <p:cNvSpPr txBox="1"/>
          <p:nvPr/>
        </p:nvSpPr>
        <p:spPr>
          <a:xfrm>
            <a:off x="9477163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2021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0AA58B6F-0001-91B1-EF15-24DD2462A222}"/>
              </a:ext>
            </a:extLst>
          </p:cNvPr>
          <p:cNvSpPr/>
          <p:nvPr/>
        </p:nvSpPr>
        <p:spPr>
          <a:xfrm>
            <a:off x="10523686" y="5583377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D8B5CB-8885-6540-A9FF-7D4C412540F6}"/>
              </a:ext>
            </a:extLst>
          </p:cNvPr>
          <p:cNvSpPr txBox="1"/>
          <p:nvPr/>
        </p:nvSpPr>
        <p:spPr>
          <a:xfrm>
            <a:off x="10172235" y="5622354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D8D1A-7DF2-EDC1-F2EB-70356F407813}"/>
              </a:ext>
            </a:extLst>
          </p:cNvPr>
          <p:cNvSpPr txBox="1"/>
          <p:nvPr/>
        </p:nvSpPr>
        <p:spPr>
          <a:xfrm>
            <a:off x="1691631" y="526968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1B780-7FC5-033F-9575-CC92E204144F}"/>
              </a:ext>
            </a:extLst>
          </p:cNvPr>
          <p:cNvSpPr txBox="1"/>
          <p:nvPr/>
        </p:nvSpPr>
        <p:spPr>
          <a:xfrm>
            <a:off x="1297293" y="4470874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$10K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B1C77-165A-E209-07C7-1D2D60E49181}"/>
              </a:ext>
            </a:extLst>
          </p:cNvPr>
          <p:cNvSpPr txBox="1"/>
          <p:nvPr/>
        </p:nvSpPr>
        <p:spPr>
          <a:xfrm>
            <a:off x="1297293" y="367178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$20K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48D8B-8B3B-9CF0-1931-DE8437A61B71}"/>
              </a:ext>
            </a:extLst>
          </p:cNvPr>
          <p:cNvSpPr txBox="1"/>
          <p:nvPr/>
        </p:nvSpPr>
        <p:spPr>
          <a:xfrm>
            <a:off x="1297293" y="2872968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$30K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87B3D-C99E-1530-8854-CAFA7E1F1640}"/>
              </a:ext>
            </a:extLst>
          </p:cNvPr>
          <p:cNvSpPr txBox="1"/>
          <p:nvPr/>
        </p:nvSpPr>
        <p:spPr>
          <a:xfrm>
            <a:off x="1297293" y="2073873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$40K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47073-BD72-EE5B-D76B-A0246EC0F415}"/>
              </a:ext>
            </a:extLst>
          </p:cNvPr>
          <p:cNvSpPr txBox="1"/>
          <p:nvPr/>
        </p:nvSpPr>
        <p:spPr>
          <a:xfrm>
            <a:off x="1297293" y="1275061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$50K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9B1BD-CC7D-E9A6-1A18-0656DC76ABFA}"/>
              </a:ext>
            </a:extLst>
          </p:cNvPr>
          <p:cNvSpPr txBox="1"/>
          <p:nvPr/>
        </p:nvSpPr>
        <p:spPr>
          <a:xfrm>
            <a:off x="6200901" y="5944275"/>
            <a:ext cx="623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C70CB-3638-A377-EE60-507720AE3CC8}"/>
              </a:ext>
            </a:extLst>
          </p:cNvPr>
          <p:cNvSpPr txBox="1"/>
          <p:nvPr/>
        </p:nvSpPr>
        <p:spPr>
          <a:xfrm rot="16200000">
            <a:off x="-210887" y="3277654"/>
            <a:ext cx="26709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Mean W-2 Wage Earnings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A2FFE37-ACA4-CCD3-F2C5-48BE55136D10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BA01FEB-4886-7220-A478-8B797ADC9FF3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Katz, Noray, Porter, Reisinger (2025)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545C9A-AC89-8DAF-0A98-66FCE24DA67C}"/>
              </a:ext>
            </a:extLst>
          </p:cNvPr>
          <p:cNvSpPr txBox="1"/>
          <p:nvPr/>
        </p:nvSpPr>
        <p:spPr>
          <a:xfrm>
            <a:off x="2372651" y="1702645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Control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896172-C002-9850-4FAE-37B836F6CFFE}"/>
              </a:ext>
            </a:extLst>
          </p:cNvPr>
          <p:cNvSpPr/>
          <p:nvPr/>
        </p:nvSpPr>
        <p:spPr>
          <a:xfrm>
            <a:off x="2234160" y="1794892"/>
            <a:ext cx="182880" cy="180567"/>
          </a:xfrm>
          <a:prstGeom prst="ellipse">
            <a:avLst/>
          </a:prstGeom>
          <a:solidFill>
            <a:srgbClr val="FAA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BBFE933-EE39-D3A0-9192-CBCAC6E9C5D6}"/>
              </a:ext>
            </a:extLst>
          </p:cNvPr>
          <p:cNvSpPr/>
          <p:nvPr/>
        </p:nvSpPr>
        <p:spPr>
          <a:xfrm>
            <a:off x="2234160" y="1406992"/>
            <a:ext cx="182880" cy="180567"/>
          </a:xfrm>
          <a:prstGeom prst="ellipse">
            <a:avLst/>
          </a:prstGeom>
          <a:solidFill>
            <a:srgbClr val="29B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9AA9D7-2AFB-5479-4BB4-53C627A8FE58}"/>
              </a:ext>
            </a:extLst>
          </p:cNvPr>
          <p:cNvSpPr txBox="1"/>
          <p:nvPr/>
        </p:nvSpPr>
        <p:spPr>
          <a:xfrm>
            <a:off x="2372651" y="1315805"/>
            <a:ext cx="1513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Treatment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0932C01-E8CB-A3CF-D8BA-1D20DA8FDB89}"/>
              </a:ext>
            </a:extLst>
          </p:cNvPr>
          <p:cNvSpPr txBox="1"/>
          <p:nvPr/>
        </p:nvSpPr>
        <p:spPr>
          <a:xfrm>
            <a:off x="4530980" y="1566860"/>
            <a:ext cx="11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Participants </a:t>
            </a:r>
            <a:b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</a:br>
            <a: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enrolled </a:t>
            </a:r>
            <a:b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</a:br>
            <a: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in </a:t>
            </a:r>
            <a:r>
              <a:rPr kumimoji="0" lang="en-US" sz="1200" b="0" i="1" u="none" strike="noStrike" kern="1200" cap="none" spc="0" normalizeH="0" baseline="0" noProof="0" dirty="0" err="1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YearUp</a:t>
            </a:r>
            <a:endParaRPr kumimoji="0" lang="en-US" sz="1200" b="0" i="1" u="none" strike="noStrike" kern="1200" cap="none" spc="0" normalizeH="0" baseline="0" noProof="0" dirty="0">
              <a:ln/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B53C81-F141-DAA4-749A-95C8304EB03A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1CA809A-57EE-8825-9078-77848DD97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190" y="2779986"/>
            <a:ext cx="498866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NOT YET PUBLIC</a:t>
            </a:r>
          </a:p>
        </p:txBody>
      </p:sp>
    </p:spTree>
    <p:extLst>
      <p:ext uri="{BB962C8B-B14F-4D97-AF65-F5344CB8AC3E}">
        <p14:creationId xmlns:p14="http://schemas.microsoft.com/office/powerpoint/2010/main" val="360603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67CD-D9BD-EE5F-B2AA-625156DC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8C29609-90FD-9140-795F-47AF0303E771}"/>
              </a:ext>
            </a:extLst>
          </p:cNvPr>
          <p:cNvSpPr/>
          <p:nvPr/>
        </p:nvSpPr>
        <p:spPr>
          <a:xfrm>
            <a:off x="4654055" y="2216354"/>
            <a:ext cx="666296" cy="3367021"/>
          </a:xfrm>
          <a:prstGeom prst="rect">
            <a:avLst/>
          </a:prstGeom>
          <a:solidFill>
            <a:srgbClr val="BFBFBF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A8F05-1716-0E44-9E84-A46151BA3359}"/>
              </a:ext>
            </a:extLst>
          </p:cNvPr>
          <p:cNvSpPr txBox="1"/>
          <p:nvPr/>
        </p:nvSpPr>
        <p:spPr>
          <a:xfrm>
            <a:off x="4530980" y="1566860"/>
            <a:ext cx="11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Participants </a:t>
            </a:r>
            <a:b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</a:br>
            <a: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enrolled </a:t>
            </a:r>
            <a:b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</a:br>
            <a:r>
              <a:rPr kumimoji="0" lang="en-US" sz="1200" b="0" i="1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in </a:t>
            </a:r>
            <a:r>
              <a:rPr kumimoji="0" lang="en-US" sz="1200" b="0" i="1" u="none" strike="noStrike" kern="1200" cap="none" spc="0" normalizeH="0" baseline="0" noProof="0" dirty="0" err="1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YearUp</a:t>
            </a:r>
            <a:endParaRPr kumimoji="0" lang="en-US" sz="1200" b="0" i="1" u="none" strike="noStrike" kern="1200" cap="none" spc="0" normalizeH="0" baseline="0" noProof="0" dirty="0">
              <a:ln/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  <p:sp>
        <p:nvSpPr>
          <p:cNvPr id="2" name="Rectangle 183">
            <a:extLst>
              <a:ext uri="{FF2B5EF4-FFF2-40B4-BE49-F238E27FC236}">
                <a16:creationId xmlns:a16="http://schemas.microsoft.com/office/drawing/2014/main" id="{93FBEBFE-2735-497B-2F9D-D6A077651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B9AFFFBF-2CB3-4789-2941-44519E8D40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92363E-A324-52F4-80EB-645152061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 of Year Up on Earnings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Evidence from PACE Randomized Trial in 2014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B125FD6-D75A-BE95-FB0B-011C9425BEC8}"/>
              </a:ext>
            </a:extLst>
          </p:cNvPr>
          <p:cNvSpPr/>
          <p:nvPr/>
        </p:nvSpPr>
        <p:spPr>
          <a:xfrm>
            <a:off x="2050953" y="1316810"/>
            <a:ext cx="8605549" cy="4260241"/>
          </a:xfrm>
          <a:custGeom>
            <a:avLst/>
            <a:gdLst>
              <a:gd name="connsiteX0" fmla="*/ 0 w 8605549"/>
              <a:gd name="connsiteY0" fmla="*/ 0 h 4260241"/>
              <a:gd name="connsiteX1" fmla="*/ 8605549 w 8605549"/>
              <a:gd name="connsiteY1" fmla="*/ 0 h 4260241"/>
              <a:gd name="connsiteX2" fmla="*/ 8605549 w 8605549"/>
              <a:gd name="connsiteY2" fmla="*/ 4260241 h 4260241"/>
              <a:gd name="connsiteX3" fmla="*/ 0 w 8605549"/>
              <a:gd name="connsiteY3" fmla="*/ 4260241 h 426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05549" h="4260241">
                <a:moveTo>
                  <a:pt x="0" y="0"/>
                </a:moveTo>
                <a:lnTo>
                  <a:pt x="8605549" y="0"/>
                </a:lnTo>
                <a:lnTo>
                  <a:pt x="8605549" y="4260241"/>
                </a:lnTo>
                <a:lnTo>
                  <a:pt x="0" y="4260241"/>
                </a:lnTo>
                <a:close/>
              </a:path>
            </a:pathLst>
          </a:custGeom>
          <a:noFill/>
          <a:ln w="1264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5DEA036-7205-40DA-D339-C6567BF5E0AF}"/>
              </a:ext>
            </a:extLst>
          </p:cNvPr>
          <p:cNvSpPr/>
          <p:nvPr/>
        </p:nvSpPr>
        <p:spPr>
          <a:xfrm>
            <a:off x="2183769" y="2129836"/>
            <a:ext cx="8339916" cy="3104739"/>
          </a:xfrm>
          <a:custGeom>
            <a:avLst/>
            <a:gdLst>
              <a:gd name="connsiteX0" fmla="*/ 0 w 8339916"/>
              <a:gd name="connsiteY0" fmla="*/ 3104740 h 3104739"/>
              <a:gd name="connsiteX1" fmla="*/ 695072 w 8339916"/>
              <a:gd name="connsiteY1" fmla="*/ 3022520 h 3104739"/>
              <a:gd name="connsiteX2" fmla="*/ 1389828 w 8339916"/>
              <a:gd name="connsiteY2" fmla="*/ 2892866 h 3104739"/>
              <a:gd name="connsiteX3" fmla="*/ 2084900 w 8339916"/>
              <a:gd name="connsiteY3" fmla="*/ 2724632 h 3104739"/>
              <a:gd name="connsiteX4" fmla="*/ 2779972 w 8339916"/>
              <a:gd name="connsiteY4" fmla="*/ 2859345 h 3104739"/>
              <a:gd name="connsiteX5" fmla="*/ 3475044 w 8339916"/>
              <a:gd name="connsiteY5" fmla="*/ 2009321 h 3104739"/>
              <a:gd name="connsiteX6" fmla="*/ 4169800 w 8339916"/>
              <a:gd name="connsiteY6" fmla="*/ 1145383 h 3104739"/>
              <a:gd name="connsiteX7" fmla="*/ 4864873 w 8339916"/>
              <a:gd name="connsiteY7" fmla="*/ 930663 h 3104739"/>
              <a:gd name="connsiteX8" fmla="*/ 5559944 w 8339916"/>
              <a:gd name="connsiteY8" fmla="*/ 738712 h 3104739"/>
              <a:gd name="connsiteX9" fmla="*/ 6254700 w 8339916"/>
              <a:gd name="connsiteY9" fmla="*/ 495215 h 3104739"/>
              <a:gd name="connsiteX10" fmla="*/ 6949773 w 8339916"/>
              <a:gd name="connsiteY10" fmla="*/ 395287 h 3104739"/>
              <a:gd name="connsiteX11" fmla="*/ 7644845 w 8339916"/>
              <a:gd name="connsiteY11" fmla="*/ 206814 h 3104739"/>
              <a:gd name="connsiteX12" fmla="*/ 8339916 w 8339916"/>
              <a:gd name="connsiteY12" fmla="*/ 0 h 310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39916" h="3104739">
                <a:moveTo>
                  <a:pt x="0" y="3104740"/>
                </a:moveTo>
                <a:lnTo>
                  <a:pt x="695072" y="3022520"/>
                </a:lnTo>
                <a:lnTo>
                  <a:pt x="1389828" y="2892866"/>
                </a:lnTo>
                <a:lnTo>
                  <a:pt x="2084900" y="2724632"/>
                </a:lnTo>
                <a:lnTo>
                  <a:pt x="2779972" y="2859345"/>
                </a:lnTo>
                <a:lnTo>
                  <a:pt x="3475044" y="2009321"/>
                </a:lnTo>
                <a:lnTo>
                  <a:pt x="4169800" y="1145383"/>
                </a:lnTo>
                <a:lnTo>
                  <a:pt x="4864873" y="930663"/>
                </a:lnTo>
                <a:lnTo>
                  <a:pt x="5559944" y="738712"/>
                </a:lnTo>
                <a:lnTo>
                  <a:pt x="6254700" y="495215"/>
                </a:lnTo>
                <a:lnTo>
                  <a:pt x="6949773" y="395287"/>
                </a:lnTo>
                <a:lnTo>
                  <a:pt x="7644845" y="206814"/>
                </a:lnTo>
                <a:lnTo>
                  <a:pt x="8339916" y="0"/>
                </a:lnTo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E1A0DE8-7566-50F3-A93E-6DF46CDF4B4F}"/>
              </a:ext>
            </a:extLst>
          </p:cNvPr>
          <p:cNvSpPr/>
          <p:nvPr/>
        </p:nvSpPr>
        <p:spPr>
          <a:xfrm>
            <a:off x="2130010" y="5180816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9C514C1-0649-8C6D-5BAB-29569111D265}"/>
              </a:ext>
            </a:extLst>
          </p:cNvPr>
          <p:cNvSpPr/>
          <p:nvPr/>
        </p:nvSpPr>
        <p:spPr>
          <a:xfrm>
            <a:off x="2144241" y="5195046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8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9" y="79058"/>
                </a:cubicBezTo>
                <a:cubicBezTo>
                  <a:pt x="17698" y="79058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9DCF23E-3F3A-6F42-AF70-3CC05480B6C4}"/>
              </a:ext>
            </a:extLst>
          </p:cNvPr>
          <p:cNvSpPr/>
          <p:nvPr/>
        </p:nvSpPr>
        <p:spPr>
          <a:xfrm>
            <a:off x="2825082" y="5098596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E3828A-7B8C-A9BF-C38E-12471063B9E1}"/>
              </a:ext>
            </a:extLst>
          </p:cNvPr>
          <p:cNvSpPr/>
          <p:nvPr/>
        </p:nvSpPr>
        <p:spPr>
          <a:xfrm>
            <a:off x="2839313" y="511282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907D721-7011-1245-87D7-2FA24C33B063}"/>
              </a:ext>
            </a:extLst>
          </p:cNvPr>
          <p:cNvSpPr/>
          <p:nvPr/>
        </p:nvSpPr>
        <p:spPr>
          <a:xfrm>
            <a:off x="3519838" y="496894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06340E4-9849-F71A-1095-E051EEEDA9B2}"/>
              </a:ext>
            </a:extLst>
          </p:cNvPr>
          <p:cNvSpPr/>
          <p:nvPr/>
        </p:nvSpPr>
        <p:spPr>
          <a:xfrm>
            <a:off x="3534069" y="498317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7"/>
                  <a:pt x="17698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5CD3122-ECE3-69EA-BDEF-5D2650AC68BF}"/>
              </a:ext>
            </a:extLst>
          </p:cNvPr>
          <p:cNvSpPr/>
          <p:nvPr/>
        </p:nvSpPr>
        <p:spPr>
          <a:xfrm>
            <a:off x="4214910" y="4800708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B9F840B-AC0F-3BF8-28EF-282C3EE8E211}"/>
              </a:ext>
            </a:extLst>
          </p:cNvPr>
          <p:cNvSpPr/>
          <p:nvPr/>
        </p:nvSpPr>
        <p:spPr>
          <a:xfrm>
            <a:off x="4229141" y="481493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8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7"/>
                  <a:pt x="17697" y="0"/>
                  <a:pt x="39528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E299F81-C33B-F713-6E6A-ADD995C9C1A2}"/>
              </a:ext>
            </a:extLst>
          </p:cNvPr>
          <p:cNvSpPr/>
          <p:nvPr/>
        </p:nvSpPr>
        <p:spPr>
          <a:xfrm>
            <a:off x="4909983" y="493542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070F1C9-9F69-39E5-75FB-97DACB963903}"/>
              </a:ext>
            </a:extLst>
          </p:cNvPr>
          <p:cNvSpPr/>
          <p:nvPr/>
        </p:nvSpPr>
        <p:spPr>
          <a:xfrm>
            <a:off x="4924213" y="4949652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7"/>
                  <a:pt x="17697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F123B6-FD11-E384-0719-78DD7590A00D}"/>
              </a:ext>
            </a:extLst>
          </p:cNvPr>
          <p:cNvSpPr/>
          <p:nvPr/>
        </p:nvSpPr>
        <p:spPr>
          <a:xfrm>
            <a:off x="5605055" y="4085398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7BE2A70-84D6-6395-CF38-80D42BDED90F}"/>
              </a:ext>
            </a:extLst>
          </p:cNvPr>
          <p:cNvSpPr/>
          <p:nvPr/>
        </p:nvSpPr>
        <p:spPr>
          <a:xfrm>
            <a:off x="5619285" y="4099628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E3EB5D4-D40F-E37F-BC03-52F4F8A6654A}"/>
              </a:ext>
            </a:extLst>
          </p:cNvPr>
          <p:cNvSpPr/>
          <p:nvPr/>
        </p:nvSpPr>
        <p:spPr>
          <a:xfrm>
            <a:off x="6299811" y="3221459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3FD789-8690-3331-98BD-125FE421733E}"/>
              </a:ext>
            </a:extLst>
          </p:cNvPr>
          <p:cNvSpPr/>
          <p:nvPr/>
        </p:nvSpPr>
        <p:spPr>
          <a:xfrm>
            <a:off x="6314041" y="323568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8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8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B08906E-BC4D-55AE-45B8-CB3A5295D5AE}"/>
              </a:ext>
            </a:extLst>
          </p:cNvPr>
          <p:cNvSpPr/>
          <p:nvPr/>
        </p:nvSpPr>
        <p:spPr>
          <a:xfrm>
            <a:off x="6994883" y="3006739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F93C09C-D691-9651-358E-5C909E585016}"/>
              </a:ext>
            </a:extLst>
          </p:cNvPr>
          <p:cNvSpPr/>
          <p:nvPr/>
        </p:nvSpPr>
        <p:spPr>
          <a:xfrm>
            <a:off x="7009113" y="3020970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2AB2A42-F336-0070-E5A8-3B5CA000410A}"/>
              </a:ext>
            </a:extLst>
          </p:cNvPr>
          <p:cNvSpPr/>
          <p:nvPr/>
        </p:nvSpPr>
        <p:spPr>
          <a:xfrm>
            <a:off x="7689955" y="2814788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9FC6F20-6592-D842-F0BB-ECA90641A3B3}"/>
              </a:ext>
            </a:extLst>
          </p:cNvPr>
          <p:cNvSpPr/>
          <p:nvPr/>
        </p:nvSpPr>
        <p:spPr>
          <a:xfrm>
            <a:off x="7704185" y="282901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8CD86B7-4610-5910-0BB4-AC7619B5C5B6}"/>
              </a:ext>
            </a:extLst>
          </p:cNvPr>
          <p:cNvSpPr/>
          <p:nvPr/>
        </p:nvSpPr>
        <p:spPr>
          <a:xfrm>
            <a:off x="8384711" y="257129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2F21BFE-3743-4002-7F72-F06729639C86}"/>
              </a:ext>
            </a:extLst>
          </p:cNvPr>
          <p:cNvSpPr/>
          <p:nvPr/>
        </p:nvSpPr>
        <p:spPr>
          <a:xfrm>
            <a:off x="8398941" y="2585522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59" y="79057"/>
                  <a:pt x="39528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8" y="0"/>
                </a:cubicBezTo>
                <a:cubicBezTo>
                  <a:pt x="61359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71A24BC-AB6D-C409-270F-29B90F3A0BEC}"/>
              </a:ext>
            </a:extLst>
          </p:cNvPr>
          <p:cNvSpPr/>
          <p:nvPr/>
        </p:nvSpPr>
        <p:spPr>
          <a:xfrm>
            <a:off x="9079783" y="2471363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517E6B8-A7E2-E563-3CFE-E3390C01C720}"/>
              </a:ext>
            </a:extLst>
          </p:cNvPr>
          <p:cNvSpPr/>
          <p:nvPr/>
        </p:nvSpPr>
        <p:spPr>
          <a:xfrm>
            <a:off x="9094013" y="2485594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BA28B63-185B-F7DC-098D-2D01D63D8669}"/>
              </a:ext>
            </a:extLst>
          </p:cNvPr>
          <p:cNvSpPr/>
          <p:nvPr/>
        </p:nvSpPr>
        <p:spPr>
          <a:xfrm>
            <a:off x="9774855" y="2282891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8 w 107517"/>
              <a:gd name="connsiteY1" fmla="*/ 107518 h 107517"/>
              <a:gd name="connsiteX2" fmla="*/ -1 w 107517"/>
              <a:gd name="connsiteY2" fmla="*/ 53759 h 107517"/>
              <a:gd name="connsiteX3" fmla="*/ 53758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8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8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7B9F13A-DE5C-ADFC-0046-E151DE17DA41}"/>
              </a:ext>
            </a:extLst>
          </p:cNvPr>
          <p:cNvSpPr/>
          <p:nvPr/>
        </p:nvSpPr>
        <p:spPr>
          <a:xfrm>
            <a:off x="9789085" y="2297121"/>
            <a:ext cx="79057" cy="79057"/>
          </a:xfrm>
          <a:custGeom>
            <a:avLst/>
            <a:gdLst>
              <a:gd name="connsiteX0" fmla="*/ 79058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8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8" y="39529"/>
                </a:moveTo>
                <a:cubicBezTo>
                  <a:pt x="79058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8" y="17698"/>
                  <a:pt x="79058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177BFFB-9073-DE55-D960-FA05B06D55E2}"/>
              </a:ext>
            </a:extLst>
          </p:cNvPr>
          <p:cNvSpPr/>
          <p:nvPr/>
        </p:nvSpPr>
        <p:spPr>
          <a:xfrm>
            <a:off x="10469927" y="2076077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29B6A4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76424B8-EA52-8FAE-0438-8A55CC3487C0}"/>
              </a:ext>
            </a:extLst>
          </p:cNvPr>
          <p:cNvSpPr/>
          <p:nvPr/>
        </p:nvSpPr>
        <p:spPr>
          <a:xfrm>
            <a:off x="10484157" y="2090307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59" y="79057"/>
                  <a:pt x="39528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8" y="0"/>
                </a:cubicBezTo>
                <a:cubicBezTo>
                  <a:pt x="61359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C6E6F94-67D3-2DEC-534D-2260CDB7ED89}"/>
              </a:ext>
            </a:extLst>
          </p:cNvPr>
          <p:cNvSpPr/>
          <p:nvPr/>
        </p:nvSpPr>
        <p:spPr>
          <a:xfrm>
            <a:off x="2183769" y="2870445"/>
            <a:ext cx="8339916" cy="2368873"/>
          </a:xfrm>
          <a:custGeom>
            <a:avLst/>
            <a:gdLst>
              <a:gd name="connsiteX0" fmla="*/ 0 w 8339916"/>
              <a:gd name="connsiteY0" fmla="*/ 2368874 h 2368873"/>
              <a:gd name="connsiteX1" fmla="*/ 695072 w 8339916"/>
              <a:gd name="connsiteY1" fmla="*/ 2275586 h 2368873"/>
              <a:gd name="connsiteX2" fmla="*/ 1389828 w 8339916"/>
              <a:gd name="connsiteY2" fmla="*/ 2104506 h 2368873"/>
              <a:gd name="connsiteX3" fmla="*/ 2084900 w 8339916"/>
              <a:gd name="connsiteY3" fmla="*/ 1960938 h 2368873"/>
              <a:gd name="connsiteX4" fmla="*/ 2779972 w 8339916"/>
              <a:gd name="connsiteY4" fmla="*/ 1771201 h 2368873"/>
              <a:gd name="connsiteX5" fmla="*/ 3475044 w 8339916"/>
              <a:gd name="connsiteY5" fmla="*/ 1383503 h 2368873"/>
              <a:gd name="connsiteX6" fmla="*/ 4169800 w 8339916"/>
              <a:gd name="connsiteY6" fmla="*/ 1054309 h 2368873"/>
              <a:gd name="connsiteX7" fmla="*/ 4864873 w 8339916"/>
              <a:gd name="connsiteY7" fmla="*/ 808282 h 2368873"/>
              <a:gd name="connsiteX8" fmla="*/ 5559944 w 8339916"/>
              <a:gd name="connsiteY8" fmla="*/ 647638 h 2368873"/>
              <a:gd name="connsiteX9" fmla="*/ 6254700 w 8339916"/>
              <a:gd name="connsiteY9" fmla="*/ 424064 h 2368873"/>
              <a:gd name="connsiteX10" fmla="*/ 6949773 w 8339916"/>
              <a:gd name="connsiteY10" fmla="*/ 375997 h 2368873"/>
              <a:gd name="connsiteX11" fmla="*/ 7644845 w 8339916"/>
              <a:gd name="connsiteY11" fmla="*/ 249189 h 2368873"/>
              <a:gd name="connsiteX12" fmla="*/ 8339916 w 8339916"/>
              <a:gd name="connsiteY12" fmla="*/ 0 h 236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39916" h="2368873">
                <a:moveTo>
                  <a:pt x="0" y="2368874"/>
                </a:moveTo>
                <a:lnTo>
                  <a:pt x="695072" y="2275586"/>
                </a:lnTo>
                <a:lnTo>
                  <a:pt x="1389828" y="2104506"/>
                </a:lnTo>
                <a:lnTo>
                  <a:pt x="2084900" y="1960938"/>
                </a:lnTo>
                <a:lnTo>
                  <a:pt x="2779972" y="1771201"/>
                </a:lnTo>
                <a:lnTo>
                  <a:pt x="3475044" y="1383503"/>
                </a:lnTo>
                <a:lnTo>
                  <a:pt x="4169800" y="1054309"/>
                </a:lnTo>
                <a:lnTo>
                  <a:pt x="4864873" y="808282"/>
                </a:lnTo>
                <a:lnTo>
                  <a:pt x="5559944" y="647638"/>
                </a:lnTo>
                <a:lnTo>
                  <a:pt x="6254700" y="424064"/>
                </a:lnTo>
                <a:lnTo>
                  <a:pt x="6949773" y="375997"/>
                </a:lnTo>
                <a:lnTo>
                  <a:pt x="7644845" y="249189"/>
                </a:lnTo>
                <a:lnTo>
                  <a:pt x="8339916" y="0"/>
                </a:lnTo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59738BA-2AD8-2300-FFB8-40C27C26B9CC}"/>
              </a:ext>
            </a:extLst>
          </p:cNvPr>
          <p:cNvSpPr/>
          <p:nvPr/>
        </p:nvSpPr>
        <p:spPr>
          <a:xfrm>
            <a:off x="2130010" y="5185559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988BBC2-E55D-3854-10B2-76ACF22C3345}"/>
              </a:ext>
            </a:extLst>
          </p:cNvPr>
          <p:cNvSpPr/>
          <p:nvPr/>
        </p:nvSpPr>
        <p:spPr>
          <a:xfrm>
            <a:off x="2144241" y="5199790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B7901D9-506C-38BF-8780-AF77E64A7207}"/>
              </a:ext>
            </a:extLst>
          </p:cNvPr>
          <p:cNvSpPr/>
          <p:nvPr/>
        </p:nvSpPr>
        <p:spPr>
          <a:xfrm>
            <a:off x="2825082" y="509227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777F64F-3A30-907F-393A-93CEB71929B3}"/>
              </a:ext>
            </a:extLst>
          </p:cNvPr>
          <p:cNvSpPr/>
          <p:nvPr/>
        </p:nvSpPr>
        <p:spPr>
          <a:xfrm>
            <a:off x="2839313" y="5106502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7"/>
                  <a:pt x="17698" y="0"/>
                  <a:pt x="39529" y="0"/>
                </a:cubicBezTo>
                <a:cubicBezTo>
                  <a:pt x="61360" y="0"/>
                  <a:pt x="79057" y="17697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94280B3-631E-6A3A-16AB-168E70297052}"/>
              </a:ext>
            </a:extLst>
          </p:cNvPr>
          <p:cNvSpPr/>
          <p:nvPr/>
        </p:nvSpPr>
        <p:spPr>
          <a:xfrm>
            <a:off x="3519838" y="492119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7D7378B-430C-1558-C63F-BF643AC78B67}"/>
              </a:ext>
            </a:extLst>
          </p:cNvPr>
          <p:cNvSpPr/>
          <p:nvPr/>
        </p:nvSpPr>
        <p:spPr>
          <a:xfrm>
            <a:off x="3534069" y="4935422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74B7C99-ED60-A2CB-909A-3CCFBA32DD5C}"/>
              </a:ext>
            </a:extLst>
          </p:cNvPr>
          <p:cNvSpPr/>
          <p:nvPr/>
        </p:nvSpPr>
        <p:spPr>
          <a:xfrm>
            <a:off x="4214910" y="4777624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85D63D2-1944-DD62-43AA-889B87B8CBC2}"/>
              </a:ext>
            </a:extLst>
          </p:cNvPr>
          <p:cNvSpPr/>
          <p:nvPr/>
        </p:nvSpPr>
        <p:spPr>
          <a:xfrm>
            <a:off x="4229141" y="4791854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8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8" y="79058"/>
                </a:cubicBezTo>
                <a:cubicBezTo>
                  <a:pt x="17697" y="79058"/>
                  <a:pt x="0" y="61360"/>
                  <a:pt x="0" y="39529"/>
                </a:cubicBezTo>
                <a:cubicBezTo>
                  <a:pt x="0" y="17698"/>
                  <a:pt x="17697" y="0"/>
                  <a:pt x="39528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234D2D4-B59D-859A-6D1C-891887405C27}"/>
              </a:ext>
            </a:extLst>
          </p:cNvPr>
          <p:cNvSpPr/>
          <p:nvPr/>
        </p:nvSpPr>
        <p:spPr>
          <a:xfrm>
            <a:off x="4909983" y="4587886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D204BCDE-9C54-1E59-CD8B-E5A2FF8A54FA}"/>
              </a:ext>
            </a:extLst>
          </p:cNvPr>
          <p:cNvSpPr/>
          <p:nvPr/>
        </p:nvSpPr>
        <p:spPr>
          <a:xfrm>
            <a:off x="4924213" y="4602116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8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8"/>
                  <a:pt x="39529" y="79058"/>
                </a:cubicBezTo>
                <a:cubicBezTo>
                  <a:pt x="17697" y="79058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B54DF01-E5E4-FF58-D884-9769C4E753AA}"/>
              </a:ext>
            </a:extLst>
          </p:cNvPr>
          <p:cNvSpPr/>
          <p:nvPr/>
        </p:nvSpPr>
        <p:spPr>
          <a:xfrm>
            <a:off x="5605055" y="4200189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2F5F99E-7062-572C-50F5-760F9D75A4E0}"/>
              </a:ext>
            </a:extLst>
          </p:cNvPr>
          <p:cNvSpPr/>
          <p:nvPr/>
        </p:nvSpPr>
        <p:spPr>
          <a:xfrm>
            <a:off x="5619285" y="421441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00F7163-C438-7837-837E-2F5A5F69DEEC}"/>
              </a:ext>
            </a:extLst>
          </p:cNvPr>
          <p:cNvSpPr/>
          <p:nvPr/>
        </p:nvSpPr>
        <p:spPr>
          <a:xfrm>
            <a:off x="6299811" y="3870994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6261DBC-8770-AD38-B8C1-FA7CAD017A9C}"/>
              </a:ext>
            </a:extLst>
          </p:cNvPr>
          <p:cNvSpPr/>
          <p:nvPr/>
        </p:nvSpPr>
        <p:spPr>
          <a:xfrm>
            <a:off x="6314041" y="3885224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8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8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B2598C5-96FC-2870-1AD2-AC862F041705}"/>
              </a:ext>
            </a:extLst>
          </p:cNvPr>
          <p:cNvSpPr/>
          <p:nvPr/>
        </p:nvSpPr>
        <p:spPr>
          <a:xfrm>
            <a:off x="6994883" y="3624968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CEC4B4E-9DAB-4F6F-22D6-6B794D96DAF8}"/>
              </a:ext>
            </a:extLst>
          </p:cNvPr>
          <p:cNvSpPr/>
          <p:nvPr/>
        </p:nvSpPr>
        <p:spPr>
          <a:xfrm>
            <a:off x="7009113" y="3639198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85FCB6E-E0EC-8225-427E-CA5D4734DEA1}"/>
              </a:ext>
            </a:extLst>
          </p:cNvPr>
          <p:cNvSpPr/>
          <p:nvPr/>
        </p:nvSpPr>
        <p:spPr>
          <a:xfrm>
            <a:off x="7689955" y="3464323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8BA766B-701E-C4AB-AE3F-0BF1E6A5BEE5}"/>
              </a:ext>
            </a:extLst>
          </p:cNvPr>
          <p:cNvSpPr/>
          <p:nvPr/>
        </p:nvSpPr>
        <p:spPr>
          <a:xfrm>
            <a:off x="7704185" y="3478554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670046D-6951-CEC6-16DE-C911FA4204B7}"/>
              </a:ext>
            </a:extLst>
          </p:cNvPr>
          <p:cNvSpPr/>
          <p:nvPr/>
        </p:nvSpPr>
        <p:spPr>
          <a:xfrm>
            <a:off x="8384711" y="3240749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52983A1-2071-842A-51D5-FE0A73127A90}"/>
              </a:ext>
            </a:extLst>
          </p:cNvPr>
          <p:cNvSpPr/>
          <p:nvPr/>
        </p:nvSpPr>
        <p:spPr>
          <a:xfrm>
            <a:off x="8398941" y="3254979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59" y="79057"/>
                  <a:pt x="39528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8" y="0"/>
                </a:cubicBezTo>
                <a:cubicBezTo>
                  <a:pt x="61359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1BB5353-53DC-BBDE-92D3-F982929DC7A2}"/>
              </a:ext>
            </a:extLst>
          </p:cNvPr>
          <p:cNvSpPr/>
          <p:nvPr/>
        </p:nvSpPr>
        <p:spPr>
          <a:xfrm>
            <a:off x="9079783" y="3192682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0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9" y="107518"/>
                  <a:pt x="0" y="83449"/>
                  <a:pt x="0" y="53759"/>
                </a:cubicBezTo>
                <a:cubicBezTo>
                  <a:pt x="0" y="24069"/>
                  <a:pt x="24069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83284E8-BCA5-9DC4-6A58-6CDE5671702C}"/>
              </a:ext>
            </a:extLst>
          </p:cNvPr>
          <p:cNvSpPr/>
          <p:nvPr/>
        </p:nvSpPr>
        <p:spPr>
          <a:xfrm>
            <a:off x="9094013" y="3206913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6A353D4-7986-EB04-E69C-864F55554F03}"/>
              </a:ext>
            </a:extLst>
          </p:cNvPr>
          <p:cNvSpPr/>
          <p:nvPr/>
        </p:nvSpPr>
        <p:spPr>
          <a:xfrm>
            <a:off x="9774855" y="3065874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8 w 107517"/>
              <a:gd name="connsiteY1" fmla="*/ 107518 h 107517"/>
              <a:gd name="connsiteX2" fmla="*/ -1 w 107517"/>
              <a:gd name="connsiteY2" fmla="*/ 53759 h 107517"/>
              <a:gd name="connsiteX3" fmla="*/ 53758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8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8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09D21424-3061-8278-24E2-BD11475F1B7A}"/>
              </a:ext>
            </a:extLst>
          </p:cNvPr>
          <p:cNvSpPr/>
          <p:nvPr/>
        </p:nvSpPr>
        <p:spPr>
          <a:xfrm>
            <a:off x="9789085" y="3080105"/>
            <a:ext cx="79057" cy="79057"/>
          </a:xfrm>
          <a:custGeom>
            <a:avLst/>
            <a:gdLst>
              <a:gd name="connsiteX0" fmla="*/ 79058 w 79057"/>
              <a:gd name="connsiteY0" fmla="*/ 39529 h 79057"/>
              <a:gd name="connsiteX1" fmla="*/ 39529 w 79057"/>
              <a:gd name="connsiteY1" fmla="*/ 79057 h 79057"/>
              <a:gd name="connsiteX2" fmla="*/ 0 w 79057"/>
              <a:gd name="connsiteY2" fmla="*/ 39529 h 79057"/>
              <a:gd name="connsiteX3" fmla="*/ 39529 w 79057"/>
              <a:gd name="connsiteY3" fmla="*/ 0 h 79057"/>
              <a:gd name="connsiteX4" fmla="*/ 79058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8" y="39529"/>
                </a:moveTo>
                <a:cubicBezTo>
                  <a:pt x="79058" y="61360"/>
                  <a:pt x="61360" y="79057"/>
                  <a:pt x="39529" y="79057"/>
                </a:cubicBezTo>
                <a:cubicBezTo>
                  <a:pt x="17698" y="79057"/>
                  <a:pt x="0" y="61360"/>
                  <a:pt x="0" y="39529"/>
                </a:cubicBezTo>
                <a:cubicBezTo>
                  <a:pt x="0" y="17698"/>
                  <a:pt x="17698" y="0"/>
                  <a:pt x="39529" y="0"/>
                </a:cubicBezTo>
                <a:cubicBezTo>
                  <a:pt x="61360" y="0"/>
                  <a:pt x="79058" y="17698"/>
                  <a:pt x="79058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C39A2E22-292F-6C14-E874-511815A4536A}"/>
              </a:ext>
            </a:extLst>
          </p:cNvPr>
          <p:cNvSpPr/>
          <p:nvPr/>
        </p:nvSpPr>
        <p:spPr>
          <a:xfrm>
            <a:off x="10469927" y="2816686"/>
            <a:ext cx="107517" cy="107517"/>
          </a:xfrm>
          <a:custGeom>
            <a:avLst/>
            <a:gdLst>
              <a:gd name="connsiteX0" fmla="*/ 107518 w 107517"/>
              <a:gd name="connsiteY0" fmla="*/ 53759 h 107517"/>
              <a:gd name="connsiteX1" fmla="*/ 53759 w 107517"/>
              <a:gd name="connsiteY1" fmla="*/ 107518 h 107517"/>
              <a:gd name="connsiteX2" fmla="*/ -1 w 107517"/>
              <a:gd name="connsiteY2" fmla="*/ 53759 h 107517"/>
              <a:gd name="connsiteX3" fmla="*/ 53759 w 107517"/>
              <a:gd name="connsiteY3" fmla="*/ 0 h 107517"/>
              <a:gd name="connsiteX4" fmla="*/ 107518 w 107517"/>
              <a:gd name="connsiteY4" fmla="*/ 53759 h 1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7" h="107517">
                <a:moveTo>
                  <a:pt x="107518" y="53759"/>
                </a:moveTo>
                <a:cubicBezTo>
                  <a:pt x="107518" y="83449"/>
                  <a:pt x="83449" y="107518"/>
                  <a:pt x="53759" y="107518"/>
                </a:cubicBezTo>
                <a:cubicBezTo>
                  <a:pt x="24068" y="107518"/>
                  <a:pt x="-1" y="83449"/>
                  <a:pt x="-1" y="53759"/>
                </a:cubicBezTo>
                <a:cubicBezTo>
                  <a:pt x="-1" y="24069"/>
                  <a:pt x="24068" y="0"/>
                  <a:pt x="53759" y="0"/>
                </a:cubicBezTo>
                <a:cubicBezTo>
                  <a:pt x="83449" y="0"/>
                  <a:pt x="107518" y="24069"/>
                  <a:pt x="107518" y="53759"/>
                </a:cubicBezTo>
                <a:close/>
              </a:path>
            </a:pathLst>
          </a:custGeom>
          <a:solidFill>
            <a:srgbClr val="FAA523"/>
          </a:solidFill>
          <a:ln w="17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E3285CB9-6089-E73F-0994-7AA8845FAD70}"/>
              </a:ext>
            </a:extLst>
          </p:cNvPr>
          <p:cNvSpPr/>
          <p:nvPr/>
        </p:nvSpPr>
        <p:spPr>
          <a:xfrm>
            <a:off x="10484157" y="2830916"/>
            <a:ext cx="79057" cy="79057"/>
          </a:xfrm>
          <a:custGeom>
            <a:avLst/>
            <a:gdLst>
              <a:gd name="connsiteX0" fmla="*/ 79057 w 79057"/>
              <a:gd name="connsiteY0" fmla="*/ 39529 h 79057"/>
              <a:gd name="connsiteX1" fmla="*/ 39528 w 79057"/>
              <a:gd name="connsiteY1" fmla="*/ 79057 h 79057"/>
              <a:gd name="connsiteX2" fmla="*/ 0 w 79057"/>
              <a:gd name="connsiteY2" fmla="*/ 39529 h 79057"/>
              <a:gd name="connsiteX3" fmla="*/ 39528 w 79057"/>
              <a:gd name="connsiteY3" fmla="*/ 0 h 79057"/>
              <a:gd name="connsiteX4" fmla="*/ 79057 w 79057"/>
              <a:gd name="connsiteY4" fmla="*/ 39529 h 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57" h="79057">
                <a:moveTo>
                  <a:pt x="79057" y="39529"/>
                </a:moveTo>
                <a:cubicBezTo>
                  <a:pt x="79057" y="61360"/>
                  <a:pt x="61359" y="79057"/>
                  <a:pt x="39528" y="79057"/>
                </a:cubicBezTo>
                <a:cubicBezTo>
                  <a:pt x="17697" y="79057"/>
                  <a:pt x="0" y="61360"/>
                  <a:pt x="0" y="39529"/>
                </a:cubicBezTo>
                <a:cubicBezTo>
                  <a:pt x="0" y="17698"/>
                  <a:pt x="17697" y="0"/>
                  <a:pt x="39528" y="0"/>
                </a:cubicBezTo>
                <a:cubicBezTo>
                  <a:pt x="61359" y="0"/>
                  <a:pt x="79057" y="17698"/>
                  <a:pt x="79057" y="39529"/>
                </a:cubicBezTo>
                <a:close/>
              </a:path>
            </a:pathLst>
          </a:custGeom>
          <a:noFill/>
          <a:ln w="28450" cap="flat">
            <a:solidFill>
              <a:srgbClr val="FAA5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5EEFEFF5-D7C8-D647-0E23-AE56D42CA3BD}"/>
              </a:ext>
            </a:extLst>
          </p:cNvPr>
          <p:cNvSpPr/>
          <p:nvPr/>
        </p:nvSpPr>
        <p:spPr>
          <a:xfrm>
            <a:off x="2044628" y="1310486"/>
            <a:ext cx="1756" cy="4272890"/>
          </a:xfrm>
          <a:custGeom>
            <a:avLst/>
            <a:gdLst>
              <a:gd name="connsiteX0" fmla="*/ 0 w 1756"/>
              <a:gd name="connsiteY0" fmla="*/ 4272890 h 4272890"/>
              <a:gd name="connsiteX1" fmla="*/ 0 w 1756"/>
              <a:gd name="connsiteY1" fmla="*/ 0 h 4272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4272890">
                <a:moveTo>
                  <a:pt x="0" y="427289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5DC094F-B973-6D47-4D06-DE4EBD369717}"/>
              </a:ext>
            </a:extLst>
          </p:cNvPr>
          <p:cNvSpPr/>
          <p:nvPr/>
        </p:nvSpPr>
        <p:spPr>
          <a:xfrm>
            <a:off x="1957033" y="5444235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61EB94E7-6AB8-0E20-21C3-BDE82920FCC9}"/>
              </a:ext>
            </a:extLst>
          </p:cNvPr>
          <p:cNvSpPr/>
          <p:nvPr/>
        </p:nvSpPr>
        <p:spPr>
          <a:xfrm>
            <a:off x="1957033" y="4645440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8426D35-C640-80D2-86AD-AD396E6A91ED}"/>
              </a:ext>
            </a:extLst>
          </p:cNvPr>
          <p:cNvSpPr/>
          <p:nvPr/>
        </p:nvSpPr>
        <p:spPr>
          <a:xfrm>
            <a:off x="1957033" y="3846328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7AD6C6B-5E73-66C8-4907-FB742E89A368}"/>
              </a:ext>
            </a:extLst>
          </p:cNvPr>
          <p:cNvSpPr/>
          <p:nvPr/>
        </p:nvSpPr>
        <p:spPr>
          <a:xfrm>
            <a:off x="1957033" y="3047533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4BAADDC-BD49-72D3-CEB4-7676F94C6DF8}"/>
              </a:ext>
            </a:extLst>
          </p:cNvPr>
          <p:cNvSpPr/>
          <p:nvPr/>
        </p:nvSpPr>
        <p:spPr>
          <a:xfrm>
            <a:off x="1957033" y="2248422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8208542-A2DC-9FA4-283F-8BC4E06DCB28}"/>
              </a:ext>
            </a:extLst>
          </p:cNvPr>
          <p:cNvSpPr/>
          <p:nvPr/>
        </p:nvSpPr>
        <p:spPr>
          <a:xfrm>
            <a:off x="1957033" y="1449626"/>
            <a:ext cx="87595" cy="1756"/>
          </a:xfrm>
          <a:custGeom>
            <a:avLst/>
            <a:gdLst>
              <a:gd name="connsiteX0" fmla="*/ 87596 w 87595"/>
              <a:gd name="connsiteY0" fmla="*/ 0 h 1756"/>
              <a:gd name="connsiteX1" fmla="*/ 0 w 87595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595" h="1756">
                <a:moveTo>
                  <a:pt x="8759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773030B-CCEB-17B7-AD23-272F75988490}"/>
              </a:ext>
            </a:extLst>
          </p:cNvPr>
          <p:cNvSpPr/>
          <p:nvPr/>
        </p:nvSpPr>
        <p:spPr>
          <a:xfrm>
            <a:off x="2044628" y="5583376"/>
            <a:ext cx="8618198" cy="1756"/>
          </a:xfrm>
          <a:custGeom>
            <a:avLst/>
            <a:gdLst>
              <a:gd name="connsiteX0" fmla="*/ 0 w 8618198"/>
              <a:gd name="connsiteY0" fmla="*/ 0 h 1756"/>
              <a:gd name="connsiteX1" fmla="*/ 8618198 w 8618198"/>
              <a:gd name="connsiteY1" fmla="*/ 0 h 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18198" h="1756">
                <a:moveTo>
                  <a:pt x="0" y="0"/>
                </a:moveTo>
                <a:lnTo>
                  <a:pt x="8618198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03022B85-5435-4F38-E24E-8D9F84DF40E7}"/>
              </a:ext>
            </a:extLst>
          </p:cNvPr>
          <p:cNvSpPr/>
          <p:nvPr/>
        </p:nvSpPr>
        <p:spPr>
          <a:xfrm>
            <a:off x="2183769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7818D52-C097-56E7-1DF9-421BE0ABA180}"/>
              </a:ext>
            </a:extLst>
          </p:cNvPr>
          <p:cNvSpPr txBox="1"/>
          <p:nvPr/>
        </p:nvSpPr>
        <p:spPr>
          <a:xfrm>
            <a:off x="1832319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2010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D224597E-EC7A-67EE-3E93-8259DD37BE0C}"/>
              </a:ext>
            </a:extLst>
          </p:cNvPr>
          <p:cNvSpPr/>
          <p:nvPr/>
        </p:nvSpPr>
        <p:spPr>
          <a:xfrm>
            <a:off x="2878841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D6D51F-A7D6-AE91-4764-59B0F9FDD153}"/>
              </a:ext>
            </a:extLst>
          </p:cNvPr>
          <p:cNvSpPr txBox="1"/>
          <p:nvPr/>
        </p:nvSpPr>
        <p:spPr>
          <a:xfrm>
            <a:off x="2536175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2011</a:t>
            </a: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788DB34-A969-B25C-9B3C-CA0D67F09002}"/>
              </a:ext>
            </a:extLst>
          </p:cNvPr>
          <p:cNvSpPr/>
          <p:nvPr/>
        </p:nvSpPr>
        <p:spPr>
          <a:xfrm>
            <a:off x="3573914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3A6B4C-9681-8A22-7092-AC1A4C1852CA}"/>
              </a:ext>
            </a:extLst>
          </p:cNvPr>
          <p:cNvSpPr txBox="1"/>
          <p:nvPr/>
        </p:nvSpPr>
        <p:spPr>
          <a:xfrm>
            <a:off x="3222463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2012</a:t>
            </a: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3ADD3307-E6E7-B880-FE07-B872147A1293}"/>
              </a:ext>
            </a:extLst>
          </p:cNvPr>
          <p:cNvSpPr/>
          <p:nvPr/>
        </p:nvSpPr>
        <p:spPr>
          <a:xfrm>
            <a:off x="4268986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E0BDB33-90F5-B0DA-8531-93AAC6F4CC6D}"/>
              </a:ext>
            </a:extLst>
          </p:cNvPr>
          <p:cNvSpPr txBox="1"/>
          <p:nvPr/>
        </p:nvSpPr>
        <p:spPr>
          <a:xfrm>
            <a:off x="3917535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2013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4E5DC99-8345-1B44-6704-92AE50A2DCA4}"/>
              </a:ext>
            </a:extLst>
          </p:cNvPr>
          <p:cNvSpPr/>
          <p:nvPr/>
        </p:nvSpPr>
        <p:spPr>
          <a:xfrm>
            <a:off x="4963742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72EF62C-F79A-5EF1-7E98-743D8AD936DC}"/>
              </a:ext>
            </a:extLst>
          </p:cNvPr>
          <p:cNvSpPr txBox="1"/>
          <p:nvPr/>
        </p:nvSpPr>
        <p:spPr>
          <a:xfrm>
            <a:off x="4612291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2014</a:t>
            </a: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6B8B5D36-8BED-BBE8-0C88-501EBC9C9C74}"/>
              </a:ext>
            </a:extLst>
          </p:cNvPr>
          <p:cNvSpPr/>
          <p:nvPr/>
        </p:nvSpPr>
        <p:spPr>
          <a:xfrm>
            <a:off x="5658814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31DE323-BE7C-F1CF-6435-EC466452A0E6}"/>
              </a:ext>
            </a:extLst>
          </p:cNvPr>
          <p:cNvSpPr txBox="1"/>
          <p:nvPr/>
        </p:nvSpPr>
        <p:spPr>
          <a:xfrm>
            <a:off x="5307363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2015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FBCFAE13-63CB-C8E2-FE8F-F044DE9C0041}"/>
              </a:ext>
            </a:extLst>
          </p:cNvPr>
          <p:cNvSpPr/>
          <p:nvPr/>
        </p:nvSpPr>
        <p:spPr>
          <a:xfrm>
            <a:off x="6353886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FE590D-3660-2015-5718-F930E571B145}"/>
              </a:ext>
            </a:extLst>
          </p:cNvPr>
          <p:cNvSpPr txBox="1"/>
          <p:nvPr/>
        </p:nvSpPr>
        <p:spPr>
          <a:xfrm>
            <a:off x="6002435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2016</a:t>
            </a: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BFEA8259-335C-6112-4035-A86ACA135967}"/>
              </a:ext>
            </a:extLst>
          </p:cNvPr>
          <p:cNvSpPr/>
          <p:nvPr/>
        </p:nvSpPr>
        <p:spPr>
          <a:xfrm>
            <a:off x="7048642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2594A40-F65F-5C99-F587-D61B798EBBEC}"/>
              </a:ext>
            </a:extLst>
          </p:cNvPr>
          <p:cNvSpPr txBox="1"/>
          <p:nvPr/>
        </p:nvSpPr>
        <p:spPr>
          <a:xfrm>
            <a:off x="6697191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2017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5E24F57E-67F1-E639-0D3F-562536163052}"/>
              </a:ext>
            </a:extLst>
          </p:cNvPr>
          <p:cNvSpPr/>
          <p:nvPr/>
        </p:nvSpPr>
        <p:spPr>
          <a:xfrm>
            <a:off x="7743714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A4A4531-6C36-0FAC-3DCE-F7B7F54412B2}"/>
              </a:ext>
            </a:extLst>
          </p:cNvPr>
          <p:cNvSpPr txBox="1"/>
          <p:nvPr/>
        </p:nvSpPr>
        <p:spPr>
          <a:xfrm>
            <a:off x="7392263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2018</a:t>
            </a: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2B08B153-7C71-C839-AF13-647BE41EB8C0}"/>
              </a:ext>
            </a:extLst>
          </p:cNvPr>
          <p:cNvSpPr/>
          <p:nvPr/>
        </p:nvSpPr>
        <p:spPr>
          <a:xfrm>
            <a:off x="8438786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EB5799-EE5B-4FBF-0541-E65C294D0344}"/>
              </a:ext>
            </a:extLst>
          </p:cNvPr>
          <p:cNvSpPr txBox="1"/>
          <p:nvPr/>
        </p:nvSpPr>
        <p:spPr>
          <a:xfrm>
            <a:off x="8087335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2019</a:t>
            </a: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EF90A9E3-B671-BD2D-86AB-CB89545A661B}"/>
              </a:ext>
            </a:extLst>
          </p:cNvPr>
          <p:cNvSpPr/>
          <p:nvPr/>
        </p:nvSpPr>
        <p:spPr>
          <a:xfrm>
            <a:off x="9133858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79CEDC0-40C6-419C-9F74-903623875696}"/>
              </a:ext>
            </a:extLst>
          </p:cNvPr>
          <p:cNvSpPr txBox="1"/>
          <p:nvPr/>
        </p:nvSpPr>
        <p:spPr>
          <a:xfrm>
            <a:off x="8782407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2020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CB092332-6E8D-FF7F-968B-83A08D16C7F5}"/>
              </a:ext>
            </a:extLst>
          </p:cNvPr>
          <p:cNvSpPr/>
          <p:nvPr/>
        </p:nvSpPr>
        <p:spPr>
          <a:xfrm>
            <a:off x="9828614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64BE9B9-B778-2CF4-CF72-75B8AF9261B0}"/>
              </a:ext>
            </a:extLst>
          </p:cNvPr>
          <p:cNvSpPr txBox="1"/>
          <p:nvPr/>
        </p:nvSpPr>
        <p:spPr>
          <a:xfrm>
            <a:off x="9477163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2021</a:t>
            </a: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252FC087-B995-0E1D-C1C3-15CBF7029052}"/>
              </a:ext>
            </a:extLst>
          </p:cNvPr>
          <p:cNvSpPr/>
          <p:nvPr/>
        </p:nvSpPr>
        <p:spPr>
          <a:xfrm>
            <a:off x="10523686" y="5583376"/>
            <a:ext cx="1756" cy="87911"/>
          </a:xfrm>
          <a:custGeom>
            <a:avLst/>
            <a:gdLst>
              <a:gd name="connsiteX0" fmla="*/ 0 w 1756"/>
              <a:gd name="connsiteY0" fmla="*/ 0 h 87911"/>
              <a:gd name="connsiteX1" fmla="*/ 0 w 1756"/>
              <a:gd name="connsiteY1" fmla="*/ 87912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6" h="87911">
                <a:moveTo>
                  <a:pt x="0" y="0"/>
                </a:moveTo>
                <a:lnTo>
                  <a:pt x="0" y="87912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783050-3157-92C3-9C10-233148F9F704}"/>
              </a:ext>
            </a:extLst>
          </p:cNvPr>
          <p:cNvSpPr txBox="1"/>
          <p:nvPr/>
        </p:nvSpPr>
        <p:spPr>
          <a:xfrm>
            <a:off x="10172235" y="5622353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2022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5F356-F324-B655-A581-F7AE44FC342D}"/>
              </a:ext>
            </a:extLst>
          </p:cNvPr>
          <p:cNvSpPr txBox="1"/>
          <p:nvPr/>
        </p:nvSpPr>
        <p:spPr>
          <a:xfrm>
            <a:off x="1691631" y="526968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F5B58-32C9-73AD-2389-4A314C1148CA}"/>
              </a:ext>
            </a:extLst>
          </p:cNvPr>
          <p:cNvSpPr txBox="1"/>
          <p:nvPr/>
        </p:nvSpPr>
        <p:spPr>
          <a:xfrm>
            <a:off x="1297293" y="4470874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$10K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76DAD-247D-1983-6A63-61B6195C8FC5}"/>
              </a:ext>
            </a:extLst>
          </p:cNvPr>
          <p:cNvSpPr txBox="1"/>
          <p:nvPr/>
        </p:nvSpPr>
        <p:spPr>
          <a:xfrm>
            <a:off x="1297293" y="367178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$20K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02AFB-98C8-2970-325E-759BCE3E0DA5}"/>
              </a:ext>
            </a:extLst>
          </p:cNvPr>
          <p:cNvSpPr txBox="1"/>
          <p:nvPr/>
        </p:nvSpPr>
        <p:spPr>
          <a:xfrm>
            <a:off x="1297293" y="2872968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$30K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9FCEA-4569-457F-7826-48A021C95C17}"/>
              </a:ext>
            </a:extLst>
          </p:cNvPr>
          <p:cNvSpPr txBox="1"/>
          <p:nvPr/>
        </p:nvSpPr>
        <p:spPr>
          <a:xfrm>
            <a:off x="1297293" y="2073873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$40K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B098E3-C0E9-DD71-261E-0932BD0A17CA}"/>
              </a:ext>
            </a:extLst>
          </p:cNvPr>
          <p:cNvSpPr txBox="1"/>
          <p:nvPr/>
        </p:nvSpPr>
        <p:spPr>
          <a:xfrm>
            <a:off x="1297293" y="1275061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$50K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26D17-F0F7-BE69-8660-E13F13496EB2}"/>
              </a:ext>
            </a:extLst>
          </p:cNvPr>
          <p:cNvSpPr txBox="1"/>
          <p:nvPr/>
        </p:nvSpPr>
        <p:spPr>
          <a:xfrm>
            <a:off x="6200901" y="5944275"/>
            <a:ext cx="623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62FF0A-1FE4-17A8-F11D-140BA83FF7AB}"/>
              </a:ext>
            </a:extLst>
          </p:cNvPr>
          <p:cNvSpPr txBox="1"/>
          <p:nvPr/>
        </p:nvSpPr>
        <p:spPr>
          <a:xfrm rot="16200000">
            <a:off x="-210887" y="3277654"/>
            <a:ext cx="26709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Mean W-2 Wage Earnings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722ABD-233E-6DD8-5326-EE9B74B182F2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C61AE16-3787-43E2-7690-3608324C47E0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Katz, Noray, Porter, Reisinger (2025)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9610EC-1ACD-1C35-21D3-53D4B8B9A81C}"/>
              </a:ext>
            </a:extLst>
          </p:cNvPr>
          <p:cNvSpPr txBox="1"/>
          <p:nvPr/>
        </p:nvSpPr>
        <p:spPr>
          <a:xfrm>
            <a:off x="2372651" y="1702645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Control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3671E59-02AD-5301-0D47-C636834ED93A}"/>
              </a:ext>
            </a:extLst>
          </p:cNvPr>
          <p:cNvSpPr/>
          <p:nvPr/>
        </p:nvSpPr>
        <p:spPr>
          <a:xfrm>
            <a:off x="2234160" y="1794892"/>
            <a:ext cx="182880" cy="180567"/>
          </a:xfrm>
          <a:prstGeom prst="ellipse">
            <a:avLst/>
          </a:prstGeom>
          <a:solidFill>
            <a:srgbClr val="FAA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8D7C599-506E-FE76-8644-712F94D90CBB}"/>
              </a:ext>
            </a:extLst>
          </p:cNvPr>
          <p:cNvSpPr/>
          <p:nvPr/>
        </p:nvSpPr>
        <p:spPr>
          <a:xfrm>
            <a:off x="2234160" y="1406992"/>
            <a:ext cx="182880" cy="180567"/>
          </a:xfrm>
          <a:prstGeom prst="ellipse">
            <a:avLst/>
          </a:prstGeom>
          <a:solidFill>
            <a:srgbClr val="29B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C83B2E-A71B-7D10-EBE6-32A15ADA31ED}"/>
              </a:ext>
            </a:extLst>
          </p:cNvPr>
          <p:cNvSpPr txBox="1"/>
          <p:nvPr/>
        </p:nvSpPr>
        <p:spPr>
          <a:xfrm>
            <a:off x="2372651" y="1315805"/>
            <a:ext cx="1513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Treatment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846691E-964C-0DF5-7655-2DED4A4FE8F0}"/>
              </a:ext>
            </a:extLst>
          </p:cNvPr>
          <p:cNvGrpSpPr/>
          <p:nvPr/>
        </p:nvGrpSpPr>
        <p:grpSpPr>
          <a:xfrm>
            <a:off x="10613261" y="2064364"/>
            <a:ext cx="1616253" cy="930791"/>
            <a:chOff x="10613261" y="2064364"/>
            <a:chExt cx="1616253" cy="930791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B33DB40-84E1-34E7-C384-2D5C8AE1171E}"/>
                </a:ext>
              </a:extLst>
            </p:cNvPr>
            <p:cNvSpPr/>
            <p:nvPr/>
          </p:nvSpPr>
          <p:spPr>
            <a:xfrm>
              <a:off x="10902752" y="2146929"/>
              <a:ext cx="1326762" cy="7611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+mn-cs"/>
                </a:rPr>
                <a:t>YearUp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+mn-cs"/>
                </a:rPr>
                <a:t> Increases Earnings by $9,000/year</a:t>
              </a:r>
            </a:p>
          </p:txBody>
        </p:sp>
        <p:sp>
          <p:nvSpPr>
            <p:cNvPr id="140" name="Right Brace 139">
              <a:extLst>
                <a:ext uri="{FF2B5EF4-FFF2-40B4-BE49-F238E27FC236}">
                  <a16:creationId xmlns:a16="http://schemas.microsoft.com/office/drawing/2014/main" id="{63B96EEE-5AF4-1FC8-9963-35BBD2C88636}"/>
                </a:ext>
              </a:extLst>
            </p:cNvPr>
            <p:cNvSpPr/>
            <p:nvPr/>
          </p:nvSpPr>
          <p:spPr>
            <a:xfrm>
              <a:off x="10613261" y="2064364"/>
              <a:ext cx="211755" cy="930791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04857B-1CB1-C28C-713D-75E479A257EA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FD809F2-5941-E887-C4AD-3D9EDF5A1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190" y="2779986"/>
            <a:ext cx="498866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NOT YET PUBLIC</a:t>
            </a:r>
          </a:p>
        </p:txBody>
      </p:sp>
    </p:spTree>
    <p:extLst>
      <p:ext uri="{BB962C8B-B14F-4D97-AF65-F5344CB8AC3E}">
        <p14:creationId xmlns:p14="http://schemas.microsoft.com/office/powerpoint/2010/main" val="184828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905FC5-36F7-F0DA-FB6E-566C433FE783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9A226BF1-3C25-1382-B7A4-7708E2A0819B}"/>
              </a:ext>
            </a:extLst>
          </p:cNvPr>
          <p:cNvGrpSpPr/>
          <p:nvPr/>
        </p:nvGrpSpPr>
        <p:grpSpPr>
          <a:xfrm>
            <a:off x="9013371" y="2431420"/>
            <a:ext cx="2568515" cy="2662287"/>
            <a:chOff x="8760024" y="2414492"/>
            <a:chExt cx="2568515" cy="26622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7E10DB8-DDE1-B03D-3D7C-49AA1DF85E4C}"/>
                </a:ext>
              </a:extLst>
            </p:cNvPr>
            <p:cNvSpPr txBox="1"/>
            <p:nvPr/>
          </p:nvSpPr>
          <p:spPr>
            <a:xfrm>
              <a:off x="8760025" y="2451932"/>
              <a:ext cx="2568514" cy="2585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If women, minorities, and children from low-income families invent at the same rate as high-income white men, the innovation rate in America would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9B6A4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quadruple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06D331-D2FD-5EC8-80B9-AC851F36857D}"/>
                </a:ext>
              </a:extLst>
            </p:cNvPr>
            <p:cNvSpPr/>
            <p:nvPr/>
          </p:nvSpPr>
          <p:spPr>
            <a:xfrm>
              <a:off x="8760024" y="2414492"/>
              <a:ext cx="2490298" cy="2662287"/>
            </a:xfrm>
            <a:prstGeom prst="rect">
              <a:avLst/>
            </a:prstGeom>
            <a:noFill/>
            <a:ln w="6350"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FAA7FA9-E5C5-3F0E-D010-1B69512C58CB}"/>
              </a:ext>
            </a:extLst>
          </p:cNvPr>
          <p:cNvSpPr/>
          <p:nvPr/>
        </p:nvSpPr>
        <p:spPr>
          <a:xfrm>
            <a:off x="4750941" y="2071325"/>
            <a:ext cx="3353964" cy="3353964"/>
          </a:xfrm>
          <a:prstGeom prst="rect">
            <a:avLst/>
          </a:prstGeom>
          <a:solidFill>
            <a:srgbClr val="29B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98413D-9808-A2F1-31EB-AA721DF151D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259756" y="3748307"/>
            <a:ext cx="2636094" cy="1"/>
          </a:xfrm>
          <a:prstGeom prst="line">
            <a:avLst/>
          </a:prstGeom>
          <a:ln>
            <a:solidFill>
              <a:srgbClr val="29B6A4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03EA2AFB-476C-D570-A32C-0CAA60494A76}"/>
              </a:ext>
            </a:extLst>
          </p:cNvPr>
          <p:cNvSpPr txBox="1">
            <a:spLocks/>
          </p:cNvSpPr>
          <p:nvPr/>
        </p:nvSpPr>
        <p:spPr>
          <a:xfrm>
            <a:off x="5992797" y="1349892"/>
            <a:ext cx="1248440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4x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E558F09-2433-0752-68E9-428E4C6281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5272" y="2344772"/>
            <a:ext cx="2105302" cy="280707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2777A9A-BFF8-B3B9-4D90-676BBFA1E868}"/>
              </a:ext>
            </a:extLst>
          </p:cNvPr>
          <p:cNvGrpSpPr/>
          <p:nvPr/>
        </p:nvGrpSpPr>
        <p:grpSpPr>
          <a:xfrm>
            <a:off x="613836" y="2925347"/>
            <a:ext cx="1645920" cy="1645920"/>
            <a:chOff x="707227" y="1952637"/>
            <a:chExt cx="3353964" cy="33539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2DDD39-C55E-8B9A-DFA6-A476627EA7E7}"/>
                </a:ext>
              </a:extLst>
            </p:cNvPr>
            <p:cNvSpPr/>
            <p:nvPr/>
          </p:nvSpPr>
          <p:spPr>
            <a:xfrm>
              <a:off x="707227" y="1952637"/>
              <a:ext cx="3353964" cy="3353964"/>
            </a:xfrm>
            <a:prstGeom prst="rect">
              <a:avLst/>
            </a:prstGeom>
            <a:solidFill>
              <a:srgbClr val="29B6A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52D4E03-317E-9482-41D1-C0A3D64C9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31558" y="2226084"/>
              <a:ext cx="2105302" cy="280707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2240A6-8765-3D53-FA78-C73F4039C347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Bell, Chetty, Jaravel, Petkova, van Reenen (QJE 2020)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5AE5D-34C2-17EF-D5E5-F29AE5923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Lost Einsteins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69C14E-F6E9-9DB2-D58B-5FC906D1D934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8340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D76F-FB33-17B4-F7C5-E8F43453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83">
            <a:extLst>
              <a:ext uri="{FF2B5EF4-FFF2-40B4-BE49-F238E27FC236}">
                <a16:creationId xmlns:a16="http://schemas.microsoft.com/office/drawing/2014/main" id="{1878C169-95D7-8C20-4EEF-04DFD9A9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8" name="Picture 7" descr="A black and grey text&#10;&#10;Description automatically generated">
            <a:extLst>
              <a:ext uri="{FF2B5EF4-FFF2-40B4-BE49-F238E27FC236}">
                <a16:creationId xmlns:a16="http://schemas.microsoft.com/office/drawing/2014/main" id="{AA32DA86-4A53-AE8B-269A-546F21153C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61F8AB-6A90-84FC-F57B-BB2B752792D4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29D49A-C523-76F9-57C5-728C711E6279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Bell, Chetty, Jaravel, Petkova, van Reenen (QJE 2020)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FBAF181-DA2A-C6CE-46AD-B8D6B84FB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330" y="1219532"/>
            <a:ext cx="7692566" cy="4017016"/>
          </a:xfrm>
          <a:prstGeom prst="rect">
            <a:avLst/>
          </a:prstGeom>
          <a:noFill/>
          <a:ln w="11113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Line 80">
            <a:extLst>
              <a:ext uri="{FF2B5EF4-FFF2-40B4-BE49-F238E27FC236}">
                <a16:creationId xmlns:a16="http://schemas.microsoft.com/office/drawing/2014/main" id="{7E138242-688B-4476-ACF6-A03B837FF2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327" y="1219532"/>
            <a:ext cx="0" cy="4017016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Line 81">
            <a:extLst>
              <a:ext uri="{FF2B5EF4-FFF2-40B4-BE49-F238E27FC236}">
                <a16:creationId xmlns:a16="http://schemas.microsoft.com/office/drawing/2014/main" id="{195195B0-9E3A-507A-1F2C-E95E91121B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2329" y="5113459"/>
            <a:ext cx="85001" cy="0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Line 83">
            <a:extLst>
              <a:ext uri="{FF2B5EF4-FFF2-40B4-BE49-F238E27FC236}">
                <a16:creationId xmlns:a16="http://schemas.microsoft.com/office/drawing/2014/main" id="{A97FEB2D-3AE5-9209-D721-00111BE5BA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2329" y="4173728"/>
            <a:ext cx="85001" cy="0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Line 85">
            <a:extLst>
              <a:ext uri="{FF2B5EF4-FFF2-40B4-BE49-F238E27FC236}">
                <a16:creationId xmlns:a16="http://schemas.microsoft.com/office/drawing/2014/main" id="{E100C3B0-2DBB-B1B2-36DC-63F8A4CEEE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2329" y="3240615"/>
            <a:ext cx="85001" cy="0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Line 87">
            <a:extLst>
              <a:ext uri="{FF2B5EF4-FFF2-40B4-BE49-F238E27FC236}">
                <a16:creationId xmlns:a16="http://schemas.microsoft.com/office/drawing/2014/main" id="{3BFAEB72-8070-DAFB-3C1F-EF767C785B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2329" y="2302208"/>
            <a:ext cx="85001" cy="0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Line 89">
            <a:extLst>
              <a:ext uri="{FF2B5EF4-FFF2-40B4-BE49-F238E27FC236}">
                <a16:creationId xmlns:a16="http://schemas.microsoft.com/office/drawing/2014/main" id="{D0F2CDEC-60F6-FFC8-1434-7503BE9134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2329" y="1367772"/>
            <a:ext cx="85001" cy="0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Rectangle 91">
            <a:extLst>
              <a:ext uri="{FF2B5EF4-FFF2-40B4-BE49-F238E27FC236}">
                <a16:creationId xmlns:a16="http://schemas.microsoft.com/office/drawing/2014/main" id="{762ABFCF-84F3-905C-E8D6-CA779CBB07A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100654" y="3140909"/>
            <a:ext cx="29962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Inventors per 1000 Children</a:t>
            </a:r>
          </a:p>
        </p:txBody>
      </p:sp>
      <p:sp>
        <p:nvSpPr>
          <p:cNvPr id="16" name="Rectangle 82">
            <a:extLst>
              <a:ext uri="{FF2B5EF4-FFF2-40B4-BE49-F238E27FC236}">
                <a16:creationId xmlns:a16="http://schemas.microsoft.com/office/drawing/2014/main" id="{53D3D51C-EEEB-2415-250B-6DA72765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5" y="5001202"/>
            <a:ext cx="1138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0</a:t>
            </a:r>
          </a:p>
        </p:txBody>
      </p:sp>
      <p:sp>
        <p:nvSpPr>
          <p:cNvPr id="17" name="Rectangle 84">
            <a:extLst>
              <a:ext uri="{FF2B5EF4-FFF2-40B4-BE49-F238E27FC236}">
                <a16:creationId xmlns:a16="http://schemas.microsoft.com/office/drawing/2014/main" id="{59527C14-1FAA-B917-8838-9267ABD66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5" y="4066766"/>
            <a:ext cx="1138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</a:t>
            </a:r>
          </a:p>
        </p:txBody>
      </p:sp>
      <p:sp>
        <p:nvSpPr>
          <p:cNvPr id="18" name="Rectangle 86">
            <a:extLst>
              <a:ext uri="{FF2B5EF4-FFF2-40B4-BE49-F238E27FC236}">
                <a16:creationId xmlns:a16="http://schemas.microsoft.com/office/drawing/2014/main" id="{A22EB849-3F7E-8C6B-12B0-AD8CD88AC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5" y="3124978"/>
            <a:ext cx="1138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4</a:t>
            </a:r>
          </a:p>
        </p:txBody>
      </p:sp>
      <p:sp>
        <p:nvSpPr>
          <p:cNvPr id="19" name="Rectangle 88">
            <a:extLst>
              <a:ext uri="{FF2B5EF4-FFF2-40B4-BE49-F238E27FC236}">
                <a16:creationId xmlns:a16="http://schemas.microsoft.com/office/drawing/2014/main" id="{AB0F40CA-B919-9E63-9C94-64611C935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5" y="2190542"/>
            <a:ext cx="1138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6</a:t>
            </a:r>
          </a:p>
        </p:txBody>
      </p:sp>
      <p:sp>
        <p:nvSpPr>
          <p:cNvPr id="20" name="Rectangle 90">
            <a:extLst>
              <a:ext uri="{FF2B5EF4-FFF2-40B4-BE49-F238E27FC236}">
                <a16:creationId xmlns:a16="http://schemas.microsoft.com/office/drawing/2014/main" id="{F21F26F9-9DD6-BC4F-0F61-46500E762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5" y="1261273"/>
            <a:ext cx="1138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8</a:t>
            </a:r>
          </a:p>
        </p:txBody>
      </p:sp>
      <p:sp>
        <p:nvSpPr>
          <p:cNvPr id="21" name="Oval 290">
            <a:extLst>
              <a:ext uri="{FF2B5EF4-FFF2-40B4-BE49-F238E27FC236}">
                <a16:creationId xmlns:a16="http://schemas.microsoft.com/office/drawing/2014/main" id="{2DC1A132-6AF4-83C0-2783-E33A5B147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664" y="4840110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Oval 291">
            <a:extLst>
              <a:ext uri="{FF2B5EF4-FFF2-40B4-BE49-F238E27FC236}">
                <a16:creationId xmlns:a16="http://schemas.microsoft.com/office/drawing/2014/main" id="{C437E1DA-6046-C50F-40E0-D1583743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231" y="4893663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Oval 292">
            <a:extLst>
              <a:ext uri="{FF2B5EF4-FFF2-40B4-BE49-F238E27FC236}">
                <a16:creationId xmlns:a16="http://schemas.microsoft.com/office/drawing/2014/main" id="{BD400827-770B-CA11-C3B8-33B997997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339" y="4862527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Oval 293">
            <a:extLst>
              <a:ext uri="{FF2B5EF4-FFF2-40B4-BE49-F238E27FC236}">
                <a16:creationId xmlns:a16="http://schemas.microsoft.com/office/drawing/2014/main" id="{100C72E2-FD2B-4BE2-DB93-9580AB79A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908" y="4875038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Oval 294">
            <a:extLst>
              <a:ext uri="{FF2B5EF4-FFF2-40B4-BE49-F238E27FC236}">
                <a16:creationId xmlns:a16="http://schemas.microsoft.com/office/drawing/2014/main" id="{464A9841-1A6B-DEB2-7B5E-AF1244005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015" y="4852563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" name="Oval 295">
            <a:extLst>
              <a:ext uri="{FF2B5EF4-FFF2-40B4-BE49-F238E27FC236}">
                <a16:creationId xmlns:a16="http://schemas.microsoft.com/office/drawing/2014/main" id="{A2CC3B02-3DC0-6999-9B79-91E5F0F07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124" y="4893663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Oval 296">
            <a:extLst>
              <a:ext uri="{FF2B5EF4-FFF2-40B4-BE49-F238E27FC236}">
                <a16:creationId xmlns:a16="http://schemas.microsoft.com/office/drawing/2014/main" id="{7CA3CC73-1363-F1E6-9690-59A36E698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693" y="4879962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Oval 297">
            <a:extLst>
              <a:ext uri="{FF2B5EF4-FFF2-40B4-BE49-F238E27FC236}">
                <a16:creationId xmlns:a16="http://schemas.microsoft.com/office/drawing/2014/main" id="{2A086B91-CD3A-4573-B725-87250F95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801" y="4852563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" name="Oval 298">
            <a:extLst>
              <a:ext uri="{FF2B5EF4-FFF2-40B4-BE49-F238E27FC236}">
                <a16:creationId xmlns:a16="http://schemas.microsoft.com/office/drawing/2014/main" id="{D921F8BC-69F5-5C99-DBD1-997579C1F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3371" y="4866264"/>
            <a:ext cx="40940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" name="Oval 299">
            <a:extLst>
              <a:ext uri="{FF2B5EF4-FFF2-40B4-BE49-F238E27FC236}">
                <a16:creationId xmlns:a16="http://schemas.microsoft.com/office/drawing/2014/main" id="{EB7AC758-E962-BC8B-0C3F-38EF941D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6486" y="4843904"/>
            <a:ext cx="4240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" name="Oval 300">
            <a:extLst>
              <a:ext uri="{FF2B5EF4-FFF2-40B4-BE49-F238E27FC236}">
                <a16:creationId xmlns:a16="http://schemas.microsoft.com/office/drawing/2014/main" id="{6E8A1B6E-AEB2-A78A-2C64-870DA5B2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9592" y="4852563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Oval 301">
            <a:extLst>
              <a:ext uri="{FF2B5EF4-FFF2-40B4-BE49-F238E27FC236}">
                <a16:creationId xmlns:a16="http://schemas.microsoft.com/office/drawing/2014/main" id="{FC5B405E-330F-60DD-70EA-8CFDEA80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221" y="4862527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Oval 302">
            <a:extLst>
              <a:ext uri="{FF2B5EF4-FFF2-40B4-BE49-F238E27FC236}">
                <a16:creationId xmlns:a16="http://schemas.microsoft.com/office/drawing/2014/main" id="{EA95EBB3-FD3F-5AAC-6AA5-F6F73E42C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7329" y="4884943"/>
            <a:ext cx="42403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" name="Oval 303">
            <a:extLst>
              <a:ext uri="{FF2B5EF4-FFF2-40B4-BE49-F238E27FC236}">
                <a16:creationId xmlns:a16="http://schemas.microsoft.com/office/drawing/2014/main" id="{F76D3C20-8DB6-3D03-A4A0-A9318C883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835" y="4888681"/>
            <a:ext cx="40940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5" name="Oval 304">
            <a:extLst>
              <a:ext uri="{FF2B5EF4-FFF2-40B4-BE49-F238E27FC236}">
                <a16:creationId xmlns:a16="http://schemas.microsoft.com/office/drawing/2014/main" id="{CEE6B783-4CFF-51E9-18E6-CC07A912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007" y="4840110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6" name="Oval 305">
            <a:extLst>
              <a:ext uri="{FF2B5EF4-FFF2-40B4-BE49-F238E27FC236}">
                <a16:creationId xmlns:a16="http://schemas.microsoft.com/office/drawing/2014/main" id="{9C1264AF-084C-99A3-B344-1378CDE06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114" y="4767878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8" name="Oval 306">
            <a:extLst>
              <a:ext uri="{FF2B5EF4-FFF2-40B4-BE49-F238E27FC236}">
                <a16:creationId xmlns:a16="http://schemas.microsoft.com/office/drawing/2014/main" id="{FE878941-6BF8-0B94-7824-FA800C042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2636" y="4785311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9" name="Oval 307">
            <a:extLst>
              <a:ext uri="{FF2B5EF4-FFF2-40B4-BE49-F238E27FC236}">
                <a16:creationId xmlns:a16="http://schemas.microsoft.com/office/drawing/2014/main" id="{4A4A90B8-77A3-5CA6-6451-31F7D6DF2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743" y="4785311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57" name="Oval 308">
            <a:extLst>
              <a:ext uri="{FF2B5EF4-FFF2-40B4-BE49-F238E27FC236}">
                <a16:creationId xmlns:a16="http://schemas.microsoft.com/office/drawing/2014/main" id="{2948269A-B01B-412A-69BC-DA2EB7E8B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681" y="4776651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58" name="Oval 309">
            <a:extLst>
              <a:ext uri="{FF2B5EF4-FFF2-40B4-BE49-F238E27FC236}">
                <a16:creationId xmlns:a16="http://schemas.microsoft.com/office/drawing/2014/main" id="{E2F5ADC8-F9D5-857D-08BC-08E479A3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9251" y="4785311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59" name="Oval 310">
            <a:extLst>
              <a:ext uri="{FF2B5EF4-FFF2-40B4-BE49-F238E27FC236}">
                <a16:creationId xmlns:a16="http://schemas.microsoft.com/office/drawing/2014/main" id="{6DB7D128-4536-DC5C-1FB3-1BF6F907E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358" y="4799011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0" name="Oval 311">
            <a:extLst>
              <a:ext uri="{FF2B5EF4-FFF2-40B4-BE49-F238E27FC236}">
                <a16:creationId xmlns:a16="http://schemas.microsoft.com/office/drawing/2014/main" id="{008CB6E8-5CC1-6132-85F6-1A4C7E7FE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467" y="4728023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1" name="Oval 312">
            <a:extLst>
              <a:ext uri="{FF2B5EF4-FFF2-40B4-BE49-F238E27FC236}">
                <a16:creationId xmlns:a16="http://schemas.microsoft.com/office/drawing/2014/main" id="{161BD24F-8622-3376-80C7-10703EFE2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036" y="4759216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2" name="Oval 313">
            <a:extLst>
              <a:ext uri="{FF2B5EF4-FFF2-40B4-BE49-F238E27FC236}">
                <a16:creationId xmlns:a16="http://schemas.microsoft.com/office/drawing/2014/main" id="{C6760C49-1852-F69A-B745-85DD3922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143" y="4790351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3" name="Oval 314">
            <a:extLst>
              <a:ext uri="{FF2B5EF4-FFF2-40B4-BE49-F238E27FC236}">
                <a16:creationId xmlns:a16="http://schemas.microsoft.com/office/drawing/2014/main" id="{1C896E0D-DC62-645C-C7B1-7C308F031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714" y="4736797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4" name="Oval 315">
            <a:extLst>
              <a:ext uri="{FF2B5EF4-FFF2-40B4-BE49-F238E27FC236}">
                <a16:creationId xmlns:a16="http://schemas.microsoft.com/office/drawing/2014/main" id="{A5A2B747-F9EB-6ED4-DC34-915FD73FB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820" y="4767878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5" name="Oval 316">
            <a:extLst>
              <a:ext uri="{FF2B5EF4-FFF2-40B4-BE49-F238E27FC236}">
                <a16:creationId xmlns:a16="http://schemas.microsoft.com/office/drawing/2014/main" id="{94F5484A-0335-5EDF-5193-51FEF29D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930" y="4705605"/>
            <a:ext cx="38016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6" name="Oval 317">
            <a:extLst>
              <a:ext uri="{FF2B5EF4-FFF2-40B4-BE49-F238E27FC236}">
                <a16:creationId xmlns:a16="http://schemas.microsoft.com/office/drawing/2014/main" id="{4205EF98-5095-F331-46AF-42078692D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8498" y="4776593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7" name="Oval 318">
            <a:extLst>
              <a:ext uri="{FF2B5EF4-FFF2-40B4-BE49-F238E27FC236}">
                <a16:creationId xmlns:a16="http://schemas.microsoft.com/office/drawing/2014/main" id="{8F0199E9-7052-F44A-7275-8090CB36B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1606" y="4723040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8" name="Oval 319">
            <a:extLst>
              <a:ext uri="{FF2B5EF4-FFF2-40B4-BE49-F238E27FC236}">
                <a16:creationId xmlns:a16="http://schemas.microsoft.com/office/drawing/2014/main" id="{60FC4DA4-37E7-5728-F300-4C60CCC6B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176" y="4642089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69" name="Oval 320">
            <a:extLst>
              <a:ext uri="{FF2B5EF4-FFF2-40B4-BE49-F238E27FC236}">
                <a16:creationId xmlns:a16="http://schemas.microsoft.com/office/drawing/2014/main" id="{0A43E171-2C94-7A0F-738F-5277B8DB4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283" y="4695700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0" name="Oval 321">
            <a:extLst>
              <a:ext uri="{FF2B5EF4-FFF2-40B4-BE49-F238E27FC236}">
                <a16:creationId xmlns:a16="http://schemas.microsoft.com/office/drawing/2014/main" id="{9032A393-A5CF-C744-21AE-C01CC1641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393" y="4650807"/>
            <a:ext cx="38016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1" name="Oval 322">
            <a:extLst>
              <a:ext uri="{FF2B5EF4-FFF2-40B4-BE49-F238E27FC236}">
                <a16:creationId xmlns:a16="http://schemas.microsoft.com/office/drawing/2014/main" id="{C4050D25-DC9A-9C1D-AFE7-07FD992B7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960" y="4650807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2" name="Oval 323">
            <a:extLst>
              <a:ext uri="{FF2B5EF4-FFF2-40B4-BE49-F238E27FC236}">
                <a16:creationId xmlns:a16="http://schemas.microsoft.com/office/drawing/2014/main" id="{92581A90-7A77-BF55-4089-0B13655F7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068" y="4571101"/>
            <a:ext cx="36553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3" name="Oval 324">
            <a:extLst>
              <a:ext uri="{FF2B5EF4-FFF2-40B4-BE49-F238E27FC236}">
                <a16:creationId xmlns:a16="http://schemas.microsoft.com/office/drawing/2014/main" id="{F2764211-AB22-847F-F1AB-BA0A0C284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637" y="4583554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4" name="Oval 325">
            <a:extLst>
              <a:ext uri="{FF2B5EF4-FFF2-40B4-BE49-F238E27FC236}">
                <a16:creationId xmlns:a16="http://schemas.microsoft.com/office/drawing/2014/main" id="{75DCF0CD-D4A4-E641-CFB3-0B83693D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746" y="4602238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5" name="Oval 326">
            <a:extLst>
              <a:ext uri="{FF2B5EF4-FFF2-40B4-BE49-F238E27FC236}">
                <a16:creationId xmlns:a16="http://schemas.microsoft.com/office/drawing/2014/main" id="{EF6FE87A-C661-4E29-8DF8-E5484D094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853" y="4557400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6" name="Oval 327">
            <a:extLst>
              <a:ext uri="{FF2B5EF4-FFF2-40B4-BE49-F238E27FC236}">
                <a16:creationId xmlns:a16="http://schemas.microsoft.com/office/drawing/2014/main" id="{37AB5CE9-5D34-4280-804F-55A3F4BE9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5422" y="4615935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7" name="Oval 328">
            <a:extLst>
              <a:ext uri="{FF2B5EF4-FFF2-40B4-BE49-F238E27FC236}">
                <a16:creationId xmlns:a16="http://schemas.microsoft.com/office/drawing/2014/main" id="{43F2B0E9-82C2-92B5-BE7B-A7D330D50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530" y="4571101"/>
            <a:ext cx="36553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8" name="Oval 329">
            <a:extLst>
              <a:ext uri="{FF2B5EF4-FFF2-40B4-BE49-F238E27FC236}">
                <a16:creationId xmlns:a16="http://schemas.microsoft.com/office/drawing/2014/main" id="{A58FE6E6-CB37-0125-DA3F-7391176DB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099" y="4597255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9" name="Oval 330">
            <a:extLst>
              <a:ext uri="{FF2B5EF4-FFF2-40B4-BE49-F238E27FC236}">
                <a16:creationId xmlns:a16="http://schemas.microsoft.com/office/drawing/2014/main" id="{2131D994-8F8F-5D2E-AE03-67EF43B19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207" y="4593519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0" name="Oval 331">
            <a:extLst>
              <a:ext uri="{FF2B5EF4-FFF2-40B4-BE49-F238E27FC236}">
                <a16:creationId xmlns:a16="http://schemas.microsoft.com/office/drawing/2014/main" id="{27A1066E-27D7-CA9D-E2A8-1234E9C4C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316" y="4619673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1" name="Oval 332">
            <a:extLst>
              <a:ext uri="{FF2B5EF4-FFF2-40B4-BE49-F238E27FC236}">
                <a16:creationId xmlns:a16="http://schemas.microsoft.com/office/drawing/2014/main" id="{3C66A8D5-A861-FC8B-8DB7-EF6C3E0E4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950" y="4512567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2" name="Oval 333">
            <a:extLst>
              <a:ext uri="{FF2B5EF4-FFF2-40B4-BE49-F238E27FC236}">
                <a16:creationId xmlns:a16="http://schemas.microsoft.com/office/drawing/2014/main" id="{8ED2A0E5-4900-F9D7-32AF-EF2589F87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058" y="4503847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3" name="Oval 334">
            <a:extLst>
              <a:ext uri="{FF2B5EF4-FFF2-40B4-BE49-F238E27FC236}">
                <a16:creationId xmlns:a16="http://schemas.microsoft.com/office/drawing/2014/main" id="{147A263D-05CE-AFAC-74C3-399064EA3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564" y="4476449"/>
            <a:ext cx="40940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4" name="Oval 335">
            <a:extLst>
              <a:ext uri="{FF2B5EF4-FFF2-40B4-BE49-F238E27FC236}">
                <a16:creationId xmlns:a16="http://schemas.microsoft.com/office/drawing/2014/main" id="{50923CCB-52B4-C151-F814-29AA9675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736" y="4507585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5" name="Oval 336">
            <a:extLst>
              <a:ext uri="{FF2B5EF4-FFF2-40B4-BE49-F238E27FC236}">
                <a16:creationId xmlns:a16="http://schemas.microsoft.com/office/drawing/2014/main" id="{49F59903-7E10-A17A-ACB6-AEA71CFD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843" y="4503847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6" name="Oval 337">
            <a:extLst>
              <a:ext uri="{FF2B5EF4-FFF2-40B4-BE49-F238E27FC236}">
                <a16:creationId xmlns:a16="http://schemas.microsoft.com/office/drawing/2014/main" id="{69C41F3E-1AE6-5B73-F7DC-ACF77F682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412" y="4507643"/>
            <a:ext cx="4240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7" name="Oval 338">
            <a:extLst>
              <a:ext uri="{FF2B5EF4-FFF2-40B4-BE49-F238E27FC236}">
                <a16:creationId xmlns:a16="http://schemas.microsoft.com/office/drawing/2014/main" id="{810255D3-D455-5A8E-D3A4-0A57C926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483" y="4467789"/>
            <a:ext cx="4240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8" name="Oval 339">
            <a:extLst>
              <a:ext uri="{FF2B5EF4-FFF2-40B4-BE49-F238E27FC236}">
                <a16:creationId xmlns:a16="http://schemas.microsoft.com/office/drawing/2014/main" id="{55ABEF18-6E7F-4D7D-B21D-8C73F9446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027" y="4449049"/>
            <a:ext cx="40940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89" name="Oval 340">
            <a:extLst>
              <a:ext uri="{FF2B5EF4-FFF2-40B4-BE49-F238E27FC236}">
                <a16:creationId xmlns:a16="http://schemas.microsoft.com/office/drawing/2014/main" id="{60BBC30A-329D-9089-5CDC-5C90C6E03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197" y="4431615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0" name="Oval 341">
            <a:extLst>
              <a:ext uri="{FF2B5EF4-FFF2-40B4-BE49-F238E27FC236}">
                <a16:creationId xmlns:a16="http://schemas.microsoft.com/office/drawing/2014/main" id="{B0FC5E20-3B72-1F1D-34A5-BFFBB1842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262" y="4381856"/>
            <a:ext cx="4240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1" name="Oval 342">
            <a:extLst>
              <a:ext uri="{FF2B5EF4-FFF2-40B4-BE49-F238E27FC236}">
                <a16:creationId xmlns:a16="http://schemas.microsoft.com/office/drawing/2014/main" id="{DB7EA3A9-C697-5318-F518-1557B6816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196" y="4369343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2" name="Oval 343">
            <a:extLst>
              <a:ext uri="{FF2B5EF4-FFF2-40B4-BE49-F238E27FC236}">
                <a16:creationId xmlns:a16="http://schemas.microsoft.com/office/drawing/2014/main" id="{A1B250C5-2123-3E87-A315-20316E63E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765" y="4369343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3" name="Oval 344">
            <a:extLst>
              <a:ext uri="{FF2B5EF4-FFF2-40B4-BE49-F238E27FC236}">
                <a16:creationId xmlns:a16="http://schemas.microsoft.com/office/drawing/2014/main" id="{0CBA976C-C77C-BB38-F23C-000571EEE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873" y="4369343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4" name="Oval 345">
            <a:extLst>
              <a:ext uri="{FF2B5EF4-FFF2-40B4-BE49-F238E27FC236}">
                <a16:creationId xmlns:a16="http://schemas.microsoft.com/office/drawing/2014/main" id="{1CE6303D-6F97-ADB7-5FC1-CA9C5975D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443" y="4297168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5" name="Oval 346">
            <a:extLst>
              <a:ext uri="{FF2B5EF4-FFF2-40B4-BE49-F238E27FC236}">
                <a16:creationId xmlns:a16="http://schemas.microsoft.com/office/drawing/2014/main" id="{43D1DE39-0DF3-352F-AC69-C149A856B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550" y="4297168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6" name="Oval 347">
            <a:extLst>
              <a:ext uri="{FF2B5EF4-FFF2-40B4-BE49-F238E27FC236}">
                <a16:creationId xmlns:a16="http://schemas.microsoft.com/office/drawing/2014/main" id="{57E02465-69E2-750B-FD17-242B8FAED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659" y="4310868"/>
            <a:ext cx="38016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7" name="Oval 348">
            <a:extLst>
              <a:ext uri="{FF2B5EF4-FFF2-40B4-BE49-F238E27FC236}">
                <a16:creationId xmlns:a16="http://schemas.microsoft.com/office/drawing/2014/main" id="{934A8A76-A7D5-908C-CF2C-E3BAEA4FA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228" y="4229857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8" name="Oval 349">
            <a:extLst>
              <a:ext uri="{FF2B5EF4-FFF2-40B4-BE49-F238E27FC236}">
                <a16:creationId xmlns:a16="http://schemas.microsoft.com/office/drawing/2014/main" id="{D4EB9D28-7AF1-9A9B-05A3-58CE69331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1335" y="4265976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99" name="Oval 350">
            <a:extLst>
              <a:ext uri="{FF2B5EF4-FFF2-40B4-BE49-F238E27FC236}">
                <a16:creationId xmlns:a16="http://schemas.microsoft.com/office/drawing/2014/main" id="{852768D6-F113-FEFF-F630-A5F8E8B80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905" y="4193799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0" name="Oval 351">
            <a:extLst>
              <a:ext uri="{FF2B5EF4-FFF2-40B4-BE49-F238E27FC236}">
                <a16:creationId xmlns:a16="http://schemas.microsoft.com/office/drawing/2014/main" id="{8B70C7B0-ED5E-EF1E-7454-6425DA9AA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013" y="4279673"/>
            <a:ext cx="36553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1" name="Oval 352">
            <a:extLst>
              <a:ext uri="{FF2B5EF4-FFF2-40B4-BE49-F238E27FC236}">
                <a16:creationId xmlns:a16="http://schemas.microsoft.com/office/drawing/2014/main" id="{A207E195-20C2-D217-0EDE-6D98B07A3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122" y="4180041"/>
            <a:ext cx="38016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2" name="Oval 353">
            <a:extLst>
              <a:ext uri="{FF2B5EF4-FFF2-40B4-BE49-F238E27FC236}">
                <a16:creationId xmlns:a16="http://schemas.microsoft.com/office/drawing/2014/main" id="{88625DD4-DBE7-018B-AA36-2F53D0A10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690" y="4252274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3" name="Oval 354">
            <a:extLst>
              <a:ext uri="{FF2B5EF4-FFF2-40B4-BE49-F238E27FC236}">
                <a16:creationId xmlns:a16="http://schemas.microsoft.com/office/drawing/2014/main" id="{3CE77802-4CB6-EED2-D583-16EB16997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797" y="4202517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4" name="Oval 355">
            <a:extLst>
              <a:ext uri="{FF2B5EF4-FFF2-40B4-BE49-F238E27FC236}">
                <a16:creationId xmlns:a16="http://schemas.microsoft.com/office/drawing/2014/main" id="{7A33ACD0-98EF-4C67-02CF-51AB0EA62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368" y="4185081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5" name="Oval 356">
            <a:extLst>
              <a:ext uri="{FF2B5EF4-FFF2-40B4-BE49-F238E27FC236}">
                <a16:creationId xmlns:a16="http://schemas.microsoft.com/office/drawing/2014/main" id="{EA72D04C-0196-3D16-1E41-2208B3308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475" y="4068013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6" name="Oval 357">
            <a:extLst>
              <a:ext uri="{FF2B5EF4-FFF2-40B4-BE49-F238E27FC236}">
                <a16:creationId xmlns:a16="http://schemas.microsoft.com/office/drawing/2014/main" id="{35664B54-5276-38AD-9D44-CD15A345B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582" y="4041800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7" name="Oval 358">
            <a:extLst>
              <a:ext uri="{FF2B5EF4-FFF2-40B4-BE49-F238E27FC236}">
                <a16:creationId xmlns:a16="http://schemas.microsoft.com/office/drawing/2014/main" id="{6759415A-5DF4-DDB9-C3F2-7146DF7F0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152" y="4019384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8" name="Oval 359">
            <a:extLst>
              <a:ext uri="{FF2B5EF4-FFF2-40B4-BE49-F238E27FC236}">
                <a16:creationId xmlns:a16="http://schemas.microsoft.com/office/drawing/2014/main" id="{D7E08FA8-B217-FD9F-387D-01DA2C9C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59" y="4126489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09" name="Oval 360">
            <a:extLst>
              <a:ext uri="{FF2B5EF4-FFF2-40B4-BE49-F238E27FC236}">
                <a16:creationId xmlns:a16="http://schemas.microsoft.com/office/drawing/2014/main" id="{FDAAAD36-3349-84A9-53F3-52B894994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829" y="3884879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0" name="Oval 361">
            <a:extLst>
              <a:ext uri="{FF2B5EF4-FFF2-40B4-BE49-F238E27FC236}">
                <a16:creationId xmlns:a16="http://schemas.microsoft.com/office/drawing/2014/main" id="{C0835122-2BBB-D600-5684-91B97DA66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936" y="3991985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1" name="Oval 362">
            <a:extLst>
              <a:ext uri="{FF2B5EF4-FFF2-40B4-BE49-F238E27FC236}">
                <a16:creationId xmlns:a16="http://schemas.microsoft.com/office/drawing/2014/main" id="{271EA36C-83D8-FBEA-78D8-F97FFFB57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9045" y="3871181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2" name="Oval 363">
            <a:extLst>
              <a:ext uri="{FF2B5EF4-FFF2-40B4-BE49-F238E27FC236}">
                <a16:creationId xmlns:a16="http://schemas.microsoft.com/office/drawing/2014/main" id="{5F8285EA-F22A-C24B-EB90-3C1B39811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3614" y="3933509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3" name="Oval 364">
            <a:extLst>
              <a:ext uri="{FF2B5EF4-FFF2-40B4-BE49-F238E27FC236}">
                <a16:creationId xmlns:a16="http://schemas.microsoft.com/office/drawing/2014/main" id="{0F00277C-3391-1452-6A52-56DADE37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721" y="3798945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4" name="Oval 365">
            <a:extLst>
              <a:ext uri="{FF2B5EF4-FFF2-40B4-BE49-F238E27FC236}">
                <a16:creationId xmlns:a16="http://schemas.microsoft.com/office/drawing/2014/main" id="{B2D1EA02-2851-641F-B589-CFB665E19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292" y="3826403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5" name="Oval 366">
            <a:extLst>
              <a:ext uri="{FF2B5EF4-FFF2-40B4-BE49-F238E27FC236}">
                <a16:creationId xmlns:a16="http://schemas.microsoft.com/office/drawing/2014/main" id="{D9C37780-5D8D-81CC-D192-623E521FB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398" y="3772792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6" name="Oval 367">
            <a:extLst>
              <a:ext uri="{FF2B5EF4-FFF2-40B4-BE49-F238E27FC236}">
                <a16:creationId xmlns:a16="http://schemas.microsoft.com/office/drawing/2014/main" id="{7435F81D-26B7-FF91-5F44-187ED9CC2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572" y="3669424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7" name="Oval 368">
            <a:extLst>
              <a:ext uri="{FF2B5EF4-FFF2-40B4-BE49-F238E27FC236}">
                <a16:creationId xmlns:a16="http://schemas.microsoft.com/office/drawing/2014/main" id="{FEB812C0-70B7-3D1A-2971-03BAF2E91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2141" y="3731694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8" name="Oval 369">
            <a:extLst>
              <a:ext uri="{FF2B5EF4-FFF2-40B4-BE49-F238E27FC236}">
                <a16:creationId xmlns:a16="http://schemas.microsoft.com/office/drawing/2014/main" id="{73190C9A-25CD-7065-D074-031BEE6AD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5249" y="3597188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9" name="Oval 370">
            <a:extLst>
              <a:ext uri="{FF2B5EF4-FFF2-40B4-BE49-F238E27FC236}">
                <a16:creationId xmlns:a16="http://schemas.microsoft.com/office/drawing/2014/main" id="{CBBF8377-2F26-71E9-B8E9-FFABAB96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756" y="3498802"/>
            <a:ext cx="40940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0" name="Oval 371">
            <a:extLst>
              <a:ext uri="{FF2B5EF4-FFF2-40B4-BE49-F238E27FC236}">
                <a16:creationId xmlns:a16="http://schemas.microsoft.com/office/drawing/2014/main" id="{840E9A0C-8B48-6773-BE95-15C0A5968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926" y="3593454"/>
            <a:ext cx="4240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1" name="Oval 372">
            <a:extLst>
              <a:ext uri="{FF2B5EF4-FFF2-40B4-BE49-F238E27FC236}">
                <a16:creationId xmlns:a16="http://schemas.microsoft.com/office/drawing/2014/main" id="{7F275245-0AFA-6BCA-8C34-8DABB5174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035" y="3495064"/>
            <a:ext cx="42403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2" name="Oval 373">
            <a:extLst>
              <a:ext uri="{FF2B5EF4-FFF2-40B4-BE49-F238E27FC236}">
                <a16:creationId xmlns:a16="http://schemas.microsoft.com/office/drawing/2014/main" id="{9598CAD3-D944-61B5-093A-F608DB233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605" y="3283345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3" name="Oval 374">
            <a:extLst>
              <a:ext uri="{FF2B5EF4-FFF2-40B4-BE49-F238E27FC236}">
                <a16:creationId xmlns:a16="http://schemas.microsoft.com/office/drawing/2014/main" id="{2F82F87D-FA4D-CC5D-0533-7225D3C10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711" y="3260927"/>
            <a:ext cx="4240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4" name="Oval 375">
            <a:extLst>
              <a:ext uri="{FF2B5EF4-FFF2-40B4-BE49-F238E27FC236}">
                <a16:creationId xmlns:a16="http://schemas.microsoft.com/office/drawing/2014/main" id="{DDB1253E-C056-594B-CC54-8FF7C1C0D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2602" y="3302029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5" name="Oval 376">
            <a:extLst>
              <a:ext uri="{FF2B5EF4-FFF2-40B4-BE49-F238E27FC236}">
                <a16:creationId xmlns:a16="http://schemas.microsoft.com/office/drawing/2014/main" id="{DF709F06-A0D1-43A8-DC82-3E80FCB38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172" y="3126482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6" name="Oval 377">
            <a:extLst>
              <a:ext uri="{FF2B5EF4-FFF2-40B4-BE49-F238E27FC236}">
                <a16:creationId xmlns:a16="http://schemas.microsoft.com/office/drawing/2014/main" id="{645DF2BB-9BA1-2642-44FB-E9187EE33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0279" y="3100271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7" name="Oval 378">
            <a:extLst>
              <a:ext uri="{FF2B5EF4-FFF2-40B4-BE49-F238E27FC236}">
                <a16:creationId xmlns:a16="http://schemas.microsoft.com/office/drawing/2014/main" id="{D443F756-E24F-DDC0-53F3-85A3B268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88" y="3046718"/>
            <a:ext cx="38016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8" name="Oval 379">
            <a:extLst>
              <a:ext uri="{FF2B5EF4-FFF2-40B4-BE49-F238E27FC236}">
                <a16:creationId xmlns:a16="http://schemas.microsoft.com/office/drawing/2014/main" id="{FE2ED626-3833-96E9-1AC9-3F3B28D0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957" y="2817620"/>
            <a:ext cx="36553" cy="36117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29" name="Oval 380">
            <a:extLst>
              <a:ext uri="{FF2B5EF4-FFF2-40B4-BE49-F238E27FC236}">
                <a16:creationId xmlns:a16="http://schemas.microsoft.com/office/drawing/2014/main" id="{88328371-199A-29FB-DD7C-FD7CF6495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064" y="2615807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0" name="Oval 381">
            <a:extLst>
              <a:ext uri="{FF2B5EF4-FFF2-40B4-BE49-F238E27FC236}">
                <a16:creationId xmlns:a16="http://schemas.microsoft.com/office/drawing/2014/main" id="{02B9B620-C6E0-CEDE-5FE8-3F987BACF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5634" y="2490018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1" name="Oval 382">
            <a:extLst>
              <a:ext uri="{FF2B5EF4-FFF2-40B4-BE49-F238E27FC236}">
                <a16:creationId xmlns:a16="http://schemas.microsoft.com/office/drawing/2014/main" id="{DD77D427-714A-61AF-FE1B-6F4653A1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8742" y="2481303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2" name="Oval 383">
            <a:extLst>
              <a:ext uri="{FF2B5EF4-FFF2-40B4-BE49-F238E27FC236}">
                <a16:creationId xmlns:a16="http://schemas.microsoft.com/office/drawing/2014/main" id="{CC34F395-C61F-299A-F375-A6D669B73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1851" y="2131339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3" name="Oval 384">
            <a:extLst>
              <a:ext uri="{FF2B5EF4-FFF2-40B4-BE49-F238E27FC236}">
                <a16:creationId xmlns:a16="http://schemas.microsoft.com/office/drawing/2014/main" id="{2780C818-2B8D-3D81-DA42-67E42198F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419" y="2005553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4" name="Oval 385">
            <a:extLst>
              <a:ext uri="{FF2B5EF4-FFF2-40B4-BE49-F238E27FC236}">
                <a16:creationId xmlns:a16="http://schemas.microsoft.com/office/drawing/2014/main" id="{EFFC371D-390B-C6EF-2CF5-B210468AF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527" y="1915883"/>
            <a:ext cx="36553" cy="32381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5" name="Oval 386">
            <a:extLst>
              <a:ext uri="{FF2B5EF4-FFF2-40B4-BE49-F238E27FC236}">
                <a16:creationId xmlns:a16="http://schemas.microsoft.com/office/drawing/2014/main" id="{F85A2F95-FD95-273E-9141-024420AF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4097" y="1674274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6" name="Oval 387">
            <a:extLst>
              <a:ext uri="{FF2B5EF4-FFF2-40B4-BE49-F238E27FC236}">
                <a16:creationId xmlns:a16="http://schemas.microsoft.com/office/drawing/2014/main" id="{DB032833-9B68-441F-3CF7-900331F80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7204" y="1494936"/>
            <a:ext cx="36553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7" name="Oval 388">
            <a:extLst>
              <a:ext uri="{FF2B5EF4-FFF2-40B4-BE49-F238E27FC236}">
                <a16:creationId xmlns:a16="http://schemas.microsoft.com/office/drawing/2014/main" id="{63D4AE73-5B60-10F5-49EE-AC17493F0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0314" y="1450102"/>
            <a:ext cx="38016" cy="31135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8" name="Oval 389">
            <a:extLst>
              <a:ext uri="{FF2B5EF4-FFF2-40B4-BE49-F238E27FC236}">
                <a16:creationId xmlns:a16="http://schemas.microsoft.com/office/drawing/2014/main" id="{B38E20C7-1EB0-3BD1-69AB-C95AC31F6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81" y="1208489"/>
            <a:ext cx="36553" cy="34872"/>
          </a:xfrm>
          <a:prstGeom prst="ellipse">
            <a:avLst/>
          </a:prstGeom>
          <a:solidFill>
            <a:srgbClr val="29B6A4"/>
          </a:solidFill>
          <a:ln w="22225">
            <a:solidFill>
              <a:srgbClr val="29B6A4"/>
            </a:solidFill>
            <a:prstDash val="solid"/>
            <a:round/>
            <a:headEnd/>
            <a:tailEnd/>
          </a:ln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39" name="Line 402">
            <a:extLst>
              <a:ext uri="{FF2B5EF4-FFF2-40B4-BE49-F238E27FC236}">
                <a16:creationId xmlns:a16="http://schemas.microsoft.com/office/drawing/2014/main" id="{26490278-F356-C474-637A-D665CA32E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8196" y="5238640"/>
            <a:ext cx="7664598" cy="0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0" name="Line 403">
            <a:extLst>
              <a:ext uri="{FF2B5EF4-FFF2-40B4-BE49-F238E27FC236}">
                <a16:creationId xmlns:a16="http://schemas.microsoft.com/office/drawing/2014/main" id="{C27A9757-54C6-A61A-99BC-2EBB701E8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0023" y="5238698"/>
            <a:ext cx="0" cy="72235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1" name="Rectangle 404">
            <a:extLst>
              <a:ext uri="{FF2B5EF4-FFF2-40B4-BE49-F238E27FC236}">
                <a16:creationId xmlns:a16="http://schemas.microsoft.com/office/drawing/2014/main" id="{591214B1-EF3F-B4FC-CD34-F54F2DA9E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7151" y="5350734"/>
            <a:ext cx="1138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0</a:t>
            </a:r>
          </a:p>
        </p:txBody>
      </p:sp>
      <p:sp>
        <p:nvSpPr>
          <p:cNvPr id="342" name="Line 405">
            <a:extLst>
              <a:ext uri="{FF2B5EF4-FFF2-40B4-BE49-F238E27FC236}">
                <a16:creationId xmlns:a16="http://schemas.microsoft.com/office/drawing/2014/main" id="{7CEB087E-F0BB-158F-2D67-4927CE033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3872" y="5238698"/>
            <a:ext cx="0" cy="72235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3" name="Rectangle 406">
            <a:extLst>
              <a:ext uri="{FF2B5EF4-FFF2-40B4-BE49-F238E27FC236}">
                <a16:creationId xmlns:a16="http://schemas.microsoft.com/office/drawing/2014/main" id="{798C3322-2DF3-3237-2EF5-388109194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003" y="5350734"/>
            <a:ext cx="2276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20</a:t>
            </a:r>
          </a:p>
        </p:txBody>
      </p:sp>
      <p:sp>
        <p:nvSpPr>
          <p:cNvPr id="344" name="Line 407">
            <a:extLst>
              <a:ext uri="{FF2B5EF4-FFF2-40B4-BE49-F238E27FC236}">
                <a16:creationId xmlns:a16="http://schemas.microsoft.com/office/drawing/2014/main" id="{19FE353A-7A7F-0D29-E251-E58FB3163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3569" y="5238698"/>
            <a:ext cx="0" cy="72235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5" name="Rectangle 408">
            <a:extLst>
              <a:ext uri="{FF2B5EF4-FFF2-40B4-BE49-F238E27FC236}">
                <a16:creationId xmlns:a16="http://schemas.microsoft.com/office/drawing/2014/main" id="{7E9DAB09-57A3-4712-502C-98730D65B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272" y="5350734"/>
            <a:ext cx="2276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40</a:t>
            </a:r>
          </a:p>
        </p:txBody>
      </p:sp>
      <p:sp>
        <p:nvSpPr>
          <p:cNvPr id="346" name="Line 409">
            <a:extLst>
              <a:ext uri="{FF2B5EF4-FFF2-40B4-BE49-F238E27FC236}">
                <a16:creationId xmlns:a16="http://schemas.microsoft.com/office/drawing/2014/main" id="{4A261D7D-E5FC-FBA8-2C8D-7452D7603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418" y="5238698"/>
            <a:ext cx="0" cy="72235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7" name="Rectangle 410">
            <a:extLst>
              <a:ext uri="{FF2B5EF4-FFF2-40B4-BE49-F238E27FC236}">
                <a16:creationId xmlns:a16="http://schemas.microsoft.com/office/drawing/2014/main" id="{E5F8DAB2-B28B-9DAC-C853-49C973B8B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121" y="5350734"/>
            <a:ext cx="2276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60</a:t>
            </a:r>
          </a:p>
        </p:txBody>
      </p:sp>
      <p:sp>
        <p:nvSpPr>
          <p:cNvPr id="348" name="Line 411">
            <a:extLst>
              <a:ext uri="{FF2B5EF4-FFF2-40B4-BE49-F238E27FC236}">
                <a16:creationId xmlns:a16="http://schemas.microsoft.com/office/drawing/2014/main" id="{E111C4F7-2FA4-4C84-28DA-8EFCA8CB5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7116" y="5238698"/>
            <a:ext cx="0" cy="72235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49" name="Rectangle 412">
            <a:extLst>
              <a:ext uri="{FF2B5EF4-FFF2-40B4-BE49-F238E27FC236}">
                <a16:creationId xmlns:a16="http://schemas.microsoft.com/office/drawing/2014/main" id="{F0621E13-A0F8-F6D6-93BB-1902F283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5820" y="5350734"/>
            <a:ext cx="2276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80</a:t>
            </a:r>
          </a:p>
        </p:txBody>
      </p:sp>
      <p:sp>
        <p:nvSpPr>
          <p:cNvPr id="350" name="Line 413">
            <a:extLst>
              <a:ext uri="{FF2B5EF4-FFF2-40B4-BE49-F238E27FC236}">
                <a16:creationId xmlns:a16="http://schemas.microsoft.com/office/drawing/2014/main" id="{36106E83-2873-8BB3-416A-3191CE4FE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5351" y="5238698"/>
            <a:ext cx="0" cy="72235"/>
          </a:xfrm>
          <a:prstGeom prst="line">
            <a:avLst/>
          </a:prstGeom>
          <a:noFill/>
          <a:ln w="12700">
            <a:solidFill>
              <a:srgbClr val="62636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35" tIns="45719" rIns="91335" bIns="457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51" name="Rectangle 414">
            <a:extLst>
              <a:ext uri="{FF2B5EF4-FFF2-40B4-BE49-F238E27FC236}">
                <a16:creationId xmlns:a16="http://schemas.microsoft.com/office/drawing/2014/main" id="{8ABACDB4-0BD7-399F-43C1-CC1789CC7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184" y="5350734"/>
            <a:ext cx="3414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17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100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B3E3034D-8B29-780D-D09D-64B2CD44B96E}"/>
              </a:ext>
            </a:extLst>
          </p:cNvPr>
          <p:cNvCxnSpPr>
            <a:cxnSpLocks/>
          </p:cNvCxnSpPr>
          <p:nvPr/>
        </p:nvCxnSpPr>
        <p:spPr>
          <a:xfrm>
            <a:off x="2242422" y="4770633"/>
            <a:ext cx="49689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7515D411-C4E1-147F-17D1-23C24357AB69}"/>
              </a:ext>
            </a:extLst>
          </p:cNvPr>
          <p:cNvCxnSpPr>
            <a:cxnSpLocks/>
          </p:cNvCxnSpPr>
          <p:nvPr/>
        </p:nvCxnSpPr>
        <p:spPr>
          <a:xfrm>
            <a:off x="7029618" y="1249293"/>
            <a:ext cx="261081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1E4CEC55-8D37-E81B-E344-E9C3A8601503}"/>
              </a:ext>
            </a:extLst>
          </p:cNvPr>
          <p:cNvSpPr txBox="1"/>
          <p:nvPr/>
        </p:nvSpPr>
        <p:spPr>
          <a:xfrm>
            <a:off x="4756960" y="1102859"/>
            <a:ext cx="2296737" cy="830995"/>
          </a:xfrm>
          <a:prstGeom prst="rect">
            <a:avLst/>
          </a:prstGeom>
          <a:solidFill>
            <a:schemeClr val="bg1"/>
          </a:solidFill>
        </p:spPr>
        <p:txBody>
          <a:bodyPr wrap="square" lIns="91335" tIns="45719" rIns="91335" bIns="45719" rtlCol="0">
            <a:spAutoFit/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Patent rate for top 1% parent income: </a:t>
            </a:r>
          </a:p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8.3 per 1,000   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AA1157C7-449F-BD89-6551-6E884A106BF7}"/>
              </a:ext>
            </a:extLst>
          </p:cNvPr>
          <p:cNvSpPr txBox="1"/>
          <p:nvPr/>
        </p:nvSpPr>
        <p:spPr>
          <a:xfrm>
            <a:off x="7532191" y="4279673"/>
            <a:ext cx="2632737" cy="830995"/>
          </a:xfrm>
          <a:prstGeom prst="rect">
            <a:avLst/>
          </a:prstGeom>
          <a:noFill/>
        </p:spPr>
        <p:txBody>
          <a:bodyPr wrap="square" lIns="91335" tIns="45719" rIns="91335" bIns="45719" rtlCol="0">
            <a:spAutoFit/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Patent rate for below</a:t>
            </a:r>
          </a:p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median parent income: </a:t>
            </a:r>
          </a:p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0.84 per 1,000   </a:t>
            </a:r>
          </a:p>
        </p:txBody>
      </p:sp>
      <p:sp>
        <p:nvSpPr>
          <p:cNvPr id="357" name="Rectangle 124">
            <a:extLst>
              <a:ext uri="{FF2B5EF4-FFF2-40B4-BE49-F238E27FC236}">
                <a16:creationId xmlns:a16="http://schemas.microsoft.com/office/drawing/2014/main" id="{D3F8B3FC-C973-48EB-285A-FB06F9345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066" y="5663327"/>
            <a:ext cx="312906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Parent Household Income Percentile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49F6D0-E89E-279B-D2CF-C7EEAFC3D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Patent Rates vs. Parent Income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2E5B11-ACC2-AFFB-2E6F-7D72284D1E89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524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1EC8-07E6-2AEE-233A-1F5118DC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1B7417DC-3ABA-B379-11D0-1DE465AF37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265" name="Rectangle 1264">
            <a:extLst>
              <a:ext uri="{FF2B5EF4-FFF2-40B4-BE49-F238E27FC236}">
                <a16:creationId xmlns:a16="http://schemas.microsoft.com/office/drawing/2014/main" id="{114AFA4E-0C82-579A-9E95-F553E8BC5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Entrepreneurship Rates by Parental Income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Share of Individuals who Found High-Revenue, High-Employment Businesses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266" name="Straight Connector 1265">
            <a:extLst>
              <a:ext uri="{FF2B5EF4-FFF2-40B4-BE49-F238E27FC236}">
                <a16:creationId xmlns:a16="http://schemas.microsoft.com/office/drawing/2014/main" id="{2C17CC49-41CA-7A39-5EB3-4598D91B0D15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8" name="Freeform 2437">
            <a:extLst>
              <a:ext uri="{FF2B5EF4-FFF2-40B4-BE49-F238E27FC236}">
                <a16:creationId xmlns:a16="http://schemas.microsoft.com/office/drawing/2014/main" id="{DB1E2FF4-07CF-DA61-57EA-9A87F2A2B239}"/>
              </a:ext>
            </a:extLst>
          </p:cNvPr>
          <p:cNvSpPr/>
          <p:nvPr/>
        </p:nvSpPr>
        <p:spPr>
          <a:xfrm>
            <a:off x="1924272" y="5534988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39" name="Freeform 2438">
            <a:extLst>
              <a:ext uri="{FF2B5EF4-FFF2-40B4-BE49-F238E27FC236}">
                <a16:creationId xmlns:a16="http://schemas.microsoft.com/office/drawing/2014/main" id="{2FD8ED41-D837-81C6-8B97-2EB0CE4230EE}"/>
              </a:ext>
            </a:extLst>
          </p:cNvPr>
          <p:cNvSpPr/>
          <p:nvPr/>
        </p:nvSpPr>
        <p:spPr>
          <a:xfrm>
            <a:off x="1932588" y="5543304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41" name="Freeform 2440">
            <a:extLst>
              <a:ext uri="{FF2B5EF4-FFF2-40B4-BE49-F238E27FC236}">
                <a16:creationId xmlns:a16="http://schemas.microsoft.com/office/drawing/2014/main" id="{9C71D2CB-D7AD-2B9B-DB03-568C189943EE}"/>
              </a:ext>
            </a:extLst>
          </p:cNvPr>
          <p:cNvSpPr/>
          <p:nvPr/>
        </p:nvSpPr>
        <p:spPr>
          <a:xfrm>
            <a:off x="2374875" y="5544535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44" name="Freeform 2443">
            <a:extLst>
              <a:ext uri="{FF2B5EF4-FFF2-40B4-BE49-F238E27FC236}">
                <a16:creationId xmlns:a16="http://schemas.microsoft.com/office/drawing/2014/main" id="{531FD17E-5F46-6448-380E-F6C1B2FD3172}"/>
              </a:ext>
            </a:extLst>
          </p:cNvPr>
          <p:cNvSpPr/>
          <p:nvPr/>
        </p:nvSpPr>
        <p:spPr>
          <a:xfrm>
            <a:off x="3250828" y="5538684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45" name="Freeform 2444">
            <a:extLst>
              <a:ext uri="{FF2B5EF4-FFF2-40B4-BE49-F238E27FC236}">
                <a16:creationId xmlns:a16="http://schemas.microsoft.com/office/drawing/2014/main" id="{42A2EE38-3206-4B80-61D4-05D98CFEA940}"/>
              </a:ext>
            </a:extLst>
          </p:cNvPr>
          <p:cNvSpPr/>
          <p:nvPr/>
        </p:nvSpPr>
        <p:spPr>
          <a:xfrm>
            <a:off x="3259144" y="5547000"/>
            <a:ext cx="57903" cy="57904"/>
          </a:xfrm>
          <a:custGeom>
            <a:avLst/>
            <a:gdLst>
              <a:gd name="connsiteX0" fmla="*/ 0 w 57903"/>
              <a:gd name="connsiteY0" fmla="*/ 0 h 57904"/>
              <a:gd name="connsiteX1" fmla="*/ 57904 w 57903"/>
              <a:gd name="connsiteY1" fmla="*/ 0 h 57904"/>
              <a:gd name="connsiteX2" fmla="*/ 57904 w 57903"/>
              <a:gd name="connsiteY2" fmla="*/ 57904 h 57904"/>
              <a:gd name="connsiteX3" fmla="*/ 0 w 57903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3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46" name="Freeform 2445">
            <a:extLst>
              <a:ext uri="{FF2B5EF4-FFF2-40B4-BE49-F238E27FC236}">
                <a16:creationId xmlns:a16="http://schemas.microsoft.com/office/drawing/2014/main" id="{CD57E6CB-AF6B-E67E-37AC-0F95FD4039B8}"/>
              </a:ext>
            </a:extLst>
          </p:cNvPr>
          <p:cNvSpPr/>
          <p:nvPr/>
        </p:nvSpPr>
        <p:spPr>
          <a:xfrm>
            <a:off x="3692808" y="5540224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47" name="Freeform 2446">
            <a:extLst>
              <a:ext uri="{FF2B5EF4-FFF2-40B4-BE49-F238E27FC236}">
                <a16:creationId xmlns:a16="http://schemas.microsoft.com/office/drawing/2014/main" id="{012515A1-0BF4-977B-FE7D-D8C955EDBBAE}"/>
              </a:ext>
            </a:extLst>
          </p:cNvPr>
          <p:cNvSpPr/>
          <p:nvPr/>
        </p:nvSpPr>
        <p:spPr>
          <a:xfrm>
            <a:off x="3701124" y="5548540"/>
            <a:ext cx="57903" cy="57904"/>
          </a:xfrm>
          <a:custGeom>
            <a:avLst/>
            <a:gdLst>
              <a:gd name="connsiteX0" fmla="*/ 0 w 57903"/>
              <a:gd name="connsiteY0" fmla="*/ 0 h 57904"/>
              <a:gd name="connsiteX1" fmla="*/ 57904 w 57903"/>
              <a:gd name="connsiteY1" fmla="*/ 0 h 57904"/>
              <a:gd name="connsiteX2" fmla="*/ 57904 w 57903"/>
              <a:gd name="connsiteY2" fmla="*/ 57904 h 57904"/>
              <a:gd name="connsiteX3" fmla="*/ 0 w 57903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3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50" name="Freeform 2449">
            <a:extLst>
              <a:ext uri="{FF2B5EF4-FFF2-40B4-BE49-F238E27FC236}">
                <a16:creationId xmlns:a16="http://schemas.microsoft.com/office/drawing/2014/main" id="{28F52337-272A-94B1-1957-44585E46B24A}"/>
              </a:ext>
            </a:extLst>
          </p:cNvPr>
          <p:cNvSpPr/>
          <p:nvPr/>
        </p:nvSpPr>
        <p:spPr>
          <a:xfrm>
            <a:off x="4577076" y="5536528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52" name="Freeform 2451">
            <a:extLst>
              <a:ext uri="{FF2B5EF4-FFF2-40B4-BE49-F238E27FC236}">
                <a16:creationId xmlns:a16="http://schemas.microsoft.com/office/drawing/2014/main" id="{7E8104B5-8CD8-F859-5AA0-8794E821DB30}"/>
              </a:ext>
            </a:extLst>
          </p:cNvPr>
          <p:cNvSpPr/>
          <p:nvPr/>
        </p:nvSpPr>
        <p:spPr>
          <a:xfrm>
            <a:off x="5019364" y="5504496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56" name="Freeform 2455">
            <a:extLst>
              <a:ext uri="{FF2B5EF4-FFF2-40B4-BE49-F238E27FC236}">
                <a16:creationId xmlns:a16="http://schemas.microsoft.com/office/drawing/2014/main" id="{13A62549-0EE1-68B9-DF43-93DFF747EE8A}"/>
              </a:ext>
            </a:extLst>
          </p:cNvPr>
          <p:cNvSpPr/>
          <p:nvPr/>
        </p:nvSpPr>
        <p:spPr>
          <a:xfrm>
            <a:off x="5903632" y="5477084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58" name="Freeform 2457">
            <a:extLst>
              <a:ext uri="{FF2B5EF4-FFF2-40B4-BE49-F238E27FC236}">
                <a16:creationId xmlns:a16="http://schemas.microsoft.com/office/drawing/2014/main" id="{DDC883F7-6861-7ADC-FFD4-67FAE5C372B4}"/>
              </a:ext>
            </a:extLst>
          </p:cNvPr>
          <p:cNvSpPr/>
          <p:nvPr/>
        </p:nvSpPr>
        <p:spPr>
          <a:xfrm>
            <a:off x="6345612" y="5453368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59" name="Freeform 2458">
            <a:extLst>
              <a:ext uri="{FF2B5EF4-FFF2-40B4-BE49-F238E27FC236}">
                <a16:creationId xmlns:a16="http://schemas.microsoft.com/office/drawing/2014/main" id="{B5E322B0-582A-C4F5-3A0E-4D3B5FFF93E0}"/>
              </a:ext>
            </a:extLst>
          </p:cNvPr>
          <p:cNvSpPr/>
          <p:nvPr/>
        </p:nvSpPr>
        <p:spPr>
          <a:xfrm>
            <a:off x="6353928" y="5461684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60" name="Freeform 2459">
            <a:extLst>
              <a:ext uri="{FF2B5EF4-FFF2-40B4-BE49-F238E27FC236}">
                <a16:creationId xmlns:a16="http://schemas.microsoft.com/office/drawing/2014/main" id="{5D7908A8-6D40-3A79-86E0-AA214DCFD395}"/>
              </a:ext>
            </a:extLst>
          </p:cNvPr>
          <p:cNvSpPr/>
          <p:nvPr/>
        </p:nvSpPr>
        <p:spPr>
          <a:xfrm>
            <a:off x="6787900" y="5415176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61" name="Freeform 2460">
            <a:extLst>
              <a:ext uri="{FF2B5EF4-FFF2-40B4-BE49-F238E27FC236}">
                <a16:creationId xmlns:a16="http://schemas.microsoft.com/office/drawing/2014/main" id="{812FEFE7-5D10-0769-CB82-8AA09BAF0924}"/>
              </a:ext>
            </a:extLst>
          </p:cNvPr>
          <p:cNvSpPr/>
          <p:nvPr/>
        </p:nvSpPr>
        <p:spPr>
          <a:xfrm>
            <a:off x="6796216" y="5423492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62" name="Freeform 2461">
            <a:extLst>
              <a:ext uri="{FF2B5EF4-FFF2-40B4-BE49-F238E27FC236}">
                <a16:creationId xmlns:a16="http://schemas.microsoft.com/office/drawing/2014/main" id="{3A90635A-DA95-8ED8-ADC9-7B78DA08D3B9}"/>
              </a:ext>
            </a:extLst>
          </p:cNvPr>
          <p:cNvSpPr/>
          <p:nvPr/>
        </p:nvSpPr>
        <p:spPr>
          <a:xfrm>
            <a:off x="7229880" y="5419488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63" name="Freeform 2462">
            <a:extLst>
              <a:ext uri="{FF2B5EF4-FFF2-40B4-BE49-F238E27FC236}">
                <a16:creationId xmlns:a16="http://schemas.microsoft.com/office/drawing/2014/main" id="{D35F0FE0-FA78-DEFE-AA8A-209FB7188CA1}"/>
              </a:ext>
            </a:extLst>
          </p:cNvPr>
          <p:cNvSpPr/>
          <p:nvPr/>
        </p:nvSpPr>
        <p:spPr>
          <a:xfrm>
            <a:off x="7238196" y="5427804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64" name="Freeform 2463">
            <a:extLst>
              <a:ext uri="{FF2B5EF4-FFF2-40B4-BE49-F238E27FC236}">
                <a16:creationId xmlns:a16="http://schemas.microsoft.com/office/drawing/2014/main" id="{34E669C4-D897-E96D-C217-E126DCAD3D82}"/>
              </a:ext>
            </a:extLst>
          </p:cNvPr>
          <p:cNvSpPr/>
          <p:nvPr/>
        </p:nvSpPr>
        <p:spPr>
          <a:xfrm>
            <a:off x="7672168" y="5368360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72" name="Freeform 2471">
            <a:extLst>
              <a:ext uri="{FF2B5EF4-FFF2-40B4-BE49-F238E27FC236}">
                <a16:creationId xmlns:a16="http://schemas.microsoft.com/office/drawing/2014/main" id="{BB054E4F-85F1-33F8-1419-2BE5B6C0C9B9}"/>
              </a:ext>
            </a:extLst>
          </p:cNvPr>
          <p:cNvSpPr/>
          <p:nvPr/>
        </p:nvSpPr>
        <p:spPr>
          <a:xfrm>
            <a:off x="9440704" y="5146908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74" name="Freeform 2473">
            <a:extLst>
              <a:ext uri="{FF2B5EF4-FFF2-40B4-BE49-F238E27FC236}">
                <a16:creationId xmlns:a16="http://schemas.microsoft.com/office/drawing/2014/main" id="{B7A91598-33A2-5860-F854-098F736D93E2}"/>
              </a:ext>
            </a:extLst>
          </p:cNvPr>
          <p:cNvSpPr/>
          <p:nvPr/>
        </p:nvSpPr>
        <p:spPr>
          <a:xfrm>
            <a:off x="9882684" y="4965496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76" name="Freeform 2475">
            <a:extLst>
              <a:ext uri="{FF2B5EF4-FFF2-40B4-BE49-F238E27FC236}">
                <a16:creationId xmlns:a16="http://schemas.microsoft.com/office/drawing/2014/main" id="{7B2694A2-184F-2713-DCDE-AF23A2F7FD4A}"/>
              </a:ext>
            </a:extLst>
          </p:cNvPr>
          <p:cNvSpPr/>
          <p:nvPr/>
        </p:nvSpPr>
        <p:spPr>
          <a:xfrm>
            <a:off x="9971388" y="4984284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78" name="Freeform 2477">
            <a:extLst>
              <a:ext uri="{FF2B5EF4-FFF2-40B4-BE49-F238E27FC236}">
                <a16:creationId xmlns:a16="http://schemas.microsoft.com/office/drawing/2014/main" id="{A5682B56-6725-D951-446A-BADB298A8855}"/>
              </a:ext>
            </a:extLst>
          </p:cNvPr>
          <p:cNvSpPr/>
          <p:nvPr/>
        </p:nvSpPr>
        <p:spPr>
          <a:xfrm>
            <a:off x="10059784" y="4947016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0" name="Freeform 2479">
            <a:extLst>
              <a:ext uri="{FF2B5EF4-FFF2-40B4-BE49-F238E27FC236}">
                <a16:creationId xmlns:a16="http://schemas.microsoft.com/office/drawing/2014/main" id="{20459780-5265-3EA7-8FA1-49333C1E1E89}"/>
              </a:ext>
            </a:extLst>
          </p:cNvPr>
          <p:cNvSpPr/>
          <p:nvPr/>
        </p:nvSpPr>
        <p:spPr>
          <a:xfrm>
            <a:off x="10148180" y="4932232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1" name="Freeform 2480">
            <a:extLst>
              <a:ext uri="{FF2B5EF4-FFF2-40B4-BE49-F238E27FC236}">
                <a16:creationId xmlns:a16="http://schemas.microsoft.com/office/drawing/2014/main" id="{2ABCDC80-7512-36C4-4FA7-3FF0C65C531D}"/>
              </a:ext>
            </a:extLst>
          </p:cNvPr>
          <p:cNvSpPr/>
          <p:nvPr/>
        </p:nvSpPr>
        <p:spPr>
          <a:xfrm>
            <a:off x="10156496" y="4940548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2" name="Freeform 2481">
            <a:extLst>
              <a:ext uri="{FF2B5EF4-FFF2-40B4-BE49-F238E27FC236}">
                <a16:creationId xmlns:a16="http://schemas.microsoft.com/office/drawing/2014/main" id="{9DA63A33-B071-E22D-D3A0-9AD61590793B}"/>
              </a:ext>
            </a:extLst>
          </p:cNvPr>
          <p:cNvSpPr/>
          <p:nvPr/>
        </p:nvSpPr>
        <p:spPr>
          <a:xfrm>
            <a:off x="10236576" y="4803180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3" name="Freeform 2482">
            <a:extLst>
              <a:ext uri="{FF2B5EF4-FFF2-40B4-BE49-F238E27FC236}">
                <a16:creationId xmlns:a16="http://schemas.microsoft.com/office/drawing/2014/main" id="{A1E56C7A-0175-0046-98EB-3FB3B40509FA}"/>
              </a:ext>
            </a:extLst>
          </p:cNvPr>
          <p:cNvSpPr/>
          <p:nvPr/>
        </p:nvSpPr>
        <p:spPr>
          <a:xfrm>
            <a:off x="10244892" y="4811496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3 w 57904"/>
              <a:gd name="connsiteY1" fmla="*/ 0 h 57904"/>
              <a:gd name="connsiteX2" fmla="*/ 57903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3" y="0"/>
                </a:lnTo>
                <a:lnTo>
                  <a:pt x="57903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4" name="Freeform 2483">
            <a:extLst>
              <a:ext uri="{FF2B5EF4-FFF2-40B4-BE49-F238E27FC236}">
                <a16:creationId xmlns:a16="http://schemas.microsoft.com/office/drawing/2014/main" id="{6EAD3F25-AF68-F712-C238-6D57CB14FA52}"/>
              </a:ext>
            </a:extLst>
          </p:cNvPr>
          <p:cNvSpPr/>
          <p:nvPr/>
        </p:nvSpPr>
        <p:spPr>
          <a:xfrm>
            <a:off x="10324972" y="4625772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6" name="Freeform 2485">
            <a:extLst>
              <a:ext uri="{FF2B5EF4-FFF2-40B4-BE49-F238E27FC236}">
                <a16:creationId xmlns:a16="http://schemas.microsoft.com/office/drawing/2014/main" id="{3D69C4D2-695F-FC24-5D8D-88672A7A98FC}"/>
              </a:ext>
            </a:extLst>
          </p:cNvPr>
          <p:cNvSpPr/>
          <p:nvPr/>
        </p:nvSpPr>
        <p:spPr>
          <a:xfrm>
            <a:off x="10413368" y="4534912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7" name="Freeform 2486">
            <a:extLst>
              <a:ext uri="{FF2B5EF4-FFF2-40B4-BE49-F238E27FC236}">
                <a16:creationId xmlns:a16="http://schemas.microsoft.com/office/drawing/2014/main" id="{E2298D7F-C984-A365-253A-EDEEF3DE7302}"/>
              </a:ext>
            </a:extLst>
          </p:cNvPr>
          <p:cNvSpPr/>
          <p:nvPr/>
        </p:nvSpPr>
        <p:spPr>
          <a:xfrm>
            <a:off x="10421684" y="4543228"/>
            <a:ext cx="57904" cy="57904"/>
          </a:xfrm>
          <a:custGeom>
            <a:avLst/>
            <a:gdLst>
              <a:gd name="connsiteX0" fmla="*/ 0 w 57904"/>
              <a:gd name="connsiteY0" fmla="*/ 0 h 57904"/>
              <a:gd name="connsiteX1" fmla="*/ 57904 w 57904"/>
              <a:gd name="connsiteY1" fmla="*/ 0 h 57904"/>
              <a:gd name="connsiteX2" fmla="*/ 57904 w 57904"/>
              <a:gd name="connsiteY2" fmla="*/ 57904 h 57904"/>
              <a:gd name="connsiteX3" fmla="*/ 0 w 57904"/>
              <a:gd name="connsiteY3" fmla="*/ 57904 h 5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4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88" name="Freeform 2487">
            <a:extLst>
              <a:ext uri="{FF2B5EF4-FFF2-40B4-BE49-F238E27FC236}">
                <a16:creationId xmlns:a16="http://schemas.microsoft.com/office/drawing/2014/main" id="{79403D52-9E0B-FF21-4C87-4C8B3915B5FF}"/>
              </a:ext>
            </a:extLst>
          </p:cNvPr>
          <p:cNvSpPr/>
          <p:nvPr/>
        </p:nvSpPr>
        <p:spPr>
          <a:xfrm>
            <a:off x="10501764" y="4254632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90" name="Freeform 2489">
            <a:extLst>
              <a:ext uri="{FF2B5EF4-FFF2-40B4-BE49-F238E27FC236}">
                <a16:creationId xmlns:a16="http://schemas.microsoft.com/office/drawing/2014/main" id="{85C1B7CF-0B2F-1AB0-C58C-7328631C06E5}"/>
              </a:ext>
            </a:extLst>
          </p:cNvPr>
          <p:cNvSpPr/>
          <p:nvPr/>
        </p:nvSpPr>
        <p:spPr>
          <a:xfrm>
            <a:off x="10590160" y="3748280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92" name="Freeform 2491">
            <a:extLst>
              <a:ext uri="{FF2B5EF4-FFF2-40B4-BE49-F238E27FC236}">
                <a16:creationId xmlns:a16="http://schemas.microsoft.com/office/drawing/2014/main" id="{C107BDBA-3E33-43D3-3C5F-4E488FBF9DE2}"/>
              </a:ext>
            </a:extLst>
          </p:cNvPr>
          <p:cNvSpPr/>
          <p:nvPr/>
        </p:nvSpPr>
        <p:spPr>
          <a:xfrm>
            <a:off x="10678556" y="1763220"/>
            <a:ext cx="74536" cy="74536"/>
          </a:xfrm>
          <a:custGeom>
            <a:avLst/>
            <a:gdLst>
              <a:gd name="connsiteX0" fmla="*/ 0 w 74536"/>
              <a:gd name="connsiteY0" fmla="*/ 0 h 74536"/>
              <a:gd name="connsiteX1" fmla="*/ 74536 w 74536"/>
              <a:gd name="connsiteY1" fmla="*/ 0 h 74536"/>
              <a:gd name="connsiteX2" fmla="*/ 74536 w 74536"/>
              <a:gd name="connsiteY2" fmla="*/ 74536 h 74536"/>
              <a:gd name="connsiteX3" fmla="*/ 0 w 74536"/>
              <a:gd name="connsiteY3" fmla="*/ 74536 h 74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6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C10534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93" name="Freeform 2492">
            <a:extLst>
              <a:ext uri="{FF2B5EF4-FFF2-40B4-BE49-F238E27FC236}">
                <a16:creationId xmlns:a16="http://schemas.microsoft.com/office/drawing/2014/main" id="{FD1DE6FC-C0F6-3F29-6A91-235C33707621}"/>
              </a:ext>
            </a:extLst>
          </p:cNvPr>
          <p:cNvSpPr/>
          <p:nvPr/>
        </p:nvSpPr>
        <p:spPr>
          <a:xfrm>
            <a:off x="10686872" y="1771536"/>
            <a:ext cx="57904" cy="57903"/>
          </a:xfrm>
          <a:custGeom>
            <a:avLst/>
            <a:gdLst>
              <a:gd name="connsiteX0" fmla="*/ 0 w 57904"/>
              <a:gd name="connsiteY0" fmla="*/ 0 h 57903"/>
              <a:gd name="connsiteX1" fmla="*/ 57904 w 57904"/>
              <a:gd name="connsiteY1" fmla="*/ 0 h 57903"/>
              <a:gd name="connsiteX2" fmla="*/ 57904 w 57904"/>
              <a:gd name="connsiteY2" fmla="*/ 57904 h 57903"/>
              <a:gd name="connsiteX3" fmla="*/ 0 w 57904"/>
              <a:gd name="connsiteY3" fmla="*/ 57904 h 5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4" h="57903">
                <a:moveTo>
                  <a:pt x="0" y="0"/>
                </a:moveTo>
                <a:lnTo>
                  <a:pt x="57904" y="0"/>
                </a:lnTo>
                <a:lnTo>
                  <a:pt x="57904" y="57904"/>
                </a:lnTo>
                <a:lnTo>
                  <a:pt x="0" y="57904"/>
                </a:lnTo>
                <a:close/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494" name="Freeform 2493">
            <a:extLst>
              <a:ext uri="{FF2B5EF4-FFF2-40B4-BE49-F238E27FC236}">
                <a16:creationId xmlns:a16="http://schemas.microsoft.com/office/drawing/2014/main" id="{4BACBC96-5FA4-70C7-F88E-E103E73EF5B4}"/>
              </a:ext>
            </a:extLst>
          </p:cNvPr>
          <p:cNvSpPr/>
          <p:nvPr/>
        </p:nvSpPr>
        <p:spPr>
          <a:xfrm>
            <a:off x="1961539" y="5002764"/>
            <a:ext cx="7958411" cy="574727"/>
          </a:xfrm>
          <a:custGeom>
            <a:avLst/>
            <a:gdLst>
              <a:gd name="connsiteX0" fmla="*/ 0 w 7958411"/>
              <a:gd name="connsiteY0" fmla="*/ 569492 h 574727"/>
              <a:gd name="connsiteX1" fmla="*/ 442288 w 7958411"/>
              <a:gd name="connsiteY1" fmla="*/ 570724 h 574727"/>
              <a:gd name="connsiteX2" fmla="*/ 884268 w 7958411"/>
              <a:gd name="connsiteY2" fmla="*/ 563024 h 574727"/>
              <a:gd name="connsiteX3" fmla="*/ 1326556 w 7958411"/>
              <a:gd name="connsiteY3" fmla="*/ 573188 h 574727"/>
              <a:gd name="connsiteX4" fmla="*/ 1768536 w 7958411"/>
              <a:gd name="connsiteY4" fmla="*/ 574728 h 574727"/>
              <a:gd name="connsiteX5" fmla="*/ 2210824 w 7958411"/>
              <a:gd name="connsiteY5" fmla="*/ 546700 h 574727"/>
              <a:gd name="connsiteX6" fmla="*/ 2652804 w 7958411"/>
              <a:gd name="connsiteY6" fmla="*/ 571032 h 574727"/>
              <a:gd name="connsiteX7" fmla="*/ 3095092 w 7958411"/>
              <a:gd name="connsiteY7" fmla="*/ 539000 h 574727"/>
              <a:gd name="connsiteX8" fmla="*/ 3537072 w 7958411"/>
              <a:gd name="connsiteY8" fmla="*/ 510972 h 574727"/>
              <a:gd name="connsiteX9" fmla="*/ 3979360 w 7958411"/>
              <a:gd name="connsiteY9" fmla="*/ 511588 h 574727"/>
              <a:gd name="connsiteX10" fmla="*/ 4421340 w 7958411"/>
              <a:gd name="connsiteY10" fmla="*/ 487872 h 574727"/>
              <a:gd name="connsiteX11" fmla="*/ 4863628 w 7958411"/>
              <a:gd name="connsiteY11" fmla="*/ 449680 h 574727"/>
              <a:gd name="connsiteX12" fmla="*/ 5305608 w 7958411"/>
              <a:gd name="connsiteY12" fmla="*/ 453992 h 574727"/>
              <a:gd name="connsiteX13" fmla="*/ 5747896 w 7958411"/>
              <a:gd name="connsiteY13" fmla="*/ 402864 h 574727"/>
              <a:gd name="connsiteX14" fmla="*/ 6189876 w 7958411"/>
              <a:gd name="connsiteY14" fmla="*/ 397936 h 574727"/>
              <a:gd name="connsiteX15" fmla="*/ 6632164 w 7958411"/>
              <a:gd name="connsiteY15" fmla="*/ 340340 h 574727"/>
              <a:gd name="connsiteX16" fmla="*/ 7074144 w 7958411"/>
              <a:gd name="connsiteY16" fmla="*/ 303072 h 574727"/>
              <a:gd name="connsiteX17" fmla="*/ 7516432 w 7958411"/>
              <a:gd name="connsiteY17" fmla="*/ 181412 h 574727"/>
              <a:gd name="connsiteX18" fmla="*/ 7958412 w 7958411"/>
              <a:gd name="connsiteY18" fmla="*/ 0 h 574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58411" h="574727">
                <a:moveTo>
                  <a:pt x="0" y="569492"/>
                </a:moveTo>
                <a:lnTo>
                  <a:pt x="442288" y="570724"/>
                </a:lnTo>
                <a:lnTo>
                  <a:pt x="884268" y="563024"/>
                </a:lnTo>
                <a:lnTo>
                  <a:pt x="1326556" y="573188"/>
                </a:lnTo>
                <a:lnTo>
                  <a:pt x="1768536" y="574728"/>
                </a:lnTo>
                <a:lnTo>
                  <a:pt x="2210824" y="546700"/>
                </a:lnTo>
                <a:lnTo>
                  <a:pt x="2652804" y="571032"/>
                </a:lnTo>
                <a:lnTo>
                  <a:pt x="3095092" y="539000"/>
                </a:lnTo>
                <a:lnTo>
                  <a:pt x="3537072" y="510972"/>
                </a:lnTo>
                <a:lnTo>
                  <a:pt x="3979360" y="511588"/>
                </a:lnTo>
                <a:lnTo>
                  <a:pt x="4421340" y="487872"/>
                </a:lnTo>
                <a:lnTo>
                  <a:pt x="4863628" y="449680"/>
                </a:lnTo>
                <a:lnTo>
                  <a:pt x="5305608" y="453992"/>
                </a:lnTo>
                <a:lnTo>
                  <a:pt x="5747896" y="402864"/>
                </a:lnTo>
                <a:lnTo>
                  <a:pt x="6189876" y="397936"/>
                </a:lnTo>
                <a:lnTo>
                  <a:pt x="6632164" y="340340"/>
                </a:lnTo>
                <a:lnTo>
                  <a:pt x="7074144" y="303072"/>
                </a:lnTo>
                <a:lnTo>
                  <a:pt x="7516432" y="181412"/>
                </a:lnTo>
                <a:lnTo>
                  <a:pt x="7958412" y="0"/>
                </a:lnTo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33" name="Freeform 2532">
            <a:extLst>
              <a:ext uri="{FF2B5EF4-FFF2-40B4-BE49-F238E27FC236}">
                <a16:creationId xmlns:a16="http://schemas.microsoft.com/office/drawing/2014/main" id="{2A8D2AD8-CCD3-5FAB-5125-7896FB85B56C}"/>
              </a:ext>
            </a:extLst>
          </p:cNvPr>
          <p:cNvSpPr/>
          <p:nvPr/>
        </p:nvSpPr>
        <p:spPr>
          <a:xfrm>
            <a:off x="9919951" y="1800487"/>
            <a:ext cx="795872" cy="3221064"/>
          </a:xfrm>
          <a:custGeom>
            <a:avLst/>
            <a:gdLst>
              <a:gd name="connsiteX0" fmla="*/ 0 w 795872"/>
              <a:gd name="connsiteY0" fmla="*/ 3202276 h 3221064"/>
              <a:gd name="connsiteX1" fmla="*/ 88704 w 795872"/>
              <a:gd name="connsiteY1" fmla="*/ 3221064 h 3221064"/>
              <a:gd name="connsiteX2" fmla="*/ 177100 w 795872"/>
              <a:gd name="connsiteY2" fmla="*/ 3183796 h 3221064"/>
              <a:gd name="connsiteX3" fmla="*/ 265496 w 795872"/>
              <a:gd name="connsiteY3" fmla="*/ 3169012 h 3221064"/>
              <a:gd name="connsiteX4" fmla="*/ 353893 w 795872"/>
              <a:gd name="connsiteY4" fmla="*/ 3039960 h 3221064"/>
              <a:gd name="connsiteX5" fmla="*/ 442288 w 795872"/>
              <a:gd name="connsiteY5" fmla="*/ 2862552 h 3221064"/>
              <a:gd name="connsiteX6" fmla="*/ 530684 w 795872"/>
              <a:gd name="connsiteY6" fmla="*/ 2771692 h 3221064"/>
              <a:gd name="connsiteX7" fmla="*/ 619081 w 795872"/>
              <a:gd name="connsiteY7" fmla="*/ 2491412 h 3221064"/>
              <a:gd name="connsiteX8" fmla="*/ 707476 w 795872"/>
              <a:gd name="connsiteY8" fmla="*/ 1985060 h 3221064"/>
              <a:gd name="connsiteX9" fmla="*/ 795872 w 795872"/>
              <a:gd name="connsiteY9" fmla="*/ 0 h 32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872" h="3221064">
                <a:moveTo>
                  <a:pt x="0" y="3202276"/>
                </a:moveTo>
                <a:lnTo>
                  <a:pt x="88704" y="3221064"/>
                </a:lnTo>
                <a:lnTo>
                  <a:pt x="177100" y="3183796"/>
                </a:lnTo>
                <a:lnTo>
                  <a:pt x="265496" y="3169012"/>
                </a:lnTo>
                <a:lnTo>
                  <a:pt x="353893" y="3039960"/>
                </a:lnTo>
                <a:lnTo>
                  <a:pt x="442288" y="2862552"/>
                </a:lnTo>
                <a:lnTo>
                  <a:pt x="530684" y="2771692"/>
                </a:lnTo>
                <a:lnTo>
                  <a:pt x="619081" y="2491412"/>
                </a:lnTo>
                <a:lnTo>
                  <a:pt x="707476" y="1985060"/>
                </a:lnTo>
                <a:lnTo>
                  <a:pt x="795872" y="0"/>
                </a:lnTo>
              </a:path>
            </a:pathLst>
          </a:custGeom>
          <a:noFill/>
          <a:ln w="16620" cap="flat">
            <a:solidFill>
              <a:srgbClr val="7F4892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52" name="Freeform 2551">
            <a:extLst>
              <a:ext uri="{FF2B5EF4-FFF2-40B4-BE49-F238E27FC236}">
                <a16:creationId xmlns:a16="http://schemas.microsoft.com/office/drawing/2014/main" id="{9FF0E986-8E6A-9842-CC7E-AADE7A6CFC59}"/>
              </a:ext>
            </a:extLst>
          </p:cNvPr>
          <p:cNvSpPr/>
          <p:nvPr/>
        </p:nvSpPr>
        <p:spPr>
          <a:xfrm>
            <a:off x="10678556" y="1763220"/>
            <a:ext cx="74535" cy="74536"/>
          </a:xfrm>
          <a:custGeom>
            <a:avLst/>
            <a:gdLst>
              <a:gd name="connsiteX0" fmla="*/ 74536 w 74535"/>
              <a:gd name="connsiteY0" fmla="*/ 37268 h 74536"/>
              <a:gd name="connsiteX1" fmla="*/ 37268 w 74535"/>
              <a:gd name="connsiteY1" fmla="*/ 74536 h 74536"/>
              <a:gd name="connsiteX2" fmla="*/ 0 w 74535"/>
              <a:gd name="connsiteY2" fmla="*/ 37268 h 74536"/>
              <a:gd name="connsiteX3" fmla="*/ 37268 w 74535"/>
              <a:gd name="connsiteY3" fmla="*/ 0 h 74536"/>
              <a:gd name="connsiteX4" fmla="*/ 74536 w 74535"/>
              <a:gd name="connsiteY4" fmla="*/ 37268 h 74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35" h="74536">
                <a:moveTo>
                  <a:pt x="74536" y="37268"/>
                </a:moveTo>
                <a:cubicBezTo>
                  <a:pt x="74536" y="57851"/>
                  <a:pt x="57850" y="74536"/>
                  <a:pt x="37268" y="74536"/>
                </a:cubicBezTo>
                <a:cubicBezTo>
                  <a:pt x="16685" y="74536"/>
                  <a:pt x="0" y="57851"/>
                  <a:pt x="0" y="37268"/>
                </a:cubicBezTo>
                <a:cubicBezTo>
                  <a:pt x="0" y="16685"/>
                  <a:pt x="16686" y="0"/>
                  <a:pt x="37268" y="0"/>
                </a:cubicBezTo>
                <a:cubicBezTo>
                  <a:pt x="57851" y="0"/>
                  <a:pt x="74536" y="16685"/>
                  <a:pt x="74536" y="37268"/>
                </a:cubicBez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57" name="Freeform 2556">
            <a:extLst>
              <a:ext uri="{FF2B5EF4-FFF2-40B4-BE49-F238E27FC236}">
                <a16:creationId xmlns:a16="http://schemas.microsoft.com/office/drawing/2014/main" id="{2CB39E63-3A2A-2895-82AC-5AC2C886A1B1}"/>
              </a:ext>
            </a:extLst>
          </p:cNvPr>
          <p:cNvSpPr/>
          <p:nvPr/>
        </p:nvSpPr>
        <p:spPr>
          <a:xfrm>
            <a:off x="1945216" y="1222680"/>
            <a:ext cx="1711" cy="4539920"/>
          </a:xfrm>
          <a:custGeom>
            <a:avLst/>
            <a:gdLst>
              <a:gd name="connsiteX0" fmla="*/ 0 w 1711"/>
              <a:gd name="connsiteY0" fmla="*/ 4539920 h 4539920"/>
              <a:gd name="connsiteX1" fmla="*/ 0 w 1711"/>
              <a:gd name="connsiteY1" fmla="*/ 0 h 453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4539920">
                <a:moveTo>
                  <a:pt x="0" y="4539920"/>
                </a:moveTo>
                <a:lnTo>
                  <a:pt x="0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58" name="Freeform 2557">
            <a:extLst>
              <a:ext uri="{FF2B5EF4-FFF2-40B4-BE49-F238E27FC236}">
                <a16:creationId xmlns:a16="http://schemas.microsoft.com/office/drawing/2014/main" id="{E82520AD-864D-A4EB-C718-96AFB7598B4C}"/>
              </a:ext>
            </a:extLst>
          </p:cNvPr>
          <p:cNvSpPr/>
          <p:nvPr/>
        </p:nvSpPr>
        <p:spPr>
          <a:xfrm>
            <a:off x="1868216" y="5745968"/>
            <a:ext cx="77000" cy="1711"/>
          </a:xfrm>
          <a:custGeom>
            <a:avLst/>
            <a:gdLst>
              <a:gd name="connsiteX0" fmla="*/ 77000 w 77000"/>
              <a:gd name="connsiteY0" fmla="*/ 0 h 1711"/>
              <a:gd name="connsiteX1" fmla="*/ 0 w 77000"/>
              <a:gd name="connsiteY1" fmla="*/ 0 h 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000" h="1711">
                <a:moveTo>
                  <a:pt x="77000" y="0"/>
                </a:moveTo>
                <a:lnTo>
                  <a:pt x="0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59" name="TextBox 2558">
            <a:extLst>
              <a:ext uri="{FF2B5EF4-FFF2-40B4-BE49-F238E27FC236}">
                <a16:creationId xmlns:a16="http://schemas.microsoft.com/office/drawing/2014/main" id="{5E897517-98D1-DD55-B4B5-55DA3A3785B6}"/>
              </a:ext>
            </a:extLst>
          </p:cNvPr>
          <p:cNvSpPr txBox="1"/>
          <p:nvPr/>
        </p:nvSpPr>
        <p:spPr>
          <a:xfrm>
            <a:off x="1636902" y="560820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0</a:t>
            </a:r>
          </a:p>
        </p:txBody>
      </p:sp>
      <p:sp>
        <p:nvSpPr>
          <p:cNvPr id="2560" name="Freeform 2559">
            <a:extLst>
              <a:ext uri="{FF2B5EF4-FFF2-40B4-BE49-F238E27FC236}">
                <a16:creationId xmlns:a16="http://schemas.microsoft.com/office/drawing/2014/main" id="{22BDC423-133A-8945-D81D-F03333F42765}"/>
              </a:ext>
            </a:extLst>
          </p:cNvPr>
          <p:cNvSpPr/>
          <p:nvPr/>
        </p:nvSpPr>
        <p:spPr>
          <a:xfrm>
            <a:off x="1868216" y="4619304"/>
            <a:ext cx="77000" cy="1711"/>
          </a:xfrm>
          <a:custGeom>
            <a:avLst/>
            <a:gdLst>
              <a:gd name="connsiteX0" fmla="*/ 77000 w 77000"/>
              <a:gd name="connsiteY0" fmla="*/ 0 h 1711"/>
              <a:gd name="connsiteX1" fmla="*/ 0 w 77000"/>
              <a:gd name="connsiteY1" fmla="*/ 0 h 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000" h="1711">
                <a:moveTo>
                  <a:pt x="77000" y="0"/>
                </a:moveTo>
                <a:lnTo>
                  <a:pt x="0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61" name="TextBox 2560">
            <a:extLst>
              <a:ext uri="{FF2B5EF4-FFF2-40B4-BE49-F238E27FC236}">
                <a16:creationId xmlns:a16="http://schemas.microsoft.com/office/drawing/2014/main" id="{FF7B24B2-6055-F76C-F1DF-83FE9E79D935}"/>
              </a:ext>
            </a:extLst>
          </p:cNvPr>
          <p:cNvSpPr txBox="1"/>
          <p:nvPr/>
        </p:nvSpPr>
        <p:spPr>
          <a:xfrm>
            <a:off x="1311493" y="448153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0.75</a:t>
            </a:r>
          </a:p>
        </p:txBody>
      </p:sp>
      <p:sp>
        <p:nvSpPr>
          <p:cNvPr id="2562" name="Freeform 2561">
            <a:extLst>
              <a:ext uri="{FF2B5EF4-FFF2-40B4-BE49-F238E27FC236}">
                <a16:creationId xmlns:a16="http://schemas.microsoft.com/office/drawing/2014/main" id="{52F31103-59B7-9DC2-AB60-33DB8CCF9A9F}"/>
              </a:ext>
            </a:extLst>
          </p:cNvPr>
          <p:cNvSpPr/>
          <p:nvPr/>
        </p:nvSpPr>
        <p:spPr>
          <a:xfrm>
            <a:off x="1868216" y="3492640"/>
            <a:ext cx="77000" cy="1711"/>
          </a:xfrm>
          <a:custGeom>
            <a:avLst/>
            <a:gdLst>
              <a:gd name="connsiteX0" fmla="*/ 77000 w 77000"/>
              <a:gd name="connsiteY0" fmla="*/ 0 h 1711"/>
              <a:gd name="connsiteX1" fmla="*/ 0 w 77000"/>
              <a:gd name="connsiteY1" fmla="*/ 0 h 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000" h="1711">
                <a:moveTo>
                  <a:pt x="77000" y="0"/>
                </a:moveTo>
                <a:lnTo>
                  <a:pt x="0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63" name="TextBox 2562">
            <a:extLst>
              <a:ext uri="{FF2B5EF4-FFF2-40B4-BE49-F238E27FC236}">
                <a16:creationId xmlns:a16="http://schemas.microsoft.com/office/drawing/2014/main" id="{7C36C160-7207-90BB-E864-0B7C9AB9CB52}"/>
              </a:ext>
            </a:extLst>
          </p:cNvPr>
          <p:cNvSpPr txBox="1"/>
          <p:nvPr/>
        </p:nvSpPr>
        <p:spPr>
          <a:xfrm>
            <a:off x="1441336" y="3354872"/>
            <a:ext cx="5100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1.5</a:t>
            </a:r>
          </a:p>
        </p:txBody>
      </p:sp>
      <p:sp>
        <p:nvSpPr>
          <p:cNvPr id="2564" name="Freeform 2563">
            <a:extLst>
              <a:ext uri="{FF2B5EF4-FFF2-40B4-BE49-F238E27FC236}">
                <a16:creationId xmlns:a16="http://schemas.microsoft.com/office/drawing/2014/main" id="{17C9D3E0-9584-EB02-BCF0-946DD3E32973}"/>
              </a:ext>
            </a:extLst>
          </p:cNvPr>
          <p:cNvSpPr/>
          <p:nvPr/>
        </p:nvSpPr>
        <p:spPr>
          <a:xfrm>
            <a:off x="1868216" y="2365976"/>
            <a:ext cx="77000" cy="1711"/>
          </a:xfrm>
          <a:custGeom>
            <a:avLst/>
            <a:gdLst>
              <a:gd name="connsiteX0" fmla="*/ 77000 w 77000"/>
              <a:gd name="connsiteY0" fmla="*/ 0 h 1711"/>
              <a:gd name="connsiteX1" fmla="*/ 0 w 77000"/>
              <a:gd name="connsiteY1" fmla="*/ 0 h 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000" h="1711">
                <a:moveTo>
                  <a:pt x="77000" y="0"/>
                </a:moveTo>
                <a:lnTo>
                  <a:pt x="0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65" name="TextBox 2564">
            <a:extLst>
              <a:ext uri="{FF2B5EF4-FFF2-40B4-BE49-F238E27FC236}">
                <a16:creationId xmlns:a16="http://schemas.microsoft.com/office/drawing/2014/main" id="{FDF37639-8527-0381-A48B-1AFB796B03D4}"/>
              </a:ext>
            </a:extLst>
          </p:cNvPr>
          <p:cNvSpPr txBox="1"/>
          <p:nvPr/>
        </p:nvSpPr>
        <p:spPr>
          <a:xfrm>
            <a:off x="1311493" y="222820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2.25</a:t>
            </a:r>
          </a:p>
        </p:txBody>
      </p:sp>
      <p:sp>
        <p:nvSpPr>
          <p:cNvPr id="2566" name="Freeform 2565">
            <a:extLst>
              <a:ext uri="{FF2B5EF4-FFF2-40B4-BE49-F238E27FC236}">
                <a16:creationId xmlns:a16="http://schemas.microsoft.com/office/drawing/2014/main" id="{03FEC970-810D-25D2-A82F-68D7F5017E34}"/>
              </a:ext>
            </a:extLst>
          </p:cNvPr>
          <p:cNvSpPr/>
          <p:nvPr/>
        </p:nvSpPr>
        <p:spPr>
          <a:xfrm>
            <a:off x="1868216" y="1239312"/>
            <a:ext cx="77000" cy="1711"/>
          </a:xfrm>
          <a:custGeom>
            <a:avLst/>
            <a:gdLst>
              <a:gd name="connsiteX0" fmla="*/ 77000 w 77000"/>
              <a:gd name="connsiteY0" fmla="*/ 0 h 1711"/>
              <a:gd name="connsiteX1" fmla="*/ 0 w 77000"/>
              <a:gd name="connsiteY1" fmla="*/ 0 h 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000" h="1711">
                <a:moveTo>
                  <a:pt x="77000" y="0"/>
                </a:moveTo>
                <a:lnTo>
                  <a:pt x="0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67" name="TextBox 2566">
            <a:extLst>
              <a:ext uri="{FF2B5EF4-FFF2-40B4-BE49-F238E27FC236}">
                <a16:creationId xmlns:a16="http://schemas.microsoft.com/office/drawing/2014/main" id="{98B5A552-DC8B-0EF8-C639-C65994A15A1F}"/>
              </a:ext>
            </a:extLst>
          </p:cNvPr>
          <p:cNvSpPr txBox="1"/>
          <p:nvPr/>
        </p:nvSpPr>
        <p:spPr>
          <a:xfrm>
            <a:off x="1441336" y="1101544"/>
            <a:ext cx="5100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3.0</a:t>
            </a:r>
          </a:p>
        </p:txBody>
      </p:sp>
      <p:sp>
        <p:nvSpPr>
          <p:cNvPr id="2568" name="TextBox 2567">
            <a:extLst>
              <a:ext uri="{FF2B5EF4-FFF2-40B4-BE49-F238E27FC236}">
                <a16:creationId xmlns:a16="http://schemas.microsoft.com/office/drawing/2014/main" id="{91291DC9-23CA-9533-E394-D5B83A698E88}"/>
              </a:ext>
            </a:extLst>
          </p:cNvPr>
          <p:cNvSpPr txBox="1"/>
          <p:nvPr/>
        </p:nvSpPr>
        <p:spPr>
          <a:xfrm rot="16200000">
            <a:off x="-770986" y="3323362"/>
            <a:ext cx="3935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Star Entrepreneurs per 1000 children</a:t>
            </a:r>
          </a:p>
        </p:txBody>
      </p:sp>
      <p:sp>
        <p:nvSpPr>
          <p:cNvPr id="2569" name="Freeform 2568">
            <a:extLst>
              <a:ext uri="{FF2B5EF4-FFF2-40B4-BE49-F238E27FC236}">
                <a16:creationId xmlns:a16="http://schemas.microsoft.com/office/drawing/2014/main" id="{2E8EB57F-1479-4187-3B47-DE4B924C01D5}"/>
              </a:ext>
            </a:extLst>
          </p:cNvPr>
          <p:cNvSpPr/>
          <p:nvPr/>
        </p:nvSpPr>
        <p:spPr>
          <a:xfrm>
            <a:off x="1945216" y="5762600"/>
            <a:ext cx="8875944" cy="1711"/>
          </a:xfrm>
          <a:custGeom>
            <a:avLst/>
            <a:gdLst>
              <a:gd name="connsiteX0" fmla="*/ 0 w 8875944"/>
              <a:gd name="connsiteY0" fmla="*/ 0 h 1711"/>
              <a:gd name="connsiteX1" fmla="*/ 8875944 w 8875944"/>
              <a:gd name="connsiteY1" fmla="*/ 0 h 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75944" h="1711">
                <a:moveTo>
                  <a:pt x="0" y="0"/>
                </a:moveTo>
                <a:lnTo>
                  <a:pt x="8875944" y="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70" name="Freeform 2569">
            <a:extLst>
              <a:ext uri="{FF2B5EF4-FFF2-40B4-BE49-F238E27FC236}">
                <a16:creationId xmlns:a16="http://schemas.microsoft.com/office/drawing/2014/main" id="{5F98C835-A32D-5CA5-3C6C-0EB33661AA8B}"/>
              </a:ext>
            </a:extLst>
          </p:cNvPr>
          <p:cNvSpPr/>
          <p:nvPr/>
        </p:nvSpPr>
        <p:spPr>
          <a:xfrm>
            <a:off x="1961848" y="5762600"/>
            <a:ext cx="1711" cy="77000"/>
          </a:xfrm>
          <a:custGeom>
            <a:avLst/>
            <a:gdLst>
              <a:gd name="connsiteX0" fmla="*/ 0 w 1711"/>
              <a:gd name="connsiteY0" fmla="*/ 0 h 77000"/>
              <a:gd name="connsiteX1" fmla="*/ 0 w 1711"/>
              <a:gd name="connsiteY1" fmla="*/ 77000 h 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77000">
                <a:moveTo>
                  <a:pt x="0" y="0"/>
                </a:moveTo>
                <a:lnTo>
                  <a:pt x="0" y="7700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71" name="TextBox 2570">
            <a:extLst>
              <a:ext uri="{FF2B5EF4-FFF2-40B4-BE49-F238E27FC236}">
                <a16:creationId xmlns:a16="http://schemas.microsoft.com/office/drawing/2014/main" id="{F47EC6EB-A3A7-D0F9-AE9E-C3BD4826461F}"/>
              </a:ext>
            </a:extLst>
          </p:cNvPr>
          <p:cNvSpPr txBox="1"/>
          <p:nvPr/>
        </p:nvSpPr>
        <p:spPr>
          <a:xfrm>
            <a:off x="1816507" y="581810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0</a:t>
            </a:r>
          </a:p>
        </p:txBody>
      </p:sp>
      <p:sp>
        <p:nvSpPr>
          <p:cNvPr id="2572" name="Freeform 2571">
            <a:extLst>
              <a:ext uri="{FF2B5EF4-FFF2-40B4-BE49-F238E27FC236}">
                <a16:creationId xmlns:a16="http://schemas.microsoft.com/office/drawing/2014/main" id="{3E022EFA-9380-0733-32C1-56F3B08E070A}"/>
              </a:ext>
            </a:extLst>
          </p:cNvPr>
          <p:cNvSpPr/>
          <p:nvPr/>
        </p:nvSpPr>
        <p:spPr>
          <a:xfrm>
            <a:off x="3730384" y="5762600"/>
            <a:ext cx="1711" cy="77000"/>
          </a:xfrm>
          <a:custGeom>
            <a:avLst/>
            <a:gdLst>
              <a:gd name="connsiteX0" fmla="*/ 0 w 1711"/>
              <a:gd name="connsiteY0" fmla="*/ 0 h 77000"/>
              <a:gd name="connsiteX1" fmla="*/ 0 w 1711"/>
              <a:gd name="connsiteY1" fmla="*/ 77000 h 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77000">
                <a:moveTo>
                  <a:pt x="0" y="0"/>
                </a:moveTo>
                <a:lnTo>
                  <a:pt x="0" y="7700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73" name="TextBox 2572">
            <a:extLst>
              <a:ext uri="{FF2B5EF4-FFF2-40B4-BE49-F238E27FC236}">
                <a16:creationId xmlns:a16="http://schemas.microsoft.com/office/drawing/2014/main" id="{E49475E7-D831-9D8F-1FC1-A905905D03DC}"/>
              </a:ext>
            </a:extLst>
          </p:cNvPr>
          <p:cNvSpPr txBox="1"/>
          <p:nvPr/>
        </p:nvSpPr>
        <p:spPr>
          <a:xfrm>
            <a:off x="3531144" y="5818109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20</a:t>
            </a:r>
          </a:p>
        </p:txBody>
      </p:sp>
      <p:sp>
        <p:nvSpPr>
          <p:cNvPr id="2574" name="Freeform 2573">
            <a:extLst>
              <a:ext uri="{FF2B5EF4-FFF2-40B4-BE49-F238E27FC236}">
                <a16:creationId xmlns:a16="http://schemas.microsoft.com/office/drawing/2014/main" id="{381B5138-9D1C-7107-E208-9931C8F4CBDE}"/>
              </a:ext>
            </a:extLst>
          </p:cNvPr>
          <p:cNvSpPr/>
          <p:nvPr/>
        </p:nvSpPr>
        <p:spPr>
          <a:xfrm>
            <a:off x="5498920" y="5762600"/>
            <a:ext cx="1711" cy="77000"/>
          </a:xfrm>
          <a:custGeom>
            <a:avLst/>
            <a:gdLst>
              <a:gd name="connsiteX0" fmla="*/ 0 w 1711"/>
              <a:gd name="connsiteY0" fmla="*/ 0 h 77000"/>
              <a:gd name="connsiteX1" fmla="*/ 0 w 1711"/>
              <a:gd name="connsiteY1" fmla="*/ 77000 h 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77000">
                <a:moveTo>
                  <a:pt x="0" y="0"/>
                </a:moveTo>
                <a:lnTo>
                  <a:pt x="0" y="7700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75" name="TextBox 2574">
            <a:extLst>
              <a:ext uri="{FF2B5EF4-FFF2-40B4-BE49-F238E27FC236}">
                <a16:creationId xmlns:a16="http://schemas.microsoft.com/office/drawing/2014/main" id="{3C58429D-090B-D4BC-09E4-5859A0B30D01}"/>
              </a:ext>
            </a:extLst>
          </p:cNvPr>
          <p:cNvSpPr txBox="1"/>
          <p:nvPr/>
        </p:nvSpPr>
        <p:spPr>
          <a:xfrm>
            <a:off x="5299679" y="5818109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40</a:t>
            </a:r>
          </a:p>
        </p:txBody>
      </p:sp>
      <p:sp>
        <p:nvSpPr>
          <p:cNvPr id="2576" name="Freeform 2575">
            <a:extLst>
              <a:ext uri="{FF2B5EF4-FFF2-40B4-BE49-F238E27FC236}">
                <a16:creationId xmlns:a16="http://schemas.microsoft.com/office/drawing/2014/main" id="{8593DEC8-953C-F40B-8E75-CAB8ACD96981}"/>
              </a:ext>
            </a:extLst>
          </p:cNvPr>
          <p:cNvSpPr/>
          <p:nvPr/>
        </p:nvSpPr>
        <p:spPr>
          <a:xfrm>
            <a:off x="7267456" y="5762600"/>
            <a:ext cx="1711" cy="77000"/>
          </a:xfrm>
          <a:custGeom>
            <a:avLst/>
            <a:gdLst>
              <a:gd name="connsiteX0" fmla="*/ 0 w 1711"/>
              <a:gd name="connsiteY0" fmla="*/ 0 h 77000"/>
              <a:gd name="connsiteX1" fmla="*/ 0 w 1711"/>
              <a:gd name="connsiteY1" fmla="*/ 77000 h 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77000">
                <a:moveTo>
                  <a:pt x="0" y="0"/>
                </a:moveTo>
                <a:lnTo>
                  <a:pt x="0" y="7700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77" name="TextBox 2576">
            <a:extLst>
              <a:ext uri="{FF2B5EF4-FFF2-40B4-BE49-F238E27FC236}">
                <a16:creationId xmlns:a16="http://schemas.microsoft.com/office/drawing/2014/main" id="{8E0691E4-E26C-2287-6C86-38371DAA1DE3}"/>
              </a:ext>
            </a:extLst>
          </p:cNvPr>
          <p:cNvSpPr txBox="1"/>
          <p:nvPr/>
        </p:nvSpPr>
        <p:spPr>
          <a:xfrm>
            <a:off x="7068216" y="5818109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60</a:t>
            </a:r>
          </a:p>
        </p:txBody>
      </p:sp>
      <p:sp>
        <p:nvSpPr>
          <p:cNvPr id="2578" name="Freeform 2577">
            <a:extLst>
              <a:ext uri="{FF2B5EF4-FFF2-40B4-BE49-F238E27FC236}">
                <a16:creationId xmlns:a16="http://schemas.microsoft.com/office/drawing/2014/main" id="{0F488172-6FE5-2251-3C35-1DFA32F5228B}"/>
              </a:ext>
            </a:extLst>
          </p:cNvPr>
          <p:cNvSpPr/>
          <p:nvPr/>
        </p:nvSpPr>
        <p:spPr>
          <a:xfrm>
            <a:off x="9035992" y="5762600"/>
            <a:ext cx="1711" cy="77000"/>
          </a:xfrm>
          <a:custGeom>
            <a:avLst/>
            <a:gdLst>
              <a:gd name="connsiteX0" fmla="*/ 0 w 1711"/>
              <a:gd name="connsiteY0" fmla="*/ 0 h 77000"/>
              <a:gd name="connsiteX1" fmla="*/ 0 w 1711"/>
              <a:gd name="connsiteY1" fmla="*/ 77000 h 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77000">
                <a:moveTo>
                  <a:pt x="0" y="0"/>
                </a:moveTo>
                <a:lnTo>
                  <a:pt x="0" y="7700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79" name="TextBox 2578">
            <a:extLst>
              <a:ext uri="{FF2B5EF4-FFF2-40B4-BE49-F238E27FC236}">
                <a16:creationId xmlns:a16="http://schemas.microsoft.com/office/drawing/2014/main" id="{6B5986B3-F525-64A5-F6DE-5A8A9A6E75BE}"/>
              </a:ext>
            </a:extLst>
          </p:cNvPr>
          <p:cNvSpPr txBox="1"/>
          <p:nvPr/>
        </p:nvSpPr>
        <p:spPr>
          <a:xfrm>
            <a:off x="8836751" y="5818109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80</a:t>
            </a:r>
          </a:p>
        </p:txBody>
      </p:sp>
      <p:sp>
        <p:nvSpPr>
          <p:cNvPr id="2580" name="Freeform 2579">
            <a:extLst>
              <a:ext uri="{FF2B5EF4-FFF2-40B4-BE49-F238E27FC236}">
                <a16:creationId xmlns:a16="http://schemas.microsoft.com/office/drawing/2014/main" id="{612143A4-39CD-EA5F-86C2-C5EF89D89C49}"/>
              </a:ext>
            </a:extLst>
          </p:cNvPr>
          <p:cNvSpPr/>
          <p:nvPr/>
        </p:nvSpPr>
        <p:spPr>
          <a:xfrm>
            <a:off x="10804528" y="5762600"/>
            <a:ext cx="1711" cy="77000"/>
          </a:xfrm>
          <a:custGeom>
            <a:avLst/>
            <a:gdLst>
              <a:gd name="connsiteX0" fmla="*/ 0 w 1711"/>
              <a:gd name="connsiteY0" fmla="*/ 0 h 77000"/>
              <a:gd name="connsiteX1" fmla="*/ 0 w 1711"/>
              <a:gd name="connsiteY1" fmla="*/ 77000 h 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1" h="77000">
                <a:moveTo>
                  <a:pt x="0" y="0"/>
                </a:moveTo>
                <a:lnTo>
                  <a:pt x="0" y="77000"/>
                </a:lnTo>
              </a:path>
            </a:pathLst>
          </a:custGeom>
          <a:ln w="1108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2581" name="TextBox 2580">
            <a:extLst>
              <a:ext uri="{FF2B5EF4-FFF2-40B4-BE49-F238E27FC236}">
                <a16:creationId xmlns:a16="http://schemas.microsoft.com/office/drawing/2014/main" id="{A40CC0EC-47A6-C935-B81E-1AD6C40D8728}"/>
              </a:ext>
            </a:extLst>
          </p:cNvPr>
          <p:cNvSpPr txBox="1"/>
          <p:nvPr/>
        </p:nvSpPr>
        <p:spPr>
          <a:xfrm>
            <a:off x="10551387" y="5818109"/>
            <a:ext cx="574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100</a:t>
            </a:r>
          </a:p>
        </p:txBody>
      </p:sp>
      <p:sp>
        <p:nvSpPr>
          <p:cNvPr id="2582" name="TextBox 2581">
            <a:extLst>
              <a:ext uri="{FF2B5EF4-FFF2-40B4-BE49-F238E27FC236}">
                <a16:creationId xmlns:a16="http://schemas.microsoft.com/office/drawing/2014/main" id="{1AECA830-5464-2C97-F7BD-BBEDDD2F776B}"/>
              </a:ext>
            </a:extLst>
          </p:cNvPr>
          <p:cNvSpPr txBox="1"/>
          <p:nvPr/>
        </p:nvSpPr>
        <p:spPr>
          <a:xfrm>
            <a:off x="4717525" y="6087609"/>
            <a:ext cx="3765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+mn-cs"/>
                <a:sym typeface="Helvetica"/>
                <a:rtl val="0"/>
              </a:rPr>
              <a:t>Parent Household Income Percentile</a:t>
            </a:r>
          </a:p>
        </p:txBody>
      </p:sp>
      <p:cxnSp>
        <p:nvCxnSpPr>
          <p:cNvPr id="884" name="Straight Connector 883">
            <a:extLst>
              <a:ext uri="{FF2B5EF4-FFF2-40B4-BE49-F238E27FC236}">
                <a16:creationId xmlns:a16="http://schemas.microsoft.com/office/drawing/2014/main" id="{7515D411-C4E1-147F-17D1-23C24357AB69}"/>
              </a:ext>
            </a:extLst>
          </p:cNvPr>
          <p:cNvCxnSpPr>
            <a:cxnSpLocks/>
          </p:cNvCxnSpPr>
          <p:nvPr/>
        </p:nvCxnSpPr>
        <p:spPr>
          <a:xfrm>
            <a:off x="7788690" y="1816162"/>
            <a:ext cx="261081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5" name="TextBox 884">
            <a:extLst>
              <a:ext uri="{FF2B5EF4-FFF2-40B4-BE49-F238E27FC236}">
                <a16:creationId xmlns:a16="http://schemas.microsoft.com/office/drawing/2014/main" id="{1E4CEC55-8D37-E81B-E344-E9C3A8601503}"/>
              </a:ext>
            </a:extLst>
          </p:cNvPr>
          <p:cNvSpPr txBox="1"/>
          <p:nvPr/>
        </p:nvSpPr>
        <p:spPr>
          <a:xfrm>
            <a:off x="4577076" y="1669728"/>
            <a:ext cx="3332345" cy="1323437"/>
          </a:xfrm>
          <a:prstGeom prst="rect">
            <a:avLst/>
          </a:prstGeom>
          <a:solidFill>
            <a:schemeClr val="bg1"/>
          </a:solidFill>
        </p:spPr>
        <p:txBody>
          <a:bodyPr wrap="square" lIns="91335" tIns="45719" rIns="91335" bIns="45719" rtlCol="0">
            <a:spAutoFit/>
          </a:bodyPr>
          <a:lstStyle/>
          <a:p>
            <a:pPr marL="0" marR="0" lvl="0" indent="0" algn="l" defTabSz="9131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Children of parents in top 1% are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B7A4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20 times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more likely to found a high-employment business than those with below-median parent income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reeform 2469">
            <a:extLst>
              <a:ext uri="{FF2B5EF4-FFF2-40B4-BE49-F238E27FC236}">
                <a16:creationId xmlns:a16="http://schemas.microsoft.com/office/drawing/2014/main" id="{9FCEAF51-1310-2A98-D604-B350B30DD665}"/>
              </a:ext>
            </a:extLst>
          </p:cNvPr>
          <p:cNvSpPr/>
          <p:nvPr/>
        </p:nvSpPr>
        <p:spPr>
          <a:xfrm>
            <a:off x="8998416" y="5268568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5" name="Freeform 2467">
            <a:extLst>
              <a:ext uri="{FF2B5EF4-FFF2-40B4-BE49-F238E27FC236}">
                <a16:creationId xmlns:a16="http://schemas.microsoft.com/office/drawing/2014/main" id="{4CAED1DB-6AA4-A1EF-4F4F-CDE45BBEAC73}"/>
              </a:ext>
            </a:extLst>
          </p:cNvPr>
          <p:cNvSpPr/>
          <p:nvPr/>
        </p:nvSpPr>
        <p:spPr>
          <a:xfrm>
            <a:off x="8556436" y="5305836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6" name="Freeform 2465">
            <a:extLst>
              <a:ext uri="{FF2B5EF4-FFF2-40B4-BE49-F238E27FC236}">
                <a16:creationId xmlns:a16="http://schemas.microsoft.com/office/drawing/2014/main" id="{D1FDD009-B136-079B-CDFC-87B9C3E59786}"/>
              </a:ext>
            </a:extLst>
          </p:cNvPr>
          <p:cNvSpPr/>
          <p:nvPr/>
        </p:nvSpPr>
        <p:spPr>
          <a:xfrm>
            <a:off x="8114148" y="5363432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8" name="Freeform 2453">
            <a:extLst>
              <a:ext uri="{FF2B5EF4-FFF2-40B4-BE49-F238E27FC236}">
                <a16:creationId xmlns:a16="http://schemas.microsoft.com/office/drawing/2014/main" id="{D9252699-AA7E-B770-6E02-DD41D902057B}"/>
              </a:ext>
            </a:extLst>
          </p:cNvPr>
          <p:cNvSpPr/>
          <p:nvPr/>
        </p:nvSpPr>
        <p:spPr>
          <a:xfrm>
            <a:off x="5461344" y="5476468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9" name="Freeform 2447">
            <a:extLst>
              <a:ext uri="{FF2B5EF4-FFF2-40B4-BE49-F238E27FC236}">
                <a16:creationId xmlns:a16="http://schemas.microsoft.com/office/drawing/2014/main" id="{40FDEC48-EB17-2781-86F2-DF95431E0E3F}"/>
              </a:ext>
            </a:extLst>
          </p:cNvPr>
          <p:cNvSpPr/>
          <p:nvPr/>
        </p:nvSpPr>
        <p:spPr>
          <a:xfrm>
            <a:off x="4135096" y="5512196"/>
            <a:ext cx="74535" cy="74535"/>
          </a:xfrm>
          <a:custGeom>
            <a:avLst/>
            <a:gdLst>
              <a:gd name="connsiteX0" fmla="*/ 0 w 74535"/>
              <a:gd name="connsiteY0" fmla="*/ 0 h 74535"/>
              <a:gd name="connsiteX1" fmla="*/ 74536 w 74535"/>
              <a:gd name="connsiteY1" fmla="*/ 0 h 74535"/>
              <a:gd name="connsiteX2" fmla="*/ 74536 w 74535"/>
              <a:gd name="connsiteY2" fmla="*/ 74536 h 74535"/>
              <a:gd name="connsiteX3" fmla="*/ 0 w 74535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5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10" name="Freeform 2441">
            <a:extLst>
              <a:ext uri="{FF2B5EF4-FFF2-40B4-BE49-F238E27FC236}">
                <a16:creationId xmlns:a16="http://schemas.microsoft.com/office/drawing/2014/main" id="{3380EFA7-EA6B-DB64-4869-C4DE3FFBB096}"/>
              </a:ext>
            </a:extLst>
          </p:cNvPr>
          <p:cNvSpPr/>
          <p:nvPr/>
        </p:nvSpPr>
        <p:spPr>
          <a:xfrm>
            <a:off x="2808540" y="5528520"/>
            <a:ext cx="74536" cy="74535"/>
          </a:xfrm>
          <a:custGeom>
            <a:avLst/>
            <a:gdLst>
              <a:gd name="connsiteX0" fmla="*/ 0 w 74536"/>
              <a:gd name="connsiteY0" fmla="*/ 0 h 74535"/>
              <a:gd name="connsiteX1" fmla="*/ 74536 w 74536"/>
              <a:gd name="connsiteY1" fmla="*/ 0 h 74535"/>
              <a:gd name="connsiteX2" fmla="*/ 74536 w 74536"/>
              <a:gd name="connsiteY2" fmla="*/ 74536 h 74535"/>
              <a:gd name="connsiteX3" fmla="*/ 0 w 74536"/>
              <a:gd name="connsiteY3" fmla="*/ 74536 h 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36" h="74535">
                <a:moveTo>
                  <a:pt x="0" y="0"/>
                </a:moveTo>
                <a:lnTo>
                  <a:pt x="74536" y="0"/>
                </a:lnTo>
                <a:lnTo>
                  <a:pt x="74536" y="74536"/>
                </a:lnTo>
                <a:lnTo>
                  <a:pt x="0" y="74536"/>
                </a:ln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13" name="Freeform 2496">
            <a:extLst>
              <a:ext uri="{FF2B5EF4-FFF2-40B4-BE49-F238E27FC236}">
                <a16:creationId xmlns:a16="http://schemas.microsoft.com/office/drawing/2014/main" id="{FEFD491A-B68B-AAA0-2882-BBA0715575D4}"/>
              </a:ext>
            </a:extLst>
          </p:cNvPr>
          <p:cNvSpPr/>
          <p:nvPr/>
        </p:nvSpPr>
        <p:spPr>
          <a:xfrm>
            <a:off x="2366560" y="5536219"/>
            <a:ext cx="74535" cy="74536"/>
          </a:xfrm>
          <a:custGeom>
            <a:avLst/>
            <a:gdLst>
              <a:gd name="connsiteX0" fmla="*/ 74536 w 74535"/>
              <a:gd name="connsiteY0" fmla="*/ 37268 h 74536"/>
              <a:gd name="connsiteX1" fmla="*/ 37268 w 74535"/>
              <a:gd name="connsiteY1" fmla="*/ 74536 h 74536"/>
              <a:gd name="connsiteX2" fmla="*/ 0 w 74535"/>
              <a:gd name="connsiteY2" fmla="*/ 37268 h 74536"/>
              <a:gd name="connsiteX3" fmla="*/ 37268 w 74535"/>
              <a:gd name="connsiteY3" fmla="*/ 0 h 74536"/>
              <a:gd name="connsiteX4" fmla="*/ 74536 w 74535"/>
              <a:gd name="connsiteY4" fmla="*/ 37268 h 74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35" h="74536">
                <a:moveTo>
                  <a:pt x="74536" y="37268"/>
                </a:moveTo>
                <a:cubicBezTo>
                  <a:pt x="74536" y="57851"/>
                  <a:pt x="57851" y="74536"/>
                  <a:pt x="37268" y="74536"/>
                </a:cubicBezTo>
                <a:cubicBezTo>
                  <a:pt x="16685" y="74536"/>
                  <a:pt x="0" y="57851"/>
                  <a:pt x="0" y="37268"/>
                </a:cubicBezTo>
                <a:cubicBezTo>
                  <a:pt x="0" y="16686"/>
                  <a:pt x="16685" y="0"/>
                  <a:pt x="37268" y="0"/>
                </a:cubicBezTo>
                <a:cubicBezTo>
                  <a:pt x="57850" y="0"/>
                  <a:pt x="74536" y="16686"/>
                  <a:pt x="74536" y="37268"/>
                </a:cubicBezTo>
                <a:close/>
              </a:path>
            </a:pathLst>
          </a:custGeom>
          <a:solidFill>
            <a:srgbClr val="7F4892"/>
          </a:solidFill>
          <a:ln w="17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5DAF8-FBBA-06B9-152A-FC7C4914589E}"/>
              </a:ext>
            </a:extLst>
          </p:cNvPr>
          <p:cNvSpPr txBox="1"/>
          <p:nvPr/>
        </p:nvSpPr>
        <p:spPr>
          <a:xfrm>
            <a:off x="-1947710" y="5912230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C63096-AF38-A8D4-7986-152229BB85C3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4A2E2E-0485-0915-53B7-2301B922F615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Dossi, Smith, van Reenen, Zidar, Zwick (2025)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1B890-E172-BB41-48DD-BD4CB3F4E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190" y="2779986"/>
            <a:ext cx="498866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NOT YET PUBLIC</a:t>
            </a:r>
          </a:p>
        </p:txBody>
      </p:sp>
    </p:spTree>
    <p:extLst>
      <p:ext uri="{BB962C8B-B14F-4D97-AF65-F5344CB8AC3E}">
        <p14:creationId xmlns:p14="http://schemas.microsoft.com/office/powerpoint/2010/main" val="278876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9B04D7-79D7-C3E2-CDDA-AF2F00785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85" y="3244334"/>
            <a:ext cx="624041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Additional slides for education-specific presentations (not usually included in general EOP)</a:t>
            </a:r>
          </a:p>
        </p:txBody>
      </p:sp>
    </p:spTree>
    <p:extLst>
      <p:ext uri="{BB962C8B-B14F-4D97-AF65-F5344CB8AC3E}">
        <p14:creationId xmlns:p14="http://schemas.microsoft.com/office/powerpoint/2010/main" val="199612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8F90-18FC-8C83-2B92-E9B4AB3A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6">
            <a:extLst>
              <a:ext uri="{FF2B5EF4-FFF2-40B4-BE49-F238E27FC236}">
                <a16:creationId xmlns:a16="http://schemas.microsoft.com/office/drawing/2014/main" id="{238B83A9-21B1-4572-ACC2-0047F5F14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989" y="303213"/>
            <a:ext cx="23812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65" name="Line 40">
            <a:extLst>
              <a:ext uri="{FF2B5EF4-FFF2-40B4-BE49-F238E27FC236}">
                <a16:creationId xmlns:a16="http://schemas.microsoft.com/office/drawing/2014/main" id="{1381D929-A524-21E5-4BC0-9B58ABA16E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0851" y="4247410"/>
            <a:ext cx="8020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49" name="Line 35">
            <a:extLst>
              <a:ext uri="{FF2B5EF4-FFF2-40B4-BE49-F238E27FC236}">
                <a16:creationId xmlns:a16="http://schemas.microsoft.com/office/drawing/2014/main" id="{6003C9B9-E4CF-4609-73A1-C607C44941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8985" y="1223116"/>
            <a:ext cx="0" cy="4605903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50" name="Line 36">
            <a:extLst>
              <a:ext uri="{FF2B5EF4-FFF2-40B4-BE49-F238E27FC236}">
                <a16:creationId xmlns:a16="http://schemas.microsoft.com/office/drawing/2014/main" id="{4D49E605-8C3F-B0AC-2BC6-840D99C9AF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8783" y="5694393"/>
            <a:ext cx="8020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51" name="Rectangle 37">
            <a:extLst>
              <a:ext uri="{FF2B5EF4-FFF2-40B4-BE49-F238E27FC236}">
                <a16:creationId xmlns:a16="http://schemas.microsoft.com/office/drawing/2014/main" id="{05E3F05D-4238-BA89-27E6-EC72D2E2F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087" y="5585546"/>
            <a:ext cx="246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0%</a:t>
            </a:r>
          </a:p>
        </p:txBody>
      </p:sp>
      <p:sp>
        <p:nvSpPr>
          <p:cNvPr id="54" name="Line 40">
            <a:extLst>
              <a:ext uri="{FF2B5EF4-FFF2-40B4-BE49-F238E27FC236}">
                <a16:creationId xmlns:a16="http://schemas.microsoft.com/office/drawing/2014/main" id="{78917089-5AE6-F28A-FEB9-339C3AB8FF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8783" y="2800427"/>
            <a:ext cx="8020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55" name="Rectangle 41">
            <a:extLst>
              <a:ext uri="{FF2B5EF4-FFF2-40B4-BE49-F238E27FC236}">
                <a16:creationId xmlns:a16="http://schemas.microsoft.com/office/drawing/2014/main" id="{6719BD41-BB83-CC99-6577-393EE5222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733" y="4124299"/>
            <a:ext cx="3702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10%</a:t>
            </a:r>
          </a:p>
        </p:txBody>
      </p:sp>
      <p:sp>
        <p:nvSpPr>
          <p:cNvPr id="57" name="Rectangle 43">
            <a:extLst>
              <a:ext uri="{FF2B5EF4-FFF2-40B4-BE49-F238E27FC236}">
                <a16:creationId xmlns:a16="http://schemas.microsoft.com/office/drawing/2014/main" id="{8555F251-97D1-04A9-DFDE-80A1B409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733" y="2676029"/>
            <a:ext cx="3702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20%</a:t>
            </a:r>
          </a:p>
        </p:txBody>
      </p:sp>
      <p:sp>
        <p:nvSpPr>
          <p:cNvPr id="58" name="Line 44">
            <a:extLst>
              <a:ext uri="{FF2B5EF4-FFF2-40B4-BE49-F238E27FC236}">
                <a16:creationId xmlns:a16="http://schemas.microsoft.com/office/drawing/2014/main" id="{9C94CF67-8DCA-3C7F-5ACB-200975EC0A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8783" y="1353444"/>
            <a:ext cx="8020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59" name="Rectangle 45">
            <a:extLst>
              <a:ext uri="{FF2B5EF4-FFF2-40B4-BE49-F238E27FC236}">
                <a16:creationId xmlns:a16="http://schemas.microsoft.com/office/drawing/2014/main" id="{F305D575-E5BF-0B14-1659-B99D91004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733" y="1243166"/>
            <a:ext cx="3702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30%</a:t>
            </a:r>
          </a:p>
        </p:txBody>
      </p:sp>
      <p:sp>
        <p:nvSpPr>
          <p:cNvPr id="60" name="Rectangle 46">
            <a:extLst>
              <a:ext uri="{FF2B5EF4-FFF2-40B4-BE49-F238E27FC236}">
                <a16:creationId xmlns:a16="http://schemas.microsoft.com/office/drawing/2014/main" id="{C4A78612-435A-68CB-67DC-A67FB0D668E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97840" y="3318457"/>
            <a:ext cx="19332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/>
              </a:rPr>
              <a:t>Percent of Students</a:t>
            </a:r>
          </a:p>
        </p:txBody>
      </p:sp>
      <p:sp>
        <p:nvSpPr>
          <p:cNvPr id="61" name="Line 47">
            <a:extLst>
              <a:ext uri="{FF2B5EF4-FFF2-40B4-BE49-F238E27FC236}">
                <a16:creationId xmlns:a16="http://schemas.microsoft.com/office/drawing/2014/main" id="{08434521-DE5E-3F81-3631-204DF5CC6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8985" y="5829019"/>
            <a:ext cx="727979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62" name="Line 48">
            <a:extLst>
              <a:ext uri="{FF2B5EF4-FFF2-40B4-BE49-F238E27FC236}">
                <a16:creationId xmlns:a16="http://schemas.microsoft.com/office/drawing/2014/main" id="{FD63DF8E-9DE4-D6C1-7DA4-B2F919C53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3493" y="5829019"/>
            <a:ext cx="0" cy="802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64" name="Line 50">
            <a:extLst>
              <a:ext uri="{FF2B5EF4-FFF2-40B4-BE49-F238E27FC236}">
                <a16:creationId xmlns:a16="http://schemas.microsoft.com/office/drawing/2014/main" id="{69D75064-D075-7D57-BEE2-B832DB2BA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8692" y="5829019"/>
            <a:ext cx="0" cy="802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66" name="Line 52">
            <a:extLst>
              <a:ext uri="{FF2B5EF4-FFF2-40B4-BE49-F238E27FC236}">
                <a16:creationId xmlns:a16="http://schemas.microsoft.com/office/drawing/2014/main" id="{3A8FCBE8-FED9-08CB-DBE0-FEF8FB5F3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8164" y="5829019"/>
            <a:ext cx="0" cy="802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68" name="Line 54">
            <a:extLst>
              <a:ext uri="{FF2B5EF4-FFF2-40B4-BE49-F238E27FC236}">
                <a16:creationId xmlns:a16="http://schemas.microsoft.com/office/drawing/2014/main" id="{88169C5D-1912-39BA-5198-879DA42A8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3364" y="5829019"/>
            <a:ext cx="0" cy="802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70" name="Line 56">
            <a:extLst>
              <a:ext uri="{FF2B5EF4-FFF2-40B4-BE49-F238E27FC236}">
                <a16:creationId xmlns:a16="http://schemas.microsoft.com/office/drawing/2014/main" id="{E3A2E790-D69D-F37C-0C7D-5800226FE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54267" y="5829019"/>
            <a:ext cx="0" cy="80202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72" name="Rectangle 58">
            <a:extLst>
              <a:ext uri="{FF2B5EF4-FFF2-40B4-BE49-F238E27FC236}">
                <a16:creationId xmlns:a16="http://schemas.microsoft.com/office/drawing/2014/main" id="{A22257F3-CC4E-45FE-8C28-6E09718B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323" y="6332656"/>
            <a:ext cx="226504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/>
              </a:rPr>
              <a:t>Parent Income Quintile</a:t>
            </a:r>
          </a:p>
        </p:txBody>
      </p:sp>
      <p:sp>
        <p:nvSpPr>
          <p:cNvPr id="88" name="Rectangle 39">
            <a:extLst>
              <a:ext uri="{FF2B5EF4-FFF2-40B4-BE49-F238E27FC236}">
                <a16:creationId xmlns:a16="http://schemas.microsoft.com/office/drawing/2014/main" id="{96C7146B-DE87-1D1B-BF94-799F1401D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371" y="5929916"/>
            <a:ext cx="7405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&lt; $25K</a:t>
            </a:r>
          </a:p>
        </p:txBody>
      </p:sp>
      <p:sp>
        <p:nvSpPr>
          <p:cNvPr id="89" name="Rectangle 41">
            <a:extLst>
              <a:ext uri="{FF2B5EF4-FFF2-40B4-BE49-F238E27FC236}">
                <a16:creationId xmlns:a16="http://schemas.microsoft.com/office/drawing/2014/main" id="{27374128-0DD7-741A-0607-D5D5DECB9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274" y="5929916"/>
            <a:ext cx="7405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25-47K</a:t>
            </a:r>
          </a:p>
        </p:txBody>
      </p:sp>
      <p:sp>
        <p:nvSpPr>
          <p:cNvPr id="90" name="Rectangle 43">
            <a:extLst>
              <a:ext uri="{FF2B5EF4-FFF2-40B4-BE49-F238E27FC236}">
                <a16:creationId xmlns:a16="http://schemas.microsoft.com/office/drawing/2014/main" id="{612D2724-6D75-20D0-596A-D87783200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188" y="5929916"/>
            <a:ext cx="7405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47-74K</a:t>
            </a:r>
          </a:p>
        </p:txBody>
      </p:sp>
      <p:sp>
        <p:nvSpPr>
          <p:cNvPr id="91" name="Rectangle 45">
            <a:extLst>
              <a:ext uri="{FF2B5EF4-FFF2-40B4-BE49-F238E27FC236}">
                <a16:creationId xmlns:a16="http://schemas.microsoft.com/office/drawing/2014/main" id="{33A8F208-324C-FBAF-AA1C-433628BF2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669" y="5929916"/>
            <a:ext cx="8640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74-111K</a:t>
            </a:r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EC6FC991-758B-F9FD-3A34-104068235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2831" y="5929916"/>
            <a:ext cx="8640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Arial"/>
              </a:rPr>
              <a:t>&gt; $111K</a:t>
            </a:r>
          </a:p>
        </p:txBody>
      </p:sp>
      <p:sp>
        <p:nvSpPr>
          <p:cNvPr id="143" name="Rectangle 13">
            <a:extLst>
              <a:ext uri="{FF2B5EF4-FFF2-40B4-BE49-F238E27FC236}">
                <a16:creationId xmlns:a16="http://schemas.microsoft.com/office/drawing/2014/main" id="{FD3F8CB6-CA9F-D83F-0FDA-6F710A1AE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668" y="3997570"/>
            <a:ext cx="774812" cy="1691094"/>
          </a:xfrm>
          <a:prstGeom prst="rect">
            <a:avLst/>
          </a:prstGeom>
          <a:solidFill>
            <a:srgbClr val="142A50"/>
          </a:solidFill>
          <a:ln w="11113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4" name="Rectangle 14">
            <a:extLst>
              <a:ext uri="{FF2B5EF4-FFF2-40B4-BE49-F238E27FC236}">
                <a16:creationId xmlns:a16="http://schemas.microsoft.com/office/drawing/2014/main" id="{F6A27BE4-DBD0-5AE8-2E1C-254611057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512" y="2876023"/>
            <a:ext cx="780541" cy="2812641"/>
          </a:xfrm>
          <a:prstGeom prst="rect">
            <a:avLst/>
          </a:prstGeom>
          <a:solidFill>
            <a:srgbClr val="142A50"/>
          </a:solidFill>
          <a:ln w="11113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5" name="Rectangle 15">
            <a:extLst>
              <a:ext uri="{FF2B5EF4-FFF2-40B4-BE49-F238E27FC236}">
                <a16:creationId xmlns:a16="http://schemas.microsoft.com/office/drawing/2014/main" id="{22FD69F9-8272-6A73-6B54-D508375F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9396" y="2474956"/>
            <a:ext cx="780541" cy="3213709"/>
          </a:xfrm>
          <a:prstGeom prst="rect">
            <a:avLst/>
          </a:prstGeom>
          <a:solidFill>
            <a:srgbClr val="142A50"/>
          </a:solidFill>
          <a:ln w="11113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0F45EBCC-966E-7A87-DFA8-AE1A7D75D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121" y="2076935"/>
            <a:ext cx="780541" cy="3611730"/>
          </a:xfrm>
          <a:prstGeom prst="rect">
            <a:avLst/>
          </a:prstGeom>
          <a:solidFill>
            <a:srgbClr val="142A50"/>
          </a:solidFill>
          <a:ln w="11113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7" name="Rectangle 17">
            <a:extLst>
              <a:ext uri="{FF2B5EF4-FFF2-40B4-BE49-F238E27FC236}">
                <a16:creationId xmlns:a16="http://schemas.microsoft.com/office/drawing/2014/main" id="{6098B73F-45FC-59D1-0C04-30ED0FDFC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5600" y="2743201"/>
            <a:ext cx="780541" cy="2945464"/>
          </a:xfrm>
          <a:prstGeom prst="rect">
            <a:avLst/>
          </a:prstGeom>
          <a:solidFill>
            <a:srgbClr val="142A50"/>
          </a:solidFill>
          <a:ln w="11113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1E7CE-0FFE-1F89-C6F4-FB577DCA8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Mobility Report Cards: Del Mar College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2852BA-8EC1-F68D-4B28-CB3E4B12299F}"/>
              </a:ext>
            </a:extLst>
          </p:cNvPr>
          <p:cNvCxnSpPr>
            <a:cxnSpLocks/>
          </p:cNvCxnSpPr>
          <p:nvPr/>
        </p:nvCxnSpPr>
        <p:spPr>
          <a:xfrm>
            <a:off x="620980" y="759919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elcome to Del Mar College">
            <a:extLst>
              <a:ext uri="{FF2B5EF4-FFF2-40B4-BE49-F238E27FC236}">
                <a16:creationId xmlns:a16="http://schemas.microsoft.com/office/drawing/2014/main" id="{21164EA9-1E6F-5764-9E73-E9964ED71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0" r="22439" b="36869"/>
          <a:stretch/>
        </p:blipFill>
        <p:spPr bwMode="auto">
          <a:xfrm>
            <a:off x="613836" y="1195779"/>
            <a:ext cx="1369485" cy="51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B0869EE0-5E7C-B4B1-5C97-00BCBE740EF9}"/>
              </a:ext>
            </a:extLst>
          </p:cNvPr>
          <p:cNvGrpSpPr/>
          <p:nvPr/>
        </p:nvGrpSpPr>
        <p:grpSpPr>
          <a:xfrm>
            <a:off x="3439095" y="1831390"/>
            <a:ext cx="6059570" cy="1606579"/>
            <a:chOff x="3439095" y="1831390"/>
            <a:chExt cx="6059570" cy="160657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761B7F-8D01-6C99-4629-B11EF42D7F1D}"/>
                </a:ext>
              </a:extLst>
            </p:cNvPr>
            <p:cNvGrpSpPr/>
            <p:nvPr/>
          </p:nvGrpSpPr>
          <p:grpSpPr>
            <a:xfrm>
              <a:off x="3439095" y="1831390"/>
              <a:ext cx="6059570" cy="1606579"/>
              <a:chOff x="3439095" y="1831390"/>
              <a:chExt cx="6059570" cy="1606579"/>
            </a:xfrm>
          </p:grpSpPr>
          <p:sp>
            <p:nvSpPr>
              <p:cNvPr id="38" name="Oval 24">
                <a:extLst>
                  <a:ext uri="{FF2B5EF4-FFF2-40B4-BE49-F238E27FC236}">
                    <a16:creationId xmlns:a16="http://schemas.microsoft.com/office/drawing/2014/main" id="{0BB98C19-F3B6-85B0-7FB1-9D5185C72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9095" y="3347741"/>
                <a:ext cx="90228" cy="90228"/>
              </a:xfrm>
              <a:prstGeom prst="ellipse">
                <a:avLst/>
              </a:prstGeom>
              <a:solidFill>
                <a:srgbClr val="0290C1"/>
              </a:solidFill>
              <a:ln w="22225">
                <a:solidFill>
                  <a:srgbClr val="0290C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</a:endParaRPr>
              </a:p>
            </p:txBody>
          </p:sp>
          <p:sp>
            <p:nvSpPr>
              <p:cNvPr id="39" name="Oval 25">
                <a:extLst>
                  <a:ext uri="{FF2B5EF4-FFF2-40B4-BE49-F238E27FC236}">
                    <a16:creationId xmlns:a16="http://schemas.microsoft.com/office/drawing/2014/main" id="{A7A039B8-1A77-A8E0-BC70-2EB02C6D2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4295" y="3032774"/>
                <a:ext cx="90228" cy="90228"/>
              </a:xfrm>
              <a:prstGeom prst="ellipse">
                <a:avLst/>
              </a:prstGeom>
              <a:solidFill>
                <a:srgbClr val="0290C1"/>
              </a:solidFill>
              <a:ln w="22225">
                <a:solidFill>
                  <a:srgbClr val="0290C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</a:endParaRPr>
              </a:p>
            </p:txBody>
          </p:sp>
          <p:sp>
            <p:nvSpPr>
              <p:cNvPr id="40" name="Oval 26">
                <a:extLst>
                  <a:ext uri="{FF2B5EF4-FFF2-40B4-BE49-F238E27FC236}">
                    <a16:creationId xmlns:a16="http://schemas.microsoft.com/office/drawing/2014/main" id="{71931BFE-5510-2715-6B2E-BA2D90747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3766" y="2710344"/>
                <a:ext cx="90228" cy="88795"/>
              </a:xfrm>
              <a:prstGeom prst="ellipse">
                <a:avLst/>
              </a:prstGeom>
              <a:solidFill>
                <a:srgbClr val="0290C1"/>
              </a:solidFill>
              <a:ln w="22225">
                <a:solidFill>
                  <a:srgbClr val="0290C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</a:endParaRPr>
              </a:p>
            </p:txBody>
          </p:sp>
          <p:sp>
            <p:nvSpPr>
              <p:cNvPr id="41" name="Oval 27">
                <a:extLst>
                  <a:ext uri="{FF2B5EF4-FFF2-40B4-BE49-F238E27FC236}">
                    <a16:creationId xmlns:a16="http://schemas.microsoft.com/office/drawing/2014/main" id="{0829EF5E-4A6E-456D-2004-651D41BFB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8966" y="2186487"/>
                <a:ext cx="90228" cy="90228"/>
              </a:xfrm>
              <a:prstGeom prst="ellipse">
                <a:avLst/>
              </a:prstGeom>
              <a:solidFill>
                <a:srgbClr val="0290C1"/>
              </a:solidFill>
              <a:ln w="22225">
                <a:solidFill>
                  <a:srgbClr val="0290C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</a:endParaRPr>
              </a:p>
            </p:txBody>
          </p:sp>
          <p:sp>
            <p:nvSpPr>
              <p:cNvPr id="42" name="Oval 28">
                <a:extLst>
                  <a:ext uri="{FF2B5EF4-FFF2-40B4-BE49-F238E27FC236}">
                    <a16:creationId xmlns:a16="http://schemas.microsoft.com/office/drawing/2014/main" id="{5A410CAF-4DBF-4A76-6A87-6ADDAEBF6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08437" y="1831390"/>
                <a:ext cx="90228" cy="90228"/>
              </a:xfrm>
              <a:prstGeom prst="ellipse">
                <a:avLst/>
              </a:prstGeom>
              <a:solidFill>
                <a:srgbClr val="0290C1"/>
              </a:solidFill>
              <a:ln w="22225">
                <a:solidFill>
                  <a:srgbClr val="0290C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470C49-7252-EB6B-66A4-86AB9543E7B2}"/>
                </a:ext>
              </a:extLst>
            </p:cNvPr>
            <p:cNvCxnSpPr>
              <a:stCxn id="38" idx="7"/>
              <a:endCxn id="39" idx="7"/>
            </p:cNvCxnSpPr>
            <p:nvPr/>
          </p:nvCxnSpPr>
          <p:spPr>
            <a:xfrm flipV="1">
              <a:off x="3516109" y="3045988"/>
              <a:ext cx="1495200" cy="314967"/>
            </a:xfrm>
            <a:prstGeom prst="line">
              <a:avLst/>
            </a:prstGeom>
            <a:ln>
              <a:solidFill>
                <a:srgbClr val="0290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3C9AD4-F372-2E43-07B0-64BA3203A373}"/>
                </a:ext>
              </a:extLst>
            </p:cNvPr>
            <p:cNvCxnSpPr>
              <a:cxnSpLocks/>
              <a:stCxn id="39" idx="7"/>
              <a:endCxn id="40" idx="2"/>
            </p:cNvCxnSpPr>
            <p:nvPr/>
          </p:nvCxnSpPr>
          <p:spPr>
            <a:xfrm flipV="1">
              <a:off x="5011309" y="2754742"/>
              <a:ext cx="1412457" cy="291246"/>
            </a:xfrm>
            <a:prstGeom prst="line">
              <a:avLst/>
            </a:prstGeom>
            <a:ln>
              <a:solidFill>
                <a:srgbClr val="0290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8F784ED-DC67-6F8E-7232-8E9A6814BD20}"/>
                </a:ext>
              </a:extLst>
            </p:cNvPr>
            <p:cNvCxnSpPr>
              <a:cxnSpLocks/>
              <a:stCxn id="40" idx="7"/>
              <a:endCxn id="41" idx="2"/>
            </p:cNvCxnSpPr>
            <p:nvPr/>
          </p:nvCxnSpPr>
          <p:spPr>
            <a:xfrm flipV="1">
              <a:off x="6500780" y="2231601"/>
              <a:ext cx="1418186" cy="491747"/>
            </a:xfrm>
            <a:prstGeom prst="line">
              <a:avLst/>
            </a:prstGeom>
            <a:ln>
              <a:solidFill>
                <a:srgbClr val="0290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022D404-453E-175D-64D3-7EB4B4E3A3A9}"/>
                </a:ext>
              </a:extLst>
            </p:cNvPr>
            <p:cNvCxnSpPr>
              <a:cxnSpLocks/>
              <a:endCxn id="42" idx="2"/>
            </p:cNvCxnSpPr>
            <p:nvPr/>
          </p:nvCxnSpPr>
          <p:spPr>
            <a:xfrm flipV="1">
              <a:off x="8009194" y="1876504"/>
              <a:ext cx="1399243" cy="322942"/>
            </a:xfrm>
            <a:prstGeom prst="line">
              <a:avLst/>
            </a:prstGeom>
            <a:ln>
              <a:solidFill>
                <a:srgbClr val="0290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801EF2-70A9-826D-6D12-2D96A0B491F6}"/>
              </a:ext>
            </a:extLst>
          </p:cNvPr>
          <p:cNvGrpSpPr/>
          <p:nvPr/>
        </p:nvGrpSpPr>
        <p:grpSpPr>
          <a:xfrm>
            <a:off x="2909977" y="1328488"/>
            <a:ext cx="4500722" cy="1973302"/>
            <a:chOff x="3249136" y="4188928"/>
            <a:chExt cx="4500722" cy="1973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6C56417-7927-3A53-02FC-0584265F4611}"/>
                </a:ext>
              </a:extLst>
            </p:cNvPr>
            <p:cNvGrpSpPr/>
            <p:nvPr/>
          </p:nvGrpSpPr>
          <p:grpSpPr>
            <a:xfrm>
              <a:off x="3249136" y="4188928"/>
              <a:ext cx="4500722" cy="896665"/>
              <a:chOff x="7528559" y="3222934"/>
              <a:chExt cx="4471047" cy="993906"/>
            </a:xfrm>
          </p:grpSpPr>
          <p:sp>
            <p:nvSpPr>
              <p:cNvPr id="32" name="Rounded Rectangle 5">
                <a:extLst>
                  <a:ext uri="{FF2B5EF4-FFF2-40B4-BE49-F238E27FC236}">
                    <a16:creationId xmlns:a16="http://schemas.microsoft.com/office/drawing/2014/main" id="{980D427D-FA65-8807-F6C3-8DC1E6D199D1}"/>
                  </a:ext>
                </a:extLst>
              </p:cNvPr>
              <p:cNvSpPr/>
              <p:nvPr/>
            </p:nvSpPr>
            <p:spPr>
              <a:xfrm>
                <a:off x="7528559" y="3222934"/>
                <a:ext cx="4471047" cy="993906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 panose="020B0503020102020204"/>
                  <a:ea typeface="+mn-ea"/>
                  <a:cs typeface="+mn-cs"/>
                </a:endParaRPr>
              </a:p>
            </p:txBody>
          </p:sp>
          <p:sp>
            <p:nvSpPr>
              <p:cNvPr id="33" name="Rectangle 25">
                <a:extLst>
                  <a:ext uri="{FF2B5EF4-FFF2-40B4-BE49-F238E27FC236}">
                    <a16:creationId xmlns:a16="http://schemas.microsoft.com/office/drawing/2014/main" id="{95618E4E-C8A0-F274-4DD3-CC8E8EB30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1115" y="3295974"/>
                <a:ext cx="4140328" cy="8187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B6A4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/>
                  </a:rPr>
                  <a:t>Success Rate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/>
                  </a:rPr>
                  <a:t>Fraction of Students who Reach Top Fifth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/>
                  </a:rPr>
                  <a:t>From Parents in Bottom Fifth = 16.4%</a:t>
                </a:r>
              </a:p>
            </p:txBody>
          </p:sp>
        </p:grpSp>
        <p:cxnSp>
          <p:nvCxnSpPr>
            <p:cNvPr id="31" name="Straight Arrow Connector 136">
              <a:extLst>
                <a:ext uri="{FF2B5EF4-FFF2-40B4-BE49-F238E27FC236}">
                  <a16:creationId xmlns:a16="http://schemas.microsoft.com/office/drawing/2014/main" id="{25CF5A6E-24F8-BB01-DD8E-0B7B7614FCBA}"/>
                </a:ext>
              </a:extLst>
            </p:cNvPr>
            <p:cNvCxnSpPr>
              <a:cxnSpLocks/>
            </p:cNvCxnSpPr>
            <p:nvPr/>
          </p:nvCxnSpPr>
          <p:spPr>
            <a:xfrm>
              <a:off x="3830663" y="5085593"/>
              <a:ext cx="0" cy="1076637"/>
            </a:xfrm>
            <a:prstGeom prst="straightConnector1">
              <a:avLst/>
            </a:prstGeom>
            <a:noFill/>
            <a:ln w="28575" cap="flat" cmpd="sng" algn="ctr">
              <a:solidFill>
                <a:srgbClr val="29B6A4"/>
              </a:solidFill>
              <a:prstDash val="solid"/>
              <a:tailEnd type="arrow"/>
            </a:ln>
            <a:effectLst/>
          </p:spPr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33D4B9-E1EB-C079-5034-0DCA8BB8EA5F}"/>
              </a:ext>
            </a:extLst>
          </p:cNvPr>
          <p:cNvGrpSpPr/>
          <p:nvPr/>
        </p:nvGrpSpPr>
        <p:grpSpPr>
          <a:xfrm>
            <a:off x="3886278" y="3554856"/>
            <a:ext cx="3916602" cy="930237"/>
            <a:chOff x="3865481" y="1030733"/>
            <a:chExt cx="3916602" cy="930237"/>
          </a:xfrm>
        </p:grpSpPr>
        <p:cxnSp>
          <p:nvCxnSpPr>
            <p:cNvPr id="35" name="Straight Arrow Connector 136">
              <a:extLst>
                <a:ext uri="{FF2B5EF4-FFF2-40B4-BE49-F238E27FC236}">
                  <a16:creationId xmlns:a16="http://schemas.microsoft.com/office/drawing/2014/main" id="{A06202EC-AB95-9D3B-F60C-415E31D01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481" y="1726305"/>
              <a:ext cx="399984" cy="234665"/>
            </a:xfrm>
            <a:prstGeom prst="straightConnector1">
              <a:avLst/>
            </a:prstGeom>
            <a:noFill/>
            <a:ln w="28575" cap="flat" cmpd="sng" algn="ctr">
              <a:solidFill>
                <a:srgbClr val="29B6A4"/>
              </a:solidFill>
              <a:prstDash val="solid"/>
              <a:tailEnd type="arrow"/>
            </a:ln>
            <a:effectLst/>
          </p:spPr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F4F27D0-DC80-1BBA-BFE1-C49018902D07}"/>
                </a:ext>
              </a:extLst>
            </p:cNvPr>
            <p:cNvGrpSpPr/>
            <p:nvPr/>
          </p:nvGrpSpPr>
          <p:grpSpPr>
            <a:xfrm>
              <a:off x="4239798" y="1030733"/>
              <a:ext cx="3542285" cy="903122"/>
              <a:chOff x="4599739" y="915303"/>
              <a:chExt cx="3926437" cy="1001063"/>
            </a:xfrm>
          </p:grpSpPr>
          <p:sp>
            <p:nvSpPr>
              <p:cNvPr id="43" name="Rounded Rectangle 2">
                <a:extLst>
                  <a:ext uri="{FF2B5EF4-FFF2-40B4-BE49-F238E27FC236}">
                    <a16:creationId xmlns:a16="http://schemas.microsoft.com/office/drawing/2014/main" id="{D1A9230D-60BD-9A4F-C91D-D855C2FB339C}"/>
                  </a:ext>
                </a:extLst>
              </p:cNvPr>
              <p:cNvSpPr/>
              <p:nvPr/>
            </p:nvSpPr>
            <p:spPr>
              <a:xfrm>
                <a:off x="4599739" y="915303"/>
                <a:ext cx="3019067" cy="1001063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 panose="020B0503020102020204"/>
                  <a:ea typeface="+mn-ea"/>
                  <a:cs typeface="+mn-cs"/>
                </a:endParaRPr>
              </a:p>
            </p:txBody>
          </p:sp>
          <p:sp>
            <p:nvSpPr>
              <p:cNvPr id="44" name="Rectangle 26">
                <a:extLst>
                  <a:ext uri="{FF2B5EF4-FFF2-40B4-BE49-F238E27FC236}">
                    <a16:creationId xmlns:a16="http://schemas.microsoft.com/office/drawing/2014/main" id="{51E3D7AB-D54E-569A-FAA9-4041E77A1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8171" y="1023486"/>
                <a:ext cx="3758005" cy="8187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B6A4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/>
                  </a:rPr>
                  <a:t>Access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/>
                  </a:rPr>
                  <a:t>Fraction of Parents from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/>
                  </a:rPr>
                  <a:t>Bottom Fifth = 11.6%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043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0127-CFDF-2B8C-E764-4F48F410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5B2CBD-4AD8-4E6B-2A1C-95F97C167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3994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A Data-Driven Approach to Upward Mobility through College</a:t>
            </a:r>
          </a:p>
        </p:txBody>
      </p:sp>
      <p:grpSp>
        <p:nvGrpSpPr>
          <p:cNvPr id="32805" name="Group 32804">
            <a:extLst>
              <a:ext uri="{FF2B5EF4-FFF2-40B4-BE49-F238E27FC236}">
                <a16:creationId xmlns:a16="http://schemas.microsoft.com/office/drawing/2014/main" id="{F3F5D240-7BF8-3216-0820-DBF4ABECF8D2}"/>
              </a:ext>
            </a:extLst>
          </p:cNvPr>
          <p:cNvGrpSpPr/>
          <p:nvPr/>
        </p:nvGrpSpPr>
        <p:grpSpPr>
          <a:xfrm>
            <a:off x="285700" y="2324524"/>
            <a:ext cx="4349877" cy="338552"/>
            <a:chOff x="285700" y="2324524"/>
            <a:chExt cx="4349877" cy="338552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2158091-E073-0D2D-A596-19E51B1FBD0B}"/>
                </a:ext>
              </a:extLst>
            </p:cNvPr>
            <p:cNvSpPr txBox="1"/>
            <p:nvPr/>
          </p:nvSpPr>
          <p:spPr>
            <a:xfrm>
              <a:off x="324154" y="2324524"/>
              <a:ext cx="1827036" cy="338552"/>
            </a:xfrm>
            <a:prstGeom prst="rect">
              <a:avLst/>
            </a:prstGeom>
            <a:noFill/>
          </p:spPr>
          <p:txBody>
            <a:bodyPr wrap="square" lIns="91264" tIns="45719" rIns="91264" bIns="45719" rtlCol="0">
              <a:spAutoFit/>
            </a:bodyPr>
            <a:lstStyle/>
            <a:p>
              <a:pPr marL="0" marR="0" lvl="0" indent="0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cs typeface="Arial" pitchFamily="34" charset="0"/>
                </a:rPr>
                <a:t>K-12 Education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BE319C1-EACB-3193-678F-99A469A3A0EB}"/>
                </a:ext>
              </a:extLst>
            </p:cNvPr>
            <p:cNvSpPr/>
            <p:nvPr/>
          </p:nvSpPr>
          <p:spPr>
            <a:xfrm>
              <a:off x="285700" y="245534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B71D769-E6AC-A8A1-2495-A6C3D03C341E}"/>
                </a:ext>
              </a:extLst>
            </p:cNvPr>
            <p:cNvCxnSpPr>
              <a:cxnSpLocks/>
            </p:cNvCxnSpPr>
            <p:nvPr/>
          </p:nvCxnSpPr>
          <p:spPr>
            <a:xfrm>
              <a:off x="2050931" y="2493800"/>
              <a:ext cx="2507734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68" name="Oval 32767">
              <a:extLst>
                <a:ext uri="{FF2B5EF4-FFF2-40B4-BE49-F238E27FC236}">
                  <a16:creationId xmlns:a16="http://schemas.microsoft.com/office/drawing/2014/main" id="{5FF1BF93-8CB5-A002-6D80-28A71A771816}"/>
                </a:ext>
              </a:extLst>
            </p:cNvPr>
            <p:cNvSpPr/>
            <p:nvPr/>
          </p:nvSpPr>
          <p:spPr>
            <a:xfrm>
              <a:off x="4558665" y="245534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06" name="Group 32805">
            <a:extLst>
              <a:ext uri="{FF2B5EF4-FFF2-40B4-BE49-F238E27FC236}">
                <a16:creationId xmlns:a16="http://schemas.microsoft.com/office/drawing/2014/main" id="{3B3EC6D8-2448-51CF-3871-67E0F4A121A1}"/>
              </a:ext>
            </a:extLst>
          </p:cNvPr>
          <p:cNvGrpSpPr/>
          <p:nvPr/>
        </p:nvGrpSpPr>
        <p:grpSpPr>
          <a:xfrm>
            <a:off x="1983091" y="2854710"/>
            <a:ext cx="2652486" cy="584773"/>
            <a:chOff x="1983091" y="3018627"/>
            <a:chExt cx="2652486" cy="584773"/>
          </a:xfrm>
        </p:grpSpPr>
        <p:grpSp>
          <p:nvGrpSpPr>
            <p:cNvPr id="32789" name="Group 32788">
              <a:extLst>
                <a:ext uri="{FF2B5EF4-FFF2-40B4-BE49-F238E27FC236}">
                  <a16:creationId xmlns:a16="http://schemas.microsoft.com/office/drawing/2014/main" id="{7B91E6CD-DBEB-0154-FB07-869ABAFE61CB}"/>
                </a:ext>
              </a:extLst>
            </p:cNvPr>
            <p:cNvGrpSpPr/>
            <p:nvPr/>
          </p:nvGrpSpPr>
          <p:grpSpPr>
            <a:xfrm>
              <a:off x="1983091" y="3018627"/>
              <a:ext cx="2412465" cy="584773"/>
              <a:chOff x="620980" y="2803561"/>
              <a:chExt cx="2412465" cy="584773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C063F7-C0FB-E495-8C3E-C70AFDF6736C}"/>
                  </a:ext>
                </a:extLst>
              </p:cNvPr>
              <p:cNvSpPr txBox="1"/>
              <p:nvPr/>
            </p:nvSpPr>
            <p:spPr>
              <a:xfrm>
                <a:off x="659434" y="2803561"/>
                <a:ext cx="2374011" cy="584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College Awareness and Application 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E0EC6D3-85D7-FC7F-4FA5-6E9DAF25DA47}"/>
                  </a:ext>
                </a:extLst>
              </p:cNvPr>
              <p:cNvSpPr/>
              <p:nvPr/>
            </p:nvSpPr>
            <p:spPr>
              <a:xfrm>
                <a:off x="620980" y="2934381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A27E231-224C-24F4-7143-947033C9B544}"/>
                </a:ext>
              </a:extLst>
            </p:cNvPr>
            <p:cNvCxnSpPr>
              <a:cxnSpLocks/>
            </p:cNvCxnSpPr>
            <p:nvPr/>
          </p:nvCxnSpPr>
          <p:spPr>
            <a:xfrm>
              <a:off x="4099560" y="3191542"/>
              <a:ext cx="497561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69" name="Oval 32768">
              <a:extLst>
                <a:ext uri="{FF2B5EF4-FFF2-40B4-BE49-F238E27FC236}">
                  <a16:creationId xmlns:a16="http://schemas.microsoft.com/office/drawing/2014/main" id="{6AA7D3EB-6091-0477-8139-E1040257FDE8}"/>
                </a:ext>
              </a:extLst>
            </p:cNvPr>
            <p:cNvSpPr/>
            <p:nvPr/>
          </p:nvSpPr>
          <p:spPr>
            <a:xfrm>
              <a:off x="4558665" y="3151086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802" name="Freeform: Shape 32801">
            <a:extLst>
              <a:ext uri="{FF2B5EF4-FFF2-40B4-BE49-F238E27FC236}">
                <a16:creationId xmlns:a16="http://schemas.microsoft.com/office/drawing/2014/main" id="{4F84FCE0-AF29-071D-9846-C4AF993070E1}"/>
              </a:ext>
            </a:extLst>
          </p:cNvPr>
          <p:cNvSpPr/>
          <p:nvPr/>
        </p:nvSpPr>
        <p:spPr>
          <a:xfrm>
            <a:off x="-121920" y="1495574"/>
            <a:ext cx="12466320" cy="5476721"/>
          </a:xfrm>
          <a:custGeom>
            <a:avLst/>
            <a:gdLst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8676639 w 12192000"/>
              <a:gd name="connsiteY30" fmla="*/ 90430 h 4346623"/>
              <a:gd name="connsiteX31" fmla="*/ 10474959 w 12192000"/>
              <a:gd name="connsiteY31" fmla="*/ 9043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74959 w 12192000"/>
              <a:gd name="connsiteY30" fmla="*/ 90430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512221 w 12192000"/>
              <a:gd name="connsiteY30" fmla="*/ 156954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67507 w 12192000"/>
              <a:gd name="connsiteY30" fmla="*/ 163002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97316 w 12192000"/>
              <a:gd name="connsiteY30" fmla="*/ 163002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82412 w 12192000"/>
              <a:gd name="connsiteY30" fmla="*/ 169050 h 4346623"/>
              <a:gd name="connsiteX31" fmla="*/ 10474959 w 12192000"/>
              <a:gd name="connsiteY31" fmla="*/ 0 h 434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4346623">
                <a:moveTo>
                  <a:pt x="10474959" y="0"/>
                </a:moveTo>
                <a:lnTo>
                  <a:pt x="12191999" y="0"/>
                </a:lnTo>
                <a:lnTo>
                  <a:pt x="12191999" y="90430"/>
                </a:lnTo>
                <a:lnTo>
                  <a:pt x="12191999" y="96698"/>
                </a:lnTo>
                <a:lnTo>
                  <a:pt x="12191999" y="169637"/>
                </a:lnTo>
                <a:lnTo>
                  <a:pt x="12191999" y="175905"/>
                </a:lnTo>
                <a:lnTo>
                  <a:pt x="12191999" y="248844"/>
                </a:lnTo>
                <a:lnTo>
                  <a:pt x="12191999" y="255112"/>
                </a:lnTo>
                <a:lnTo>
                  <a:pt x="12191999" y="326041"/>
                </a:lnTo>
                <a:lnTo>
                  <a:pt x="12191999" y="332309"/>
                </a:lnTo>
                <a:lnTo>
                  <a:pt x="12191999" y="404660"/>
                </a:lnTo>
                <a:lnTo>
                  <a:pt x="12191999" y="410929"/>
                </a:lnTo>
                <a:lnTo>
                  <a:pt x="12191999" y="495581"/>
                </a:lnTo>
                <a:lnTo>
                  <a:pt x="12191999" y="501850"/>
                </a:lnTo>
                <a:lnTo>
                  <a:pt x="12191999" y="562500"/>
                </a:lnTo>
                <a:lnTo>
                  <a:pt x="12192000" y="562500"/>
                </a:lnTo>
                <a:lnTo>
                  <a:pt x="12192000" y="4346623"/>
                </a:lnTo>
                <a:lnTo>
                  <a:pt x="0" y="4346623"/>
                </a:lnTo>
                <a:lnTo>
                  <a:pt x="0" y="579303"/>
                </a:lnTo>
                <a:lnTo>
                  <a:pt x="0" y="562500"/>
                </a:lnTo>
                <a:lnTo>
                  <a:pt x="0" y="495581"/>
                </a:lnTo>
                <a:lnTo>
                  <a:pt x="1752600" y="495581"/>
                </a:lnTo>
                <a:lnTo>
                  <a:pt x="1752600" y="404660"/>
                </a:lnTo>
                <a:lnTo>
                  <a:pt x="3495040" y="404660"/>
                </a:lnTo>
                <a:lnTo>
                  <a:pt x="3495040" y="326041"/>
                </a:lnTo>
                <a:lnTo>
                  <a:pt x="5201919" y="326041"/>
                </a:lnTo>
                <a:lnTo>
                  <a:pt x="5201919" y="248844"/>
                </a:lnTo>
                <a:lnTo>
                  <a:pt x="6944359" y="248844"/>
                </a:lnTo>
                <a:lnTo>
                  <a:pt x="6944359" y="169637"/>
                </a:lnTo>
                <a:lnTo>
                  <a:pt x="8676639" y="169637"/>
                </a:lnTo>
                <a:lnTo>
                  <a:pt x="10482412" y="169050"/>
                </a:lnTo>
                <a:lnTo>
                  <a:pt x="10474959" y="0"/>
                </a:lnTo>
                <a:close/>
              </a:path>
            </a:pathLst>
          </a:custGeom>
          <a:noFill/>
          <a:ln>
            <a:solidFill>
              <a:srgbClr val="29B6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64" tIns="45719" rIns="91264" bIns="45719" rtlCol="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812" name="Graphic 32811">
            <a:extLst>
              <a:ext uri="{FF2B5EF4-FFF2-40B4-BE49-F238E27FC236}">
                <a16:creationId xmlns:a16="http://schemas.microsoft.com/office/drawing/2014/main" id="{C1CD2ADB-47DD-0380-41E0-D100A6A17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2762" y="1312687"/>
            <a:ext cx="685800" cy="548640"/>
          </a:xfrm>
          <a:prstGeom prst="rect">
            <a:avLst/>
          </a:prstGeom>
        </p:spPr>
      </p:pic>
      <p:grpSp>
        <p:nvGrpSpPr>
          <p:cNvPr id="32807" name="Group 32806">
            <a:extLst>
              <a:ext uri="{FF2B5EF4-FFF2-40B4-BE49-F238E27FC236}">
                <a16:creationId xmlns:a16="http://schemas.microsoft.com/office/drawing/2014/main" id="{398C5691-4A92-0D64-FE1F-71D0C059DE2F}"/>
              </a:ext>
            </a:extLst>
          </p:cNvPr>
          <p:cNvGrpSpPr/>
          <p:nvPr/>
        </p:nvGrpSpPr>
        <p:grpSpPr>
          <a:xfrm>
            <a:off x="4558665" y="4407524"/>
            <a:ext cx="2779327" cy="338552"/>
            <a:chOff x="4558665" y="3922495"/>
            <a:chExt cx="2779327" cy="33855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D06E6EB-F4B3-A2FB-71BA-D59960998C78}"/>
                </a:ext>
              </a:extLst>
            </p:cNvPr>
            <p:cNvGrpSpPr/>
            <p:nvPr/>
          </p:nvGrpSpPr>
          <p:grpSpPr>
            <a:xfrm>
              <a:off x="4558665" y="3922495"/>
              <a:ext cx="2716345" cy="338552"/>
              <a:chOff x="460647" y="3581841"/>
              <a:chExt cx="2716345" cy="338552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20CCD24-C51F-A882-215C-7C2FBC9D90DE}"/>
                  </a:ext>
                </a:extLst>
              </p:cNvPr>
              <p:cNvSpPr txBox="1"/>
              <p:nvPr/>
            </p:nvSpPr>
            <p:spPr>
              <a:xfrm>
                <a:off x="499101" y="3581841"/>
                <a:ext cx="2677891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Community College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7A7F11D-E4D0-D0C2-6240-31AF124EF302}"/>
                  </a:ext>
                </a:extLst>
              </p:cNvPr>
              <p:cNvSpPr/>
              <p:nvPr/>
            </p:nvSpPr>
            <p:spPr>
              <a:xfrm>
                <a:off x="460647" y="3712661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71" name="Straight Connector 32770">
              <a:extLst>
                <a:ext uri="{FF2B5EF4-FFF2-40B4-BE49-F238E27FC236}">
                  <a16:creationId xmlns:a16="http://schemas.microsoft.com/office/drawing/2014/main" id="{4D5DE713-9E71-EFDF-2541-68B7651C566F}"/>
                </a:ext>
              </a:extLst>
            </p:cNvPr>
            <p:cNvCxnSpPr>
              <a:cxnSpLocks/>
              <a:endCxn id="44" idx="3"/>
            </p:cNvCxnSpPr>
            <p:nvPr/>
          </p:nvCxnSpPr>
          <p:spPr>
            <a:xfrm>
              <a:off x="6766560" y="4091771"/>
              <a:ext cx="508450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76" name="Oval 32775">
              <a:extLst>
                <a:ext uri="{FF2B5EF4-FFF2-40B4-BE49-F238E27FC236}">
                  <a16:creationId xmlns:a16="http://schemas.microsoft.com/office/drawing/2014/main" id="{D1D663DF-886B-236D-6721-C6E79E1762E5}"/>
                </a:ext>
              </a:extLst>
            </p:cNvPr>
            <p:cNvSpPr/>
            <p:nvPr/>
          </p:nvSpPr>
          <p:spPr>
            <a:xfrm>
              <a:off x="7261080" y="4053315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814" name="Graphic 32813">
            <a:extLst>
              <a:ext uri="{FF2B5EF4-FFF2-40B4-BE49-F238E27FC236}">
                <a16:creationId xmlns:a16="http://schemas.microsoft.com/office/drawing/2014/main" id="{761A47FE-941A-A6CA-ECEA-AC327647E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7877" y="1158190"/>
            <a:ext cx="685800" cy="548640"/>
          </a:xfrm>
          <a:prstGeom prst="rect">
            <a:avLst/>
          </a:prstGeom>
        </p:spPr>
      </p:pic>
      <p:pic>
        <p:nvPicPr>
          <p:cNvPr id="32816" name="Graphic 32815">
            <a:extLst>
              <a:ext uri="{FF2B5EF4-FFF2-40B4-BE49-F238E27FC236}">
                <a16:creationId xmlns:a16="http://schemas.microsoft.com/office/drawing/2014/main" id="{79A17908-BF0D-3303-23D5-DA66F20F35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395" y="1432510"/>
            <a:ext cx="685800" cy="548640"/>
          </a:xfrm>
          <a:prstGeom prst="rect">
            <a:avLst/>
          </a:prstGeom>
        </p:spPr>
      </p:pic>
      <p:pic>
        <p:nvPicPr>
          <p:cNvPr id="32818" name="Graphic 32817">
            <a:extLst>
              <a:ext uri="{FF2B5EF4-FFF2-40B4-BE49-F238E27FC236}">
                <a16:creationId xmlns:a16="http://schemas.microsoft.com/office/drawing/2014/main" id="{143CD1E2-0B94-3091-3B6E-81077B1000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7673" y="1189722"/>
            <a:ext cx="480060" cy="548640"/>
          </a:xfrm>
          <a:prstGeom prst="rect">
            <a:avLst/>
          </a:prstGeom>
        </p:spPr>
      </p:pic>
      <p:grpSp>
        <p:nvGrpSpPr>
          <p:cNvPr id="32808" name="Group 32807">
            <a:extLst>
              <a:ext uri="{FF2B5EF4-FFF2-40B4-BE49-F238E27FC236}">
                <a16:creationId xmlns:a16="http://schemas.microsoft.com/office/drawing/2014/main" id="{0ECEA05F-20EB-7873-2919-C0FC8852E5A6}"/>
              </a:ext>
            </a:extLst>
          </p:cNvPr>
          <p:cNvGrpSpPr/>
          <p:nvPr/>
        </p:nvGrpSpPr>
        <p:grpSpPr>
          <a:xfrm>
            <a:off x="7275010" y="4937710"/>
            <a:ext cx="3502351" cy="338552"/>
            <a:chOff x="7275010" y="4430323"/>
            <a:chExt cx="3502351" cy="33855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7F05800-1CAE-70E7-8EB5-97B567A84195}"/>
                </a:ext>
              </a:extLst>
            </p:cNvPr>
            <p:cNvGrpSpPr/>
            <p:nvPr/>
          </p:nvGrpSpPr>
          <p:grpSpPr>
            <a:xfrm>
              <a:off x="7275010" y="4430323"/>
              <a:ext cx="3108843" cy="338552"/>
              <a:chOff x="460647" y="5223500"/>
              <a:chExt cx="3108843" cy="338552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FE7131E-2199-C5E6-41CE-830604056BC4}"/>
                  </a:ext>
                </a:extLst>
              </p:cNvPr>
              <p:cNvSpPr txBox="1"/>
              <p:nvPr/>
            </p:nvSpPr>
            <p:spPr>
              <a:xfrm>
                <a:off x="499101" y="5223500"/>
                <a:ext cx="3070389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Transfer to 4-year college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267FDE2-B178-9A7C-2C4E-04BF39BC86EA}"/>
                  </a:ext>
                </a:extLst>
              </p:cNvPr>
              <p:cNvSpPr/>
              <p:nvPr/>
            </p:nvSpPr>
            <p:spPr>
              <a:xfrm>
                <a:off x="460647" y="5354320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78" name="Straight Connector 32777">
              <a:extLst>
                <a:ext uri="{FF2B5EF4-FFF2-40B4-BE49-F238E27FC236}">
                  <a16:creationId xmlns:a16="http://schemas.microsoft.com/office/drawing/2014/main" id="{1807922E-90BD-00A6-93D3-322EC927AFEA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538" y="4604763"/>
              <a:ext cx="619911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79" name="Oval 32778">
              <a:extLst>
                <a:ext uri="{FF2B5EF4-FFF2-40B4-BE49-F238E27FC236}">
                  <a16:creationId xmlns:a16="http://schemas.microsoft.com/office/drawing/2014/main" id="{0E50A831-F21B-72C7-3851-EA19E25E5DC8}"/>
                </a:ext>
              </a:extLst>
            </p:cNvPr>
            <p:cNvSpPr/>
            <p:nvPr/>
          </p:nvSpPr>
          <p:spPr>
            <a:xfrm>
              <a:off x="10700449" y="4561143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09" name="Group 32808">
            <a:extLst>
              <a:ext uri="{FF2B5EF4-FFF2-40B4-BE49-F238E27FC236}">
                <a16:creationId xmlns:a16="http://schemas.microsoft.com/office/drawing/2014/main" id="{B049A973-8FFD-04C4-24A9-C3AAF1B29DAE}"/>
              </a:ext>
            </a:extLst>
          </p:cNvPr>
          <p:cNvGrpSpPr/>
          <p:nvPr/>
        </p:nvGrpSpPr>
        <p:grpSpPr>
          <a:xfrm>
            <a:off x="7285237" y="5467896"/>
            <a:ext cx="4495283" cy="338552"/>
            <a:chOff x="7285237" y="5199791"/>
            <a:chExt cx="4495283" cy="3385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D181FB5-0775-F7E6-D7B3-253660979D1D}"/>
                </a:ext>
              </a:extLst>
            </p:cNvPr>
            <p:cNvGrpSpPr/>
            <p:nvPr/>
          </p:nvGrpSpPr>
          <p:grpSpPr>
            <a:xfrm>
              <a:off x="7285237" y="5199791"/>
              <a:ext cx="2795301" cy="338552"/>
              <a:chOff x="460647" y="5697973"/>
              <a:chExt cx="2795301" cy="33855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30C1D84-3E27-F97A-9258-DA10B4F2D002}"/>
                  </a:ext>
                </a:extLst>
              </p:cNvPr>
              <p:cNvSpPr txBox="1"/>
              <p:nvPr/>
            </p:nvSpPr>
            <p:spPr>
              <a:xfrm>
                <a:off x="499101" y="5697973"/>
                <a:ext cx="2756847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latin typeface="Lucida Bright" panose="02040602050505020304" pitchFamily="18" charset="0"/>
                    <a:cs typeface="Arial" pitchFamily="34" charset="0"/>
                  </a:rPr>
                  <a:t>Transition to Workforce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cs typeface="Arial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398B67E-34BB-9487-C3EA-135F0E2B206B}"/>
                  </a:ext>
                </a:extLst>
              </p:cNvPr>
              <p:cNvSpPr/>
              <p:nvPr/>
            </p:nvSpPr>
            <p:spPr>
              <a:xfrm>
                <a:off x="460647" y="5828793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80" name="Straight Connector 32779">
              <a:extLst>
                <a:ext uri="{FF2B5EF4-FFF2-40B4-BE49-F238E27FC236}">
                  <a16:creationId xmlns:a16="http://schemas.microsoft.com/office/drawing/2014/main" id="{01700EAD-DE22-1CDA-B032-C8A65F519521}"/>
                </a:ext>
              </a:extLst>
            </p:cNvPr>
            <p:cNvCxnSpPr>
              <a:cxnSpLocks/>
            </p:cNvCxnSpPr>
            <p:nvPr/>
          </p:nvCxnSpPr>
          <p:spPr>
            <a:xfrm>
              <a:off x="9929900" y="5374231"/>
              <a:ext cx="1850620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81" name="Oval 32780">
              <a:extLst>
                <a:ext uri="{FF2B5EF4-FFF2-40B4-BE49-F238E27FC236}">
                  <a16:creationId xmlns:a16="http://schemas.microsoft.com/office/drawing/2014/main" id="{C07CCDCB-B076-CE40-08E9-9426DA465BE4}"/>
                </a:ext>
              </a:extLst>
            </p:cNvPr>
            <p:cNvSpPr/>
            <p:nvPr/>
          </p:nvSpPr>
          <p:spPr>
            <a:xfrm>
              <a:off x="11703608" y="5330611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820" name="Graphic 32819">
            <a:extLst>
              <a:ext uri="{FF2B5EF4-FFF2-40B4-BE49-F238E27FC236}">
                <a16:creationId xmlns:a16="http://schemas.microsoft.com/office/drawing/2014/main" id="{DF41EC55-4704-D93D-42CD-854131015C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1229" y="1082035"/>
            <a:ext cx="548640" cy="548640"/>
          </a:xfrm>
          <a:prstGeom prst="rect">
            <a:avLst/>
          </a:prstGeom>
        </p:spPr>
      </p:pic>
      <p:pic>
        <p:nvPicPr>
          <p:cNvPr id="32824" name="Graphic 32823">
            <a:extLst>
              <a:ext uri="{FF2B5EF4-FFF2-40B4-BE49-F238E27FC236}">
                <a16:creationId xmlns:a16="http://schemas.microsoft.com/office/drawing/2014/main" id="{B9FE05CF-8AC4-E919-E7AD-CB87110408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7477" y="1116473"/>
            <a:ext cx="548640" cy="548640"/>
          </a:xfrm>
          <a:prstGeom prst="rect">
            <a:avLst/>
          </a:prstGeom>
        </p:spPr>
      </p:pic>
      <p:grpSp>
        <p:nvGrpSpPr>
          <p:cNvPr id="32810" name="Group 32809">
            <a:extLst>
              <a:ext uri="{FF2B5EF4-FFF2-40B4-BE49-F238E27FC236}">
                <a16:creationId xmlns:a16="http://schemas.microsoft.com/office/drawing/2014/main" id="{D34BCB0F-9D59-9E2C-30AD-53BC74BBBD1D}"/>
              </a:ext>
            </a:extLst>
          </p:cNvPr>
          <p:cNvGrpSpPr/>
          <p:nvPr/>
        </p:nvGrpSpPr>
        <p:grpSpPr>
          <a:xfrm>
            <a:off x="8178637" y="5998084"/>
            <a:ext cx="3640695" cy="338552"/>
            <a:chOff x="8178637" y="5998084"/>
            <a:chExt cx="3640695" cy="33855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BD9C9D8-071A-62C6-1A01-B3ED1082B46F}"/>
                </a:ext>
              </a:extLst>
            </p:cNvPr>
            <p:cNvGrpSpPr/>
            <p:nvPr/>
          </p:nvGrpSpPr>
          <p:grpSpPr>
            <a:xfrm>
              <a:off x="8178637" y="5998084"/>
              <a:ext cx="2716345" cy="338552"/>
              <a:chOff x="460647" y="4749028"/>
              <a:chExt cx="2716345" cy="338552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0C426E3-37DB-B845-2D44-96551D698329}"/>
                  </a:ext>
                </a:extLst>
              </p:cNvPr>
              <p:cNvSpPr txBox="1"/>
              <p:nvPr/>
            </p:nvSpPr>
            <p:spPr>
              <a:xfrm>
                <a:off x="499101" y="4749028"/>
                <a:ext cx="2677891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Sector-Specific Training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003C648-FA7A-1104-EB10-E872365C468D}"/>
                  </a:ext>
                </a:extLst>
              </p:cNvPr>
              <p:cNvSpPr/>
              <p:nvPr/>
            </p:nvSpPr>
            <p:spPr>
              <a:xfrm>
                <a:off x="460647" y="4879848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90" name="Straight Connector 32789">
              <a:extLst>
                <a:ext uri="{FF2B5EF4-FFF2-40B4-BE49-F238E27FC236}">
                  <a16:creationId xmlns:a16="http://schemas.microsoft.com/office/drawing/2014/main" id="{F90A7F1A-9192-CB6A-D180-C76502DCAD61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793" y="6172524"/>
              <a:ext cx="995727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91" name="Oval 32790">
              <a:extLst>
                <a:ext uri="{FF2B5EF4-FFF2-40B4-BE49-F238E27FC236}">
                  <a16:creationId xmlns:a16="http://schemas.microsoft.com/office/drawing/2014/main" id="{7B0A8484-7910-E802-E8ED-05550DB69883}"/>
                </a:ext>
              </a:extLst>
            </p:cNvPr>
            <p:cNvSpPr/>
            <p:nvPr/>
          </p:nvSpPr>
          <p:spPr>
            <a:xfrm>
              <a:off x="11742420" y="612890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826" name="Graphic 32825">
            <a:extLst>
              <a:ext uri="{FF2B5EF4-FFF2-40B4-BE49-F238E27FC236}">
                <a16:creationId xmlns:a16="http://schemas.microsoft.com/office/drawing/2014/main" id="{C8EFBE67-F19C-A948-ABAE-3F3EB37085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17120" y="823927"/>
            <a:ext cx="685800" cy="54864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972CA31-002E-9B89-2110-73198782C55B}"/>
              </a:ext>
            </a:extLst>
          </p:cNvPr>
          <p:cNvGrpSpPr/>
          <p:nvPr/>
        </p:nvGrpSpPr>
        <p:grpSpPr>
          <a:xfrm>
            <a:off x="1979822" y="3631117"/>
            <a:ext cx="9801054" cy="584773"/>
            <a:chOff x="1979822" y="3568240"/>
            <a:chExt cx="9801054" cy="5847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460D8A-97B4-0265-1136-FA73A9DEC32F}"/>
                </a:ext>
              </a:extLst>
            </p:cNvPr>
            <p:cNvSpPr txBox="1"/>
            <p:nvPr/>
          </p:nvSpPr>
          <p:spPr>
            <a:xfrm>
              <a:off x="5621371" y="3568240"/>
              <a:ext cx="2677891" cy="5847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264" tIns="45719" rIns="91264" bIns="45719" rtlCol="0">
              <a:spAutoFit/>
            </a:bodyPr>
            <a:lstStyle/>
            <a:p>
              <a:pPr marL="0" marR="0" lvl="0" indent="0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latin typeface="Lucida Bright" panose="02040602050505020304" pitchFamily="18" charset="0"/>
                  <a:cs typeface="Arial" pitchFamily="34" charset="0"/>
                </a:rPr>
                <a:t>Mentorship</a:t>
              </a:r>
            </a:p>
            <a:p>
              <a:pPr marL="0" marR="0" lvl="0" indent="0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cs typeface="Arial" pitchFamily="34" charset="0"/>
                </a:rPr>
                <a:t>(Social Capital)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F14CA0-BEF1-BAF6-9A15-56F3F7956774}"/>
                </a:ext>
              </a:extLst>
            </p:cNvPr>
            <p:cNvSpPr/>
            <p:nvPr/>
          </p:nvSpPr>
          <p:spPr>
            <a:xfrm>
              <a:off x="1979822" y="368948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EC4A7D6-43A9-10EB-9C39-AB8719D32E08}"/>
                </a:ext>
              </a:extLst>
            </p:cNvPr>
            <p:cNvCxnSpPr>
              <a:cxnSpLocks/>
            </p:cNvCxnSpPr>
            <p:nvPr/>
          </p:nvCxnSpPr>
          <p:spPr>
            <a:xfrm>
              <a:off x="6960316" y="3737516"/>
              <a:ext cx="4743648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27113D8-7205-8042-BB7E-E9E5A4C58A55}"/>
                </a:ext>
              </a:extLst>
            </p:cNvPr>
            <p:cNvSpPr/>
            <p:nvPr/>
          </p:nvSpPr>
          <p:spPr>
            <a:xfrm>
              <a:off x="11703964" y="3699060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3FFFF7-4339-FC59-70C9-971436CB0C8A}"/>
                </a:ext>
              </a:extLst>
            </p:cNvPr>
            <p:cNvCxnSpPr>
              <a:cxnSpLocks/>
            </p:cNvCxnSpPr>
            <p:nvPr/>
          </p:nvCxnSpPr>
          <p:spPr>
            <a:xfrm>
              <a:off x="2060003" y="3737516"/>
              <a:ext cx="3561368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FFEAE3-D7C9-A26F-7482-CB07F2684B10}"/>
              </a:ext>
            </a:extLst>
          </p:cNvPr>
          <p:cNvCxnSpPr>
            <a:cxnSpLocks/>
          </p:cNvCxnSpPr>
          <p:nvPr/>
        </p:nvCxnSpPr>
        <p:spPr>
          <a:xfrm>
            <a:off x="620980" y="759919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08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CBF2-963A-EE3F-AB0E-49A425EA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8A68B-A5DE-1F65-E184-7D6D011C2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3994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A Data-Driven Approach to Upward Mobility through College</a:t>
            </a:r>
          </a:p>
        </p:txBody>
      </p:sp>
      <p:grpSp>
        <p:nvGrpSpPr>
          <p:cNvPr id="32805" name="Group 32804">
            <a:extLst>
              <a:ext uri="{FF2B5EF4-FFF2-40B4-BE49-F238E27FC236}">
                <a16:creationId xmlns:a16="http://schemas.microsoft.com/office/drawing/2014/main" id="{53523CD7-F48E-507C-40E2-F28A94FE1FD8}"/>
              </a:ext>
            </a:extLst>
          </p:cNvPr>
          <p:cNvGrpSpPr/>
          <p:nvPr/>
        </p:nvGrpSpPr>
        <p:grpSpPr>
          <a:xfrm>
            <a:off x="285700" y="2324524"/>
            <a:ext cx="4349877" cy="338552"/>
            <a:chOff x="285700" y="2324524"/>
            <a:chExt cx="4349877" cy="338552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1BD99EE-5B6E-6B45-2129-5E821679D35B}"/>
                </a:ext>
              </a:extLst>
            </p:cNvPr>
            <p:cNvSpPr txBox="1"/>
            <p:nvPr/>
          </p:nvSpPr>
          <p:spPr>
            <a:xfrm>
              <a:off x="324154" y="2324524"/>
              <a:ext cx="1827036" cy="338552"/>
            </a:xfrm>
            <a:prstGeom prst="rect">
              <a:avLst/>
            </a:prstGeom>
            <a:noFill/>
          </p:spPr>
          <p:txBody>
            <a:bodyPr wrap="square" lIns="91264" tIns="45719" rIns="91264" bIns="45719" rtlCol="0">
              <a:spAutoFit/>
            </a:bodyPr>
            <a:lstStyle/>
            <a:p>
              <a:pPr marL="0" marR="0" lvl="0" indent="0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cs typeface="Arial" pitchFamily="34" charset="0"/>
                </a:rPr>
                <a:t>K-12 Education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8AF2C3A-878C-590A-555A-F4C9EA654F12}"/>
                </a:ext>
              </a:extLst>
            </p:cNvPr>
            <p:cNvSpPr/>
            <p:nvPr/>
          </p:nvSpPr>
          <p:spPr>
            <a:xfrm>
              <a:off x="285700" y="245534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125FC83-B04F-3515-D2D9-0A2EA23A65AB}"/>
                </a:ext>
              </a:extLst>
            </p:cNvPr>
            <p:cNvCxnSpPr>
              <a:cxnSpLocks/>
            </p:cNvCxnSpPr>
            <p:nvPr/>
          </p:nvCxnSpPr>
          <p:spPr>
            <a:xfrm>
              <a:off x="2050931" y="2493800"/>
              <a:ext cx="2507734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68" name="Oval 32767">
              <a:extLst>
                <a:ext uri="{FF2B5EF4-FFF2-40B4-BE49-F238E27FC236}">
                  <a16:creationId xmlns:a16="http://schemas.microsoft.com/office/drawing/2014/main" id="{4EB93471-8D2A-7B9E-56FA-690671DC4413}"/>
                </a:ext>
              </a:extLst>
            </p:cNvPr>
            <p:cNvSpPr/>
            <p:nvPr/>
          </p:nvSpPr>
          <p:spPr>
            <a:xfrm>
              <a:off x="4558665" y="245534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06" name="Group 32805">
            <a:extLst>
              <a:ext uri="{FF2B5EF4-FFF2-40B4-BE49-F238E27FC236}">
                <a16:creationId xmlns:a16="http://schemas.microsoft.com/office/drawing/2014/main" id="{B118DC87-6643-7A2A-B106-17473BAE2CE8}"/>
              </a:ext>
            </a:extLst>
          </p:cNvPr>
          <p:cNvGrpSpPr/>
          <p:nvPr/>
        </p:nvGrpSpPr>
        <p:grpSpPr>
          <a:xfrm>
            <a:off x="1983091" y="2854710"/>
            <a:ext cx="2652486" cy="584773"/>
            <a:chOff x="1983091" y="3018627"/>
            <a:chExt cx="2652486" cy="584773"/>
          </a:xfrm>
        </p:grpSpPr>
        <p:grpSp>
          <p:nvGrpSpPr>
            <p:cNvPr id="32789" name="Group 32788">
              <a:extLst>
                <a:ext uri="{FF2B5EF4-FFF2-40B4-BE49-F238E27FC236}">
                  <a16:creationId xmlns:a16="http://schemas.microsoft.com/office/drawing/2014/main" id="{5486BFF6-123E-CD66-FDEE-53C285E56ECD}"/>
                </a:ext>
              </a:extLst>
            </p:cNvPr>
            <p:cNvGrpSpPr/>
            <p:nvPr/>
          </p:nvGrpSpPr>
          <p:grpSpPr>
            <a:xfrm>
              <a:off x="1983091" y="3018627"/>
              <a:ext cx="2412465" cy="584773"/>
              <a:chOff x="620980" y="2803561"/>
              <a:chExt cx="2412465" cy="584773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948D1F-9253-FD65-FF1F-850F8385609E}"/>
                  </a:ext>
                </a:extLst>
              </p:cNvPr>
              <p:cNvSpPr txBox="1"/>
              <p:nvPr/>
            </p:nvSpPr>
            <p:spPr>
              <a:xfrm>
                <a:off x="659434" y="2803561"/>
                <a:ext cx="2374011" cy="584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College Awareness and Application 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84F6EC7-50E5-20ED-E015-34F654DF7711}"/>
                  </a:ext>
                </a:extLst>
              </p:cNvPr>
              <p:cNvSpPr/>
              <p:nvPr/>
            </p:nvSpPr>
            <p:spPr>
              <a:xfrm>
                <a:off x="620980" y="2934381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7F47987-0D41-8687-DB07-122FF380718A}"/>
                </a:ext>
              </a:extLst>
            </p:cNvPr>
            <p:cNvCxnSpPr>
              <a:cxnSpLocks/>
            </p:cNvCxnSpPr>
            <p:nvPr/>
          </p:nvCxnSpPr>
          <p:spPr>
            <a:xfrm>
              <a:off x="4099560" y="3191542"/>
              <a:ext cx="497561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69" name="Oval 32768">
              <a:extLst>
                <a:ext uri="{FF2B5EF4-FFF2-40B4-BE49-F238E27FC236}">
                  <a16:creationId xmlns:a16="http://schemas.microsoft.com/office/drawing/2014/main" id="{32131361-78E7-9C52-719B-4AFF2DB97985}"/>
                </a:ext>
              </a:extLst>
            </p:cNvPr>
            <p:cNvSpPr/>
            <p:nvPr/>
          </p:nvSpPr>
          <p:spPr>
            <a:xfrm>
              <a:off x="4558665" y="3151086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802" name="Freeform: Shape 32801">
            <a:extLst>
              <a:ext uri="{FF2B5EF4-FFF2-40B4-BE49-F238E27FC236}">
                <a16:creationId xmlns:a16="http://schemas.microsoft.com/office/drawing/2014/main" id="{76E47B84-328B-CE8A-0B9A-5F10030B550A}"/>
              </a:ext>
            </a:extLst>
          </p:cNvPr>
          <p:cNvSpPr/>
          <p:nvPr/>
        </p:nvSpPr>
        <p:spPr>
          <a:xfrm>
            <a:off x="-121920" y="1495574"/>
            <a:ext cx="12466320" cy="5476721"/>
          </a:xfrm>
          <a:custGeom>
            <a:avLst/>
            <a:gdLst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8676639 w 12192000"/>
              <a:gd name="connsiteY30" fmla="*/ 90430 h 4346623"/>
              <a:gd name="connsiteX31" fmla="*/ 10474959 w 12192000"/>
              <a:gd name="connsiteY31" fmla="*/ 9043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74959 w 12192000"/>
              <a:gd name="connsiteY30" fmla="*/ 90430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512221 w 12192000"/>
              <a:gd name="connsiteY30" fmla="*/ 156954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67507 w 12192000"/>
              <a:gd name="connsiteY30" fmla="*/ 163002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97316 w 12192000"/>
              <a:gd name="connsiteY30" fmla="*/ 163002 h 4346623"/>
              <a:gd name="connsiteX31" fmla="*/ 10474959 w 12192000"/>
              <a:gd name="connsiteY31" fmla="*/ 0 h 4346623"/>
              <a:gd name="connsiteX0" fmla="*/ 10474959 w 12192000"/>
              <a:gd name="connsiteY0" fmla="*/ 0 h 4346623"/>
              <a:gd name="connsiteX1" fmla="*/ 12191999 w 12192000"/>
              <a:gd name="connsiteY1" fmla="*/ 0 h 4346623"/>
              <a:gd name="connsiteX2" fmla="*/ 12191999 w 12192000"/>
              <a:gd name="connsiteY2" fmla="*/ 90430 h 4346623"/>
              <a:gd name="connsiteX3" fmla="*/ 12191999 w 12192000"/>
              <a:gd name="connsiteY3" fmla="*/ 96698 h 4346623"/>
              <a:gd name="connsiteX4" fmla="*/ 12191999 w 12192000"/>
              <a:gd name="connsiteY4" fmla="*/ 169637 h 4346623"/>
              <a:gd name="connsiteX5" fmla="*/ 12191999 w 12192000"/>
              <a:gd name="connsiteY5" fmla="*/ 175905 h 4346623"/>
              <a:gd name="connsiteX6" fmla="*/ 12191999 w 12192000"/>
              <a:gd name="connsiteY6" fmla="*/ 248844 h 4346623"/>
              <a:gd name="connsiteX7" fmla="*/ 12191999 w 12192000"/>
              <a:gd name="connsiteY7" fmla="*/ 255112 h 4346623"/>
              <a:gd name="connsiteX8" fmla="*/ 12191999 w 12192000"/>
              <a:gd name="connsiteY8" fmla="*/ 326041 h 4346623"/>
              <a:gd name="connsiteX9" fmla="*/ 12191999 w 12192000"/>
              <a:gd name="connsiteY9" fmla="*/ 332309 h 4346623"/>
              <a:gd name="connsiteX10" fmla="*/ 12191999 w 12192000"/>
              <a:gd name="connsiteY10" fmla="*/ 404660 h 4346623"/>
              <a:gd name="connsiteX11" fmla="*/ 12191999 w 12192000"/>
              <a:gd name="connsiteY11" fmla="*/ 410929 h 4346623"/>
              <a:gd name="connsiteX12" fmla="*/ 12191999 w 12192000"/>
              <a:gd name="connsiteY12" fmla="*/ 495581 h 4346623"/>
              <a:gd name="connsiteX13" fmla="*/ 12191999 w 12192000"/>
              <a:gd name="connsiteY13" fmla="*/ 501850 h 4346623"/>
              <a:gd name="connsiteX14" fmla="*/ 12191999 w 12192000"/>
              <a:gd name="connsiteY14" fmla="*/ 562500 h 4346623"/>
              <a:gd name="connsiteX15" fmla="*/ 12192000 w 12192000"/>
              <a:gd name="connsiteY15" fmla="*/ 562500 h 4346623"/>
              <a:gd name="connsiteX16" fmla="*/ 12192000 w 12192000"/>
              <a:gd name="connsiteY16" fmla="*/ 4346623 h 4346623"/>
              <a:gd name="connsiteX17" fmla="*/ 0 w 12192000"/>
              <a:gd name="connsiteY17" fmla="*/ 4346623 h 4346623"/>
              <a:gd name="connsiteX18" fmla="*/ 0 w 12192000"/>
              <a:gd name="connsiteY18" fmla="*/ 579303 h 4346623"/>
              <a:gd name="connsiteX19" fmla="*/ 0 w 12192000"/>
              <a:gd name="connsiteY19" fmla="*/ 562500 h 4346623"/>
              <a:gd name="connsiteX20" fmla="*/ 0 w 12192000"/>
              <a:gd name="connsiteY20" fmla="*/ 495581 h 4346623"/>
              <a:gd name="connsiteX21" fmla="*/ 1752600 w 12192000"/>
              <a:gd name="connsiteY21" fmla="*/ 495581 h 4346623"/>
              <a:gd name="connsiteX22" fmla="*/ 1752600 w 12192000"/>
              <a:gd name="connsiteY22" fmla="*/ 404660 h 4346623"/>
              <a:gd name="connsiteX23" fmla="*/ 3495040 w 12192000"/>
              <a:gd name="connsiteY23" fmla="*/ 404660 h 4346623"/>
              <a:gd name="connsiteX24" fmla="*/ 3495040 w 12192000"/>
              <a:gd name="connsiteY24" fmla="*/ 326041 h 4346623"/>
              <a:gd name="connsiteX25" fmla="*/ 5201919 w 12192000"/>
              <a:gd name="connsiteY25" fmla="*/ 326041 h 4346623"/>
              <a:gd name="connsiteX26" fmla="*/ 5201919 w 12192000"/>
              <a:gd name="connsiteY26" fmla="*/ 248844 h 4346623"/>
              <a:gd name="connsiteX27" fmla="*/ 6944359 w 12192000"/>
              <a:gd name="connsiteY27" fmla="*/ 248844 h 4346623"/>
              <a:gd name="connsiteX28" fmla="*/ 6944359 w 12192000"/>
              <a:gd name="connsiteY28" fmla="*/ 169637 h 4346623"/>
              <a:gd name="connsiteX29" fmla="*/ 8676639 w 12192000"/>
              <a:gd name="connsiteY29" fmla="*/ 169637 h 4346623"/>
              <a:gd name="connsiteX30" fmla="*/ 10482412 w 12192000"/>
              <a:gd name="connsiteY30" fmla="*/ 169050 h 4346623"/>
              <a:gd name="connsiteX31" fmla="*/ 10474959 w 12192000"/>
              <a:gd name="connsiteY31" fmla="*/ 0 h 434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4346623">
                <a:moveTo>
                  <a:pt x="10474959" y="0"/>
                </a:moveTo>
                <a:lnTo>
                  <a:pt x="12191999" y="0"/>
                </a:lnTo>
                <a:lnTo>
                  <a:pt x="12191999" y="90430"/>
                </a:lnTo>
                <a:lnTo>
                  <a:pt x="12191999" y="96698"/>
                </a:lnTo>
                <a:lnTo>
                  <a:pt x="12191999" y="169637"/>
                </a:lnTo>
                <a:lnTo>
                  <a:pt x="12191999" y="175905"/>
                </a:lnTo>
                <a:lnTo>
                  <a:pt x="12191999" y="248844"/>
                </a:lnTo>
                <a:lnTo>
                  <a:pt x="12191999" y="255112"/>
                </a:lnTo>
                <a:lnTo>
                  <a:pt x="12191999" y="326041"/>
                </a:lnTo>
                <a:lnTo>
                  <a:pt x="12191999" y="332309"/>
                </a:lnTo>
                <a:lnTo>
                  <a:pt x="12191999" y="404660"/>
                </a:lnTo>
                <a:lnTo>
                  <a:pt x="12191999" y="410929"/>
                </a:lnTo>
                <a:lnTo>
                  <a:pt x="12191999" y="495581"/>
                </a:lnTo>
                <a:lnTo>
                  <a:pt x="12191999" y="501850"/>
                </a:lnTo>
                <a:lnTo>
                  <a:pt x="12191999" y="562500"/>
                </a:lnTo>
                <a:lnTo>
                  <a:pt x="12192000" y="562500"/>
                </a:lnTo>
                <a:lnTo>
                  <a:pt x="12192000" y="4346623"/>
                </a:lnTo>
                <a:lnTo>
                  <a:pt x="0" y="4346623"/>
                </a:lnTo>
                <a:lnTo>
                  <a:pt x="0" y="579303"/>
                </a:lnTo>
                <a:lnTo>
                  <a:pt x="0" y="562500"/>
                </a:lnTo>
                <a:lnTo>
                  <a:pt x="0" y="495581"/>
                </a:lnTo>
                <a:lnTo>
                  <a:pt x="1752600" y="495581"/>
                </a:lnTo>
                <a:lnTo>
                  <a:pt x="1752600" y="404660"/>
                </a:lnTo>
                <a:lnTo>
                  <a:pt x="3495040" y="404660"/>
                </a:lnTo>
                <a:lnTo>
                  <a:pt x="3495040" y="326041"/>
                </a:lnTo>
                <a:lnTo>
                  <a:pt x="5201919" y="326041"/>
                </a:lnTo>
                <a:lnTo>
                  <a:pt x="5201919" y="248844"/>
                </a:lnTo>
                <a:lnTo>
                  <a:pt x="6944359" y="248844"/>
                </a:lnTo>
                <a:lnTo>
                  <a:pt x="6944359" y="169637"/>
                </a:lnTo>
                <a:lnTo>
                  <a:pt x="8676639" y="169637"/>
                </a:lnTo>
                <a:lnTo>
                  <a:pt x="10482412" y="169050"/>
                </a:lnTo>
                <a:lnTo>
                  <a:pt x="10474959" y="0"/>
                </a:lnTo>
                <a:close/>
              </a:path>
            </a:pathLst>
          </a:custGeom>
          <a:noFill/>
          <a:ln>
            <a:solidFill>
              <a:srgbClr val="29B6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64" tIns="45719" rIns="91264" bIns="45719" rtlCol="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812" name="Graphic 32811">
            <a:extLst>
              <a:ext uri="{FF2B5EF4-FFF2-40B4-BE49-F238E27FC236}">
                <a16:creationId xmlns:a16="http://schemas.microsoft.com/office/drawing/2014/main" id="{01C24028-032E-E12A-5B66-073E1FE5A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2762" y="1312687"/>
            <a:ext cx="685800" cy="548640"/>
          </a:xfrm>
          <a:prstGeom prst="rect">
            <a:avLst/>
          </a:prstGeom>
        </p:spPr>
      </p:pic>
      <p:grpSp>
        <p:nvGrpSpPr>
          <p:cNvPr id="32807" name="Group 32806">
            <a:extLst>
              <a:ext uri="{FF2B5EF4-FFF2-40B4-BE49-F238E27FC236}">
                <a16:creationId xmlns:a16="http://schemas.microsoft.com/office/drawing/2014/main" id="{75DDA386-CE72-897D-2303-B0A6B04FAB6E}"/>
              </a:ext>
            </a:extLst>
          </p:cNvPr>
          <p:cNvGrpSpPr/>
          <p:nvPr/>
        </p:nvGrpSpPr>
        <p:grpSpPr>
          <a:xfrm>
            <a:off x="4558665" y="4407524"/>
            <a:ext cx="2779327" cy="338552"/>
            <a:chOff x="4558665" y="3922495"/>
            <a:chExt cx="2779327" cy="33855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099DA91-C7C2-8451-DEAE-11B32D93319A}"/>
                </a:ext>
              </a:extLst>
            </p:cNvPr>
            <p:cNvGrpSpPr/>
            <p:nvPr/>
          </p:nvGrpSpPr>
          <p:grpSpPr>
            <a:xfrm>
              <a:off x="4558665" y="3922495"/>
              <a:ext cx="2716345" cy="338552"/>
              <a:chOff x="460647" y="3581841"/>
              <a:chExt cx="2716345" cy="338552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2F0760-D1C7-F839-1C92-241382C96861}"/>
                  </a:ext>
                </a:extLst>
              </p:cNvPr>
              <p:cNvSpPr txBox="1"/>
              <p:nvPr/>
            </p:nvSpPr>
            <p:spPr>
              <a:xfrm>
                <a:off x="499101" y="3581841"/>
                <a:ext cx="2677891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Community College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9BCB00A-736A-8205-FFBC-548776A671E4}"/>
                  </a:ext>
                </a:extLst>
              </p:cNvPr>
              <p:cNvSpPr/>
              <p:nvPr/>
            </p:nvSpPr>
            <p:spPr>
              <a:xfrm>
                <a:off x="460647" y="3712661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71" name="Straight Connector 32770">
              <a:extLst>
                <a:ext uri="{FF2B5EF4-FFF2-40B4-BE49-F238E27FC236}">
                  <a16:creationId xmlns:a16="http://schemas.microsoft.com/office/drawing/2014/main" id="{B9C0D634-63F2-D8FC-BBEF-57BBC8F79E89}"/>
                </a:ext>
              </a:extLst>
            </p:cNvPr>
            <p:cNvCxnSpPr>
              <a:cxnSpLocks/>
              <a:endCxn id="44" idx="3"/>
            </p:cNvCxnSpPr>
            <p:nvPr/>
          </p:nvCxnSpPr>
          <p:spPr>
            <a:xfrm>
              <a:off x="6766560" y="4091771"/>
              <a:ext cx="508450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76" name="Oval 32775">
              <a:extLst>
                <a:ext uri="{FF2B5EF4-FFF2-40B4-BE49-F238E27FC236}">
                  <a16:creationId xmlns:a16="http://schemas.microsoft.com/office/drawing/2014/main" id="{A555BEF9-3259-00AF-C37B-8B349D5E3F21}"/>
                </a:ext>
              </a:extLst>
            </p:cNvPr>
            <p:cNvSpPr/>
            <p:nvPr/>
          </p:nvSpPr>
          <p:spPr>
            <a:xfrm>
              <a:off x="7261080" y="4053315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814" name="Graphic 32813">
            <a:extLst>
              <a:ext uri="{FF2B5EF4-FFF2-40B4-BE49-F238E27FC236}">
                <a16:creationId xmlns:a16="http://schemas.microsoft.com/office/drawing/2014/main" id="{E13B521D-E273-9885-9728-76E5717B96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7877" y="1158190"/>
            <a:ext cx="685800" cy="548640"/>
          </a:xfrm>
          <a:prstGeom prst="rect">
            <a:avLst/>
          </a:prstGeom>
        </p:spPr>
      </p:pic>
      <p:pic>
        <p:nvPicPr>
          <p:cNvPr id="32816" name="Graphic 32815">
            <a:extLst>
              <a:ext uri="{FF2B5EF4-FFF2-40B4-BE49-F238E27FC236}">
                <a16:creationId xmlns:a16="http://schemas.microsoft.com/office/drawing/2014/main" id="{5FC4825A-8F6D-4D78-64F8-6A9043D69F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395" y="1432510"/>
            <a:ext cx="685800" cy="548640"/>
          </a:xfrm>
          <a:prstGeom prst="rect">
            <a:avLst/>
          </a:prstGeom>
        </p:spPr>
      </p:pic>
      <p:pic>
        <p:nvPicPr>
          <p:cNvPr id="32818" name="Graphic 32817">
            <a:extLst>
              <a:ext uri="{FF2B5EF4-FFF2-40B4-BE49-F238E27FC236}">
                <a16:creationId xmlns:a16="http://schemas.microsoft.com/office/drawing/2014/main" id="{AF054733-3B3F-8AD3-F38D-01AD8CE5BE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7673" y="1189722"/>
            <a:ext cx="480060" cy="548640"/>
          </a:xfrm>
          <a:prstGeom prst="rect">
            <a:avLst/>
          </a:prstGeom>
        </p:spPr>
      </p:pic>
      <p:grpSp>
        <p:nvGrpSpPr>
          <p:cNvPr id="32808" name="Group 32807">
            <a:extLst>
              <a:ext uri="{FF2B5EF4-FFF2-40B4-BE49-F238E27FC236}">
                <a16:creationId xmlns:a16="http://schemas.microsoft.com/office/drawing/2014/main" id="{9E5830B4-A2AA-155E-9A7B-DE7C08A62151}"/>
              </a:ext>
            </a:extLst>
          </p:cNvPr>
          <p:cNvGrpSpPr/>
          <p:nvPr/>
        </p:nvGrpSpPr>
        <p:grpSpPr>
          <a:xfrm>
            <a:off x="7275010" y="4937710"/>
            <a:ext cx="3502351" cy="338552"/>
            <a:chOff x="7275010" y="4430323"/>
            <a:chExt cx="3502351" cy="33855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F5BE128-84DF-0F7C-C367-374A401A152C}"/>
                </a:ext>
              </a:extLst>
            </p:cNvPr>
            <p:cNvGrpSpPr/>
            <p:nvPr/>
          </p:nvGrpSpPr>
          <p:grpSpPr>
            <a:xfrm>
              <a:off x="7275010" y="4430323"/>
              <a:ext cx="3108843" cy="338552"/>
              <a:chOff x="460647" y="5223500"/>
              <a:chExt cx="3108843" cy="338552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95B8D36-1A4A-C38B-FD48-666322605AEC}"/>
                  </a:ext>
                </a:extLst>
              </p:cNvPr>
              <p:cNvSpPr txBox="1"/>
              <p:nvPr/>
            </p:nvSpPr>
            <p:spPr>
              <a:xfrm>
                <a:off x="499101" y="5223500"/>
                <a:ext cx="3070389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Transfer to 4-year college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7689696-CEB6-2018-575F-56DDA8AC1FFA}"/>
                  </a:ext>
                </a:extLst>
              </p:cNvPr>
              <p:cNvSpPr/>
              <p:nvPr/>
            </p:nvSpPr>
            <p:spPr>
              <a:xfrm>
                <a:off x="460647" y="5354320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78" name="Straight Connector 32777">
              <a:extLst>
                <a:ext uri="{FF2B5EF4-FFF2-40B4-BE49-F238E27FC236}">
                  <a16:creationId xmlns:a16="http://schemas.microsoft.com/office/drawing/2014/main" id="{A75E98EA-E1E2-4823-C6BC-DD3B99E8D8CF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538" y="4604763"/>
              <a:ext cx="619911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79" name="Oval 32778">
              <a:extLst>
                <a:ext uri="{FF2B5EF4-FFF2-40B4-BE49-F238E27FC236}">
                  <a16:creationId xmlns:a16="http://schemas.microsoft.com/office/drawing/2014/main" id="{0500204A-3CC7-B193-EA52-93D62203B709}"/>
                </a:ext>
              </a:extLst>
            </p:cNvPr>
            <p:cNvSpPr/>
            <p:nvPr/>
          </p:nvSpPr>
          <p:spPr>
            <a:xfrm>
              <a:off x="10700449" y="4561143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09" name="Group 32808">
            <a:extLst>
              <a:ext uri="{FF2B5EF4-FFF2-40B4-BE49-F238E27FC236}">
                <a16:creationId xmlns:a16="http://schemas.microsoft.com/office/drawing/2014/main" id="{0F324414-86A4-6694-3B94-182ED3BB9D16}"/>
              </a:ext>
            </a:extLst>
          </p:cNvPr>
          <p:cNvGrpSpPr/>
          <p:nvPr/>
        </p:nvGrpSpPr>
        <p:grpSpPr>
          <a:xfrm>
            <a:off x="7285237" y="5467896"/>
            <a:ext cx="4495283" cy="338552"/>
            <a:chOff x="7285237" y="5199791"/>
            <a:chExt cx="4495283" cy="3385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F16547E-9BED-00F1-7B03-1D569E97BAA1}"/>
                </a:ext>
              </a:extLst>
            </p:cNvPr>
            <p:cNvGrpSpPr/>
            <p:nvPr/>
          </p:nvGrpSpPr>
          <p:grpSpPr>
            <a:xfrm>
              <a:off x="7285237" y="5199791"/>
              <a:ext cx="2795301" cy="338552"/>
              <a:chOff x="460647" y="5697973"/>
              <a:chExt cx="2795301" cy="33855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26977DC-931C-EC4B-750D-602E49CE49D3}"/>
                  </a:ext>
                </a:extLst>
              </p:cNvPr>
              <p:cNvSpPr txBox="1"/>
              <p:nvPr/>
            </p:nvSpPr>
            <p:spPr>
              <a:xfrm>
                <a:off x="499101" y="5697973"/>
                <a:ext cx="2756847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latin typeface="Lucida Bright" panose="02040602050505020304" pitchFamily="18" charset="0"/>
                    <a:cs typeface="Arial" pitchFamily="34" charset="0"/>
                  </a:rPr>
                  <a:t>Transition to Workforce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cs typeface="Arial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6B1D902-1CA7-F9ED-A593-961B45113CBD}"/>
                  </a:ext>
                </a:extLst>
              </p:cNvPr>
              <p:cNvSpPr/>
              <p:nvPr/>
            </p:nvSpPr>
            <p:spPr>
              <a:xfrm>
                <a:off x="460647" y="5828793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80" name="Straight Connector 32779">
              <a:extLst>
                <a:ext uri="{FF2B5EF4-FFF2-40B4-BE49-F238E27FC236}">
                  <a16:creationId xmlns:a16="http://schemas.microsoft.com/office/drawing/2014/main" id="{CCE299B4-79AF-90A1-6F97-DB1CD022C5E8}"/>
                </a:ext>
              </a:extLst>
            </p:cNvPr>
            <p:cNvCxnSpPr>
              <a:cxnSpLocks/>
            </p:cNvCxnSpPr>
            <p:nvPr/>
          </p:nvCxnSpPr>
          <p:spPr>
            <a:xfrm>
              <a:off x="9929900" y="5374231"/>
              <a:ext cx="1850620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81" name="Oval 32780">
              <a:extLst>
                <a:ext uri="{FF2B5EF4-FFF2-40B4-BE49-F238E27FC236}">
                  <a16:creationId xmlns:a16="http://schemas.microsoft.com/office/drawing/2014/main" id="{92A93E0C-8711-427B-9B67-95ED90BAFAA8}"/>
                </a:ext>
              </a:extLst>
            </p:cNvPr>
            <p:cNvSpPr/>
            <p:nvPr/>
          </p:nvSpPr>
          <p:spPr>
            <a:xfrm>
              <a:off x="11703608" y="5330611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820" name="Graphic 32819">
            <a:extLst>
              <a:ext uri="{FF2B5EF4-FFF2-40B4-BE49-F238E27FC236}">
                <a16:creationId xmlns:a16="http://schemas.microsoft.com/office/drawing/2014/main" id="{A2B47E09-3FA7-B301-D47A-CBE68B2D51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1229" y="1082035"/>
            <a:ext cx="548640" cy="548640"/>
          </a:xfrm>
          <a:prstGeom prst="rect">
            <a:avLst/>
          </a:prstGeom>
        </p:spPr>
      </p:pic>
      <p:pic>
        <p:nvPicPr>
          <p:cNvPr id="32824" name="Graphic 32823">
            <a:extLst>
              <a:ext uri="{FF2B5EF4-FFF2-40B4-BE49-F238E27FC236}">
                <a16:creationId xmlns:a16="http://schemas.microsoft.com/office/drawing/2014/main" id="{1B485E25-E1B5-B1F9-412F-30556011AE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7477" y="1116473"/>
            <a:ext cx="548640" cy="548640"/>
          </a:xfrm>
          <a:prstGeom prst="rect">
            <a:avLst/>
          </a:prstGeom>
        </p:spPr>
      </p:pic>
      <p:grpSp>
        <p:nvGrpSpPr>
          <p:cNvPr id="32810" name="Group 32809">
            <a:extLst>
              <a:ext uri="{FF2B5EF4-FFF2-40B4-BE49-F238E27FC236}">
                <a16:creationId xmlns:a16="http://schemas.microsoft.com/office/drawing/2014/main" id="{0B43E31C-A9F6-E505-0AC1-5DC6679F47A9}"/>
              </a:ext>
            </a:extLst>
          </p:cNvPr>
          <p:cNvGrpSpPr/>
          <p:nvPr/>
        </p:nvGrpSpPr>
        <p:grpSpPr>
          <a:xfrm>
            <a:off x="8178637" y="5998084"/>
            <a:ext cx="3640695" cy="338552"/>
            <a:chOff x="8178637" y="5998084"/>
            <a:chExt cx="3640695" cy="33855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C7F3C9E-8B48-1FDA-04C5-71229E08F129}"/>
                </a:ext>
              </a:extLst>
            </p:cNvPr>
            <p:cNvGrpSpPr/>
            <p:nvPr/>
          </p:nvGrpSpPr>
          <p:grpSpPr>
            <a:xfrm>
              <a:off x="8178637" y="5998084"/>
              <a:ext cx="2716345" cy="338552"/>
              <a:chOff x="460647" y="4749028"/>
              <a:chExt cx="2716345" cy="338552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A8156AC-AFA8-A1AA-B27C-ECBA774C41E7}"/>
                  </a:ext>
                </a:extLst>
              </p:cNvPr>
              <p:cNvSpPr txBox="1"/>
              <p:nvPr/>
            </p:nvSpPr>
            <p:spPr>
              <a:xfrm>
                <a:off x="499101" y="4749028"/>
                <a:ext cx="2677891" cy="338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264" tIns="45719" rIns="91264" bIns="45719" rtlCol="0">
                <a:spAutoFit/>
              </a:bodyPr>
              <a:lstStyle/>
              <a:p>
                <a:pPr marL="0" marR="0" lvl="0" indent="0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ucida Bright" panose="02040602050505020304" pitchFamily="18" charset="0"/>
                    <a:cs typeface="Arial" pitchFamily="34" charset="0"/>
                  </a:rPr>
                  <a:t>Sector-Specific Training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D4E76BA-DD18-42CD-10DB-75CD72B194CD}"/>
                  </a:ext>
                </a:extLst>
              </p:cNvPr>
              <p:cNvSpPr/>
              <p:nvPr/>
            </p:nvSpPr>
            <p:spPr>
              <a:xfrm>
                <a:off x="460647" y="4879848"/>
                <a:ext cx="76912" cy="76912"/>
              </a:xfrm>
              <a:prstGeom prst="ellipse">
                <a:avLst/>
              </a:prstGeom>
              <a:solidFill>
                <a:srgbClr val="29B6A4"/>
              </a:solidFill>
              <a:ln>
                <a:solidFill>
                  <a:srgbClr val="29B6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2790" name="Straight Connector 32789">
              <a:extLst>
                <a:ext uri="{FF2B5EF4-FFF2-40B4-BE49-F238E27FC236}">
                  <a16:creationId xmlns:a16="http://schemas.microsoft.com/office/drawing/2014/main" id="{CB7AE730-8D21-4C1F-2CDB-A9F324E5F4F0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793" y="6172524"/>
              <a:ext cx="995727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91" name="Oval 32790">
              <a:extLst>
                <a:ext uri="{FF2B5EF4-FFF2-40B4-BE49-F238E27FC236}">
                  <a16:creationId xmlns:a16="http://schemas.microsoft.com/office/drawing/2014/main" id="{31DB3DFF-9505-1991-10DD-F898D3D615A8}"/>
                </a:ext>
              </a:extLst>
            </p:cNvPr>
            <p:cNvSpPr/>
            <p:nvPr/>
          </p:nvSpPr>
          <p:spPr>
            <a:xfrm>
              <a:off x="11742420" y="612890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826" name="Graphic 32825">
            <a:extLst>
              <a:ext uri="{FF2B5EF4-FFF2-40B4-BE49-F238E27FC236}">
                <a16:creationId xmlns:a16="http://schemas.microsoft.com/office/drawing/2014/main" id="{C7936FDE-1920-F31B-EEC8-BF3EE53182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17120" y="823927"/>
            <a:ext cx="685800" cy="54864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ED440B7-99DA-C650-3709-14A19760EAB1}"/>
              </a:ext>
            </a:extLst>
          </p:cNvPr>
          <p:cNvGrpSpPr/>
          <p:nvPr/>
        </p:nvGrpSpPr>
        <p:grpSpPr>
          <a:xfrm>
            <a:off x="1979822" y="3631117"/>
            <a:ext cx="9801054" cy="584773"/>
            <a:chOff x="1979822" y="3568240"/>
            <a:chExt cx="9801054" cy="5847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A89E08-754C-E592-DA1E-F1577782B4B2}"/>
                </a:ext>
              </a:extLst>
            </p:cNvPr>
            <p:cNvSpPr txBox="1"/>
            <p:nvPr/>
          </p:nvSpPr>
          <p:spPr>
            <a:xfrm>
              <a:off x="5621371" y="3568240"/>
              <a:ext cx="2677891" cy="5847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264" tIns="45719" rIns="91264" bIns="45719" rtlCol="0">
              <a:spAutoFit/>
            </a:bodyPr>
            <a:lstStyle/>
            <a:p>
              <a:pPr marL="0" marR="0" lvl="0" indent="0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latin typeface="Lucida Bright" panose="02040602050505020304" pitchFamily="18" charset="0"/>
                  <a:cs typeface="Arial" pitchFamily="34" charset="0"/>
                </a:rPr>
                <a:t>Mentorship</a:t>
              </a:r>
            </a:p>
            <a:p>
              <a:pPr marL="0" marR="0" lvl="0" indent="0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cs typeface="Arial" pitchFamily="34" charset="0"/>
                </a:rPr>
                <a:t>(Social Capital)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A0A724-E617-54EF-272A-25C76161F421}"/>
                </a:ext>
              </a:extLst>
            </p:cNvPr>
            <p:cNvSpPr/>
            <p:nvPr/>
          </p:nvSpPr>
          <p:spPr>
            <a:xfrm>
              <a:off x="1979822" y="3689484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B35D750-3AD6-58DD-2DF1-4D83D1F1B072}"/>
                </a:ext>
              </a:extLst>
            </p:cNvPr>
            <p:cNvCxnSpPr>
              <a:cxnSpLocks/>
            </p:cNvCxnSpPr>
            <p:nvPr/>
          </p:nvCxnSpPr>
          <p:spPr>
            <a:xfrm>
              <a:off x="6960316" y="3737516"/>
              <a:ext cx="4743648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35159BC-5C5D-658F-0002-22F9EEE705A7}"/>
                </a:ext>
              </a:extLst>
            </p:cNvPr>
            <p:cNvSpPr/>
            <p:nvPr/>
          </p:nvSpPr>
          <p:spPr>
            <a:xfrm>
              <a:off x="11703964" y="3699060"/>
              <a:ext cx="76912" cy="76912"/>
            </a:xfrm>
            <a:prstGeom prst="ellipse">
              <a:avLst/>
            </a:prstGeom>
            <a:solidFill>
              <a:srgbClr val="29B6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F0F476-060C-A3E3-2B90-E468F760601B}"/>
                </a:ext>
              </a:extLst>
            </p:cNvPr>
            <p:cNvCxnSpPr>
              <a:cxnSpLocks/>
            </p:cNvCxnSpPr>
            <p:nvPr/>
          </p:nvCxnSpPr>
          <p:spPr>
            <a:xfrm>
              <a:off x="2060003" y="3737516"/>
              <a:ext cx="3561368" cy="0"/>
            </a:xfrm>
            <a:prstGeom prst="line">
              <a:avLst/>
            </a:prstGeom>
            <a:ln w="12700">
              <a:solidFill>
                <a:srgbClr val="29B6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14" descr="Image result for communities in schools charlotte">
            <a:extLst>
              <a:ext uri="{FF2B5EF4-FFF2-40B4-BE49-F238E27FC236}">
                <a16:creationId xmlns:a16="http://schemas.microsoft.com/office/drawing/2014/main" id="{A0C9EAE6-514E-87A0-6339-BB0220B39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28" y="2004484"/>
            <a:ext cx="2052799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mage result for heart math charlotte">
            <a:extLst>
              <a:ext uri="{FF2B5EF4-FFF2-40B4-BE49-F238E27FC236}">
                <a16:creationId xmlns:a16="http://schemas.microsoft.com/office/drawing/2014/main" id="{6A184428-FFED-75A5-D021-90793DF20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520" y="2158668"/>
            <a:ext cx="1394233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ottom Line Inc - GuideStar Profile">
            <a:extLst>
              <a:ext uri="{FF2B5EF4-FFF2-40B4-BE49-F238E27FC236}">
                <a16:creationId xmlns:a16="http://schemas.microsoft.com/office/drawing/2014/main" id="{8AD0E499-E060-25D3-FB70-44C8A886A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084" y="2753401"/>
            <a:ext cx="2883176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aven Receives $1 million Investment from Barclays">
            <a:extLst>
              <a:ext uri="{FF2B5EF4-FFF2-40B4-BE49-F238E27FC236}">
                <a16:creationId xmlns:a16="http://schemas.microsoft.com/office/drawing/2014/main" id="{D4F6638F-DADD-DA2D-6002-30F97E7C8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446" y="2813164"/>
            <a:ext cx="122253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rowing and Diversifying the Year Up Model | American Institutes for  Research">
            <a:extLst>
              <a:ext uri="{FF2B5EF4-FFF2-40B4-BE49-F238E27FC236}">
                <a16:creationId xmlns:a16="http://schemas.microsoft.com/office/drawing/2014/main" id="{B11575C2-AE6B-2AD4-D846-5728E1D0E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616" y="5842601"/>
            <a:ext cx="960978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me | Climb Hire">
            <a:extLst>
              <a:ext uri="{FF2B5EF4-FFF2-40B4-BE49-F238E27FC236}">
                <a16:creationId xmlns:a16="http://schemas.microsoft.com/office/drawing/2014/main" id="{7AB5ADC7-F0C7-4069-4119-702AE36C4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785" y="5964042"/>
            <a:ext cx="2070838" cy="37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alo Alto Vikings - Official Athletic Website – Palo Alto, CA">
            <a:extLst>
              <a:ext uri="{FF2B5EF4-FFF2-40B4-BE49-F238E27FC236}">
                <a16:creationId xmlns:a16="http://schemas.microsoft.com/office/drawing/2014/main" id="{5050D6F8-3077-BC69-3B5F-95EEF89C5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246" y="2082752"/>
            <a:ext cx="818648" cy="811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raxis Portfolio Ventures | Rising Tide Capital">
            <a:extLst>
              <a:ext uri="{FF2B5EF4-FFF2-40B4-BE49-F238E27FC236}">
                <a16:creationId xmlns:a16="http://schemas.microsoft.com/office/drawing/2014/main" id="{86E3CCAF-11AC-7E75-0176-EDA994391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233" y="5862425"/>
            <a:ext cx="2399129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800AA9-95F8-72C4-93CD-03A97BFB6C92}"/>
              </a:ext>
            </a:extLst>
          </p:cNvPr>
          <p:cNvCxnSpPr>
            <a:cxnSpLocks/>
          </p:cNvCxnSpPr>
          <p:nvPr/>
        </p:nvCxnSpPr>
        <p:spPr>
          <a:xfrm>
            <a:off x="620980" y="759919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95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01DCFE5-9C3D-C766-531A-985DA455A351}"/>
              </a:ext>
            </a:extLst>
          </p:cNvPr>
          <p:cNvGrpSpPr/>
          <p:nvPr/>
        </p:nvGrpSpPr>
        <p:grpSpPr>
          <a:xfrm>
            <a:off x="655287" y="2097099"/>
            <a:ext cx="5807063" cy="2065538"/>
            <a:chOff x="3437938" y="1566880"/>
            <a:chExt cx="3810015" cy="2065538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4B11B81D-D151-19B2-DE6B-85AA7F7BC698}"/>
                </a:ext>
              </a:extLst>
            </p:cNvPr>
            <p:cNvSpPr txBox="1">
              <a:spLocks/>
            </p:cNvSpPr>
            <p:nvPr/>
          </p:nvSpPr>
          <p:spPr>
            <a:xfrm>
              <a:off x="3437938" y="1566880"/>
              <a:ext cx="3810015" cy="1196256"/>
            </a:xfrm>
            <a:prstGeom prst="rect">
              <a:avLst/>
            </a:prstGeom>
          </p:spPr>
          <p:txBody>
            <a:bodyPr vert="horz" lIns="91160" tIns="45718" rIns="91160" bIns="45718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Program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for low-income students across CUNY campuses: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6-week pre-term summer program 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Individual tutoring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Access to “opportunity counselors”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endParaRP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Wingdings 3" panose="05040102010807070707" pitchFamily="18" charset="2"/>
                <a:buChar char="_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Available to academically marginal students from low-income families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6F4E37-EBA9-FA54-596F-7D5CE3B07D71}"/>
                </a:ext>
              </a:extLst>
            </p:cNvPr>
            <p:cNvSpPr/>
            <p:nvPr/>
          </p:nvSpPr>
          <p:spPr>
            <a:xfrm>
              <a:off x="4600189" y="3329521"/>
              <a:ext cx="2489326" cy="302897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14" name="Picture 13" descr="A black and grey text&#10;&#10;Description automatically generated">
            <a:extLst>
              <a:ext uri="{FF2B5EF4-FFF2-40B4-BE49-F238E27FC236}">
                <a16:creationId xmlns:a16="http://schemas.microsoft.com/office/drawing/2014/main" id="{AF21E452-DCAE-DA58-0AB7-0C6962FEED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0CF648-5531-E9C9-B0F9-C28F6C3D0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SEEK Program at the City University of New York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4A7BB5-1B78-74E3-7CDF-61A567EED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335" y="1550374"/>
            <a:ext cx="3794125" cy="241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23B37B-6B2F-C8A9-B719-43C119539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561" y="4131942"/>
            <a:ext cx="3639672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240B83-7D67-B7B8-F8D2-11C922C74CAE}"/>
              </a:ext>
            </a:extLst>
          </p:cNvPr>
          <p:cNvCxnSpPr>
            <a:cxnSpLocks/>
          </p:cNvCxnSpPr>
          <p:nvPr/>
        </p:nvCxnSpPr>
        <p:spPr>
          <a:xfrm>
            <a:off x="620980" y="759919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28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CC6F88-7893-5ED4-CE3D-07ABD262053E}"/>
              </a:ext>
            </a:extLst>
          </p:cNvPr>
          <p:cNvGrpSpPr/>
          <p:nvPr/>
        </p:nvGrpSpPr>
        <p:grpSpPr>
          <a:xfrm>
            <a:off x="2066525" y="1114542"/>
            <a:ext cx="8147323" cy="5133472"/>
            <a:chOff x="2093683" y="880735"/>
            <a:chExt cx="8506055" cy="5359504"/>
          </a:xfrm>
        </p:grpSpPr>
        <p:sp>
          <p:nvSpPr>
            <p:cNvPr id="149" name="Rectangle 48">
              <a:extLst>
                <a:ext uri="{FF2B5EF4-FFF2-40B4-BE49-F238E27FC236}">
                  <a16:creationId xmlns:a16="http://schemas.microsoft.com/office/drawing/2014/main" id="{22805B86-D2D4-48BD-8D22-139FB53A4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775" y="3778499"/>
              <a:ext cx="1949450" cy="1657101"/>
            </a:xfrm>
            <a:prstGeom prst="rect">
              <a:avLst/>
            </a:prstGeom>
            <a:solidFill>
              <a:srgbClr val="CDCDCD"/>
            </a:solidFill>
            <a:ln w="11113">
              <a:solidFill>
                <a:srgbClr val="C0C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50" name="Rectangle 49">
              <a:extLst>
                <a:ext uri="{FF2B5EF4-FFF2-40B4-BE49-F238E27FC236}">
                  <a16:creationId xmlns:a16="http://schemas.microsoft.com/office/drawing/2014/main" id="{C1BE7B80-3D14-4D06-8D30-0C0CDD33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6875" y="2497347"/>
              <a:ext cx="1947863" cy="2938253"/>
            </a:xfrm>
            <a:prstGeom prst="rect">
              <a:avLst/>
            </a:prstGeom>
            <a:solidFill>
              <a:srgbClr val="85E3D8"/>
            </a:solidFill>
            <a:ln w="11113">
              <a:solidFill>
                <a:srgbClr val="66DCC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51" name="Rectangle 50">
              <a:extLst>
                <a:ext uri="{FF2B5EF4-FFF2-40B4-BE49-F238E27FC236}">
                  <a16:creationId xmlns:a16="http://schemas.microsoft.com/office/drawing/2014/main" id="{E44D498A-B6D3-45CF-A4B7-E7801A7E6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350" y="3454884"/>
              <a:ext cx="672781" cy="273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21.0%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52" name="Rectangle 51">
              <a:extLst>
                <a:ext uri="{FF2B5EF4-FFF2-40B4-BE49-F238E27FC236}">
                  <a16:creationId xmlns:a16="http://schemas.microsoft.com/office/drawing/2014/main" id="{E5CFF809-F801-4296-B32F-406C22E94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8863" y="2169268"/>
              <a:ext cx="672781" cy="273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24.3%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53" name="Line 52">
              <a:extLst>
                <a:ext uri="{FF2B5EF4-FFF2-40B4-BE49-F238E27FC236}">
                  <a16:creationId xmlns:a16="http://schemas.microsoft.com/office/drawing/2014/main" id="{362286AF-0AC4-46A6-B15B-8703551FC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7775" y="954088"/>
              <a:ext cx="0" cy="46291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54" name="Line 53">
              <a:extLst>
                <a:ext uri="{FF2B5EF4-FFF2-40B4-BE49-F238E27FC236}">
                  <a16:creationId xmlns:a16="http://schemas.microsoft.com/office/drawing/2014/main" id="{3E1A8109-4631-4804-ABB6-1E52E0AAC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5435600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55" name="Rectangle 54">
              <a:extLst>
                <a:ext uri="{FF2B5EF4-FFF2-40B4-BE49-F238E27FC236}">
                  <a16:creationId xmlns:a16="http://schemas.microsoft.com/office/drawing/2014/main" id="{5642DD30-16FA-47D8-8E2F-43E040250F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111633" y="5225915"/>
              <a:ext cx="267773" cy="289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15</a:t>
              </a:r>
            </a:p>
          </p:txBody>
        </p:sp>
        <p:sp>
          <p:nvSpPr>
            <p:cNvPr id="156" name="Line 55">
              <a:extLst>
                <a:ext uri="{FF2B5EF4-FFF2-40B4-BE49-F238E27FC236}">
                  <a16:creationId xmlns:a16="http://schemas.microsoft.com/office/drawing/2014/main" id="{3BF10AB7-3DB3-43FB-9D75-F438827FC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4714875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58" name="Line 57">
              <a:extLst>
                <a:ext uri="{FF2B5EF4-FFF2-40B4-BE49-F238E27FC236}">
                  <a16:creationId xmlns:a16="http://schemas.microsoft.com/office/drawing/2014/main" id="{9DA9F86A-F798-4BB9-99ED-7026BA8AF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3989388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59" name="Rectangle 58">
              <a:extLst>
                <a:ext uri="{FF2B5EF4-FFF2-40B4-BE49-F238E27FC236}">
                  <a16:creationId xmlns:a16="http://schemas.microsoft.com/office/drawing/2014/main" id="{15D22D4A-5369-4C5C-B1D5-C162B60B9C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085649" y="3774845"/>
              <a:ext cx="321329" cy="305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20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60" name="Line 59">
              <a:extLst>
                <a:ext uri="{FF2B5EF4-FFF2-40B4-BE49-F238E27FC236}">
                  <a16:creationId xmlns:a16="http://schemas.microsoft.com/office/drawing/2014/main" id="{11890811-A042-4967-91FD-40A5D6405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3268663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62" name="Line 61">
              <a:extLst>
                <a:ext uri="{FF2B5EF4-FFF2-40B4-BE49-F238E27FC236}">
                  <a16:creationId xmlns:a16="http://schemas.microsoft.com/office/drawing/2014/main" id="{33F13B52-8566-4B4B-A906-4925D72AE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2549525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63" name="Rectangle 62">
              <a:extLst>
                <a:ext uri="{FF2B5EF4-FFF2-40B4-BE49-F238E27FC236}">
                  <a16:creationId xmlns:a16="http://schemas.microsoft.com/office/drawing/2014/main" id="{5E0006FB-9BFF-4AAC-A907-C3F931B514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085649" y="2334982"/>
              <a:ext cx="321329" cy="305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25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64" name="Line 63">
              <a:extLst>
                <a:ext uri="{FF2B5EF4-FFF2-40B4-BE49-F238E27FC236}">
                  <a16:creationId xmlns:a16="http://schemas.microsoft.com/office/drawing/2014/main" id="{976A6950-6691-4EB9-8028-C7D194BDE7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1828800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66" name="Line 65">
              <a:extLst>
                <a:ext uri="{FF2B5EF4-FFF2-40B4-BE49-F238E27FC236}">
                  <a16:creationId xmlns:a16="http://schemas.microsoft.com/office/drawing/2014/main" id="{8703667B-7023-42E0-8BB4-6D56D8BFB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0938" y="1103313"/>
              <a:ext cx="968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67" name="Rectangle 66">
              <a:extLst>
                <a:ext uri="{FF2B5EF4-FFF2-40B4-BE49-F238E27FC236}">
                  <a16:creationId xmlns:a16="http://schemas.microsoft.com/office/drawing/2014/main" id="{807007B0-4686-441D-83B5-7611324513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085649" y="888769"/>
              <a:ext cx="321329" cy="305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30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70" name="Line 69">
              <a:extLst>
                <a:ext uri="{FF2B5EF4-FFF2-40B4-BE49-F238E27FC236}">
                  <a16:creationId xmlns:a16="http://schemas.microsoft.com/office/drawing/2014/main" id="{C81D3E5B-6DE5-48CA-87E8-C62B6FD52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775" y="5583238"/>
              <a:ext cx="8081963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71" name="Line 70">
              <a:extLst>
                <a:ext uri="{FF2B5EF4-FFF2-40B4-BE49-F238E27FC236}">
                  <a16:creationId xmlns:a16="http://schemas.microsoft.com/office/drawing/2014/main" id="{EF54A467-6A49-4540-8BF7-4E8ACDB2D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4325" y="5583238"/>
              <a:ext cx="0" cy="968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72" name="Rectangle 71">
              <a:extLst>
                <a:ext uri="{FF2B5EF4-FFF2-40B4-BE49-F238E27FC236}">
                  <a16:creationId xmlns:a16="http://schemas.microsoft.com/office/drawing/2014/main" id="{13260174-450F-461E-9BA0-EB9C29978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881" y="5726113"/>
              <a:ext cx="1718772" cy="514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Ineligible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(Higher Income)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73" name="Line 72">
              <a:extLst>
                <a:ext uri="{FF2B5EF4-FFF2-40B4-BE49-F238E27FC236}">
                  <a16:creationId xmlns:a16="http://schemas.microsoft.com/office/drawing/2014/main" id="{FD955FC5-C968-4C9F-925E-92E70CCBB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88425" y="5583238"/>
              <a:ext cx="0" cy="968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endParaRPr>
            </a:p>
          </p:txBody>
        </p:sp>
        <p:sp>
          <p:nvSpPr>
            <p:cNvPr id="174" name="Rectangle 73">
              <a:extLst>
                <a:ext uri="{FF2B5EF4-FFF2-40B4-BE49-F238E27FC236}">
                  <a16:creationId xmlns:a16="http://schemas.microsoft.com/office/drawing/2014/main" id="{DAAA5656-2A08-4F8D-A20F-3BA48A6A0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7728" y="5726112"/>
              <a:ext cx="1716083" cy="514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Eligible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(Lower Income)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78" name="Rectangle 77">
            <a:extLst>
              <a:ext uri="{FF2B5EF4-FFF2-40B4-BE49-F238E27FC236}">
                <a16:creationId xmlns:a16="http://schemas.microsoft.com/office/drawing/2014/main" id="{85E84D46-0CEB-4269-9329-6E2DA35A0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155575"/>
            <a:ext cx="542925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3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57170B76-9C70-40BA-8CD8-EF0905430BFA}"/>
              </a:ext>
            </a:extLst>
          </p:cNvPr>
          <p:cNvSpPr txBox="1">
            <a:spLocks/>
          </p:cNvSpPr>
          <p:nvPr/>
        </p:nvSpPr>
        <p:spPr>
          <a:xfrm>
            <a:off x="-122830" y="-811214"/>
            <a:ext cx="12192000" cy="811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Picture 5" descr="A black and grey text&#10;&#10;Description automatically generated">
            <a:extLst>
              <a:ext uri="{FF2B5EF4-FFF2-40B4-BE49-F238E27FC236}">
                <a16:creationId xmlns:a16="http://schemas.microsoft.com/office/drawing/2014/main" id="{AA815885-3160-10F8-9290-3E72D8E66D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530BFB-70A8-AC19-7381-1C00AB9A5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 of SEEK Advising Program on Upward Mobility for Students</a:t>
            </a:r>
          </a:p>
        </p:txBody>
      </p:sp>
      <p:sp>
        <p:nvSpPr>
          <p:cNvPr id="3" name="Rectangle 11247">
            <a:extLst>
              <a:ext uri="{FF2B5EF4-FFF2-40B4-BE49-F238E27FC236}">
                <a16:creationId xmlns:a16="http://schemas.microsoft.com/office/drawing/2014/main" id="{FDE0368C-4B16-DB15-5F44-CA34377DAAF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5855" y="3198329"/>
            <a:ext cx="22682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Upward Mobility Rate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1249">
            <a:extLst>
              <a:ext uri="{FF2B5EF4-FFF2-40B4-BE49-F238E27FC236}">
                <a16:creationId xmlns:a16="http://schemas.microsoft.com/office/drawing/2014/main" id="{80B7DB5F-8B0F-BBF1-D0D9-F9C7B4C0CF3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290498" y="3122970"/>
            <a:ext cx="372377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Percent of Students from Bottom 20%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11250">
            <a:extLst>
              <a:ext uri="{FF2B5EF4-FFF2-40B4-BE49-F238E27FC236}">
                <a16:creationId xmlns:a16="http://schemas.microsoft.com/office/drawing/2014/main" id="{7AB69B9A-F080-EBAD-D6A2-43299B0A4A7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18392" y="3198328"/>
            <a:ext cx="19829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who Reach Top 20%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6A733B-7E61-75C7-B68D-7F559B52F1DF}"/>
              </a:ext>
            </a:extLst>
          </p:cNvPr>
          <p:cNvCxnSpPr>
            <a:cxnSpLocks/>
          </p:cNvCxnSpPr>
          <p:nvPr/>
        </p:nvCxnSpPr>
        <p:spPr>
          <a:xfrm>
            <a:off x="620980" y="759919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97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951</Words>
  <Application>Microsoft Office PowerPoint</Application>
  <PresentationFormat>Widescreen</PresentationFormat>
  <Paragraphs>282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Lucida Sans Typewriter</vt:lpstr>
      <vt:lpstr>Aptos Display</vt:lpstr>
      <vt:lpstr>Franklin Gothic Book</vt:lpstr>
      <vt:lpstr>Calibri</vt:lpstr>
      <vt:lpstr>Wingdings 3</vt:lpstr>
      <vt:lpstr>Aptos</vt:lpstr>
      <vt:lpstr>Courier New</vt:lpstr>
      <vt:lpstr>ＭＳ Ｐゴシック</vt:lpstr>
      <vt:lpstr>Lucida Sans</vt:lpstr>
      <vt:lpstr>Wingdings</vt:lpstr>
      <vt:lpstr>Lucida Bright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Leff, Emily C</dc:creator>
  <cp:lastModifiedBy>Leff, Emily C</cp:lastModifiedBy>
  <cp:revision>2</cp:revision>
  <dcterms:created xsi:type="dcterms:W3CDTF">2025-05-29T10:33:45Z</dcterms:created>
  <dcterms:modified xsi:type="dcterms:W3CDTF">2025-05-29T16:09:09Z</dcterms:modified>
</cp:coreProperties>
</file>