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6"/>
    <p:sldId id="257" r:id="rId27"/>
    <p:sldId id="258" r:id="rId28"/>
    <p:sldId id="259" r:id="rId29"/>
    <p:sldId id="260" r:id="rId30"/>
  </p:sldIdLst>
  <p:sldSz cx="12192000" cy="6858000"/>
  <p:notesSz cx="6858000" cy="9144000"/>
  <p:embeddedFontLst>
    <p:embeddedFont>
      <p:font typeface="Lucida Bright" panose="02040602050505020304" pitchFamily="18" charset="0"/>
      <p:regular r:id="rId14"/>
      <p:bold r:id="rId15"/>
      <p:italic r:id="rId16"/>
      <p:boldItalic r:id="rId17"/>
    </p:embeddedFont>
    <p:embeddedFont>
      <p:font typeface="Lucida Sans" panose="020B0602030504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26365"/>
    <a:srgbClr val="000000"/>
    <a:srgbClr val="FAA523"/>
    <a:srgbClr val="29B6A4"/>
    <a:srgbClr val="262626"/>
    <a:srgbClr val="D9D9D9"/>
    <a:srgbClr val="B2B5B7"/>
    <a:srgbClr val="7F4892"/>
    <a:srgbClr val="19B7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31" autoAdjust="0"/>
    <p:restoredTop sz="66344" autoAdjust="0"/>
  </p:normalViewPr>
  <p:slideViewPr>
    <p:cSldViewPr snapToGrid="0">
      <p:cViewPr varScale="1">
        <p:scale>
          <a:sx n="70" d="100"/>
          <a:sy n="70" d="100"/>
        </p:scale>
        <p:origin x="2394" y="48"/>
      </p:cViewPr>
      <p:guideLst/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1" Type="http://schemas.openxmlformats.org/officeDocument/2006/relationships/font" Target="fonts/font8.fntdata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9" Type="http://schemas.openxmlformats.org/officeDocument/2006/relationships/font" Target="fonts/font6.fntdata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AFC86-27A9-9E95-2727-D9D4A8DB11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655AD-DDB4-9E33-5374-7073A775A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2DC63-E65A-424C-8CAA-1D619F56AE5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E5FC8-9B34-4F53-C3CC-7E34B4AF74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1F2B2-986D-63CB-1D64-E69F5426D9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4D987-604E-4356-9357-0E7343739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9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7B20E-7C29-400A-ACB4-EA33BE0918A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BCDB-D66B-4FB6-98F0-5DAE7FE58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7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Intr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4A8026D-1409-DDF3-BA57-7B0518BDC1FD}"/>
              </a:ext>
            </a:extLst>
          </p:cNvPr>
          <p:cNvSpPr/>
          <p:nvPr userDrawn="1"/>
        </p:nvSpPr>
        <p:spPr>
          <a:xfrm>
            <a:off x="2903220" y="4416316"/>
            <a:ext cx="9288780" cy="2215987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50" tIns="45718" rIns="91350" bIns="45718" rtlCol="0" anchor="ctr"/>
          <a:lstStyle/>
          <a:p>
            <a:pPr marL="0" marR="0" lvl="0" indent="0" algn="ctr" defTabSz="913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C1C8C-8A15-6003-CC10-86C03FD41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7806" y="5499417"/>
            <a:ext cx="7531624" cy="767762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2" descr="Chetty, Friedman, and Hendren Launch Opportunity Insights | Opportunity  Insights">
            <a:extLst>
              <a:ext uri="{FF2B5EF4-FFF2-40B4-BE49-F238E27FC236}">
                <a16:creationId xmlns:a16="http://schemas.microsoft.com/office/drawing/2014/main" id="{87EDAE40-C311-7D4A-86B9-A801BBB1B9FA}"/>
              </a:ext>
            </a:extLst>
          </p:cNvPr>
          <p:cNvPicPr/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082" y="6218992"/>
            <a:ext cx="1968338" cy="34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EED02-CBB8-F4FF-F842-371491D42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6970" y="4416315"/>
            <a:ext cx="10032460" cy="1083101"/>
          </a:xfrm>
          <a:prstGeom prst="rect">
            <a:avLst/>
          </a:prstGeom>
        </p:spPr>
        <p:txBody>
          <a:bodyPr anchor="b"/>
          <a:lstStyle>
            <a:lvl1pPr algn="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287E356F-8C63-73F9-7168-432FB4BD7B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7806" y="6267179"/>
            <a:ext cx="7531624" cy="365125"/>
          </a:xfrm>
        </p:spPr>
        <p:txBody>
          <a:bodyPr>
            <a:noAutofit/>
          </a:bodyPr>
          <a:lstStyle>
            <a:lvl1pPr algn="r">
              <a:buNone/>
              <a:defRPr sz="1200" b="1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83003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-Theme: Title and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885194-2FED-DEDF-680B-2422726A2E4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E486B3F-3423-79BB-737B-789C144F83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  <p:pic>
        <p:nvPicPr>
          <p:cNvPr id="29" name="Picture 28" descr="A black and grey text&#10;&#10;Description automatically generated">
            <a:extLst>
              <a:ext uri="{FF2B5EF4-FFF2-40B4-BE49-F238E27FC236}">
                <a16:creationId xmlns:a16="http://schemas.microsoft.com/office/drawing/2014/main" id="{92FEF83D-11CA-9217-08E0-656D3BABBD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7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-Theme: Title and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 descr="A black and grey text&#10;&#10;Description automatically generated">
            <a:extLst>
              <a:ext uri="{FF2B5EF4-FFF2-40B4-BE49-F238E27FC236}">
                <a16:creationId xmlns:a16="http://schemas.microsoft.com/office/drawing/2014/main" id="{A8713239-F501-723D-D01B-A99907ACA1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6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Title - No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337F9-9B78-B3A3-3F34-61AB23DCC0C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 descr="A black and grey text&#10;&#10;Description automatically generated">
            <a:extLst>
              <a:ext uri="{FF2B5EF4-FFF2-40B4-BE49-F238E27FC236}">
                <a16:creationId xmlns:a16="http://schemas.microsoft.com/office/drawing/2014/main" id="{A9ECF13D-850A-03D5-4AE1-873C1EC657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AD0F6157-D6B6-8B83-0365-9C13F43D14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33100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 Theme: Title - No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 descr="A black and grey text&#10;&#10;Description automatically generated">
            <a:extLst>
              <a:ext uri="{FF2B5EF4-FFF2-40B4-BE49-F238E27FC236}">
                <a16:creationId xmlns:a16="http://schemas.microsoft.com/office/drawing/2014/main" id="{00D15EAF-C4E1-1773-9042-35DC00C98C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7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C5D21-4EDC-A414-72BF-71D388321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557" y="1825625"/>
            <a:ext cx="109374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3FA415-12F8-8B2B-BC11-F713C1AAD15C}"/>
              </a:ext>
            </a:extLst>
          </p:cNvPr>
          <p:cNvSpPr txBox="1">
            <a:spLocks/>
          </p:cNvSpPr>
          <p:nvPr userDrawn="1"/>
        </p:nvSpPr>
        <p:spPr>
          <a:xfrm>
            <a:off x="633556" y="375319"/>
            <a:ext cx="10937463" cy="8511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31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10" r:id="rId3"/>
    <p:sldLayoutId id="2147483660" r:id="rId4"/>
    <p:sldLayoutId id="214748371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_0.png"/><Relationship Id="rId2" Type="http://schemas.openxmlformats.org/officeDocument/2006/relationships/image" Target="../media/oi_gen_s1_1.svg"/><Relationship Id="rId3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_2.png"/><Relationship Id="rId2" Type="http://schemas.openxmlformats.org/officeDocument/2006/relationships/image" Target="../media/oi_gen_s2_3.svg"/><Relationship Id="rId3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3_4.png"/><Relationship Id="rId2" Type="http://schemas.openxmlformats.org/officeDocument/2006/relationships/image" Target="../media/oi_gen_s3_5.svg"/><Relationship Id="rId3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4_6.png"/><Relationship Id="rId2" Type="http://schemas.openxmlformats.org/officeDocument/2006/relationships/image" Target="../media/oi_gen_s4_7.svg"/><Relationship Id="rId3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5_8.png"/><Relationship Id="rId2" Type="http://schemas.openxmlformats.org/officeDocument/2006/relationships/image" Target="../media/oi_gen_s5_9.svg"/><Relationship Id="rId3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Effects of Workforce Training Programs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Observational vs. Randomized Trial Estimates for Programs Implemented in 39 sites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SOO-2026\figures\rct_dml_wages2_5_scatter_fmted_wcor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1892" y="1083564"/>
            <a:ext cx="8880653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Effects of Workforce Training Programs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Observational vs. Randomized Trial Estimates for Programs Implemented in 39 sites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SOO-2026\figures\rct_dml_wages2_5_scatter_pacewa_highlighte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1892" y="1083564"/>
            <a:ext cx="8880653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Effects of Workforce Training Programs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Observational vs. Randomized Trial Estimates for Programs Implemented in 39 sites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SOO-2026\figures\rct_dml_wages2_5_scatter_pacewa_highlighted_wcor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1892" y="1083564"/>
            <a:ext cx="8880653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Effects of Workforce Training Programs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Observational vs. Randomized Trial Estimates for Programs Implemented in 39 sites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SOO-2026\figures\rct_dml_wages2_5_scatter_pacew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1892" y="1083564"/>
            <a:ext cx="8880653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Effects of Workforce Training Programs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Observational vs. Randomized Trial Estimates for Programs Implemented in 39 sites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SOO-2026\figures\rct_dml_wages2_5_scatter_pacewa_wcor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1892" y="1083564"/>
            <a:ext cx="8880653" cy="55504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ubtitle">
      <a:majorFont>
        <a:latin typeface="Lucida Bright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</TotalTime>
  <Words>267</Words>
  <Application>Microsoft Office PowerPoint</Application>
  <PresentationFormat>Widescreen</PresentationFormat>
  <Paragraphs>55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Wingdings</vt:lpstr>
      <vt:lpstr>Calibri</vt:lpstr>
      <vt:lpstr>Lucida Sans</vt:lpstr>
      <vt:lpstr>Lucida Bright</vt:lpstr>
      <vt:lpstr>Aptos</vt:lpstr>
      <vt:lpstr>Master</vt:lpstr>
      <vt:lpstr>PowerPoint Presentation</vt:lpstr>
      <vt:lpstr>Example – Creating Opportunity</vt:lpstr>
      <vt:lpstr>PowerPoint Presentation</vt:lpstr>
      <vt:lpstr>Example - The Geography of Upward Mobility in the United States </vt:lpstr>
      <vt:lpstr>PowerPoint Presentation</vt:lpstr>
      <vt:lpstr>Example - Creating Moves to Opportunity Experiment</vt:lpstr>
      <vt:lpstr>PowerPoint Presentation</vt:lpstr>
      <vt:lpstr>Example - Where Housing Choice Voucher Holders Live in Seattle</vt:lpstr>
      <vt:lpstr>PowerPoint Presentation</vt:lpstr>
      <vt:lpstr>Example - Three Policy Approaches to Increasing Upward Mobility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Leff, Emily C</dc:creator>
  <cp:lastModifiedBy>Leff, Emily C</cp:lastModifiedBy>
  <cp:revision>51</cp:revision>
  <dcterms:created xsi:type="dcterms:W3CDTF">2025-01-15T20:52:06Z</dcterms:created>
  <dcterms:modified xsi:type="dcterms:W3CDTF">2026-07-08T17:43:28Z</dcterms:modified>
</cp:coreProperties>
</file>